
<file path=[Content_Types].xml><?xml version="1.0" encoding="utf-8"?>
<Types xmlns="http://schemas.openxmlformats.org/package/2006/content-types">
  <Default ContentType="image/jpeg" Extension="jpg"/>
  <Default ContentType="image/gif" Extension="gif"/>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56.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57.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54.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55.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8.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5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53.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32.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5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54.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53.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6.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8.xml"/>
  <Override ContentType="application/vnd.openxmlformats-officedocument.presentationml.slide+xml" PartName="/ppt/slides/slide55.xml"/>
  <Override ContentType="application/vnd.openxmlformats-officedocument.presentationml.slide+xml" PartName="/ppt/slides/slide29.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5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strictFirstAndLastChars="0" saveSubsetFonts="1">
  <p:sldMasterIdLst>
    <p:sldMasterId id="2147483680" r:id="rId4"/>
    <p:sldMasterId id="2147483681"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 id="301" r:id="rId52"/>
    <p:sldId id="302" r:id="rId53"/>
    <p:sldId id="303" r:id="rId54"/>
    <p:sldId id="304" r:id="rId55"/>
    <p:sldId id="305" r:id="rId56"/>
    <p:sldId id="306" r:id="rId57"/>
    <p:sldId id="307" r:id="rId58"/>
    <p:sldId id="308" r:id="rId59"/>
    <p:sldId id="309" r:id="rId60"/>
    <p:sldId id="310" r:id="rId61"/>
    <p:sldId id="311" r:id="rId62"/>
    <p:sldId id="312" r:id="rId63"/>
  </p:sldIdLst>
  <p:sldSz cy="5143500" cx="9144000"/>
  <p:notesSz cx="6858000" cy="9144000"/>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FF202CE9-8A72-434B-8F6F-3295CA98C065}">
  <a:tblStyle styleId="{FF202CE9-8A72-434B-8F6F-3295CA98C065}"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 Type="http://schemas.openxmlformats.org/officeDocument/2006/relationships/theme" Target="theme/theme1.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31" Type="http://schemas.openxmlformats.org/officeDocument/2006/relationships/slide" Target="slides/slide25.xml"/><Relationship Id="rId30" Type="http://schemas.openxmlformats.org/officeDocument/2006/relationships/slide" Target="slides/slide24.xml"/><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slide" Target="slides/slide56.xml"/><Relationship Id="rId61" Type="http://schemas.openxmlformats.org/officeDocument/2006/relationships/slide" Target="slides/slide55.xml"/><Relationship Id="rId20" Type="http://schemas.openxmlformats.org/officeDocument/2006/relationships/slide" Target="slides/slide14.xml"/><Relationship Id="rId63" Type="http://schemas.openxmlformats.org/officeDocument/2006/relationships/slide" Target="slides/slide57.xml"/><Relationship Id="rId22" Type="http://schemas.openxmlformats.org/officeDocument/2006/relationships/slide" Target="slides/slide16.xml"/><Relationship Id="rId21" Type="http://schemas.openxmlformats.org/officeDocument/2006/relationships/slide" Target="slides/slide15.xml"/><Relationship Id="rId24" Type="http://schemas.openxmlformats.org/officeDocument/2006/relationships/slide" Target="slides/slide18.xml"/><Relationship Id="rId23" Type="http://schemas.openxmlformats.org/officeDocument/2006/relationships/slide" Target="slides/slide17.xml"/><Relationship Id="rId60" Type="http://schemas.openxmlformats.org/officeDocument/2006/relationships/slide" Target="slides/slide54.xml"/><Relationship Id="rId26" Type="http://schemas.openxmlformats.org/officeDocument/2006/relationships/slide" Target="slides/slide20.xml"/><Relationship Id="rId25" Type="http://schemas.openxmlformats.org/officeDocument/2006/relationships/slide" Target="slides/slide19.xml"/><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slide" Target="slides/slide45.xml"/><Relationship Id="rId50" Type="http://schemas.openxmlformats.org/officeDocument/2006/relationships/slide" Target="slides/slide44.xml"/><Relationship Id="rId53" Type="http://schemas.openxmlformats.org/officeDocument/2006/relationships/slide" Target="slides/slide47.xml"/><Relationship Id="rId52" Type="http://schemas.openxmlformats.org/officeDocument/2006/relationships/slide" Target="slides/slide46.xml"/><Relationship Id="rId11" Type="http://schemas.openxmlformats.org/officeDocument/2006/relationships/slide" Target="slides/slide5.xml"/><Relationship Id="rId55" Type="http://schemas.openxmlformats.org/officeDocument/2006/relationships/slide" Target="slides/slide49.xml"/><Relationship Id="rId10" Type="http://schemas.openxmlformats.org/officeDocument/2006/relationships/slide" Target="slides/slide4.xml"/><Relationship Id="rId54" Type="http://schemas.openxmlformats.org/officeDocument/2006/relationships/slide" Target="slides/slide48.xml"/><Relationship Id="rId13" Type="http://schemas.openxmlformats.org/officeDocument/2006/relationships/slide" Target="slides/slide7.xml"/><Relationship Id="rId57" Type="http://schemas.openxmlformats.org/officeDocument/2006/relationships/slide" Target="slides/slide51.xml"/><Relationship Id="rId12" Type="http://schemas.openxmlformats.org/officeDocument/2006/relationships/slide" Target="slides/slide6.xml"/><Relationship Id="rId56" Type="http://schemas.openxmlformats.org/officeDocument/2006/relationships/slide" Target="slides/slide50.xml"/><Relationship Id="rId15" Type="http://schemas.openxmlformats.org/officeDocument/2006/relationships/slide" Target="slides/slide9.xml"/><Relationship Id="rId59" Type="http://schemas.openxmlformats.org/officeDocument/2006/relationships/slide" Target="slides/slide53.xml"/><Relationship Id="rId14" Type="http://schemas.openxmlformats.org/officeDocument/2006/relationships/slide" Target="slides/slide8.xml"/><Relationship Id="rId58" Type="http://schemas.openxmlformats.org/officeDocument/2006/relationships/slide" Target="slides/slide52.xml"/><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6" name="Shape 206"/>
        <p:cNvGrpSpPr/>
        <p:nvPr/>
      </p:nvGrpSpPr>
      <p:grpSpPr>
        <a:xfrm>
          <a:off x="0" y="0"/>
          <a:ext cx="0" cy="0"/>
          <a:chOff x="0" y="0"/>
          <a:chExt cx="0" cy="0"/>
        </a:xfrm>
      </p:grpSpPr>
      <p:sp>
        <p:nvSpPr>
          <p:cNvPr id="207" name="Google Shape;207;g11711faab6a_0_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8" name="Google Shape;208;g11711faab6a_0_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4" name="Shape 214"/>
        <p:cNvGrpSpPr/>
        <p:nvPr/>
      </p:nvGrpSpPr>
      <p:grpSpPr>
        <a:xfrm>
          <a:off x="0" y="0"/>
          <a:ext cx="0" cy="0"/>
          <a:chOff x="0" y="0"/>
          <a:chExt cx="0" cy="0"/>
        </a:xfrm>
      </p:grpSpPr>
      <p:sp>
        <p:nvSpPr>
          <p:cNvPr id="215" name="Google Shape;215;g99f2f57a71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6" name="Google Shape;216;g99f2f57a71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0" name="Shape 220"/>
        <p:cNvGrpSpPr/>
        <p:nvPr/>
      </p:nvGrpSpPr>
      <p:grpSpPr>
        <a:xfrm>
          <a:off x="0" y="0"/>
          <a:ext cx="0" cy="0"/>
          <a:chOff x="0" y="0"/>
          <a:chExt cx="0" cy="0"/>
        </a:xfrm>
      </p:grpSpPr>
      <p:sp>
        <p:nvSpPr>
          <p:cNvPr id="221" name="Google Shape;221;g99f2f57a71_0_2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2" name="Google Shape;222;g99f2f57a71_0_2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0" name="Shape 240"/>
        <p:cNvGrpSpPr/>
        <p:nvPr/>
      </p:nvGrpSpPr>
      <p:grpSpPr>
        <a:xfrm>
          <a:off x="0" y="0"/>
          <a:ext cx="0" cy="0"/>
          <a:chOff x="0" y="0"/>
          <a:chExt cx="0" cy="0"/>
        </a:xfrm>
      </p:grpSpPr>
      <p:sp>
        <p:nvSpPr>
          <p:cNvPr id="241" name="Google Shape;241;gbd6c00e730_0_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2" name="Google Shape;242;gbd6c00e730_0_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7" name="Shape 247"/>
        <p:cNvGrpSpPr/>
        <p:nvPr/>
      </p:nvGrpSpPr>
      <p:grpSpPr>
        <a:xfrm>
          <a:off x="0" y="0"/>
          <a:ext cx="0" cy="0"/>
          <a:chOff x="0" y="0"/>
          <a:chExt cx="0" cy="0"/>
        </a:xfrm>
      </p:grpSpPr>
      <p:sp>
        <p:nvSpPr>
          <p:cNvPr id="248" name="Google Shape;248;g1175ba9cd71_0_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9" name="Google Shape;249;g1175ba9cd71_0_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6" name="Shape 256"/>
        <p:cNvGrpSpPr/>
        <p:nvPr/>
      </p:nvGrpSpPr>
      <p:grpSpPr>
        <a:xfrm>
          <a:off x="0" y="0"/>
          <a:ext cx="0" cy="0"/>
          <a:chOff x="0" y="0"/>
          <a:chExt cx="0" cy="0"/>
        </a:xfrm>
      </p:grpSpPr>
      <p:sp>
        <p:nvSpPr>
          <p:cNvPr id="257" name="Google Shape;257;gbd6c00e730_0_1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8" name="Google Shape;258;gbd6c00e730_0_1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6" name="Shape 286"/>
        <p:cNvGrpSpPr/>
        <p:nvPr/>
      </p:nvGrpSpPr>
      <p:grpSpPr>
        <a:xfrm>
          <a:off x="0" y="0"/>
          <a:ext cx="0" cy="0"/>
          <a:chOff x="0" y="0"/>
          <a:chExt cx="0" cy="0"/>
        </a:xfrm>
      </p:grpSpPr>
      <p:sp>
        <p:nvSpPr>
          <p:cNvPr id="287" name="Google Shape;287;g1175ba9cd71_0_2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8" name="Google Shape;288;g1175ba9cd71_0_2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8" name="Shape 308"/>
        <p:cNvGrpSpPr/>
        <p:nvPr/>
      </p:nvGrpSpPr>
      <p:grpSpPr>
        <a:xfrm>
          <a:off x="0" y="0"/>
          <a:ext cx="0" cy="0"/>
          <a:chOff x="0" y="0"/>
          <a:chExt cx="0" cy="0"/>
        </a:xfrm>
      </p:grpSpPr>
      <p:sp>
        <p:nvSpPr>
          <p:cNvPr id="309" name="Google Shape;309;g1175ba9cd71_0_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0" name="Google Shape;310;g1175ba9cd71_0_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7" name="Shape 317"/>
        <p:cNvGrpSpPr/>
        <p:nvPr/>
      </p:nvGrpSpPr>
      <p:grpSpPr>
        <a:xfrm>
          <a:off x="0" y="0"/>
          <a:ext cx="0" cy="0"/>
          <a:chOff x="0" y="0"/>
          <a:chExt cx="0" cy="0"/>
        </a:xfrm>
      </p:grpSpPr>
      <p:sp>
        <p:nvSpPr>
          <p:cNvPr id="318" name="Google Shape;318;g1175ba9cd71_0_3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9" name="Google Shape;319;g1175ba9cd71_0_3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6" name="Shape 336"/>
        <p:cNvGrpSpPr/>
        <p:nvPr/>
      </p:nvGrpSpPr>
      <p:grpSpPr>
        <a:xfrm>
          <a:off x="0" y="0"/>
          <a:ext cx="0" cy="0"/>
          <a:chOff x="0" y="0"/>
          <a:chExt cx="0" cy="0"/>
        </a:xfrm>
      </p:grpSpPr>
      <p:sp>
        <p:nvSpPr>
          <p:cNvPr id="337" name="Google Shape;337;g1175ba9cd71_0_8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8" name="Google Shape;338;g1175ba9cd71_0_8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1" name="Shape 341"/>
        <p:cNvGrpSpPr/>
        <p:nvPr/>
      </p:nvGrpSpPr>
      <p:grpSpPr>
        <a:xfrm>
          <a:off x="0" y="0"/>
          <a:ext cx="0" cy="0"/>
          <a:chOff x="0" y="0"/>
          <a:chExt cx="0" cy="0"/>
        </a:xfrm>
      </p:grpSpPr>
      <p:sp>
        <p:nvSpPr>
          <p:cNvPr id="342" name="Google Shape;342;g1175ba9cd71_0_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3" name="Google Shape;343;g1175ba9cd71_0_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7" name="Shape 347"/>
        <p:cNvGrpSpPr/>
        <p:nvPr/>
      </p:nvGrpSpPr>
      <p:grpSpPr>
        <a:xfrm>
          <a:off x="0" y="0"/>
          <a:ext cx="0" cy="0"/>
          <a:chOff x="0" y="0"/>
          <a:chExt cx="0" cy="0"/>
        </a:xfrm>
      </p:grpSpPr>
      <p:sp>
        <p:nvSpPr>
          <p:cNvPr id="348" name="Google Shape;348;g1175ba9cd71_0_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9" name="Google Shape;349;g1175ba9cd71_0_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2" name="Shape 362"/>
        <p:cNvGrpSpPr/>
        <p:nvPr/>
      </p:nvGrpSpPr>
      <p:grpSpPr>
        <a:xfrm>
          <a:off x="0" y="0"/>
          <a:ext cx="0" cy="0"/>
          <a:chOff x="0" y="0"/>
          <a:chExt cx="0" cy="0"/>
        </a:xfrm>
      </p:grpSpPr>
      <p:sp>
        <p:nvSpPr>
          <p:cNvPr id="363" name="Google Shape;363;g1175ba9cd71_0_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4" name="Google Shape;364;g1175ba9cd71_0_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5" name="Shape 375"/>
        <p:cNvGrpSpPr/>
        <p:nvPr/>
      </p:nvGrpSpPr>
      <p:grpSpPr>
        <a:xfrm>
          <a:off x="0" y="0"/>
          <a:ext cx="0" cy="0"/>
          <a:chOff x="0" y="0"/>
          <a:chExt cx="0" cy="0"/>
        </a:xfrm>
      </p:grpSpPr>
      <p:sp>
        <p:nvSpPr>
          <p:cNvPr id="376" name="Google Shape;376;g1175ba9cd71_0_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7" name="Google Shape;377;g1175ba9cd71_0_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2" name="Shape 382"/>
        <p:cNvGrpSpPr/>
        <p:nvPr/>
      </p:nvGrpSpPr>
      <p:grpSpPr>
        <a:xfrm>
          <a:off x="0" y="0"/>
          <a:ext cx="0" cy="0"/>
          <a:chOff x="0" y="0"/>
          <a:chExt cx="0" cy="0"/>
        </a:xfrm>
      </p:grpSpPr>
      <p:sp>
        <p:nvSpPr>
          <p:cNvPr id="383" name="Google Shape;383;g1175ba9cd71_0_3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84" name="Google Shape;384;g1175ba9cd71_0_3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4" name="Shape 424"/>
        <p:cNvGrpSpPr/>
        <p:nvPr/>
      </p:nvGrpSpPr>
      <p:grpSpPr>
        <a:xfrm>
          <a:off x="0" y="0"/>
          <a:ext cx="0" cy="0"/>
          <a:chOff x="0" y="0"/>
          <a:chExt cx="0" cy="0"/>
        </a:xfrm>
      </p:grpSpPr>
      <p:sp>
        <p:nvSpPr>
          <p:cNvPr id="425" name="Google Shape;425;g1175ba9cd71_0_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26" name="Google Shape;426;g1175ba9cd71_0_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9" name="Shape 429"/>
        <p:cNvGrpSpPr/>
        <p:nvPr/>
      </p:nvGrpSpPr>
      <p:grpSpPr>
        <a:xfrm>
          <a:off x="0" y="0"/>
          <a:ext cx="0" cy="0"/>
          <a:chOff x="0" y="0"/>
          <a:chExt cx="0" cy="0"/>
        </a:xfrm>
      </p:grpSpPr>
      <p:sp>
        <p:nvSpPr>
          <p:cNvPr id="430" name="Google Shape;430;g1175ba9cd71_0_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1" name="Google Shape;431;g1175ba9cd71_0_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6" name="Shape 446"/>
        <p:cNvGrpSpPr/>
        <p:nvPr/>
      </p:nvGrpSpPr>
      <p:grpSpPr>
        <a:xfrm>
          <a:off x="0" y="0"/>
          <a:ext cx="0" cy="0"/>
          <a:chOff x="0" y="0"/>
          <a:chExt cx="0" cy="0"/>
        </a:xfrm>
      </p:grpSpPr>
      <p:sp>
        <p:nvSpPr>
          <p:cNvPr id="447" name="Google Shape;447;g1175ba9cd71_0_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8" name="Google Shape;448;g1175ba9cd71_0_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4" name="Shape 464"/>
        <p:cNvGrpSpPr/>
        <p:nvPr/>
      </p:nvGrpSpPr>
      <p:grpSpPr>
        <a:xfrm>
          <a:off x="0" y="0"/>
          <a:ext cx="0" cy="0"/>
          <a:chOff x="0" y="0"/>
          <a:chExt cx="0" cy="0"/>
        </a:xfrm>
      </p:grpSpPr>
      <p:sp>
        <p:nvSpPr>
          <p:cNvPr id="465" name="Google Shape;465;g1175ba9cd71_0_3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6" name="Google Shape;466;g1175ba9cd71_0_3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7" name="Shape 497"/>
        <p:cNvGrpSpPr/>
        <p:nvPr/>
      </p:nvGrpSpPr>
      <p:grpSpPr>
        <a:xfrm>
          <a:off x="0" y="0"/>
          <a:ext cx="0" cy="0"/>
          <a:chOff x="0" y="0"/>
          <a:chExt cx="0" cy="0"/>
        </a:xfrm>
      </p:grpSpPr>
      <p:sp>
        <p:nvSpPr>
          <p:cNvPr id="498" name="Google Shape;498;g1175ba9cd71_0_3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9" name="Google Shape;499;g1175ba9cd71_0_3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4" name="Shape 504"/>
        <p:cNvGrpSpPr/>
        <p:nvPr/>
      </p:nvGrpSpPr>
      <p:grpSpPr>
        <a:xfrm>
          <a:off x="0" y="0"/>
          <a:ext cx="0" cy="0"/>
          <a:chOff x="0" y="0"/>
          <a:chExt cx="0" cy="0"/>
        </a:xfrm>
      </p:grpSpPr>
      <p:sp>
        <p:nvSpPr>
          <p:cNvPr id="505" name="Google Shape;505;g1175ba9cd71_0_4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6" name="Google Shape;506;g1175ba9cd71_0_4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8" name="Shape 528"/>
        <p:cNvGrpSpPr/>
        <p:nvPr/>
      </p:nvGrpSpPr>
      <p:grpSpPr>
        <a:xfrm>
          <a:off x="0" y="0"/>
          <a:ext cx="0" cy="0"/>
          <a:chOff x="0" y="0"/>
          <a:chExt cx="0" cy="0"/>
        </a:xfrm>
      </p:grpSpPr>
      <p:sp>
        <p:nvSpPr>
          <p:cNvPr id="529" name="Google Shape;529;g1175ba9cd71_0_4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30" name="Google Shape;530;g1175ba9cd71_0_4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9" name="Shape 569"/>
        <p:cNvGrpSpPr/>
        <p:nvPr/>
      </p:nvGrpSpPr>
      <p:grpSpPr>
        <a:xfrm>
          <a:off x="0" y="0"/>
          <a:ext cx="0" cy="0"/>
          <a:chOff x="0" y="0"/>
          <a:chExt cx="0" cy="0"/>
        </a:xfrm>
      </p:grpSpPr>
      <p:sp>
        <p:nvSpPr>
          <p:cNvPr id="570" name="Google Shape;570;g1175ba9cd71_0_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1" name="Google Shape;571;g1175ba9cd71_0_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5" name="Shape 575"/>
        <p:cNvGrpSpPr/>
        <p:nvPr/>
      </p:nvGrpSpPr>
      <p:grpSpPr>
        <a:xfrm>
          <a:off x="0" y="0"/>
          <a:ext cx="0" cy="0"/>
          <a:chOff x="0" y="0"/>
          <a:chExt cx="0" cy="0"/>
        </a:xfrm>
      </p:grpSpPr>
      <p:sp>
        <p:nvSpPr>
          <p:cNvPr id="576" name="Google Shape;576;g1175ba9cd71_0_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7" name="Google Shape;577;g1175ba9cd71_0_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1" name="Shape 591"/>
        <p:cNvGrpSpPr/>
        <p:nvPr/>
      </p:nvGrpSpPr>
      <p:grpSpPr>
        <a:xfrm>
          <a:off x="0" y="0"/>
          <a:ext cx="0" cy="0"/>
          <a:chOff x="0" y="0"/>
          <a:chExt cx="0" cy="0"/>
        </a:xfrm>
      </p:grpSpPr>
      <p:sp>
        <p:nvSpPr>
          <p:cNvPr id="592" name="Google Shape;592;g1175ba9cd71_0_4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3" name="Google Shape;593;g1175ba9cd71_0_4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7" name="Shape 667"/>
        <p:cNvGrpSpPr/>
        <p:nvPr/>
      </p:nvGrpSpPr>
      <p:grpSpPr>
        <a:xfrm>
          <a:off x="0" y="0"/>
          <a:ext cx="0" cy="0"/>
          <a:chOff x="0" y="0"/>
          <a:chExt cx="0" cy="0"/>
        </a:xfrm>
      </p:grpSpPr>
      <p:sp>
        <p:nvSpPr>
          <p:cNvPr id="668" name="Google Shape;668;g1175ba9cd71_0_4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9" name="Google Shape;669;g1175ba9cd71_0_4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4" name="Shape 674"/>
        <p:cNvGrpSpPr/>
        <p:nvPr/>
      </p:nvGrpSpPr>
      <p:grpSpPr>
        <a:xfrm>
          <a:off x="0" y="0"/>
          <a:ext cx="0" cy="0"/>
          <a:chOff x="0" y="0"/>
          <a:chExt cx="0" cy="0"/>
        </a:xfrm>
      </p:grpSpPr>
      <p:sp>
        <p:nvSpPr>
          <p:cNvPr id="675" name="Google Shape;675;g1175ba9cd71_0_4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76" name="Google Shape;676;g1175ba9cd71_0_4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1" name="Shape 681"/>
        <p:cNvGrpSpPr/>
        <p:nvPr/>
      </p:nvGrpSpPr>
      <p:grpSpPr>
        <a:xfrm>
          <a:off x="0" y="0"/>
          <a:ext cx="0" cy="0"/>
          <a:chOff x="0" y="0"/>
          <a:chExt cx="0" cy="0"/>
        </a:xfrm>
      </p:grpSpPr>
      <p:sp>
        <p:nvSpPr>
          <p:cNvPr id="682" name="Google Shape;682;g1175ba9cd71_0_1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3" name="Google Shape;683;g1175ba9cd71_0_1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4" name="Shape 734"/>
        <p:cNvGrpSpPr/>
        <p:nvPr/>
      </p:nvGrpSpPr>
      <p:grpSpPr>
        <a:xfrm>
          <a:off x="0" y="0"/>
          <a:ext cx="0" cy="0"/>
          <a:chOff x="0" y="0"/>
          <a:chExt cx="0" cy="0"/>
        </a:xfrm>
      </p:grpSpPr>
      <p:sp>
        <p:nvSpPr>
          <p:cNvPr id="735" name="Google Shape;735;g1175ba9cd71_0_4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6" name="Google Shape;736;g1175ba9cd71_0_4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5" name="Shape 745"/>
        <p:cNvGrpSpPr/>
        <p:nvPr/>
      </p:nvGrpSpPr>
      <p:grpSpPr>
        <a:xfrm>
          <a:off x="0" y="0"/>
          <a:ext cx="0" cy="0"/>
          <a:chOff x="0" y="0"/>
          <a:chExt cx="0" cy="0"/>
        </a:xfrm>
      </p:grpSpPr>
      <p:sp>
        <p:nvSpPr>
          <p:cNvPr id="746" name="Google Shape;746;g1175ba9cd71_0_1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47" name="Google Shape;747;g1175ba9cd71_0_1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3" name="Shape 773"/>
        <p:cNvGrpSpPr/>
        <p:nvPr/>
      </p:nvGrpSpPr>
      <p:grpSpPr>
        <a:xfrm>
          <a:off x="0" y="0"/>
          <a:ext cx="0" cy="0"/>
          <a:chOff x="0" y="0"/>
          <a:chExt cx="0" cy="0"/>
        </a:xfrm>
      </p:grpSpPr>
      <p:sp>
        <p:nvSpPr>
          <p:cNvPr id="774" name="Google Shape;774;g1175ba9cd71_0_89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5" name="Google Shape;775;g1175ba9cd71_0_89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0" name="Shape 780"/>
        <p:cNvGrpSpPr/>
        <p:nvPr/>
      </p:nvGrpSpPr>
      <p:grpSpPr>
        <a:xfrm>
          <a:off x="0" y="0"/>
          <a:ext cx="0" cy="0"/>
          <a:chOff x="0" y="0"/>
          <a:chExt cx="0" cy="0"/>
        </a:xfrm>
      </p:grpSpPr>
      <p:sp>
        <p:nvSpPr>
          <p:cNvPr id="781" name="Google Shape;781;g1175ba9cd71_0_1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2" name="Google Shape;782;g1175ba9cd71_0_1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8" name="Shape 788"/>
        <p:cNvGrpSpPr/>
        <p:nvPr/>
      </p:nvGrpSpPr>
      <p:grpSpPr>
        <a:xfrm>
          <a:off x="0" y="0"/>
          <a:ext cx="0" cy="0"/>
          <a:chOff x="0" y="0"/>
          <a:chExt cx="0" cy="0"/>
        </a:xfrm>
      </p:grpSpPr>
      <p:sp>
        <p:nvSpPr>
          <p:cNvPr id="789" name="Google Shape;789;g1175ba9cd71_0_9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0" name="Google Shape;790;g1175ba9cd71_0_9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5" name="Shape 795"/>
        <p:cNvGrpSpPr/>
        <p:nvPr/>
      </p:nvGrpSpPr>
      <p:grpSpPr>
        <a:xfrm>
          <a:off x="0" y="0"/>
          <a:ext cx="0" cy="0"/>
          <a:chOff x="0" y="0"/>
          <a:chExt cx="0" cy="0"/>
        </a:xfrm>
      </p:grpSpPr>
      <p:sp>
        <p:nvSpPr>
          <p:cNvPr id="796" name="Google Shape;796;g1175ba9cd71_0_9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7" name="Google Shape;797;g1175ba9cd71_0_9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2" name="Shape 802"/>
        <p:cNvGrpSpPr/>
        <p:nvPr/>
      </p:nvGrpSpPr>
      <p:grpSpPr>
        <a:xfrm>
          <a:off x="0" y="0"/>
          <a:ext cx="0" cy="0"/>
          <a:chOff x="0" y="0"/>
          <a:chExt cx="0" cy="0"/>
        </a:xfrm>
      </p:grpSpPr>
      <p:sp>
        <p:nvSpPr>
          <p:cNvPr id="803" name="Google Shape;803;g1175ba9cd71_0_10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4" name="Google Shape;804;g1175ba9cd71_0_10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8" name="Shape 818"/>
        <p:cNvGrpSpPr/>
        <p:nvPr/>
      </p:nvGrpSpPr>
      <p:grpSpPr>
        <a:xfrm>
          <a:off x="0" y="0"/>
          <a:ext cx="0" cy="0"/>
          <a:chOff x="0" y="0"/>
          <a:chExt cx="0" cy="0"/>
        </a:xfrm>
      </p:grpSpPr>
      <p:sp>
        <p:nvSpPr>
          <p:cNvPr id="819" name="Google Shape;819;g1175ba9cd71_0_10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0" name="Google Shape;820;g1175ba9cd71_0_10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4" name="Shape 834"/>
        <p:cNvGrpSpPr/>
        <p:nvPr/>
      </p:nvGrpSpPr>
      <p:grpSpPr>
        <a:xfrm>
          <a:off x="0" y="0"/>
          <a:ext cx="0" cy="0"/>
          <a:chOff x="0" y="0"/>
          <a:chExt cx="0" cy="0"/>
        </a:xfrm>
      </p:grpSpPr>
      <p:sp>
        <p:nvSpPr>
          <p:cNvPr id="835" name="Google Shape;835;g1175ba9cd71_0_10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6" name="Google Shape;836;g1175ba9cd71_0_10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71" name="Shape 1171"/>
        <p:cNvGrpSpPr/>
        <p:nvPr/>
      </p:nvGrpSpPr>
      <p:grpSpPr>
        <a:xfrm>
          <a:off x="0" y="0"/>
          <a:ext cx="0" cy="0"/>
          <a:chOff x="0" y="0"/>
          <a:chExt cx="0" cy="0"/>
        </a:xfrm>
      </p:grpSpPr>
      <p:sp>
        <p:nvSpPr>
          <p:cNvPr id="1172" name="Google Shape;1172;g1175ba9cd71_0_140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73" name="Google Shape;1173;g1175ba9cd71_0_140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85" name="Shape 7085"/>
        <p:cNvGrpSpPr/>
        <p:nvPr/>
      </p:nvGrpSpPr>
      <p:grpSpPr>
        <a:xfrm>
          <a:off x="0" y="0"/>
          <a:ext cx="0" cy="0"/>
          <a:chOff x="0" y="0"/>
          <a:chExt cx="0" cy="0"/>
        </a:xfrm>
      </p:grpSpPr>
      <p:sp>
        <p:nvSpPr>
          <p:cNvPr id="7086" name="Google Shape;7086;g1175ba9cd71_0_73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87" name="Google Shape;7087;g1175ba9cd71_0_73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12" name="Shape 7512"/>
        <p:cNvGrpSpPr/>
        <p:nvPr/>
      </p:nvGrpSpPr>
      <p:grpSpPr>
        <a:xfrm>
          <a:off x="0" y="0"/>
          <a:ext cx="0" cy="0"/>
          <a:chOff x="0" y="0"/>
          <a:chExt cx="0" cy="0"/>
        </a:xfrm>
      </p:grpSpPr>
      <p:sp>
        <p:nvSpPr>
          <p:cNvPr id="7513" name="Google Shape;7513;g1175ba9cd71_0_77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514" name="Google Shape;7514;g1175ba9cd71_0_77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75" name="Shape 7675"/>
        <p:cNvGrpSpPr/>
        <p:nvPr/>
      </p:nvGrpSpPr>
      <p:grpSpPr>
        <a:xfrm>
          <a:off x="0" y="0"/>
          <a:ext cx="0" cy="0"/>
          <a:chOff x="0" y="0"/>
          <a:chExt cx="0" cy="0"/>
        </a:xfrm>
      </p:grpSpPr>
      <p:sp>
        <p:nvSpPr>
          <p:cNvPr id="7676" name="Google Shape;7676;g1175ba9cd71_0_79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677" name="Google Shape;7677;g1175ba9cd71_0_79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77" name="Shape 8077"/>
        <p:cNvGrpSpPr/>
        <p:nvPr/>
      </p:nvGrpSpPr>
      <p:grpSpPr>
        <a:xfrm>
          <a:off x="0" y="0"/>
          <a:ext cx="0" cy="0"/>
          <a:chOff x="0" y="0"/>
          <a:chExt cx="0" cy="0"/>
        </a:xfrm>
      </p:grpSpPr>
      <p:sp>
        <p:nvSpPr>
          <p:cNvPr id="8078" name="Google Shape;8078;g1175ba9cd71_0_83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79" name="Google Shape;8079;g1175ba9cd71_0_83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48" name="Shape 8448"/>
        <p:cNvGrpSpPr/>
        <p:nvPr/>
      </p:nvGrpSpPr>
      <p:grpSpPr>
        <a:xfrm>
          <a:off x="0" y="0"/>
          <a:ext cx="0" cy="0"/>
          <a:chOff x="0" y="0"/>
          <a:chExt cx="0" cy="0"/>
        </a:xfrm>
      </p:grpSpPr>
      <p:sp>
        <p:nvSpPr>
          <p:cNvPr id="8449" name="Google Shape;8449;g1175ba9cd71_0_868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50" name="Google Shape;8450;g1175ba9cd71_0_868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25" name="Shape 8825"/>
        <p:cNvGrpSpPr/>
        <p:nvPr/>
      </p:nvGrpSpPr>
      <p:grpSpPr>
        <a:xfrm>
          <a:off x="0" y="0"/>
          <a:ext cx="0" cy="0"/>
          <a:chOff x="0" y="0"/>
          <a:chExt cx="0" cy="0"/>
        </a:xfrm>
      </p:grpSpPr>
      <p:sp>
        <p:nvSpPr>
          <p:cNvPr id="8826" name="Google Shape;8826;g1175ba9cd71_0_90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27" name="Google Shape;8827;g1175ba9cd71_0_90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56" name="Shape 9256"/>
        <p:cNvGrpSpPr/>
        <p:nvPr/>
      </p:nvGrpSpPr>
      <p:grpSpPr>
        <a:xfrm>
          <a:off x="0" y="0"/>
          <a:ext cx="0" cy="0"/>
          <a:chOff x="0" y="0"/>
          <a:chExt cx="0" cy="0"/>
        </a:xfrm>
      </p:grpSpPr>
      <p:sp>
        <p:nvSpPr>
          <p:cNvPr id="9257" name="Google Shape;9257;g1175ba9cd71_0_94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258" name="Google Shape;9258;g1175ba9cd71_0_94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49" name="Shape 10049"/>
        <p:cNvGrpSpPr/>
        <p:nvPr/>
      </p:nvGrpSpPr>
      <p:grpSpPr>
        <a:xfrm>
          <a:off x="0" y="0"/>
          <a:ext cx="0" cy="0"/>
          <a:chOff x="0" y="0"/>
          <a:chExt cx="0" cy="0"/>
        </a:xfrm>
      </p:grpSpPr>
      <p:sp>
        <p:nvSpPr>
          <p:cNvPr id="10050" name="Google Shape;10050;g1175ba9cd71_0_102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051" name="Google Shape;10051;g1175ba9cd71_0_102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90" name="Shape 10790"/>
        <p:cNvGrpSpPr/>
        <p:nvPr/>
      </p:nvGrpSpPr>
      <p:grpSpPr>
        <a:xfrm>
          <a:off x="0" y="0"/>
          <a:ext cx="0" cy="0"/>
          <a:chOff x="0" y="0"/>
          <a:chExt cx="0" cy="0"/>
        </a:xfrm>
      </p:grpSpPr>
      <p:sp>
        <p:nvSpPr>
          <p:cNvPr id="10791" name="Google Shape;10791;g1175ba9cd71_0_110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792" name="Google Shape;10792;g1175ba9cd71_0_110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83" name="Shape 11483"/>
        <p:cNvGrpSpPr/>
        <p:nvPr/>
      </p:nvGrpSpPr>
      <p:grpSpPr>
        <a:xfrm>
          <a:off x="0" y="0"/>
          <a:ext cx="0" cy="0"/>
          <a:chOff x="0" y="0"/>
          <a:chExt cx="0" cy="0"/>
        </a:xfrm>
      </p:grpSpPr>
      <p:sp>
        <p:nvSpPr>
          <p:cNvPr id="11484" name="Google Shape;11484;g1175ba9cd71_0_117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485" name="Google Shape;11485;g1175ba9cd71_0_117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785" name="Shape 11785"/>
        <p:cNvGrpSpPr/>
        <p:nvPr/>
      </p:nvGrpSpPr>
      <p:grpSpPr>
        <a:xfrm>
          <a:off x="0" y="0"/>
          <a:ext cx="0" cy="0"/>
          <a:chOff x="0" y="0"/>
          <a:chExt cx="0" cy="0"/>
        </a:xfrm>
      </p:grpSpPr>
      <p:sp>
        <p:nvSpPr>
          <p:cNvPr id="11786" name="Google Shape;11786;g1175ba9cd71_0_120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787" name="Google Shape;11787;g1175ba9cd71_0_120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425" name="Shape 12425"/>
        <p:cNvGrpSpPr/>
        <p:nvPr/>
      </p:nvGrpSpPr>
      <p:grpSpPr>
        <a:xfrm>
          <a:off x="0" y="0"/>
          <a:ext cx="0" cy="0"/>
          <a:chOff x="0" y="0"/>
          <a:chExt cx="0" cy="0"/>
        </a:xfrm>
      </p:grpSpPr>
      <p:sp>
        <p:nvSpPr>
          <p:cNvPr id="12426" name="Google Shape;12426;g1175ba9cd71_0_126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427" name="Google Shape;12427;g1175ba9cd71_0_126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539" name="Shape 12539"/>
        <p:cNvGrpSpPr/>
        <p:nvPr/>
      </p:nvGrpSpPr>
      <p:grpSpPr>
        <a:xfrm>
          <a:off x="0" y="0"/>
          <a:ext cx="0" cy="0"/>
          <a:chOff x="0" y="0"/>
          <a:chExt cx="0" cy="0"/>
        </a:xfrm>
      </p:grpSpPr>
      <p:sp>
        <p:nvSpPr>
          <p:cNvPr id="12540" name="Google Shape;12540;g1175ba9cd71_0_127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541" name="Google Shape;12541;g1175ba9cd71_0_127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582" name="Shape 12582"/>
        <p:cNvGrpSpPr/>
        <p:nvPr/>
      </p:nvGrpSpPr>
      <p:grpSpPr>
        <a:xfrm>
          <a:off x="0" y="0"/>
          <a:ext cx="0" cy="0"/>
          <a:chOff x="0" y="0"/>
          <a:chExt cx="0" cy="0"/>
        </a:xfrm>
      </p:grpSpPr>
      <p:sp>
        <p:nvSpPr>
          <p:cNvPr id="12583" name="Google Shape;12583;g1175ba9cd71_0_1280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584" name="Google Shape;12584;g1175ba9cd71_0_1280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956" name="Shape 12956"/>
        <p:cNvGrpSpPr/>
        <p:nvPr/>
      </p:nvGrpSpPr>
      <p:grpSpPr>
        <a:xfrm>
          <a:off x="0" y="0"/>
          <a:ext cx="0" cy="0"/>
          <a:chOff x="0" y="0"/>
          <a:chExt cx="0" cy="0"/>
        </a:xfrm>
      </p:grpSpPr>
      <p:sp>
        <p:nvSpPr>
          <p:cNvPr id="12957" name="Google Shape;12957;g1175ba9cd71_0_131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958" name="Google Shape;12958;g1175ba9cd71_0_131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412" name="Shape 13412"/>
        <p:cNvGrpSpPr/>
        <p:nvPr/>
      </p:nvGrpSpPr>
      <p:grpSpPr>
        <a:xfrm>
          <a:off x="0" y="0"/>
          <a:ext cx="0" cy="0"/>
          <a:chOff x="0" y="0"/>
          <a:chExt cx="0" cy="0"/>
        </a:xfrm>
      </p:grpSpPr>
      <p:sp>
        <p:nvSpPr>
          <p:cNvPr id="13413" name="Google Shape;13413;g1175ba9cd71_0_136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414" name="Google Shape;13414;g1175ba9cd71_0_136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726" name="Shape 13726"/>
        <p:cNvGrpSpPr/>
        <p:nvPr/>
      </p:nvGrpSpPr>
      <p:grpSpPr>
        <a:xfrm>
          <a:off x="0" y="0"/>
          <a:ext cx="0" cy="0"/>
          <a:chOff x="0" y="0"/>
          <a:chExt cx="0" cy="0"/>
        </a:xfrm>
      </p:grpSpPr>
      <p:sp>
        <p:nvSpPr>
          <p:cNvPr id="13727" name="Google Shape;13727;g1175ba9cd71_0_139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728" name="Google Shape;13728;g1175ba9cd71_0_139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060" name="Shape 14060"/>
        <p:cNvGrpSpPr/>
        <p:nvPr/>
      </p:nvGrpSpPr>
      <p:grpSpPr>
        <a:xfrm>
          <a:off x="0" y="0"/>
          <a:ext cx="0" cy="0"/>
          <a:chOff x="0" y="0"/>
          <a:chExt cx="0" cy="0"/>
        </a:xfrm>
      </p:grpSpPr>
      <p:sp>
        <p:nvSpPr>
          <p:cNvPr id="14061" name="Google Shape;14061;g1175ba9cd71_0_142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062" name="Google Shape;14062;g1175ba9cd71_0_142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438" name="Shape 14438"/>
        <p:cNvGrpSpPr/>
        <p:nvPr/>
      </p:nvGrpSpPr>
      <p:grpSpPr>
        <a:xfrm>
          <a:off x="0" y="0"/>
          <a:ext cx="0" cy="0"/>
          <a:chOff x="0" y="0"/>
          <a:chExt cx="0" cy="0"/>
        </a:xfrm>
      </p:grpSpPr>
      <p:sp>
        <p:nvSpPr>
          <p:cNvPr id="14439" name="Google Shape;14439;g1175ba9cd71_0_146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440" name="Google Shape;14440;g1175ba9cd71_0_146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txBox="1"/>
          <p:nvPr>
            <p:ph type="ctrTitle"/>
          </p:nvPr>
        </p:nvSpPr>
        <p:spPr>
          <a:xfrm>
            <a:off x="713100" y="640149"/>
            <a:ext cx="4083600" cy="3067800"/>
          </a:xfrm>
          <a:prstGeom prst="rect">
            <a:avLst/>
          </a:prstGeom>
        </p:spPr>
        <p:txBody>
          <a:bodyPr anchorCtr="0" anchor="ctr" bIns="91425" lIns="91425" spcFirstLastPara="1" rIns="91425" wrap="square" tIns="91425">
            <a:noAutofit/>
          </a:bodyPr>
          <a:lstStyle>
            <a:lvl1pPr lvl="0" algn="l">
              <a:spcBef>
                <a:spcPts val="0"/>
              </a:spcBef>
              <a:spcAft>
                <a:spcPts val="0"/>
              </a:spcAft>
              <a:buSzPts val="5200"/>
              <a:buNone/>
              <a:defRPr sz="52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10" name="Google Shape;10;p2"/>
          <p:cNvSpPr txBox="1"/>
          <p:nvPr>
            <p:ph idx="1" type="subTitle"/>
          </p:nvPr>
        </p:nvSpPr>
        <p:spPr>
          <a:xfrm>
            <a:off x="713160" y="3930475"/>
            <a:ext cx="4083600" cy="475800"/>
          </a:xfrm>
          <a:prstGeom prst="rect">
            <a:avLst/>
          </a:prstGeom>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a:lnSpc>
                <a:spcPct val="100000"/>
              </a:lnSpc>
              <a:spcBef>
                <a:spcPts val="0"/>
              </a:spcBef>
              <a:spcAft>
                <a:spcPts val="0"/>
              </a:spcAft>
              <a:buSzPts val="1400"/>
              <a:buNone/>
              <a:defRPr sz="1600"/>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1" name="Shape 11"/>
        <p:cNvGrpSpPr/>
        <p:nvPr/>
      </p:nvGrpSpPr>
      <p:grpSpPr>
        <a:xfrm>
          <a:off x="0" y="0"/>
          <a:ext cx="0" cy="0"/>
          <a:chOff x="0" y="0"/>
          <a:chExt cx="0" cy="0"/>
        </a:xfrm>
      </p:grpSpPr>
      <p:sp>
        <p:nvSpPr>
          <p:cNvPr id="12" name="Google Shape;12;p3"/>
          <p:cNvSpPr txBox="1"/>
          <p:nvPr>
            <p:ph type="title"/>
          </p:nvPr>
        </p:nvSpPr>
        <p:spPr>
          <a:xfrm>
            <a:off x="2646000" y="1451325"/>
            <a:ext cx="3852000" cy="841800"/>
          </a:xfrm>
          <a:prstGeom prst="rect">
            <a:avLst/>
          </a:prstGeom>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a:spcBef>
                <a:spcPts val="0"/>
              </a:spcBef>
              <a:spcAft>
                <a:spcPts val="0"/>
              </a:spcAft>
              <a:buSzPts val="3600"/>
              <a:buNone/>
              <a:defRPr sz="5000"/>
            </a:lvl1pPr>
            <a:lvl2pPr lvl="1">
              <a:spcBef>
                <a:spcPts val="0"/>
              </a:spcBef>
              <a:spcAft>
                <a:spcPts val="0"/>
              </a:spcAft>
              <a:buSzPts val="3600"/>
              <a:buNone/>
              <a:defRPr sz="3600"/>
            </a:lvl2pPr>
            <a:lvl3pPr lvl="2">
              <a:spcBef>
                <a:spcPts val="0"/>
              </a:spcBef>
              <a:spcAft>
                <a:spcPts val="0"/>
              </a:spcAft>
              <a:buSzPts val="3600"/>
              <a:buNone/>
              <a:defRPr sz="3600"/>
            </a:lvl3pPr>
            <a:lvl4pPr lvl="3">
              <a:spcBef>
                <a:spcPts val="0"/>
              </a:spcBef>
              <a:spcAft>
                <a:spcPts val="0"/>
              </a:spcAft>
              <a:buSzPts val="3600"/>
              <a:buNone/>
              <a:defRPr sz="3600"/>
            </a:lvl4pPr>
            <a:lvl5pPr lvl="4">
              <a:spcBef>
                <a:spcPts val="0"/>
              </a:spcBef>
              <a:spcAft>
                <a:spcPts val="0"/>
              </a:spcAft>
              <a:buSzPts val="3600"/>
              <a:buNone/>
              <a:defRPr sz="3600"/>
            </a:lvl5pPr>
            <a:lvl6pPr lvl="5">
              <a:spcBef>
                <a:spcPts val="0"/>
              </a:spcBef>
              <a:spcAft>
                <a:spcPts val="0"/>
              </a:spcAft>
              <a:buSzPts val="3600"/>
              <a:buNone/>
              <a:defRPr sz="3600"/>
            </a:lvl6pPr>
            <a:lvl7pPr lvl="6">
              <a:spcBef>
                <a:spcPts val="0"/>
              </a:spcBef>
              <a:spcAft>
                <a:spcPts val="0"/>
              </a:spcAft>
              <a:buSzPts val="3600"/>
              <a:buNone/>
              <a:defRPr sz="3600"/>
            </a:lvl7pPr>
            <a:lvl8pPr lvl="7">
              <a:spcBef>
                <a:spcPts val="0"/>
              </a:spcBef>
              <a:spcAft>
                <a:spcPts val="0"/>
              </a:spcAft>
              <a:buSzPts val="3600"/>
              <a:buNone/>
              <a:defRPr sz="3600"/>
            </a:lvl8pPr>
            <a:lvl9pPr lvl="8">
              <a:spcBef>
                <a:spcPts val="0"/>
              </a:spcBef>
              <a:spcAft>
                <a:spcPts val="0"/>
              </a:spcAft>
              <a:buSzPts val="3600"/>
              <a:buNone/>
              <a:defRPr sz="3600"/>
            </a:lvl9pPr>
          </a:lstStyle>
          <a:p/>
        </p:txBody>
      </p:sp>
      <p:sp>
        <p:nvSpPr>
          <p:cNvPr id="13" name="Google Shape;13;p3"/>
          <p:cNvSpPr txBox="1"/>
          <p:nvPr>
            <p:ph hasCustomPrompt="1" idx="2" type="title"/>
          </p:nvPr>
        </p:nvSpPr>
        <p:spPr>
          <a:xfrm>
            <a:off x="3946050" y="539400"/>
            <a:ext cx="1251900" cy="912000"/>
          </a:xfrm>
          <a:prstGeom prst="rect">
            <a:avLst/>
          </a:prstGeom>
        </p:spPr>
        <p:txBody>
          <a:bodyPr anchorCtr="0" anchor="ctr" bIns="91425" lIns="91425" spcFirstLastPara="1" rIns="91425" wrap="square" tIns="91425">
            <a:noAutofit/>
          </a:bodyPr>
          <a:lstStyle>
            <a:lvl1pPr lvl="0" rtl="0">
              <a:spcBef>
                <a:spcPts val="0"/>
              </a:spcBef>
              <a:spcAft>
                <a:spcPts val="0"/>
              </a:spcAft>
              <a:buSzPts val="6000"/>
              <a:buNone/>
              <a:defRPr sz="6000">
                <a:solidFill>
                  <a:schemeClr val="lt2"/>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4" name="Google Shape;14;p3"/>
          <p:cNvSpPr txBox="1"/>
          <p:nvPr>
            <p:ph idx="1" type="subTitle"/>
          </p:nvPr>
        </p:nvSpPr>
        <p:spPr>
          <a:xfrm>
            <a:off x="2646000" y="2293125"/>
            <a:ext cx="3852000" cy="515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1600"/>
              </a:spcBef>
              <a:spcAft>
                <a:spcPts val="0"/>
              </a:spcAft>
              <a:buSzPts val="1400"/>
              <a:buNone/>
              <a:defRPr/>
            </a:lvl3pPr>
            <a:lvl4pPr lvl="3" rtl="0">
              <a:lnSpc>
                <a:spcPct val="100000"/>
              </a:lnSpc>
              <a:spcBef>
                <a:spcPts val="1600"/>
              </a:spcBef>
              <a:spcAft>
                <a:spcPts val="0"/>
              </a:spcAft>
              <a:buSzPts val="1400"/>
              <a:buNone/>
              <a:defRPr/>
            </a:lvl4pPr>
            <a:lvl5pPr lvl="4" rtl="0">
              <a:lnSpc>
                <a:spcPct val="100000"/>
              </a:lnSpc>
              <a:spcBef>
                <a:spcPts val="1600"/>
              </a:spcBef>
              <a:spcAft>
                <a:spcPts val="0"/>
              </a:spcAft>
              <a:buSzPts val="1400"/>
              <a:buNone/>
              <a:defRPr/>
            </a:lvl5pPr>
            <a:lvl6pPr lvl="5" rtl="0">
              <a:lnSpc>
                <a:spcPct val="100000"/>
              </a:lnSpc>
              <a:spcBef>
                <a:spcPts val="1600"/>
              </a:spcBef>
              <a:spcAft>
                <a:spcPts val="0"/>
              </a:spcAft>
              <a:buSzPts val="1400"/>
              <a:buNone/>
              <a:defRPr/>
            </a:lvl6pPr>
            <a:lvl7pPr lvl="6" rtl="0">
              <a:lnSpc>
                <a:spcPct val="100000"/>
              </a:lnSpc>
              <a:spcBef>
                <a:spcPts val="1600"/>
              </a:spcBef>
              <a:spcAft>
                <a:spcPts val="0"/>
              </a:spcAft>
              <a:buSzPts val="1400"/>
              <a:buNone/>
              <a:defRPr/>
            </a:lvl7pPr>
            <a:lvl8pPr lvl="7" rtl="0">
              <a:lnSpc>
                <a:spcPct val="100000"/>
              </a:lnSpc>
              <a:spcBef>
                <a:spcPts val="1600"/>
              </a:spcBef>
              <a:spcAft>
                <a:spcPts val="0"/>
              </a:spcAft>
              <a:buSzPts val="1400"/>
              <a:buNone/>
              <a:defRPr/>
            </a:lvl8pPr>
            <a:lvl9pPr lvl="8" rtl="0">
              <a:lnSpc>
                <a:spcPct val="100000"/>
              </a:lnSpc>
              <a:spcBef>
                <a:spcPts val="1600"/>
              </a:spcBef>
              <a:spcAft>
                <a:spcPts val="1600"/>
              </a:spcAft>
              <a:buSzPts val="1400"/>
              <a:buNone/>
              <a:defRPr/>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15" name="Shape 15"/>
        <p:cNvGrpSpPr/>
        <p:nvPr/>
      </p:nvGrpSpPr>
      <p:grpSpPr>
        <a:xfrm>
          <a:off x="0" y="0"/>
          <a:ext cx="0" cy="0"/>
          <a:chOff x="0" y="0"/>
          <a:chExt cx="0" cy="0"/>
        </a:xfrm>
      </p:grpSpPr>
      <p:grpSp>
        <p:nvGrpSpPr>
          <p:cNvPr id="16" name="Google Shape;16;p4"/>
          <p:cNvGrpSpPr/>
          <p:nvPr/>
        </p:nvGrpSpPr>
        <p:grpSpPr>
          <a:xfrm>
            <a:off x="384150" y="247650"/>
            <a:ext cx="8375700" cy="4648200"/>
            <a:chOff x="384150" y="247650"/>
            <a:chExt cx="8375700" cy="4648200"/>
          </a:xfrm>
        </p:grpSpPr>
        <p:sp>
          <p:nvSpPr>
            <p:cNvPr id="17" name="Google Shape;17;p4"/>
            <p:cNvSpPr/>
            <p:nvPr/>
          </p:nvSpPr>
          <p:spPr>
            <a:xfrm>
              <a:off x="384150" y="247650"/>
              <a:ext cx="8375700" cy="46482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 name="Google Shape;18;p4"/>
            <p:cNvSpPr/>
            <p:nvPr/>
          </p:nvSpPr>
          <p:spPr>
            <a:xfrm>
              <a:off x="384150" y="247650"/>
              <a:ext cx="8375700" cy="8409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 name="Google Shape;19;p4"/>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0" name="Google Shape;20;p4"/>
          <p:cNvSpPr txBox="1"/>
          <p:nvPr>
            <p:ph idx="1" type="body"/>
          </p:nvPr>
        </p:nvSpPr>
        <p:spPr>
          <a:xfrm>
            <a:off x="720000" y="1215750"/>
            <a:ext cx="7704000" cy="3388200"/>
          </a:xfrm>
          <a:prstGeom prst="rect">
            <a:avLst/>
          </a:prstGeom>
        </p:spPr>
        <p:txBody>
          <a:bodyPr anchorCtr="0" anchor="ctr" bIns="91425" lIns="91425" spcFirstLastPara="1" rIns="91425" wrap="square" tIns="91425">
            <a:noAutofit/>
          </a:bodyPr>
          <a:lstStyle>
            <a:lvl1pPr indent="-304800" lvl="0" marL="457200" rtl="0">
              <a:lnSpc>
                <a:spcPct val="100000"/>
              </a:lnSpc>
              <a:spcBef>
                <a:spcPts val="0"/>
              </a:spcBef>
              <a:spcAft>
                <a:spcPts val="0"/>
              </a:spcAft>
              <a:buSzPts val="1200"/>
              <a:buAutoNum type="arabicPeriod"/>
              <a:defRPr sz="1250"/>
            </a:lvl1pPr>
            <a:lvl2pPr indent="-304800" lvl="1" marL="914400" rtl="0">
              <a:lnSpc>
                <a:spcPct val="115000"/>
              </a:lnSpc>
              <a:spcBef>
                <a:spcPts val="1600"/>
              </a:spcBef>
              <a:spcAft>
                <a:spcPts val="0"/>
              </a:spcAft>
              <a:buSzPts val="1200"/>
              <a:buFont typeface="Roboto Condensed Light"/>
              <a:buAutoNum type="alphaLcPeriod"/>
              <a:defRPr/>
            </a:lvl2pPr>
            <a:lvl3pPr indent="-304800" lvl="2" marL="1371600" rtl="0">
              <a:lnSpc>
                <a:spcPct val="115000"/>
              </a:lnSpc>
              <a:spcBef>
                <a:spcPts val="1600"/>
              </a:spcBef>
              <a:spcAft>
                <a:spcPts val="0"/>
              </a:spcAft>
              <a:buSzPts val="1200"/>
              <a:buFont typeface="Roboto Condensed Light"/>
              <a:buAutoNum type="romanLcPeriod"/>
              <a:defRPr/>
            </a:lvl3pPr>
            <a:lvl4pPr indent="-304800" lvl="3" marL="1828800" rtl="0">
              <a:lnSpc>
                <a:spcPct val="115000"/>
              </a:lnSpc>
              <a:spcBef>
                <a:spcPts val="1600"/>
              </a:spcBef>
              <a:spcAft>
                <a:spcPts val="0"/>
              </a:spcAft>
              <a:buSzPts val="1200"/>
              <a:buFont typeface="Roboto Condensed Light"/>
              <a:buAutoNum type="arabicPeriod"/>
              <a:defRPr/>
            </a:lvl4pPr>
            <a:lvl5pPr indent="-304800" lvl="4" marL="2286000" rtl="0">
              <a:lnSpc>
                <a:spcPct val="115000"/>
              </a:lnSpc>
              <a:spcBef>
                <a:spcPts val="1600"/>
              </a:spcBef>
              <a:spcAft>
                <a:spcPts val="0"/>
              </a:spcAft>
              <a:buSzPts val="1200"/>
              <a:buFont typeface="Roboto Condensed Light"/>
              <a:buAutoNum type="alphaLcPeriod"/>
              <a:defRPr/>
            </a:lvl5pPr>
            <a:lvl6pPr indent="-304800" lvl="5" marL="2743200" rtl="0">
              <a:lnSpc>
                <a:spcPct val="115000"/>
              </a:lnSpc>
              <a:spcBef>
                <a:spcPts val="1600"/>
              </a:spcBef>
              <a:spcAft>
                <a:spcPts val="0"/>
              </a:spcAft>
              <a:buSzPts val="1200"/>
              <a:buFont typeface="Roboto Condensed Light"/>
              <a:buAutoNum type="romanLcPeriod"/>
              <a:defRPr/>
            </a:lvl6pPr>
            <a:lvl7pPr indent="-304800" lvl="6" marL="3200400" rtl="0">
              <a:lnSpc>
                <a:spcPct val="115000"/>
              </a:lnSpc>
              <a:spcBef>
                <a:spcPts val="1600"/>
              </a:spcBef>
              <a:spcAft>
                <a:spcPts val="0"/>
              </a:spcAft>
              <a:buSzPts val="1200"/>
              <a:buFont typeface="Roboto Condensed Light"/>
              <a:buAutoNum type="arabicPeriod"/>
              <a:defRPr/>
            </a:lvl7pPr>
            <a:lvl8pPr indent="-304800" lvl="7" marL="3657600" rtl="0">
              <a:lnSpc>
                <a:spcPct val="115000"/>
              </a:lnSpc>
              <a:spcBef>
                <a:spcPts val="1600"/>
              </a:spcBef>
              <a:spcAft>
                <a:spcPts val="0"/>
              </a:spcAft>
              <a:buSzPts val="1200"/>
              <a:buFont typeface="Roboto Condensed Light"/>
              <a:buAutoNum type="alphaLcPeriod"/>
              <a:defRPr/>
            </a:lvl8pPr>
            <a:lvl9pPr indent="-304800" lvl="8" marL="4114800" rtl="0">
              <a:lnSpc>
                <a:spcPct val="115000"/>
              </a:lnSpc>
              <a:spcBef>
                <a:spcPts val="1600"/>
              </a:spcBef>
              <a:spcAft>
                <a:spcPts val="1600"/>
              </a:spcAft>
              <a:buSzPts val="1200"/>
              <a:buFont typeface="Roboto Condensed Light"/>
              <a:buAutoNum type="romanLcPeriod"/>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21" name="Shape 21"/>
        <p:cNvGrpSpPr/>
        <p:nvPr/>
      </p:nvGrpSpPr>
      <p:grpSpPr>
        <a:xfrm>
          <a:off x="0" y="0"/>
          <a:ext cx="0" cy="0"/>
          <a:chOff x="0" y="0"/>
          <a:chExt cx="0" cy="0"/>
        </a:xfrm>
      </p:grpSpPr>
      <p:grpSp>
        <p:nvGrpSpPr>
          <p:cNvPr id="22" name="Google Shape;22;p5"/>
          <p:cNvGrpSpPr/>
          <p:nvPr/>
        </p:nvGrpSpPr>
        <p:grpSpPr>
          <a:xfrm>
            <a:off x="384150" y="247650"/>
            <a:ext cx="8375700" cy="4648200"/>
            <a:chOff x="384150" y="247650"/>
            <a:chExt cx="8375700" cy="4648200"/>
          </a:xfrm>
        </p:grpSpPr>
        <p:sp>
          <p:nvSpPr>
            <p:cNvPr id="23" name="Google Shape;23;p5"/>
            <p:cNvSpPr/>
            <p:nvPr/>
          </p:nvSpPr>
          <p:spPr>
            <a:xfrm>
              <a:off x="384150" y="247650"/>
              <a:ext cx="8375700" cy="46482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 name="Google Shape;24;p5"/>
            <p:cNvSpPr/>
            <p:nvPr/>
          </p:nvSpPr>
          <p:spPr>
            <a:xfrm>
              <a:off x="384150" y="247650"/>
              <a:ext cx="8375700" cy="8409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 name="Google Shape;25;p5"/>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6" name="Google Shape;26;p5"/>
          <p:cNvSpPr txBox="1"/>
          <p:nvPr>
            <p:ph idx="2" type="title"/>
          </p:nvPr>
        </p:nvSpPr>
        <p:spPr>
          <a:xfrm>
            <a:off x="1507086" y="2654900"/>
            <a:ext cx="2587200" cy="504000"/>
          </a:xfrm>
          <a:prstGeom prst="rect">
            <a:avLst/>
          </a:prstGeom>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3500"/>
              <a:buNone/>
              <a:defRPr b="0" sz="2500"/>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7" name="Google Shape;27;p5"/>
          <p:cNvSpPr txBox="1"/>
          <p:nvPr>
            <p:ph idx="3" type="title"/>
          </p:nvPr>
        </p:nvSpPr>
        <p:spPr>
          <a:xfrm>
            <a:off x="5049714" y="2654900"/>
            <a:ext cx="2587200" cy="504000"/>
          </a:xfrm>
          <a:prstGeom prst="rect">
            <a:avLst/>
          </a:prstGeom>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3500"/>
              <a:buNone/>
              <a:defRPr b="0" sz="2500"/>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8" name="Google Shape;28;p5"/>
          <p:cNvSpPr txBox="1"/>
          <p:nvPr>
            <p:ph idx="1" type="subTitle"/>
          </p:nvPr>
        </p:nvSpPr>
        <p:spPr>
          <a:xfrm>
            <a:off x="5049714" y="3158875"/>
            <a:ext cx="2587200" cy="956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2800"/>
              <a:buNone/>
              <a:defRPr b="0"/>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29" name="Google Shape;29;p5"/>
          <p:cNvSpPr txBox="1"/>
          <p:nvPr>
            <p:ph idx="4" type="subTitle"/>
          </p:nvPr>
        </p:nvSpPr>
        <p:spPr>
          <a:xfrm>
            <a:off x="1507086" y="3158875"/>
            <a:ext cx="2587200" cy="956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2800"/>
              <a:buNone/>
              <a:defRPr b="0"/>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30" name="Shape 30"/>
        <p:cNvGrpSpPr/>
        <p:nvPr/>
      </p:nvGrpSpPr>
      <p:grpSpPr>
        <a:xfrm>
          <a:off x="0" y="0"/>
          <a:ext cx="0" cy="0"/>
          <a:chOff x="0" y="0"/>
          <a:chExt cx="0" cy="0"/>
        </a:xfrm>
      </p:grpSpPr>
      <p:grpSp>
        <p:nvGrpSpPr>
          <p:cNvPr id="31" name="Google Shape;31;p6"/>
          <p:cNvGrpSpPr/>
          <p:nvPr/>
        </p:nvGrpSpPr>
        <p:grpSpPr>
          <a:xfrm>
            <a:off x="384150" y="247650"/>
            <a:ext cx="8375700" cy="4648200"/>
            <a:chOff x="384150" y="247650"/>
            <a:chExt cx="8375700" cy="4648200"/>
          </a:xfrm>
        </p:grpSpPr>
        <p:sp>
          <p:nvSpPr>
            <p:cNvPr id="32" name="Google Shape;32;p6"/>
            <p:cNvSpPr/>
            <p:nvPr/>
          </p:nvSpPr>
          <p:spPr>
            <a:xfrm>
              <a:off x="384150" y="247650"/>
              <a:ext cx="8375700" cy="46482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 name="Google Shape;33;p6"/>
            <p:cNvSpPr/>
            <p:nvPr/>
          </p:nvSpPr>
          <p:spPr>
            <a:xfrm>
              <a:off x="384150" y="247650"/>
              <a:ext cx="8375700" cy="8409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 name="Google Shape;34;p6"/>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35" name="Shape 35"/>
        <p:cNvGrpSpPr/>
        <p:nvPr/>
      </p:nvGrpSpPr>
      <p:grpSpPr>
        <a:xfrm>
          <a:off x="0" y="0"/>
          <a:ext cx="0" cy="0"/>
          <a:chOff x="0" y="0"/>
          <a:chExt cx="0" cy="0"/>
        </a:xfrm>
      </p:grpSpPr>
      <p:sp>
        <p:nvSpPr>
          <p:cNvPr id="36" name="Google Shape;36;p7"/>
          <p:cNvSpPr txBox="1"/>
          <p:nvPr>
            <p:ph idx="1" type="body"/>
          </p:nvPr>
        </p:nvSpPr>
        <p:spPr>
          <a:xfrm>
            <a:off x="4901100" y="1987500"/>
            <a:ext cx="3394800" cy="2616600"/>
          </a:xfrm>
          <a:prstGeom prst="rect">
            <a:avLst/>
          </a:prstGeom>
        </p:spPr>
        <p:txBody>
          <a:bodyPr anchorCtr="0" anchor="ctr" bIns="91425" lIns="91425" spcFirstLastPara="1" rIns="91425" wrap="square" tIns="91425">
            <a:noAutofit/>
          </a:bodyPr>
          <a:lstStyle>
            <a:lvl1pPr indent="-317500" lvl="0" marL="457200" rtl="0">
              <a:lnSpc>
                <a:spcPct val="100000"/>
              </a:lnSpc>
              <a:spcBef>
                <a:spcPts val="0"/>
              </a:spcBef>
              <a:spcAft>
                <a:spcPts val="0"/>
              </a:spcAft>
              <a:buSzPts val="1400"/>
              <a:buAutoNum type="arabicPeriod"/>
              <a:defRPr/>
            </a:lvl1pPr>
            <a:lvl2pPr indent="-317500" lvl="1" marL="914400" rtl="0">
              <a:lnSpc>
                <a:spcPct val="115000"/>
              </a:lnSpc>
              <a:spcBef>
                <a:spcPts val="0"/>
              </a:spcBef>
              <a:spcAft>
                <a:spcPts val="0"/>
              </a:spcAft>
              <a:buSzPts val="1400"/>
              <a:buAutoNum type="alphaLcPeriod"/>
              <a:defRPr/>
            </a:lvl2pPr>
            <a:lvl3pPr indent="-317500" lvl="2" marL="1371600" rtl="0">
              <a:lnSpc>
                <a:spcPct val="115000"/>
              </a:lnSpc>
              <a:spcBef>
                <a:spcPts val="1600"/>
              </a:spcBef>
              <a:spcAft>
                <a:spcPts val="0"/>
              </a:spcAft>
              <a:buSzPts val="1400"/>
              <a:buAutoNum type="romanLcPeriod"/>
              <a:defRPr/>
            </a:lvl3pPr>
            <a:lvl4pPr indent="-317500" lvl="3" marL="1828800" rtl="0">
              <a:lnSpc>
                <a:spcPct val="115000"/>
              </a:lnSpc>
              <a:spcBef>
                <a:spcPts val="1600"/>
              </a:spcBef>
              <a:spcAft>
                <a:spcPts val="0"/>
              </a:spcAft>
              <a:buSzPts val="1400"/>
              <a:buAutoNum type="arabicPeriod"/>
              <a:defRPr/>
            </a:lvl4pPr>
            <a:lvl5pPr indent="-317500" lvl="4" marL="2286000" rtl="0">
              <a:lnSpc>
                <a:spcPct val="115000"/>
              </a:lnSpc>
              <a:spcBef>
                <a:spcPts val="1600"/>
              </a:spcBef>
              <a:spcAft>
                <a:spcPts val="0"/>
              </a:spcAft>
              <a:buSzPts val="1400"/>
              <a:buAutoNum type="alphaLcPeriod"/>
              <a:defRPr/>
            </a:lvl5pPr>
            <a:lvl6pPr indent="-317500" lvl="5" marL="2743200" rtl="0">
              <a:lnSpc>
                <a:spcPct val="115000"/>
              </a:lnSpc>
              <a:spcBef>
                <a:spcPts val="1600"/>
              </a:spcBef>
              <a:spcAft>
                <a:spcPts val="0"/>
              </a:spcAft>
              <a:buSzPts val="1400"/>
              <a:buAutoNum type="romanLcPeriod"/>
              <a:defRPr/>
            </a:lvl6pPr>
            <a:lvl7pPr indent="-317500" lvl="6" marL="3200400" rtl="0">
              <a:lnSpc>
                <a:spcPct val="115000"/>
              </a:lnSpc>
              <a:spcBef>
                <a:spcPts val="1600"/>
              </a:spcBef>
              <a:spcAft>
                <a:spcPts val="0"/>
              </a:spcAft>
              <a:buSzPts val="1400"/>
              <a:buAutoNum type="arabicPeriod"/>
              <a:defRPr/>
            </a:lvl7pPr>
            <a:lvl8pPr indent="-317500" lvl="7" marL="3657600" rtl="0">
              <a:lnSpc>
                <a:spcPct val="115000"/>
              </a:lnSpc>
              <a:spcBef>
                <a:spcPts val="1600"/>
              </a:spcBef>
              <a:spcAft>
                <a:spcPts val="0"/>
              </a:spcAft>
              <a:buSzPts val="1400"/>
              <a:buAutoNum type="alphaLcPeriod"/>
              <a:defRPr/>
            </a:lvl8pPr>
            <a:lvl9pPr indent="-317500" lvl="8" marL="4114800" rtl="0">
              <a:lnSpc>
                <a:spcPct val="115000"/>
              </a:lnSpc>
              <a:spcBef>
                <a:spcPts val="1600"/>
              </a:spcBef>
              <a:spcAft>
                <a:spcPts val="1600"/>
              </a:spcAft>
              <a:buSzPts val="1400"/>
              <a:buAutoNum type="romanLcPeriod"/>
              <a:defRPr/>
            </a:lvl9pPr>
          </a:lstStyle>
          <a:p/>
        </p:txBody>
      </p:sp>
      <p:sp>
        <p:nvSpPr>
          <p:cNvPr id="37" name="Google Shape;37;p7"/>
          <p:cNvSpPr txBox="1"/>
          <p:nvPr>
            <p:ph type="title"/>
          </p:nvPr>
        </p:nvSpPr>
        <p:spPr>
          <a:xfrm>
            <a:off x="4901100" y="805800"/>
            <a:ext cx="3394800" cy="1181700"/>
          </a:xfrm>
          <a:prstGeom prst="rect">
            <a:avLst/>
          </a:prstGeom>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l">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38" name="Shape 38"/>
        <p:cNvGrpSpPr/>
        <p:nvPr/>
      </p:nvGrpSpPr>
      <p:grpSpPr>
        <a:xfrm>
          <a:off x="0" y="0"/>
          <a:ext cx="0" cy="0"/>
          <a:chOff x="0" y="0"/>
          <a:chExt cx="0" cy="0"/>
        </a:xfrm>
      </p:grpSpPr>
      <p:sp>
        <p:nvSpPr>
          <p:cNvPr id="39" name="Google Shape;39;p8"/>
          <p:cNvSpPr/>
          <p:nvPr/>
        </p:nvSpPr>
        <p:spPr>
          <a:xfrm>
            <a:off x="384150" y="247650"/>
            <a:ext cx="8375700" cy="46482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 name="Google Shape;40;p8"/>
          <p:cNvSpPr txBox="1"/>
          <p:nvPr>
            <p:ph type="title"/>
          </p:nvPr>
        </p:nvSpPr>
        <p:spPr>
          <a:xfrm>
            <a:off x="1369350" y="998850"/>
            <a:ext cx="6405300" cy="3145800"/>
          </a:xfrm>
          <a:prstGeom prst="rect">
            <a:avLst/>
          </a:prstGeom>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algn="ctr">
              <a:spcBef>
                <a:spcPts val="0"/>
              </a:spcBef>
              <a:spcAft>
                <a:spcPts val="0"/>
              </a:spcAft>
              <a:buSzPts val="4800"/>
              <a:buNone/>
              <a:defRPr sz="10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41" name="Shape 41"/>
        <p:cNvGrpSpPr/>
        <p:nvPr/>
      </p:nvGrpSpPr>
      <p:grpSpPr>
        <a:xfrm>
          <a:off x="0" y="0"/>
          <a:ext cx="0" cy="0"/>
          <a:chOff x="0" y="0"/>
          <a:chExt cx="0" cy="0"/>
        </a:xfrm>
      </p:grpSpPr>
      <p:sp>
        <p:nvSpPr>
          <p:cNvPr id="42" name="Google Shape;42;p9"/>
          <p:cNvSpPr/>
          <p:nvPr/>
        </p:nvSpPr>
        <p:spPr>
          <a:xfrm>
            <a:off x="384150" y="247650"/>
            <a:ext cx="8375700" cy="46482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3" name="Google Shape;43;p9"/>
          <p:cNvCxnSpPr/>
          <p:nvPr/>
        </p:nvCxnSpPr>
        <p:spPr>
          <a:xfrm>
            <a:off x="4572000" y="247650"/>
            <a:ext cx="0" cy="4648200"/>
          </a:xfrm>
          <a:prstGeom prst="straightConnector1">
            <a:avLst/>
          </a:prstGeom>
          <a:noFill/>
          <a:ln cap="flat" cmpd="sng" w="9525">
            <a:solidFill>
              <a:schemeClr val="dk1"/>
            </a:solidFill>
            <a:prstDash val="solid"/>
            <a:round/>
            <a:headEnd len="med" w="med" type="none"/>
            <a:tailEnd len="med" w="med" type="none"/>
          </a:ln>
        </p:spPr>
      </p:cxnSp>
      <p:sp>
        <p:nvSpPr>
          <p:cNvPr id="44" name="Google Shape;44;p9"/>
          <p:cNvSpPr txBox="1"/>
          <p:nvPr>
            <p:ph type="title"/>
          </p:nvPr>
        </p:nvSpPr>
        <p:spPr>
          <a:xfrm flipH="1">
            <a:off x="4808400" y="1479150"/>
            <a:ext cx="3622500" cy="841800"/>
          </a:xfrm>
          <a:prstGeom prst="rect">
            <a:avLst/>
          </a:prstGeom>
          <a:ln>
            <a:noFill/>
          </a:ln>
        </p:spPr>
        <p:txBody>
          <a:bodyPr anchorCtr="0" anchor="ctr" bIns="91425" lIns="91425" spcFirstLastPara="1" rIns="91425" wrap="square" tIns="91425">
            <a:noAutofit/>
          </a:bodyPr>
          <a:lstStyle>
            <a:lvl1pPr lvl="0" rtl="0" algn="l">
              <a:spcBef>
                <a:spcPts val="0"/>
              </a:spcBef>
              <a:spcAft>
                <a:spcPts val="0"/>
              </a:spcAft>
              <a:buSzPts val="3600"/>
              <a:buNone/>
              <a:defRPr sz="45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45" name="Google Shape;45;p9"/>
          <p:cNvSpPr txBox="1"/>
          <p:nvPr>
            <p:ph idx="1" type="subTitle"/>
          </p:nvPr>
        </p:nvSpPr>
        <p:spPr>
          <a:xfrm flipH="1">
            <a:off x="4808400" y="2320950"/>
            <a:ext cx="3622500" cy="13434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46" name="Shape 46"/>
        <p:cNvGrpSpPr/>
        <p:nvPr/>
      </p:nvGrpSpPr>
      <p:grpSpPr>
        <a:xfrm>
          <a:off x="0" y="0"/>
          <a:ext cx="0" cy="0"/>
          <a:chOff x="0" y="0"/>
          <a:chExt cx="0" cy="0"/>
        </a:xfrm>
      </p:grpSpPr>
      <p:sp>
        <p:nvSpPr>
          <p:cNvPr id="47" name="Google Shape;47;p10"/>
          <p:cNvSpPr/>
          <p:nvPr/>
        </p:nvSpPr>
        <p:spPr>
          <a:xfrm>
            <a:off x="384150" y="247650"/>
            <a:ext cx="8375700" cy="46482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 name="Google Shape;48;p10"/>
          <p:cNvSpPr txBox="1"/>
          <p:nvPr>
            <p:ph type="title"/>
          </p:nvPr>
        </p:nvSpPr>
        <p:spPr>
          <a:xfrm>
            <a:off x="713100" y="539400"/>
            <a:ext cx="2921700" cy="2217600"/>
          </a:xfrm>
          <a:prstGeom prst="rect">
            <a:avLst/>
          </a:prstGeom>
        </p:spPr>
        <p:txBody>
          <a:bodyPr anchorCtr="0" anchor="ctr" bIns="91425" lIns="91425" spcFirstLastPara="1" rIns="91425" wrap="square" tIns="91425">
            <a:noAutofit/>
          </a:bodyPr>
          <a:lstStyle>
            <a:lvl1pPr lvl="0" rtl="0" algn="l">
              <a:spcBef>
                <a:spcPts val="0"/>
              </a:spcBef>
              <a:spcAft>
                <a:spcPts val="0"/>
              </a:spcAft>
              <a:buSzPts val="3500"/>
              <a:buN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49" name="Shape 49"/>
        <p:cNvGrpSpPr/>
        <p:nvPr/>
      </p:nvGrpSpPr>
      <p:grpSpPr>
        <a:xfrm>
          <a:off x="0" y="0"/>
          <a:ext cx="0" cy="0"/>
          <a:chOff x="0" y="0"/>
          <a:chExt cx="0" cy="0"/>
        </a:xfrm>
      </p:grpSpPr>
      <p:sp>
        <p:nvSpPr>
          <p:cNvPr id="50" name="Google Shape;50;p11"/>
          <p:cNvSpPr txBox="1"/>
          <p:nvPr>
            <p:ph hasCustomPrompt="1" type="title"/>
          </p:nvPr>
        </p:nvSpPr>
        <p:spPr>
          <a:xfrm>
            <a:off x="1104150" y="1273050"/>
            <a:ext cx="6935700" cy="2100300"/>
          </a:xfrm>
          <a:prstGeom prst="rect">
            <a:avLst/>
          </a:prstGeom>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algn="ctr">
              <a:spcBef>
                <a:spcPts val="0"/>
              </a:spcBef>
              <a:spcAft>
                <a:spcPts val="0"/>
              </a:spcAft>
              <a:buSzPts val="9600"/>
              <a:buNone/>
              <a:defRPr sz="140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51" name="Google Shape;51;p11"/>
          <p:cNvSpPr txBox="1"/>
          <p:nvPr>
            <p:ph idx="1" type="subTitle"/>
          </p:nvPr>
        </p:nvSpPr>
        <p:spPr>
          <a:xfrm>
            <a:off x="1104150" y="3373350"/>
            <a:ext cx="6935700" cy="4971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1600"/>
              </a:spcBef>
              <a:spcAft>
                <a:spcPts val="0"/>
              </a:spcAft>
              <a:buSzPts val="1600"/>
              <a:buNone/>
              <a:defRPr sz="1600"/>
            </a:lvl3pPr>
            <a:lvl4pPr lvl="3" rtl="0" algn="ctr">
              <a:lnSpc>
                <a:spcPct val="100000"/>
              </a:lnSpc>
              <a:spcBef>
                <a:spcPts val="1600"/>
              </a:spcBef>
              <a:spcAft>
                <a:spcPts val="0"/>
              </a:spcAft>
              <a:buSzPts val="1600"/>
              <a:buNone/>
              <a:defRPr sz="1600"/>
            </a:lvl4pPr>
            <a:lvl5pPr lvl="4" rtl="0" algn="ctr">
              <a:lnSpc>
                <a:spcPct val="100000"/>
              </a:lnSpc>
              <a:spcBef>
                <a:spcPts val="1600"/>
              </a:spcBef>
              <a:spcAft>
                <a:spcPts val="0"/>
              </a:spcAft>
              <a:buSzPts val="1600"/>
              <a:buNone/>
              <a:defRPr sz="1600"/>
            </a:lvl5pPr>
            <a:lvl6pPr lvl="5" rtl="0" algn="ctr">
              <a:lnSpc>
                <a:spcPct val="100000"/>
              </a:lnSpc>
              <a:spcBef>
                <a:spcPts val="1600"/>
              </a:spcBef>
              <a:spcAft>
                <a:spcPts val="0"/>
              </a:spcAft>
              <a:buSzPts val="1600"/>
              <a:buNone/>
              <a:defRPr sz="1600"/>
            </a:lvl6pPr>
            <a:lvl7pPr lvl="6" rtl="0" algn="ctr">
              <a:lnSpc>
                <a:spcPct val="100000"/>
              </a:lnSpc>
              <a:spcBef>
                <a:spcPts val="1600"/>
              </a:spcBef>
              <a:spcAft>
                <a:spcPts val="0"/>
              </a:spcAft>
              <a:buSzPts val="1600"/>
              <a:buNone/>
              <a:defRPr sz="1600"/>
            </a:lvl7pPr>
            <a:lvl8pPr lvl="7" rtl="0" algn="ctr">
              <a:lnSpc>
                <a:spcPct val="100000"/>
              </a:lnSpc>
              <a:spcBef>
                <a:spcPts val="1600"/>
              </a:spcBef>
              <a:spcAft>
                <a:spcPts val="0"/>
              </a:spcAft>
              <a:buSzPts val="1600"/>
              <a:buNone/>
              <a:defRPr sz="1600"/>
            </a:lvl8pPr>
            <a:lvl9pPr lvl="8" rtl="0" algn="ctr">
              <a:lnSpc>
                <a:spcPct val="100000"/>
              </a:lnSpc>
              <a:spcBef>
                <a:spcPts val="1600"/>
              </a:spcBef>
              <a:spcAft>
                <a:spcPts val="1600"/>
              </a:spcAft>
              <a:buSzPts val="1600"/>
              <a:buNone/>
              <a:defRPr sz="1600"/>
            </a:lvl9pPr>
          </a:lstStyle>
          <a:p/>
        </p:txBody>
      </p:sp>
      <p:sp>
        <p:nvSpPr>
          <p:cNvPr id="52" name="Google Shape;52;p11"/>
          <p:cNvSpPr/>
          <p:nvPr/>
        </p:nvSpPr>
        <p:spPr>
          <a:xfrm>
            <a:off x="384150" y="247650"/>
            <a:ext cx="8375700" cy="46482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53" name="Shape 53"/>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1_1">
    <p:spTree>
      <p:nvGrpSpPr>
        <p:cNvPr id="54" name="Shape 54"/>
        <p:cNvGrpSpPr/>
        <p:nvPr/>
      </p:nvGrpSpPr>
      <p:grpSpPr>
        <a:xfrm>
          <a:off x="0" y="0"/>
          <a:ext cx="0" cy="0"/>
          <a:chOff x="0" y="0"/>
          <a:chExt cx="0" cy="0"/>
        </a:xfrm>
      </p:grpSpPr>
      <p:grpSp>
        <p:nvGrpSpPr>
          <p:cNvPr id="55" name="Google Shape;55;p13"/>
          <p:cNvGrpSpPr/>
          <p:nvPr/>
        </p:nvGrpSpPr>
        <p:grpSpPr>
          <a:xfrm>
            <a:off x="384150" y="247650"/>
            <a:ext cx="8375700" cy="4648200"/>
            <a:chOff x="384150" y="247650"/>
            <a:chExt cx="8375700" cy="4648200"/>
          </a:xfrm>
        </p:grpSpPr>
        <p:sp>
          <p:nvSpPr>
            <p:cNvPr id="56" name="Google Shape;56;p13"/>
            <p:cNvSpPr/>
            <p:nvPr/>
          </p:nvSpPr>
          <p:spPr>
            <a:xfrm>
              <a:off x="384150" y="247650"/>
              <a:ext cx="8375700" cy="46482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 name="Google Shape;57;p13"/>
            <p:cNvSpPr/>
            <p:nvPr/>
          </p:nvSpPr>
          <p:spPr>
            <a:xfrm>
              <a:off x="384150" y="247650"/>
              <a:ext cx="8375700" cy="8409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 name="Google Shape;58;p13"/>
          <p:cNvSpPr txBox="1"/>
          <p:nvPr>
            <p:ph type="title"/>
          </p:nvPr>
        </p:nvSpPr>
        <p:spPr>
          <a:xfrm>
            <a:off x="720000" y="1742775"/>
            <a:ext cx="1999500" cy="527700"/>
          </a:xfrm>
          <a:prstGeom prst="rect">
            <a:avLst/>
          </a:prstGeom>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59" name="Google Shape;59;p13"/>
          <p:cNvSpPr txBox="1"/>
          <p:nvPr>
            <p:ph hasCustomPrompt="1" idx="2" type="title"/>
          </p:nvPr>
        </p:nvSpPr>
        <p:spPr>
          <a:xfrm>
            <a:off x="1272750" y="1243450"/>
            <a:ext cx="894000" cy="4560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3000">
                <a:solidFill>
                  <a:schemeClr val="lt2"/>
                </a:solidFill>
              </a:defRPr>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a:r>
              <a:t>xx%</a:t>
            </a:r>
          </a:p>
        </p:txBody>
      </p:sp>
      <p:sp>
        <p:nvSpPr>
          <p:cNvPr id="60" name="Google Shape;60;p13"/>
          <p:cNvSpPr txBox="1"/>
          <p:nvPr>
            <p:ph idx="1" type="subTitle"/>
          </p:nvPr>
        </p:nvSpPr>
        <p:spPr>
          <a:xfrm>
            <a:off x="720000" y="2270475"/>
            <a:ext cx="1999500" cy="5436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600"/>
              <a:buNone/>
              <a:defRPr/>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
        <p:nvSpPr>
          <p:cNvPr id="61" name="Google Shape;61;p13"/>
          <p:cNvSpPr txBox="1"/>
          <p:nvPr>
            <p:ph idx="3" type="title"/>
          </p:nvPr>
        </p:nvSpPr>
        <p:spPr>
          <a:xfrm>
            <a:off x="3572250" y="1742775"/>
            <a:ext cx="1999500" cy="527700"/>
          </a:xfrm>
          <a:prstGeom prst="rect">
            <a:avLst/>
          </a:prstGeom>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62" name="Google Shape;62;p13"/>
          <p:cNvSpPr txBox="1"/>
          <p:nvPr>
            <p:ph hasCustomPrompt="1" idx="4" type="title"/>
          </p:nvPr>
        </p:nvSpPr>
        <p:spPr>
          <a:xfrm>
            <a:off x="4125000" y="1243450"/>
            <a:ext cx="894000" cy="4560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3000">
                <a:solidFill>
                  <a:schemeClr val="lt2"/>
                </a:solidFill>
              </a:defRPr>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a:r>
              <a:t>xx%</a:t>
            </a:r>
          </a:p>
        </p:txBody>
      </p:sp>
      <p:sp>
        <p:nvSpPr>
          <p:cNvPr id="63" name="Google Shape;63;p13"/>
          <p:cNvSpPr txBox="1"/>
          <p:nvPr>
            <p:ph idx="5" type="subTitle"/>
          </p:nvPr>
        </p:nvSpPr>
        <p:spPr>
          <a:xfrm>
            <a:off x="3572250" y="2270475"/>
            <a:ext cx="1999500" cy="5436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600"/>
              <a:buNone/>
              <a:defRPr/>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
        <p:nvSpPr>
          <p:cNvPr id="64" name="Google Shape;64;p13"/>
          <p:cNvSpPr txBox="1"/>
          <p:nvPr>
            <p:ph idx="6" type="title"/>
          </p:nvPr>
        </p:nvSpPr>
        <p:spPr>
          <a:xfrm>
            <a:off x="6424500" y="1742775"/>
            <a:ext cx="1999500" cy="527700"/>
          </a:xfrm>
          <a:prstGeom prst="rect">
            <a:avLst/>
          </a:prstGeom>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65" name="Google Shape;65;p13"/>
          <p:cNvSpPr txBox="1"/>
          <p:nvPr>
            <p:ph hasCustomPrompt="1" idx="7" type="title"/>
          </p:nvPr>
        </p:nvSpPr>
        <p:spPr>
          <a:xfrm>
            <a:off x="6977250" y="1243450"/>
            <a:ext cx="894000" cy="4560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3000">
                <a:solidFill>
                  <a:schemeClr val="lt2"/>
                </a:solidFill>
              </a:defRPr>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a:r>
              <a:t>xx%</a:t>
            </a:r>
          </a:p>
        </p:txBody>
      </p:sp>
      <p:sp>
        <p:nvSpPr>
          <p:cNvPr id="66" name="Google Shape;66;p13"/>
          <p:cNvSpPr txBox="1"/>
          <p:nvPr>
            <p:ph idx="8" type="subTitle"/>
          </p:nvPr>
        </p:nvSpPr>
        <p:spPr>
          <a:xfrm>
            <a:off x="6424500" y="2270475"/>
            <a:ext cx="1999500" cy="5436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600"/>
              <a:buNone/>
              <a:defRPr/>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
        <p:nvSpPr>
          <p:cNvPr id="67" name="Google Shape;67;p13"/>
          <p:cNvSpPr txBox="1"/>
          <p:nvPr>
            <p:ph idx="9" type="title"/>
          </p:nvPr>
        </p:nvSpPr>
        <p:spPr>
          <a:xfrm>
            <a:off x="2146125" y="3532175"/>
            <a:ext cx="1999500" cy="527700"/>
          </a:xfrm>
          <a:prstGeom prst="rect">
            <a:avLst/>
          </a:prstGeom>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68" name="Google Shape;68;p13"/>
          <p:cNvSpPr txBox="1"/>
          <p:nvPr>
            <p:ph hasCustomPrompt="1" idx="13" type="title"/>
          </p:nvPr>
        </p:nvSpPr>
        <p:spPr>
          <a:xfrm>
            <a:off x="2698875" y="3033075"/>
            <a:ext cx="894000" cy="456000"/>
          </a:xfrm>
          <a:prstGeom prst="rect">
            <a:avLst/>
          </a:prstGeom>
        </p:spPr>
        <p:txBody>
          <a:bodyPr anchorCtr="0" anchor="ctr" bIns="91425" lIns="91425" spcFirstLastPara="1" rIns="91425" wrap="square" tIns="91425">
            <a:noAutofit/>
          </a:bodyPr>
          <a:lstStyle>
            <a:lvl1pPr lvl="0" rtl="0">
              <a:spcBef>
                <a:spcPts val="0"/>
              </a:spcBef>
              <a:spcAft>
                <a:spcPts val="0"/>
              </a:spcAft>
              <a:buSzPts val="2500"/>
              <a:buNone/>
              <a:defRPr sz="3000">
                <a:solidFill>
                  <a:schemeClr val="lt2"/>
                </a:solidFill>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a:r>
              <a:t>xx%</a:t>
            </a:r>
          </a:p>
        </p:txBody>
      </p:sp>
      <p:sp>
        <p:nvSpPr>
          <p:cNvPr id="69" name="Google Shape;69;p13"/>
          <p:cNvSpPr txBox="1"/>
          <p:nvPr>
            <p:ph idx="14" type="subTitle"/>
          </p:nvPr>
        </p:nvSpPr>
        <p:spPr>
          <a:xfrm>
            <a:off x="2146125" y="4059900"/>
            <a:ext cx="1999500" cy="5436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600"/>
              <a:buNone/>
              <a:defRPr/>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
        <p:nvSpPr>
          <p:cNvPr id="70" name="Google Shape;70;p13"/>
          <p:cNvSpPr txBox="1"/>
          <p:nvPr>
            <p:ph idx="15" type="title"/>
          </p:nvPr>
        </p:nvSpPr>
        <p:spPr>
          <a:xfrm>
            <a:off x="4998375" y="3532175"/>
            <a:ext cx="1999500" cy="527700"/>
          </a:xfrm>
          <a:prstGeom prst="rect">
            <a:avLst/>
          </a:prstGeom>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71" name="Google Shape;71;p13"/>
          <p:cNvSpPr txBox="1"/>
          <p:nvPr>
            <p:ph hasCustomPrompt="1" idx="16" type="title"/>
          </p:nvPr>
        </p:nvSpPr>
        <p:spPr>
          <a:xfrm>
            <a:off x="5551125" y="3033075"/>
            <a:ext cx="894000" cy="456000"/>
          </a:xfrm>
          <a:prstGeom prst="rect">
            <a:avLst/>
          </a:prstGeom>
        </p:spPr>
        <p:txBody>
          <a:bodyPr anchorCtr="0" anchor="ctr" bIns="91425" lIns="91425" spcFirstLastPara="1" rIns="91425" wrap="square" tIns="91425">
            <a:noAutofit/>
          </a:bodyPr>
          <a:lstStyle>
            <a:lvl1pPr lvl="0" rtl="0">
              <a:spcBef>
                <a:spcPts val="0"/>
              </a:spcBef>
              <a:spcAft>
                <a:spcPts val="0"/>
              </a:spcAft>
              <a:buSzPts val="2500"/>
              <a:buNone/>
              <a:defRPr sz="3000">
                <a:solidFill>
                  <a:schemeClr val="lt2"/>
                </a:solidFill>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a:r>
              <a:t>xx%</a:t>
            </a:r>
          </a:p>
        </p:txBody>
      </p:sp>
      <p:sp>
        <p:nvSpPr>
          <p:cNvPr id="72" name="Google Shape;72;p13"/>
          <p:cNvSpPr txBox="1"/>
          <p:nvPr>
            <p:ph idx="17" type="subTitle"/>
          </p:nvPr>
        </p:nvSpPr>
        <p:spPr>
          <a:xfrm>
            <a:off x="4998375" y="4059900"/>
            <a:ext cx="1999500" cy="5436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600"/>
              <a:buNone/>
              <a:defRPr/>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
        <p:nvSpPr>
          <p:cNvPr id="73" name="Google Shape;73;p13"/>
          <p:cNvSpPr txBox="1"/>
          <p:nvPr>
            <p:ph idx="18"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74" name="Shape 74"/>
        <p:cNvGrpSpPr/>
        <p:nvPr/>
      </p:nvGrpSpPr>
      <p:grpSpPr>
        <a:xfrm>
          <a:off x="0" y="0"/>
          <a:ext cx="0" cy="0"/>
          <a:chOff x="0" y="0"/>
          <a:chExt cx="0" cy="0"/>
        </a:xfrm>
      </p:grpSpPr>
      <p:sp>
        <p:nvSpPr>
          <p:cNvPr id="75" name="Google Shape;75;p14"/>
          <p:cNvSpPr txBox="1"/>
          <p:nvPr>
            <p:ph type="title"/>
          </p:nvPr>
        </p:nvSpPr>
        <p:spPr>
          <a:xfrm>
            <a:off x="1840800" y="2989726"/>
            <a:ext cx="5462400" cy="642600"/>
          </a:xfrm>
          <a:prstGeom prst="rect">
            <a:avLst/>
          </a:prstGeom>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76" name="Google Shape;76;p14"/>
          <p:cNvSpPr txBox="1"/>
          <p:nvPr>
            <p:ph idx="1" type="subTitle"/>
          </p:nvPr>
        </p:nvSpPr>
        <p:spPr>
          <a:xfrm>
            <a:off x="1840800" y="1511325"/>
            <a:ext cx="5462400" cy="14784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2500"/>
              <a:buNone/>
              <a:defRPr sz="2500"/>
            </a:lvl1pPr>
            <a:lvl2pPr lvl="1" rtl="0" algn="ctr">
              <a:lnSpc>
                <a:spcPct val="100000"/>
              </a:lnSpc>
              <a:spcBef>
                <a:spcPts val="0"/>
              </a:spcBef>
              <a:spcAft>
                <a:spcPts val="0"/>
              </a:spcAft>
              <a:buSzPts val="2500"/>
              <a:buNone/>
              <a:defRPr sz="2500"/>
            </a:lvl2pPr>
            <a:lvl3pPr lvl="2" rtl="0" algn="ctr">
              <a:lnSpc>
                <a:spcPct val="100000"/>
              </a:lnSpc>
              <a:spcBef>
                <a:spcPts val="1600"/>
              </a:spcBef>
              <a:spcAft>
                <a:spcPts val="0"/>
              </a:spcAft>
              <a:buSzPts val="2500"/>
              <a:buNone/>
              <a:defRPr sz="2500"/>
            </a:lvl3pPr>
            <a:lvl4pPr lvl="3" rtl="0" algn="ctr">
              <a:lnSpc>
                <a:spcPct val="100000"/>
              </a:lnSpc>
              <a:spcBef>
                <a:spcPts val="1600"/>
              </a:spcBef>
              <a:spcAft>
                <a:spcPts val="0"/>
              </a:spcAft>
              <a:buSzPts val="2500"/>
              <a:buNone/>
              <a:defRPr sz="2500"/>
            </a:lvl4pPr>
            <a:lvl5pPr lvl="4" rtl="0" algn="ctr">
              <a:lnSpc>
                <a:spcPct val="100000"/>
              </a:lnSpc>
              <a:spcBef>
                <a:spcPts val="1600"/>
              </a:spcBef>
              <a:spcAft>
                <a:spcPts val="0"/>
              </a:spcAft>
              <a:buSzPts val="2500"/>
              <a:buNone/>
              <a:defRPr sz="2500"/>
            </a:lvl5pPr>
            <a:lvl6pPr lvl="5" rtl="0" algn="ctr">
              <a:lnSpc>
                <a:spcPct val="100000"/>
              </a:lnSpc>
              <a:spcBef>
                <a:spcPts val="1600"/>
              </a:spcBef>
              <a:spcAft>
                <a:spcPts val="0"/>
              </a:spcAft>
              <a:buSzPts val="2500"/>
              <a:buNone/>
              <a:defRPr sz="2500"/>
            </a:lvl6pPr>
            <a:lvl7pPr lvl="6" rtl="0" algn="ctr">
              <a:lnSpc>
                <a:spcPct val="100000"/>
              </a:lnSpc>
              <a:spcBef>
                <a:spcPts val="1600"/>
              </a:spcBef>
              <a:spcAft>
                <a:spcPts val="0"/>
              </a:spcAft>
              <a:buSzPts val="2500"/>
              <a:buNone/>
              <a:defRPr sz="2500"/>
            </a:lvl7pPr>
            <a:lvl8pPr lvl="7" rtl="0" algn="ctr">
              <a:lnSpc>
                <a:spcPct val="100000"/>
              </a:lnSpc>
              <a:spcBef>
                <a:spcPts val="1600"/>
              </a:spcBef>
              <a:spcAft>
                <a:spcPts val="0"/>
              </a:spcAft>
              <a:buSzPts val="2500"/>
              <a:buNone/>
              <a:defRPr sz="2500"/>
            </a:lvl8pPr>
            <a:lvl9pPr lvl="8" rtl="0" algn="ctr">
              <a:lnSpc>
                <a:spcPct val="100000"/>
              </a:lnSpc>
              <a:spcBef>
                <a:spcPts val="1600"/>
              </a:spcBef>
              <a:spcAft>
                <a:spcPts val="1600"/>
              </a:spcAft>
              <a:buSzPts val="2500"/>
              <a:buNone/>
              <a:defRPr sz="2500"/>
            </a:lvl9pPr>
          </a:lstStyle>
          <a:p/>
        </p:txBody>
      </p:sp>
      <p:sp>
        <p:nvSpPr>
          <p:cNvPr id="77" name="Google Shape;77;p14"/>
          <p:cNvSpPr/>
          <p:nvPr/>
        </p:nvSpPr>
        <p:spPr>
          <a:xfrm>
            <a:off x="384150" y="247650"/>
            <a:ext cx="8375700" cy="46482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
    <p:spTree>
      <p:nvGrpSpPr>
        <p:cNvPr id="78" name="Shape 78"/>
        <p:cNvGrpSpPr/>
        <p:nvPr/>
      </p:nvGrpSpPr>
      <p:grpSpPr>
        <a:xfrm>
          <a:off x="0" y="0"/>
          <a:ext cx="0" cy="0"/>
          <a:chOff x="0" y="0"/>
          <a:chExt cx="0" cy="0"/>
        </a:xfrm>
      </p:grpSpPr>
      <p:sp>
        <p:nvSpPr>
          <p:cNvPr id="79" name="Google Shape;79;p15"/>
          <p:cNvSpPr/>
          <p:nvPr/>
        </p:nvSpPr>
        <p:spPr>
          <a:xfrm>
            <a:off x="384150" y="247650"/>
            <a:ext cx="8375700" cy="46482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0" name="Google Shape;80;p15"/>
          <p:cNvCxnSpPr/>
          <p:nvPr/>
        </p:nvCxnSpPr>
        <p:spPr>
          <a:xfrm>
            <a:off x="4572000" y="247650"/>
            <a:ext cx="0" cy="4648200"/>
          </a:xfrm>
          <a:prstGeom prst="straightConnector1">
            <a:avLst/>
          </a:prstGeom>
          <a:noFill/>
          <a:ln cap="flat" cmpd="sng" w="9525">
            <a:solidFill>
              <a:schemeClr val="dk1"/>
            </a:solidFill>
            <a:prstDash val="solid"/>
            <a:round/>
            <a:headEnd len="med" w="med" type="none"/>
            <a:tailEnd len="med" w="med" type="none"/>
          </a:ln>
        </p:spPr>
      </p:cxnSp>
      <p:sp>
        <p:nvSpPr>
          <p:cNvPr id="81" name="Google Shape;81;p15"/>
          <p:cNvSpPr txBox="1"/>
          <p:nvPr>
            <p:ph type="title"/>
          </p:nvPr>
        </p:nvSpPr>
        <p:spPr>
          <a:xfrm>
            <a:off x="987475" y="1272138"/>
            <a:ext cx="3038100" cy="1211400"/>
          </a:xfrm>
          <a:prstGeom prst="rect">
            <a:avLst/>
          </a:prstGeom>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l">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82" name="Google Shape;82;p15"/>
          <p:cNvSpPr txBox="1"/>
          <p:nvPr>
            <p:ph idx="1" type="subTitle"/>
          </p:nvPr>
        </p:nvSpPr>
        <p:spPr>
          <a:xfrm>
            <a:off x="987475" y="2483563"/>
            <a:ext cx="3038100" cy="13878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12">
    <p:spTree>
      <p:nvGrpSpPr>
        <p:cNvPr id="83" name="Shape 83"/>
        <p:cNvGrpSpPr/>
        <p:nvPr/>
      </p:nvGrpSpPr>
      <p:grpSpPr>
        <a:xfrm>
          <a:off x="0" y="0"/>
          <a:ext cx="0" cy="0"/>
          <a:chOff x="0" y="0"/>
          <a:chExt cx="0" cy="0"/>
        </a:xfrm>
      </p:grpSpPr>
      <p:sp>
        <p:nvSpPr>
          <p:cNvPr id="84" name="Google Shape;84;p16"/>
          <p:cNvSpPr txBox="1"/>
          <p:nvPr>
            <p:ph type="title"/>
          </p:nvPr>
        </p:nvSpPr>
        <p:spPr>
          <a:xfrm>
            <a:off x="4901100" y="1395600"/>
            <a:ext cx="3438300" cy="875400"/>
          </a:xfrm>
          <a:prstGeom prst="rect">
            <a:avLst/>
          </a:prstGeom>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l">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85" name="Google Shape;85;p16"/>
          <p:cNvSpPr txBox="1"/>
          <p:nvPr>
            <p:ph idx="1" type="subTitle"/>
          </p:nvPr>
        </p:nvSpPr>
        <p:spPr>
          <a:xfrm>
            <a:off x="4901100" y="2271000"/>
            <a:ext cx="3438300" cy="14769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86" name="Google Shape;86;p16"/>
          <p:cNvSpPr/>
          <p:nvPr/>
        </p:nvSpPr>
        <p:spPr>
          <a:xfrm>
            <a:off x="384150" y="247650"/>
            <a:ext cx="8375700" cy="46482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 name="Google Shape;87;p16"/>
          <p:cNvCxnSpPr/>
          <p:nvPr/>
        </p:nvCxnSpPr>
        <p:spPr>
          <a:xfrm>
            <a:off x="4572000" y="247650"/>
            <a:ext cx="0" cy="4648200"/>
          </a:xfrm>
          <a:prstGeom prst="straightConnector1">
            <a:avLst/>
          </a:prstGeom>
          <a:noFill/>
          <a:ln cap="flat" cmpd="sng" w="9525">
            <a:solidFill>
              <a:schemeClr val="dk1"/>
            </a:solidFill>
            <a:prstDash val="solid"/>
            <a:round/>
            <a:headEnd len="med" w="med" type="none"/>
            <a:tailEnd len="med" w="med" type="none"/>
          </a:ln>
        </p:spPr>
      </p:cxn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12_1">
    <p:spTree>
      <p:nvGrpSpPr>
        <p:cNvPr id="88" name="Shape 88"/>
        <p:cNvGrpSpPr/>
        <p:nvPr/>
      </p:nvGrpSpPr>
      <p:grpSpPr>
        <a:xfrm>
          <a:off x="0" y="0"/>
          <a:ext cx="0" cy="0"/>
          <a:chOff x="0" y="0"/>
          <a:chExt cx="0" cy="0"/>
        </a:xfrm>
      </p:grpSpPr>
      <p:grpSp>
        <p:nvGrpSpPr>
          <p:cNvPr id="89" name="Google Shape;89;p17"/>
          <p:cNvGrpSpPr/>
          <p:nvPr/>
        </p:nvGrpSpPr>
        <p:grpSpPr>
          <a:xfrm>
            <a:off x="384150" y="247650"/>
            <a:ext cx="8375700" cy="4648200"/>
            <a:chOff x="384150" y="247650"/>
            <a:chExt cx="8375700" cy="4648200"/>
          </a:xfrm>
        </p:grpSpPr>
        <p:sp>
          <p:nvSpPr>
            <p:cNvPr id="90" name="Google Shape;90;p17"/>
            <p:cNvSpPr/>
            <p:nvPr/>
          </p:nvSpPr>
          <p:spPr>
            <a:xfrm>
              <a:off x="384150" y="247650"/>
              <a:ext cx="8375700" cy="46482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 name="Google Shape;91;p17"/>
            <p:cNvSpPr/>
            <p:nvPr/>
          </p:nvSpPr>
          <p:spPr>
            <a:xfrm>
              <a:off x="384150" y="247650"/>
              <a:ext cx="8375700" cy="8409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 name="Google Shape;92;p17"/>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93" name="Google Shape;93;p17"/>
          <p:cNvSpPr txBox="1"/>
          <p:nvPr>
            <p:ph idx="1" type="body"/>
          </p:nvPr>
        </p:nvSpPr>
        <p:spPr>
          <a:xfrm>
            <a:off x="1397813" y="1661525"/>
            <a:ext cx="4114800" cy="2261100"/>
          </a:xfrm>
          <a:prstGeom prst="rect">
            <a:avLst/>
          </a:prstGeom>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lvl1pPr indent="-304800" lvl="0" marL="457200" rtl="0">
              <a:lnSpc>
                <a:spcPct val="100000"/>
              </a:lnSpc>
              <a:spcBef>
                <a:spcPts val="0"/>
              </a:spcBef>
              <a:spcAft>
                <a:spcPts val="0"/>
              </a:spcAft>
              <a:buSzPts val="1200"/>
              <a:buChar char="●"/>
              <a:defRPr sz="1250"/>
            </a:lvl1pPr>
            <a:lvl2pPr indent="-304800" lvl="1" marL="914400" rtl="0">
              <a:lnSpc>
                <a:spcPct val="115000"/>
              </a:lnSpc>
              <a:spcBef>
                <a:spcPts val="0"/>
              </a:spcBef>
              <a:spcAft>
                <a:spcPts val="0"/>
              </a:spcAft>
              <a:buSzPts val="1200"/>
              <a:buFont typeface="Roboto Condensed Light"/>
              <a:buChar char="○"/>
              <a:defRPr/>
            </a:lvl2pPr>
            <a:lvl3pPr indent="-304800" lvl="2" marL="1371600" rtl="0">
              <a:lnSpc>
                <a:spcPct val="115000"/>
              </a:lnSpc>
              <a:spcBef>
                <a:spcPts val="1600"/>
              </a:spcBef>
              <a:spcAft>
                <a:spcPts val="0"/>
              </a:spcAft>
              <a:buSzPts val="1200"/>
              <a:buFont typeface="Roboto Condensed Light"/>
              <a:buChar char="■"/>
              <a:defRPr/>
            </a:lvl3pPr>
            <a:lvl4pPr indent="-304800" lvl="3" marL="1828800" rtl="0">
              <a:lnSpc>
                <a:spcPct val="115000"/>
              </a:lnSpc>
              <a:spcBef>
                <a:spcPts val="1600"/>
              </a:spcBef>
              <a:spcAft>
                <a:spcPts val="0"/>
              </a:spcAft>
              <a:buSzPts val="1200"/>
              <a:buFont typeface="Roboto Condensed Light"/>
              <a:buChar char="●"/>
              <a:defRPr/>
            </a:lvl4pPr>
            <a:lvl5pPr indent="-304800" lvl="4" marL="2286000" rtl="0">
              <a:lnSpc>
                <a:spcPct val="115000"/>
              </a:lnSpc>
              <a:spcBef>
                <a:spcPts val="1600"/>
              </a:spcBef>
              <a:spcAft>
                <a:spcPts val="0"/>
              </a:spcAft>
              <a:buSzPts val="1200"/>
              <a:buFont typeface="Roboto Condensed Light"/>
              <a:buChar char="○"/>
              <a:defRPr/>
            </a:lvl5pPr>
            <a:lvl6pPr indent="-304800" lvl="5" marL="2743200" rtl="0">
              <a:lnSpc>
                <a:spcPct val="115000"/>
              </a:lnSpc>
              <a:spcBef>
                <a:spcPts val="1600"/>
              </a:spcBef>
              <a:spcAft>
                <a:spcPts val="0"/>
              </a:spcAft>
              <a:buSzPts val="1200"/>
              <a:buFont typeface="Roboto Condensed Light"/>
              <a:buChar char="■"/>
              <a:defRPr/>
            </a:lvl6pPr>
            <a:lvl7pPr indent="-304800" lvl="6" marL="3200400" rtl="0">
              <a:lnSpc>
                <a:spcPct val="115000"/>
              </a:lnSpc>
              <a:spcBef>
                <a:spcPts val="1600"/>
              </a:spcBef>
              <a:spcAft>
                <a:spcPts val="0"/>
              </a:spcAft>
              <a:buSzPts val="1200"/>
              <a:buFont typeface="Roboto Condensed Light"/>
              <a:buChar char="●"/>
              <a:defRPr/>
            </a:lvl7pPr>
            <a:lvl8pPr indent="-304800" lvl="7" marL="3657600" rtl="0">
              <a:lnSpc>
                <a:spcPct val="115000"/>
              </a:lnSpc>
              <a:spcBef>
                <a:spcPts val="1600"/>
              </a:spcBef>
              <a:spcAft>
                <a:spcPts val="0"/>
              </a:spcAft>
              <a:buSzPts val="1200"/>
              <a:buFont typeface="Roboto Condensed Light"/>
              <a:buChar char="○"/>
              <a:defRPr/>
            </a:lvl8pPr>
            <a:lvl9pPr indent="-304800" lvl="8" marL="4114800" rtl="0">
              <a:lnSpc>
                <a:spcPct val="115000"/>
              </a:lnSpc>
              <a:spcBef>
                <a:spcPts val="1600"/>
              </a:spcBef>
              <a:spcAft>
                <a:spcPts val="1600"/>
              </a:spcAft>
              <a:buSzPts val="1200"/>
              <a:buFont typeface="Roboto Condensed Light"/>
              <a:buChar char="■"/>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4">
    <p:spTree>
      <p:nvGrpSpPr>
        <p:cNvPr id="94" name="Shape 94"/>
        <p:cNvGrpSpPr/>
        <p:nvPr/>
      </p:nvGrpSpPr>
      <p:grpSpPr>
        <a:xfrm>
          <a:off x="0" y="0"/>
          <a:ext cx="0" cy="0"/>
          <a:chOff x="0" y="0"/>
          <a:chExt cx="0" cy="0"/>
        </a:xfrm>
      </p:grpSpPr>
      <p:sp>
        <p:nvSpPr>
          <p:cNvPr id="95" name="Google Shape;95;p18"/>
          <p:cNvSpPr/>
          <p:nvPr/>
        </p:nvSpPr>
        <p:spPr>
          <a:xfrm>
            <a:off x="384150" y="247650"/>
            <a:ext cx="8375700" cy="46482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 name="Google Shape;96;p18"/>
          <p:cNvSpPr txBox="1"/>
          <p:nvPr>
            <p:ph type="title"/>
          </p:nvPr>
        </p:nvSpPr>
        <p:spPr>
          <a:xfrm>
            <a:off x="720000" y="1587125"/>
            <a:ext cx="2996700" cy="665100"/>
          </a:xfrm>
          <a:prstGeom prst="rect">
            <a:avLst/>
          </a:prstGeom>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97" name="Google Shape;97;p18"/>
          <p:cNvSpPr txBox="1"/>
          <p:nvPr>
            <p:ph idx="1" type="subTitle"/>
          </p:nvPr>
        </p:nvSpPr>
        <p:spPr>
          <a:xfrm>
            <a:off x="720000" y="2252275"/>
            <a:ext cx="2996700" cy="13041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CUSTOM_4_1">
    <p:spTree>
      <p:nvGrpSpPr>
        <p:cNvPr id="98" name="Shape 98"/>
        <p:cNvGrpSpPr/>
        <p:nvPr/>
      </p:nvGrpSpPr>
      <p:grpSpPr>
        <a:xfrm>
          <a:off x="0" y="0"/>
          <a:ext cx="0" cy="0"/>
          <a:chOff x="0" y="0"/>
          <a:chExt cx="0" cy="0"/>
        </a:xfrm>
      </p:grpSpPr>
      <p:sp>
        <p:nvSpPr>
          <p:cNvPr id="99" name="Google Shape;99;p19"/>
          <p:cNvSpPr/>
          <p:nvPr/>
        </p:nvSpPr>
        <p:spPr>
          <a:xfrm>
            <a:off x="384150" y="247650"/>
            <a:ext cx="8375700" cy="46482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 name="Google Shape;100;p19"/>
          <p:cNvSpPr/>
          <p:nvPr/>
        </p:nvSpPr>
        <p:spPr>
          <a:xfrm>
            <a:off x="384150" y="247650"/>
            <a:ext cx="8375700" cy="8409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 name="Google Shape;101;p19"/>
          <p:cNvSpPr txBox="1"/>
          <p:nvPr>
            <p:ph idx="1" type="body"/>
          </p:nvPr>
        </p:nvSpPr>
        <p:spPr>
          <a:xfrm>
            <a:off x="726950" y="1754675"/>
            <a:ext cx="7704000" cy="2510100"/>
          </a:xfrm>
          <a:prstGeom prst="rect">
            <a:avLst/>
          </a:prstGeom>
          <a:ln>
            <a:noFill/>
          </a:ln>
        </p:spPr>
        <p:txBody>
          <a:bodyPr anchorCtr="0" anchor="ctr" bIns="91425" lIns="91425" spcFirstLastPara="1" rIns="91425" wrap="square" tIns="91425">
            <a:noAutofit/>
          </a:bodyPr>
          <a:lstStyle>
            <a:lvl1pPr indent="-317500" lvl="0" marL="457200" rtl="0">
              <a:lnSpc>
                <a:spcPct val="100000"/>
              </a:lnSpc>
              <a:spcBef>
                <a:spcPts val="0"/>
              </a:spcBef>
              <a:spcAft>
                <a:spcPts val="0"/>
              </a:spcAft>
              <a:buSzPts val="1400"/>
              <a:buChar char="●"/>
              <a:defRPr/>
            </a:lvl1pPr>
            <a:lvl2pPr indent="-304800" lvl="1" marL="914400" rtl="0">
              <a:lnSpc>
                <a:spcPct val="115000"/>
              </a:lnSpc>
              <a:spcBef>
                <a:spcPts val="0"/>
              </a:spcBef>
              <a:spcAft>
                <a:spcPts val="0"/>
              </a:spcAft>
              <a:buSzPts val="1200"/>
              <a:buFont typeface="Roboto Condensed Light"/>
              <a:buChar char="○"/>
              <a:defRPr/>
            </a:lvl2pPr>
            <a:lvl3pPr indent="-304800" lvl="2" marL="1371600" rtl="0">
              <a:lnSpc>
                <a:spcPct val="115000"/>
              </a:lnSpc>
              <a:spcBef>
                <a:spcPts val="1600"/>
              </a:spcBef>
              <a:spcAft>
                <a:spcPts val="0"/>
              </a:spcAft>
              <a:buSzPts val="1200"/>
              <a:buFont typeface="Roboto Condensed Light"/>
              <a:buChar char="■"/>
              <a:defRPr/>
            </a:lvl3pPr>
            <a:lvl4pPr indent="-304800" lvl="3" marL="1828800" rtl="0">
              <a:lnSpc>
                <a:spcPct val="115000"/>
              </a:lnSpc>
              <a:spcBef>
                <a:spcPts val="1600"/>
              </a:spcBef>
              <a:spcAft>
                <a:spcPts val="0"/>
              </a:spcAft>
              <a:buSzPts val="1200"/>
              <a:buFont typeface="Roboto Condensed Light"/>
              <a:buChar char="●"/>
              <a:defRPr/>
            </a:lvl4pPr>
            <a:lvl5pPr indent="-304800" lvl="4" marL="2286000" rtl="0">
              <a:lnSpc>
                <a:spcPct val="115000"/>
              </a:lnSpc>
              <a:spcBef>
                <a:spcPts val="1600"/>
              </a:spcBef>
              <a:spcAft>
                <a:spcPts val="0"/>
              </a:spcAft>
              <a:buSzPts val="1200"/>
              <a:buFont typeface="Roboto Condensed Light"/>
              <a:buChar char="○"/>
              <a:defRPr/>
            </a:lvl5pPr>
            <a:lvl6pPr indent="-304800" lvl="5" marL="2743200" rtl="0">
              <a:lnSpc>
                <a:spcPct val="115000"/>
              </a:lnSpc>
              <a:spcBef>
                <a:spcPts val="1600"/>
              </a:spcBef>
              <a:spcAft>
                <a:spcPts val="0"/>
              </a:spcAft>
              <a:buSzPts val="1200"/>
              <a:buFont typeface="Roboto Condensed Light"/>
              <a:buChar char="■"/>
              <a:defRPr/>
            </a:lvl6pPr>
            <a:lvl7pPr indent="-304800" lvl="6" marL="3200400" rtl="0">
              <a:lnSpc>
                <a:spcPct val="115000"/>
              </a:lnSpc>
              <a:spcBef>
                <a:spcPts val="1600"/>
              </a:spcBef>
              <a:spcAft>
                <a:spcPts val="0"/>
              </a:spcAft>
              <a:buSzPts val="1200"/>
              <a:buFont typeface="Roboto Condensed Light"/>
              <a:buChar char="●"/>
              <a:defRPr/>
            </a:lvl7pPr>
            <a:lvl8pPr indent="-304800" lvl="7" marL="3657600" rtl="0">
              <a:lnSpc>
                <a:spcPct val="115000"/>
              </a:lnSpc>
              <a:spcBef>
                <a:spcPts val="1600"/>
              </a:spcBef>
              <a:spcAft>
                <a:spcPts val="0"/>
              </a:spcAft>
              <a:buSzPts val="1200"/>
              <a:buFont typeface="Roboto Condensed Light"/>
              <a:buChar char="○"/>
              <a:defRPr/>
            </a:lvl8pPr>
            <a:lvl9pPr indent="-304800" lvl="8" marL="4114800" rtl="0">
              <a:lnSpc>
                <a:spcPct val="115000"/>
              </a:lnSpc>
              <a:spcBef>
                <a:spcPts val="1600"/>
              </a:spcBef>
              <a:spcAft>
                <a:spcPts val="1600"/>
              </a:spcAft>
              <a:buSzPts val="1200"/>
              <a:buFont typeface="Roboto Condensed Light"/>
              <a:buChar char="■"/>
              <a:defRPr/>
            </a:lvl9pPr>
          </a:lstStyle>
          <a:p/>
        </p:txBody>
      </p:sp>
      <p:sp>
        <p:nvSpPr>
          <p:cNvPr id="102" name="Google Shape;102;p19"/>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CUSTOM_10">
    <p:spTree>
      <p:nvGrpSpPr>
        <p:cNvPr id="103" name="Shape 103"/>
        <p:cNvGrpSpPr/>
        <p:nvPr/>
      </p:nvGrpSpPr>
      <p:grpSpPr>
        <a:xfrm>
          <a:off x="0" y="0"/>
          <a:ext cx="0" cy="0"/>
          <a:chOff x="0" y="0"/>
          <a:chExt cx="0" cy="0"/>
        </a:xfrm>
      </p:grpSpPr>
      <p:sp>
        <p:nvSpPr>
          <p:cNvPr id="104" name="Google Shape;104;p20"/>
          <p:cNvSpPr/>
          <p:nvPr/>
        </p:nvSpPr>
        <p:spPr>
          <a:xfrm>
            <a:off x="384150" y="247650"/>
            <a:ext cx="8375700" cy="8409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 name="Google Shape;105;p20"/>
          <p:cNvSpPr txBox="1"/>
          <p:nvPr>
            <p:ph idx="1" type="body"/>
          </p:nvPr>
        </p:nvSpPr>
        <p:spPr>
          <a:xfrm>
            <a:off x="1105213" y="1762538"/>
            <a:ext cx="3222900" cy="2841600"/>
          </a:xfrm>
          <a:prstGeom prst="rect">
            <a:avLst/>
          </a:prstGeom>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lvl1pPr indent="-304800" lvl="0" marL="457200" rtl="0">
              <a:lnSpc>
                <a:spcPct val="100000"/>
              </a:lnSpc>
              <a:spcBef>
                <a:spcPts val="0"/>
              </a:spcBef>
              <a:spcAft>
                <a:spcPts val="0"/>
              </a:spcAft>
              <a:buSzPts val="1200"/>
              <a:buChar char="●"/>
              <a:defRPr/>
            </a:lvl1pPr>
            <a:lvl2pPr indent="-304800" lvl="1" marL="914400" rtl="0">
              <a:lnSpc>
                <a:spcPct val="115000"/>
              </a:lnSpc>
              <a:spcBef>
                <a:spcPts val="0"/>
              </a:spcBef>
              <a:spcAft>
                <a:spcPts val="0"/>
              </a:spcAft>
              <a:buSzPts val="1200"/>
              <a:buFont typeface="Roboto Condensed Light"/>
              <a:buChar char="○"/>
              <a:defRPr/>
            </a:lvl2pPr>
            <a:lvl3pPr indent="-304800" lvl="2" marL="1371600" rtl="0">
              <a:lnSpc>
                <a:spcPct val="115000"/>
              </a:lnSpc>
              <a:spcBef>
                <a:spcPts val="1600"/>
              </a:spcBef>
              <a:spcAft>
                <a:spcPts val="0"/>
              </a:spcAft>
              <a:buSzPts val="1200"/>
              <a:buFont typeface="Roboto Condensed Light"/>
              <a:buChar char="■"/>
              <a:defRPr/>
            </a:lvl3pPr>
            <a:lvl4pPr indent="-304800" lvl="3" marL="1828800" rtl="0">
              <a:lnSpc>
                <a:spcPct val="115000"/>
              </a:lnSpc>
              <a:spcBef>
                <a:spcPts val="1600"/>
              </a:spcBef>
              <a:spcAft>
                <a:spcPts val="0"/>
              </a:spcAft>
              <a:buSzPts val="1200"/>
              <a:buFont typeface="Roboto Condensed Light"/>
              <a:buChar char="●"/>
              <a:defRPr/>
            </a:lvl4pPr>
            <a:lvl5pPr indent="-304800" lvl="4" marL="2286000" rtl="0">
              <a:lnSpc>
                <a:spcPct val="115000"/>
              </a:lnSpc>
              <a:spcBef>
                <a:spcPts val="1600"/>
              </a:spcBef>
              <a:spcAft>
                <a:spcPts val="0"/>
              </a:spcAft>
              <a:buSzPts val="1200"/>
              <a:buFont typeface="Roboto Condensed Light"/>
              <a:buChar char="○"/>
              <a:defRPr/>
            </a:lvl5pPr>
            <a:lvl6pPr indent="-304800" lvl="5" marL="2743200" rtl="0">
              <a:lnSpc>
                <a:spcPct val="115000"/>
              </a:lnSpc>
              <a:spcBef>
                <a:spcPts val="1600"/>
              </a:spcBef>
              <a:spcAft>
                <a:spcPts val="0"/>
              </a:spcAft>
              <a:buSzPts val="1200"/>
              <a:buFont typeface="Roboto Condensed Light"/>
              <a:buChar char="■"/>
              <a:defRPr/>
            </a:lvl6pPr>
            <a:lvl7pPr indent="-304800" lvl="6" marL="3200400" rtl="0">
              <a:lnSpc>
                <a:spcPct val="115000"/>
              </a:lnSpc>
              <a:spcBef>
                <a:spcPts val="1600"/>
              </a:spcBef>
              <a:spcAft>
                <a:spcPts val="0"/>
              </a:spcAft>
              <a:buSzPts val="1200"/>
              <a:buFont typeface="Roboto Condensed Light"/>
              <a:buChar char="●"/>
              <a:defRPr/>
            </a:lvl7pPr>
            <a:lvl8pPr indent="-304800" lvl="7" marL="3657600" rtl="0">
              <a:lnSpc>
                <a:spcPct val="115000"/>
              </a:lnSpc>
              <a:spcBef>
                <a:spcPts val="1600"/>
              </a:spcBef>
              <a:spcAft>
                <a:spcPts val="0"/>
              </a:spcAft>
              <a:buSzPts val="1200"/>
              <a:buFont typeface="Roboto Condensed Light"/>
              <a:buChar char="○"/>
              <a:defRPr/>
            </a:lvl8pPr>
            <a:lvl9pPr indent="-304800" lvl="8" marL="4114800" rtl="0">
              <a:lnSpc>
                <a:spcPct val="115000"/>
              </a:lnSpc>
              <a:spcBef>
                <a:spcPts val="1600"/>
              </a:spcBef>
              <a:spcAft>
                <a:spcPts val="1600"/>
              </a:spcAft>
              <a:buSzPts val="1200"/>
              <a:buFont typeface="Roboto Condensed Light"/>
              <a:buChar char="■"/>
              <a:defRPr/>
            </a:lvl9pPr>
          </a:lstStyle>
          <a:p/>
        </p:txBody>
      </p:sp>
      <p:sp>
        <p:nvSpPr>
          <p:cNvPr id="106" name="Google Shape;106;p20"/>
          <p:cNvSpPr txBox="1"/>
          <p:nvPr>
            <p:ph idx="2" type="body"/>
          </p:nvPr>
        </p:nvSpPr>
        <p:spPr>
          <a:xfrm>
            <a:off x="4815888" y="1762500"/>
            <a:ext cx="3222900" cy="2841600"/>
          </a:xfrm>
          <a:prstGeom prst="rect">
            <a:avLst/>
          </a:prstGeom>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lvl1pPr indent="-304800" lvl="0" marL="457200" rtl="0">
              <a:lnSpc>
                <a:spcPct val="100000"/>
              </a:lnSpc>
              <a:spcBef>
                <a:spcPts val="0"/>
              </a:spcBef>
              <a:spcAft>
                <a:spcPts val="0"/>
              </a:spcAft>
              <a:buClr>
                <a:schemeClr val="dk1"/>
              </a:buClr>
              <a:buSzPts val="1200"/>
              <a:buChar char="●"/>
              <a:defRPr>
                <a:solidFill>
                  <a:schemeClr val="dk1"/>
                </a:solidFill>
              </a:defRPr>
            </a:lvl1pPr>
            <a:lvl2pPr indent="-304800" lvl="1" marL="914400" rtl="0">
              <a:lnSpc>
                <a:spcPct val="115000"/>
              </a:lnSpc>
              <a:spcBef>
                <a:spcPts val="0"/>
              </a:spcBef>
              <a:spcAft>
                <a:spcPts val="0"/>
              </a:spcAft>
              <a:buSzPts val="1200"/>
              <a:buFont typeface="Roboto Condensed Light"/>
              <a:buChar char="○"/>
              <a:defRPr/>
            </a:lvl2pPr>
            <a:lvl3pPr indent="-304800" lvl="2" marL="1371600" rtl="0">
              <a:lnSpc>
                <a:spcPct val="115000"/>
              </a:lnSpc>
              <a:spcBef>
                <a:spcPts val="1600"/>
              </a:spcBef>
              <a:spcAft>
                <a:spcPts val="0"/>
              </a:spcAft>
              <a:buSzPts val="1200"/>
              <a:buFont typeface="Roboto Condensed Light"/>
              <a:buChar char="■"/>
              <a:defRPr/>
            </a:lvl3pPr>
            <a:lvl4pPr indent="-304800" lvl="3" marL="1828800" rtl="0">
              <a:lnSpc>
                <a:spcPct val="115000"/>
              </a:lnSpc>
              <a:spcBef>
                <a:spcPts val="1600"/>
              </a:spcBef>
              <a:spcAft>
                <a:spcPts val="0"/>
              </a:spcAft>
              <a:buSzPts val="1200"/>
              <a:buFont typeface="Roboto Condensed Light"/>
              <a:buChar char="●"/>
              <a:defRPr/>
            </a:lvl4pPr>
            <a:lvl5pPr indent="-304800" lvl="4" marL="2286000" rtl="0">
              <a:lnSpc>
                <a:spcPct val="115000"/>
              </a:lnSpc>
              <a:spcBef>
                <a:spcPts val="1600"/>
              </a:spcBef>
              <a:spcAft>
                <a:spcPts val="0"/>
              </a:spcAft>
              <a:buSzPts val="1200"/>
              <a:buFont typeface="Roboto Condensed Light"/>
              <a:buChar char="○"/>
              <a:defRPr/>
            </a:lvl5pPr>
            <a:lvl6pPr indent="-304800" lvl="5" marL="2743200" rtl="0">
              <a:lnSpc>
                <a:spcPct val="115000"/>
              </a:lnSpc>
              <a:spcBef>
                <a:spcPts val="1600"/>
              </a:spcBef>
              <a:spcAft>
                <a:spcPts val="0"/>
              </a:spcAft>
              <a:buSzPts val="1200"/>
              <a:buFont typeface="Roboto Condensed Light"/>
              <a:buChar char="■"/>
              <a:defRPr/>
            </a:lvl6pPr>
            <a:lvl7pPr indent="-304800" lvl="6" marL="3200400" rtl="0">
              <a:lnSpc>
                <a:spcPct val="115000"/>
              </a:lnSpc>
              <a:spcBef>
                <a:spcPts val="1600"/>
              </a:spcBef>
              <a:spcAft>
                <a:spcPts val="0"/>
              </a:spcAft>
              <a:buSzPts val="1200"/>
              <a:buFont typeface="Roboto Condensed Light"/>
              <a:buChar char="●"/>
              <a:defRPr/>
            </a:lvl7pPr>
            <a:lvl8pPr indent="-304800" lvl="7" marL="3657600" rtl="0">
              <a:lnSpc>
                <a:spcPct val="115000"/>
              </a:lnSpc>
              <a:spcBef>
                <a:spcPts val="1600"/>
              </a:spcBef>
              <a:spcAft>
                <a:spcPts val="0"/>
              </a:spcAft>
              <a:buSzPts val="1200"/>
              <a:buFont typeface="Roboto Condensed Light"/>
              <a:buChar char="○"/>
              <a:defRPr/>
            </a:lvl8pPr>
            <a:lvl9pPr indent="-304800" lvl="8" marL="4114800" rtl="0">
              <a:lnSpc>
                <a:spcPct val="115000"/>
              </a:lnSpc>
              <a:spcBef>
                <a:spcPts val="1600"/>
              </a:spcBef>
              <a:spcAft>
                <a:spcPts val="1600"/>
              </a:spcAft>
              <a:buSzPts val="1200"/>
              <a:buFont typeface="Roboto Condensed Light"/>
              <a:buChar char="■"/>
              <a:defRPr/>
            </a:lvl9pPr>
          </a:lstStyle>
          <a:p/>
        </p:txBody>
      </p:sp>
      <p:sp>
        <p:nvSpPr>
          <p:cNvPr id="107" name="Google Shape;107;p20"/>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CUSTOM_10_2">
    <p:spTree>
      <p:nvGrpSpPr>
        <p:cNvPr id="108" name="Shape 108"/>
        <p:cNvGrpSpPr/>
        <p:nvPr/>
      </p:nvGrpSpPr>
      <p:grpSpPr>
        <a:xfrm>
          <a:off x="0" y="0"/>
          <a:ext cx="0" cy="0"/>
          <a:chOff x="0" y="0"/>
          <a:chExt cx="0" cy="0"/>
        </a:xfrm>
      </p:grpSpPr>
      <p:grpSp>
        <p:nvGrpSpPr>
          <p:cNvPr id="109" name="Google Shape;109;p21"/>
          <p:cNvGrpSpPr/>
          <p:nvPr/>
        </p:nvGrpSpPr>
        <p:grpSpPr>
          <a:xfrm>
            <a:off x="384150" y="247650"/>
            <a:ext cx="8375700" cy="4648200"/>
            <a:chOff x="384150" y="247650"/>
            <a:chExt cx="8375700" cy="4648200"/>
          </a:xfrm>
        </p:grpSpPr>
        <p:sp>
          <p:nvSpPr>
            <p:cNvPr id="110" name="Google Shape;110;p21"/>
            <p:cNvSpPr/>
            <p:nvPr/>
          </p:nvSpPr>
          <p:spPr>
            <a:xfrm>
              <a:off x="384150" y="247650"/>
              <a:ext cx="8375700" cy="46482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 name="Google Shape;111;p21"/>
            <p:cNvSpPr/>
            <p:nvPr/>
          </p:nvSpPr>
          <p:spPr>
            <a:xfrm>
              <a:off x="384150" y="247650"/>
              <a:ext cx="8375700" cy="8409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 name="Google Shape;112;p21"/>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13" name="Google Shape;113;p21"/>
          <p:cNvSpPr txBox="1"/>
          <p:nvPr>
            <p:ph idx="2" type="title"/>
          </p:nvPr>
        </p:nvSpPr>
        <p:spPr>
          <a:xfrm>
            <a:off x="2050638" y="3374275"/>
            <a:ext cx="2067600" cy="527700"/>
          </a:xfrm>
          <a:prstGeom prst="rect">
            <a:avLst/>
          </a:prstGeom>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14" name="Google Shape;114;p21"/>
          <p:cNvSpPr txBox="1"/>
          <p:nvPr>
            <p:ph idx="1" type="subTitle"/>
          </p:nvPr>
        </p:nvSpPr>
        <p:spPr>
          <a:xfrm>
            <a:off x="2050638" y="3901975"/>
            <a:ext cx="2067600" cy="5436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15" name="Google Shape;115;p21"/>
          <p:cNvSpPr txBox="1"/>
          <p:nvPr>
            <p:ph idx="3" type="title"/>
          </p:nvPr>
        </p:nvSpPr>
        <p:spPr>
          <a:xfrm>
            <a:off x="5025759" y="1455101"/>
            <a:ext cx="2067600" cy="527700"/>
          </a:xfrm>
          <a:prstGeom prst="rect">
            <a:avLst/>
          </a:prstGeom>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16" name="Google Shape;116;p21"/>
          <p:cNvSpPr txBox="1"/>
          <p:nvPr>
            <p:ph idx="4" type="subTitle"/>
          </p:nvPr>
        </p:nvSpPr>
        <p:spPr>
          <a:xfrm>
            <a:off x="5025759" y="1982801"/>
            <a:ext cx="2067600" cy="5436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3">
  <p:cSld name="CUSTOM_10_1">
    <p:spTree>
      <p:nvGrpSpPr>
        <p:cNvPr id="117" name="Shape 117"/>
        <p:cNvGrpSpPr/>
        <p:nvPr/>
      </p:nvGrpSpPr>
      <p:grpSpPr>
        <a:xfrm>
          <a:off x="0" y="0"/>
          <a:ext cx="0" cy="0"/>
          <a:chOff x="0" y="0"/>
          <a:chExt cx="0" cy="0"/>
        </a:xfrm>
      </p:grpSpPr>
      <p:sp>
        <p:nvSpPr>
          <p:cNvPr id="118" name="Google Shape;118;p22"/>
          <p:cNvSpPr/>
          <p:nvPr/>
        </p:nvSpPr>
        <p:spPr>
          <a:xfrm>
            <a:off x="384150" y="247650"/>
            <a:ext cx="8375700" cy="46482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 name="Google Shape;119;p22"/>
          <p:cNvSpPr/>
          <p:nvPr/>
        </p:nvSpPr>
        <p:spPr>
          <a:xfrm>
            <a:off x="384150" y="247650"/>
            <a:ext cx="8375700" cy="8409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 name="Google Shape;120;p22"/>
          <p:cNvSpPr txBox="1"/>
          <p:nvPr>
            <p:ph idx="1" type="body"/>
          </p:nvPr>
        </p:nvSpPr>
        <p:spPr>
          <a:xfrm>
            <a:off x="713100" y="1838115"/>
            <a:ext cx="3858900" cy="2766000"/>
          </a:xfrm>
          <a:prstGeom prst="rect">
            <a:avLst/>
          </a:prstGeom>
        </p:spPr>
        <p:txBody>
          <a:bodyPr anchorCtr="0" anchor="ctr" bIns="91425" lIns="91425" spcFirstLastPara="1" rIns="91425" wrap="square" tIns="91425">
            <a:noAutofit/>
          </a:bodyPr>
          <a:lstStyle>
            <a:lvl1pPr indent="-304800" lvl="0" marL="457200" rtl="0">
              <a:lnSpc>
                <a:spcPct val="100000"/>
              </a:lnSpc>
              <a:spcBef>
                <a:spcPts val="0"/>
              </a:spcBef>
              <a:spcAft>
                <a:spcPts val="0"/>
              </a:spcAft>
              <a:buSzPts val="1200"/>
              <a:buChar char="●"/>
              <a:defRPr sz="1250"/>
            </a:lvl1pPr>
            <a:lvl2pPr indent="-304800" lvl="1" marL="914400" rtl="0">
              <a:lnSpc>
                <a:spcPct val="115000"/>
              </a:lnSpc>
              <a:spcBef>
                <a:spcPts val="0"/>
              </a:spcBef>
              <a:spcAft>
                <a:spcPts val="0"/>
              </a:spcAft>
              <a:buSzPts val="1200"/>
              <a:buFont typeface="Roboto Condensed Light"/>
              <a:buChar char="○"/>
              <a:defRPr/>
            </a:lvl2pPr>
            <a:lvl3pPr indent="-304800" lvl="2" marL="1371600" rtl="0">
              <a:lnSpc>
                <a:spcPct val="115000"/>
              </a:lnSpc>
              <a:spcBef>
                <a:spcPts val="1600"/>
              </a:spcBef>
              <a:spcAft>
                <a:spcPts val="0"/>
              </a:spcAft>
              <a:buSzPts val="1200"/>
              <a:buFont typeface="Roboto Condensed Light"/>
              <a:buChar char="■"/>
              <a:defRPr/>
            </a:lvl3pPr>
            <a:lvl4pPr indent="-304800" lvl="3" marL="1828800" rtl="0">
              <a:lnSpc>
                <a:spcPct val="115000"/>
              </a:lnSpc>
              <a:spcBef>
                <a:spcPts val="1600"/>
              </a:spcBef>
              <a:spcAft>
                <a:spcPts val="0"/>
              </a:spcAft>
              <a:buSzPts val="1200"/>
              <a:buFont typeface="Roboto Condensed Light"/>
              <a:buChar char="●"/>
              <a:defRPr/>
            </a:lvl4pPr>
            <a:lvl5pPr indent="-304800" lvl="4" marL="2286000" rtl="0">
              <a:lnSpc>
                <a:spcPct val="115000"/>
              </a:lnSpc>
              <a:spcBef>
                <a:spcPts val="1600"/>
              </a:spcBef>
              <a:spcAft>
                <a:spcPts val="0"/>
              </a:spcAft>
              <a:buSzPts val="1200"/>
              <a:buFont typeface="Roboto Condensed Light"/>
              <a:buChar char="○"/>
              <a:defRPr/>
            </a:lvl5pPr>
            <a:lvl6pPr indent="-304800" lvl="5" marL="2743200" rtl="0">
              <a:lnSpc>
                <a:spcPct val="115000"/>
              </a:lnSpc>
              <a:spcBef>
                <a:spcPts val="1600"/>
              </a:spcBef>
              <a:spcAft>
                <a:spcPts val="0"/>
              </a:spcAft>
              <a:buSzPts val="1200"/>
              <a:buFont typeface="Roboto Condensed Light"/>
              <a:buChar char="■"/>
              <a:defRPr/>
            </a:lvl6pPr>
            <a:lvl7pPr indent="-304800" lvl="6" marL="3200400" rtl="0">
              <a:lnSpc>
                <a:spcPct val="115000"/>
              </a:lnSpc>
              <a:spcBef>
                <a:spcPts val="1600"/>
              </a:spcBef>
              <a:spcAft>
                <a:spcPts val="0"/>
              </a:spcAft>
              <a:buSzPts val="1200"/>
              <a:buFont typeface="Roboto Condensed Light"/>
              <a:buChar char="●"/>
              <a:defRPr/>
            </a:lvl7pPr>
            <a:lvl8pPr indent="-304800" lvl="7" marL="3657600" rtl="0">
              <a:lnSpc>
                <a:spcPct val="115000"/>
              </a:lnSpc>
              <a:spcBef>
                <a:spcPts val="1600"/>
              </a:spcBef>
              <a:spcAft>
                <a:spcPts val="0"/>
              </a:spcAft>
              <a:buSzPts val="1200"/>
              <a:buFont typeface="Roboto Condensed Light"/>
              <a:buChar char="○"/>
              <a:defRPr/>
            </a:lvl8pPr>
            <a:lvl9pPr indent="-304800" lvl="8" marL="4114800" rtl="0">
              <a:lnSpc>
                <a:spcPct val="115000"/>
              </a:lnSpc>
              <a:spcBef>
                <a:spcPts val="1600"/>
              </a:spcBef>
              <a:spcAft>
                <a:spcPts val="1600"/>
              </a:spcAft>
              <a:buSzPts val="1200"/>
              <a:buFont typeface="Roboto Condensed Light"/>
              <a:buChar char="■"/>
              <a:defRPr/>
            </a:lvl9pPr>
          </a:lstStyle>
          <a:p/>
        </p:txBody>
      </p:sp>
      <p:sp>
        <p:nvSpPr>
          <p:cNvPr id="121" name="Google Shape;121;p22"/>
          <p:cNvSpPr txBox="1"/>
          <p:nvPr>
            <p:ph idx="2" type="body"/>
          </p:nvPr>
        </p:nvSpPr>
        <p:spPr>
          <a:xfrm>
            <a:off x="4752525" y="1702125"/>
            <a:ext cx="3678300" cy="2766000"/>
          </a:xfrm>
          <a:prstGeom prst="rect">
            <a:avLst/>
          </a:prstGeom>
        </p:spPr>
        <p:txBody>
          <a:bodyPr anchorCtr="0" anchor="ctr" bIns="91425" lIns="91425" spcFirstLastPara="1" rIns="91425" wrap="square" tIns="91425">
            <a:noAutofit/>
          </a:bodyPr>
          <a:lstStyle>
            <a:lvl1pPr indent="-304800" lvl="0" marL="457200" marR="50800" rtl="0">
              <a:lnSpc>
                <a:spcPct val="100000"/>
              </a:lnSpc>
              <a:spcBef>
                <a:spcPts val="0"/>
              </a:spcBef>
              <a:spcAft>
                <a:spcPts val="0"/>
              </a:spcAft>
              <a:buClr>
                <a:schemeClr val="dk1"/>
              </a:buClr>
              <a:buSzPts val="1200"/>
              <a:buChar char="●"/>
              <a:defRPr>
                <a:solidFill>
                  <a:schemeClr val="dk1"/>
                </a:solidFill>
              </a:defRPr>
            </a:lvl1pPr>
            <a:lvl2pPr indent="-304800" lvl="1" marL="914400" rtl="0">
              <a:lnSpc>
                <a:spcPct val="115000"/>
              </a:lnSpc>
              <a:spcBef>
                <a:spcPts val="0"/>
              </a:spcBef>
              <a:spcAft>
                <a:spcPts val="0"/>
              </a:spcAft>
              <a:buSzPts val="1200"/>
              <a:buFont typeface="Roboto Condensed Light"/>
              <a:buChar char="○"/>
              <a:defRPr/>
            </a:lvl2pPr>
            <a:lvl3pPr indent="-304800" lvl="2" marL="1371600" rtl="0">
              <a:lnSpc>
                <a:spcPct val="115000"/>
              </a:lnSpc>
              <a:spcBef>
                <a:spcPts val="1600"/>
              </a:spcBef>
              <a:spcAft>
                <a:spcPts val="0"/>
              </a:spcAft>
              <a:buSzPts val="1200"/>
              <a:buFont typeface="Roboto Condensed Light"/>
              <a:buChar char="■"/>
              <a:defRPr/>
            </a:lvl3pPr>
            <a:lvl4pPr indent="-304800" lvl="3" marL="1828800" rtl="0">
              <a:lnSpc>
                <a:spcPct val="115000"/>
              </a:lnSpc>
              <a:spcBef>
                <a:spcPts val="1600"/>
              </a:spcBef>
              <a:spcAft>
                <a:spcPts val="0"/>
              </a:spcAft>
              <a:buSzPts val="1200"/>
              <a:buFont typeface="Roboto Condensed Light"/>
              <a:buChar char="●"/>
              <a:defRPr/>
            </a:lvl4pPr>
            <a:lvl5pPr indent="-304800" lvl="4" marL="2286000" rtl="0">
              <a:lnSpc>
                <a:spcPct val="115000"/>
              </a:lnSpc>
              <a:spcBef>
                <a:spcPts val="1600"/>
              </a:spcBef>
              <a:spcAft>
                <a:spcPts val="0"/>
              </a:spcAft>
              <a:buSzPts val="1200"/>
              <a:buFont typeface="Roboto Condensed Light"/>
              <a:buChar char="○"/>
              <a:defRPr/>
            </a:lvl5pPr>
            <a:lvl6pPr indent="-304800" lvl="5" marL="2743200" rtl="0">
              <a:lnSpc>
                <a:spcPct val="115000"/>
              </a:lnSpc>
              <a:spcBef>
                <a:spcPts val="1600"/>
              </a:spcBef>
              <a:spcAft>
                <a:spcPts val="0"/>
              </a:spcAft>
              <a:buSzPts val="1200"/>
              <a:buFont typeface="Roboto Condensed Light"/>
              <a:buChar char="■"/>
              <a:defRPr/>
            </a:lvl6pPr>
            <a:lvl7pPr indent="-304800" lvl="6" marL="3200400" rtl="0">
              <a:lnSpc>
                <a:spcPct val="115000"/>
              </a:lnSpc>
              <a:spcBef>
                <a:spcPts val="1600"/>
              </a:spcBef>
              <a:spcAft>
                <a:spcPts val="0"/>
              </a:spcAft>
              <a:buSzPts val="1200"/>
              <a:buFont typeface="Roboto Condensed Light"/>
              <a:buChar char="●"/>
              <a:defRPr/>
            </a:lvl7pPr>
            <a:lvl8pPr indent="-304800" lvl="7" marL="3657600" rtl="0">
              <a:lnSpc>
                <a:spcPct val="115000"/>
              </a:lnSpc>
              <a:spcBef>
                <a:spcPts val="1600"/>
              </a:spcBef>
              <a:spcAft>
                <a:spcPts val="0"/>
              </a:spcAft>
              <a:buSzPts val="1200"/>
              <a:buFont typeface="Roboto Condensed Light"/>
              <a:buChar char="○"/>
              <a:defRPr/>
            </a:lvl8pPr>
            <a:lvl9pPr indent="-304800" lvl="8" marL="4114800" rtl="0">
              <a:lnSpc>
                <a:spcPct val="115000"/>
              </a:lnSpc>
              <a:spcBef>
                <a:spcPts val="1600"/>
              </a:spcBef>
              <a:spcAft>
                <a:spcPts val="1600"/>
              </a:spcAft>
              <a:buSzPts val="1200"/>
              <a:buFont typeface="Roboto Condensed Light"/>
              <a:buChar char="■"/>
              <a:defRPr/>
            </a:lvl9pPr>
          </a:lstStyle>
          <a:p/>
        </p:txBody>
      </p:sp>
      <p:sp>
        <p:nvSpPr>
          <p:cNvPr id="122" name="Google Shape;122;p22"/>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6">
    <p:spTree>
      <p:nvGrpSpPr>
        <p:cNvPr id="123" name="Shape 123"/>
        <p:cNvGrpSpPr/>
        <p:nvPr/>
      </p:nvGrpSpPr>
      <p:grpSpPr>
        <a:xfrm>
          <a:off x="0" y="0"/>
          <a:ext cx="0" cy="0"/>
          <a:chOff x="0" y="0"/>
          <a:chExt cx="0" cy="0"/>
        </a:xfrm>
      </p:grpSpPr>
      <p:grpSp>
        <p:nvGrpSpPr>
          <p:cNvPr id="124" name="Google Shape;124;p23"/>
          <p:cNvGrpSpPr/>
          <p:nvPr/>
        </p:nvGrpSpPr>
        <p:grpSpPr>
          <a:xfrm>
            <a:off x="384150" y="247650"/>
            <a:ext cx="8375700" cy="4648200"/>
            <a:chOff x="384150" y="247650"/>
            <a:chExt cx="8375700" cy="4648200"/>
          </a:xfrm>
        </p:grpSpPr>
        <p:sp>
          <p:nvSpPr>
            <p:cNvPr id="125" name="Google Shape;125;p23"/>
            <p:cNvSpPr/>
            <p:nvPr/>
          </p:nvSpPr>
          <p:spPr>
            <a:xfrm>
              <a:off x="384150" y="247650"/>
              <a:ext cx="8375700" cy="46482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 name="Google Shape;126;p23"/>
            <p:cNvSpPr/>
            <p:nvPr/>
          </p:nvSpPr>
          <p:spPr>
            <a:xfrm>
              <a:off x="384150" y="247650"/>
              <a:ext cx="8375700" cy="8409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 name="Google Shape;127;p23"/>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28" name="Google Shape;128;p23"/>
          <p:cNvSpPr txBox="1"/>
          <p:nvPr>
            <p:ph idx="2" type="title"/>
          </p:nvPr>
        </p:nvSpPr>
        <p:spPr>
          <a:xfrm>
            <a:off x="720002" y="2791625"/>
            <a:ext cx="2086800" cy="527700"/>
          </a:xfrm>
          <a:prstGeom prst="rect">
            <a:avLst/>
          </a:prstGeom>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29" name="Google Shape;129;p23"/>
          <p:cNvSpPr txBox="1"/>
          <p:nvPr>
            <p:ph idx="1" type="subTitle"/>
          </p:nvPr>
        </p:nvSpPr>
        <p:spPr>
          <a:xfrm>
            <a:off x="720000" y="3319325"/>
            <a:ext cx="2086800" cy="746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30" name="Google Shape;130;p23"/>
          <p:cNvSpPr txBox="1"/>
          <p:nvPr>
            <p:ph idx="3" type="title"/>
          </p:nvPr>
        </p:nvSpPr>
        <p:spPr>
          <a:xfrm>
            <a:off x="3528594" y="2791625"/>
            <a:ext cx="2086800" cy="527700"/>
          </a:xfrm>
          <a:prstGeom prst="rect">
            <a:avLst/>
          </a:prstGeom>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31" name="Google Shape;131;p23"/>
          <p:cNvSpPr txBox="1"/>
          <p:nvPr>
            <p:ph idx="4" type="subTitle"/>
          </p:nvPr>
        </p:nvSpPr>
        <p:spPr>
          <a:xfrm>
            <a:off x="3528597" y="3319325"/>
            <a:ext cx="2086800" cy="746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32" name="Google Shape;132;p23"/>
          <p:cNvSpPr txBox="1"/>
          <p:nvPr>
            <p:ph idx="5" type="title"/>
          </p:nvPr>
        </p:nvSpPr>
        <p:spPr>
          <a:xfrm>
            <a:off x="6337192" y="2791625"/>
            <a:ext cx="2086800" cy="527700"/>
          </a:xfrm>
          <a:prstGeom prst="rect">
            <a:avLst/>
          </a:prstGeom>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33" name="Google Shape;133;p23"/>
          <p:cNvSpPr txBox="1"/>
          <p:nvPr>
            <p:ph idx="6" type="subTitle"/>
          </p:nvPr>
        </p:nvSpPr>
        <p:spPr>
          <a:xfrm>
            <a:off x="6337200" y="3319325"/>
            <a:ext cx="2086800" cy="746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
    <p:spTree>
      <p:nvGrpSpPr>
        <p:cNvPr id="134" name="Shape 134"/>
        <p:cNvGrpSpPr/>
        <p:nvPr/>
      </p:nvGrpSpPr>
      <p:grpSpPr>
        <a:xfrm>
          <a:off x="0" y="0"/>
          <a:ext cx="0" cy="0"/>
          <a:chOff x="0" y="0"/>
          <a:chExt cx="0" cy="0"/>
        </a:xfrm>
      </p:grpSpPr>
      <p:grpSp>
        <p:nvGrpSpPr>
          <p:cNvPr id="135" name="Google Shape;135;p24"/>
          <p:cNvGrpSpPr/>
          <p:nvPr/>
        </p:nvGrpSpPr>
        <p:grpSpPr>
          <a:xfrm>
            <a:off x="384150" y="247650"/>
            <a:ext cx="8375700" cy="4648200"/>
            <a:chOff x="384150" y="247650"/>
            <a:chExt cx="8375700" cy="4648200"/>
          </a:xfrm>
        </p:grpSpPr>
        <p:sp>
          <p:nvSpPr>
            <p:cNvPr id="136" name="Google Shape;136;p24"/>
            <p:cNvSpPr/>
            <p:nvPr/>
          </p:nvSpPr>
          <p:spPr>
            <a:xfrm>
              <a:off x="384150" y="247650"/>
              <a:ext cx="8375700" cy="46482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24"/>
            <p:cNvSpPr/>
            <p:nvPr/>
          </p:nvSpPr>
          <p:spPr>
            <a:xfrm>
              <a:off x="384150" y="247650"/>
              <a:ext cx="8375700" cy="8409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 name="Google Shape;138;p24"/>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39" name="Google Shape;139;p24"/>
          <p:cNvSpPr txBox="1"/>
          <p:nvPr>
            <p:ph idx="2" type="title"/>
          </p:nvPr>
        </p:nvSpPr>
        <p:spPr>
          <a:xfrm>
            <a:off x="1618150" y="1677075"/>
            <a:ext cx="2550900" cy="527700"/>
          </a:xfrm>
          <a:prstGeom prst="rect">
            <a:avLst/>
          </a:prstGeom>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40" name="Google Shape;140;p24"/>
          <p:cNvSpPr txBox="1"/>
          <p:nvPr>
            <p:ph idx="1" type="subTitle"/>
          </p:nvPr>
        </p:nvSpPr>
        <p:spPr>
          <a:xfrm>
            <a:off x="1618150" y="2204775"/>
            <a:ext cx="2550900" cy="5436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41" name="Google Shape;141;p24"/>
          <p:cNvSpPr txBox="1"/>
          <p:nvPr>
            <p:ph idx="3" type="title"/>
          </p:nvPr>
        </p:nvSpPr>
        <p:spPr>
          <a:xfrm>
            <a:off x="4974927" y="1677075"/>
            <a:ext cx="2550900" cy="527700"/>
          </a:xfrm>
          <a:prstGeom prst="rect">
            <a:avLst/>
          </a:prstGeom>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42" name="Google Shape;142;p24"/>
          <p:cNvSpPr txBox="1"/>
          <p:nvPr>
            <p:ph idx="4" type="subTitle"/>
          </p:nvPr>
        </p:nvSpPr>
        <p:spPr>
          <a:xfrm>
            <a:off x="4974925" y="2204775"/>
            <a:ext cx="2550900" cy="5436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43" name="Google Shape;143;p24"/>
          <p:cNvSpPr txBox="1"/>
          <p:nvPr>
            <p:ph idx="5" type="title"/>
          </p:nvPr>
        </p:nvSpPr>
        <p:spPr>
          <a:xfrm>
            <a:off x="1618150" y="3110475"/>
            <a:ext cx="2550900" cy="527700"/>
          </a:xfrm>
          <a:prstGeom prst="rect">
            <a:avLst/>
          </a:prstGeom>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44" name="Google Shape;144;p24"/>
          <p:cNvSpPr txBox="1"/>
          <p:nvPr>
            <p:ph idx="6" type="subTitle"/>
          </p:nvPr>
        </p:nvSpPr>
        <p:spPr>
          <a:xfrm>
            <a:off x="1618150" y="3638175"/>
            <a:ext cx="2550900" cy="5436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45" name="Google Shape;145;p24"/>
          <p:cNvSpPr txBox="1"/>
          <p:nvPr>
            <p:ph idx="7" type="title"/>
          </p:nvPr>
        </p:nvSpPr>
        <p:spPr>
          <a:xfrm>
            <a:off x="4974927" y="3110475"/>
            <a:ext cx="2550900" cy="527700"/>
          </a:xfrm>
          <a:prstGeom prst="rect">
            <a:avLst/>
          </a:prstGeom>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46" name="Google Shape;146;p24"/>
          <p:cNvSpPr txBox="1"/>
          <p:nvPr>
            <p:ph idx="8" type="subTitle"/>
          </p:nvPr>
        </p:nvSpPr>
        <p:spPr>
          <a:xfrm>
            <a:off x="4974924" y="3638175"/>
            <a:ext cx="2550900" cy="5436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1">
  <p:cSld name="CUSTOM_5_1">
    <p:spTree>
      <p:nvGrpSpPr>
        <p:cNvPr id="147" name="Shape 147"/>
        <p:cNvGrpSpPr/>
        <p:nvPr/>
      </p:nvGrpSpPr>
      <p:grpSpPr>
        <a:xfrm>
          <a:off x="0" y="0"/>
          <a:ext cx="0" cy="0"/>
          <a:chOff x="0" y="0"/>
          <a:chExt cx="0" cy="0"/>
        </a:xfrm>
      </p:grpSpPr>
      <p:grpSp>
        <p:nvGrpSpPr>
          <p:cNvPr id="148" name="Google Shape;148;p25"/>
          <p:cNvGrpSpPr/>
          <p:nvPr/>
        </p:nvGrpSpPr>
        <p:grpSpPr>
          <a:xfrm>
            <a:off x="384150" y="247650"/>
            <a:ext cx="8375700" cy="4648200"/>
            <a:chOff x="384150" y="247650"/>
            <a:chExt cx="8375700" cy="4648200"/>
          </a:xfrm>
        </p:grpSpPr>
        <p:sp>
          <p:nvSpPr>
            <p:cNvPr id="149" name="Google Shape;149;p25"/>
            <p:cNvSpPr/>
            <p:nvPr/>
          </p:nvSpPr>
          <p:spPr>
            <a:xfrm>
              <a:off x="384150" y="247650"/>
              <a:ext cx="8375700" cy="46482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 name="Google Shape;150;p25"/>
            <p:cNvSpPr/>
            <p:nvPr/>
          </p:nvSpPr>
          <p:spPr>
            <a:xfrm>
              <a:off x="384150" y="247650"/>
              <a:ext cx="8375700" cy="8409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1" name="Google Shape;151;p25"/>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52" name="Google Shape;152;p25"/>
          <p:cNvSpPr txBox="1"/>
          <p:nvPr>
            <p:ph idx="2" type="title"/>
          </p:nvPr>
        </p:nvSpPr>
        <p:spPr>
          <a:xfrm>
            <a:off x="713100" y="2802550"/>
            <a:ext cx="1710600" cy="527700"/>
          </a:xfrm>
          <a:prstGeom prst="rect">
            <a:avLst/>
          </a:prstGeom>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53" name="Google Shape;153;p25"/>
          <p:cNvSpPr txBox="1"/>
          <p:nvPr>
            <p:ph idx="1" type="subTitle"/>
          </p:nvPr>
        </p:nvSpPr>
        <p:spPr>
          <a:xfrm>
            <a:off x="713100" y="3330250"/>
            <a:ext cx="1710600" cy="5436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54" name="Google Shape;154;p25"/>
          <p:cNvSpPr txBox="1"/>
          <p:nvPr>
            <p:ph idx="3" type="title"/>
          </p:nvPr>
        </p:nvSpPr>
        <p:spPr>
          <a:xfrm>
            <a:off x="2715458" y="2802550"/>
            <a:ext cx="1710600" cy="527700"/>
          </a:xfrm>
          <a:prstGeom prst="rect">
            <a:avLst/>
          </a:prstGeom>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55" name="Google Shape;155;p25"/>
          <p:cNvSpPr txBox="1"/>
          <p:nvPr>
            <p:ph idx="4" type="subTitle"/>
          </p:nvPr>
        </p:nvSpPr>
        <p:spPr>
          <a:xfrm>
            <a:off x="2715456" y="3330250"/>
            <a:ext cx="1710600" cy="5436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56" name="Google Shape;156;p25"/>
          <p:cNvSpPr txBox="1"/>
          <p:nvPr>
            <p:ph idx="5" type="title"/>
          </p:nvPr>
        </p:nvSpPr>
        <p:spPr>
          <a:xfrm>
            <a:off x="4717839" y="2802550"/>
            <a:ext cx="1710600" cy="527700"/>
          </a:xfrm>
          <a:prstGeom prst="rect">
            <a:avLst/>
          </a:prstGeom>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57" name="Google Shape;157;p25"/>
          <p:cNvSpPr txBox="1"/>
          <p:nvPr>
            <p:ph idx="6" type="subTitle"/>
          </p:nvPr>
        </p:nvSpPr>
        <p:spPr>
          <a:xfrm>
            <a:off x="4717839" y="3330250"/>
            <a:ext cx="1710600" cy="5436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58" name="Google Shape;158;p25"/>
          <p:cNvSpPr txBox="1"/>
          <p:nvPr>
            <p:ph idx="7" type="title"/>
          </p:nvPr>
        </p:nvSpPr>
        <p:spPr>
          <a:xfrm>
            <a:off x="6720220" y="2802550"/>
            <a:ext cx="1710600" cy="527700"/>
          </a:xfrm>
          <a:prstGeom prst="rect">
            <a:avLst/>
          </a:prstGeom>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59" name="Google Shape;159;p25"/>
          <p:cNvSpPr txBox="1"/>
          <p:nvPr>
            <p:ph idx="8" type="subTitle"/>
          </p:nvPr>
        </p:nvSpPr>
        <p:spPr>
          <a:xfrm>
            <a:off x="6720218" y="3330250"/>
            <a:ext cx="1710600" cy="5436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spTree>
      <p:nvGrpSpPr>
        <p:cNvPr id="160" name="Shape 160"/>
        <p:cNvGrpSpPr/>
        <p:nvPr/>
      </p:nvGrpSpPr>
      <p:grpSpPr>
        <a:xfrm>
          <a:off x="0" y="0"/>
          <a:ext cx="0" cy="0"/>
          <a:chOff x="0" y="0"/>
          <a:chExt cx="0" cy="0"/>
        </a:xfrm>
      </p:grpSpPr>
      <p:grpSp>
        <p:nvGrpSpPr>
          <p:cNvPr id="161" name="Google Shape;161;p26"/>
          <p:cNvGrpSpPr/>
          <p:nvPr/>
        </p:nvGrpSpPr>
        <p:grpSpPr>
          <a:xfrm>
            <a:off x="384150" y="247650"/>
            <a:ext cx="8375700" cy="4648200"/>
            <a:chOff x="384150" y="247650"/>
            <a:chExt cx="8375700" cy="4648200"/>
          </a:xfrm>
        </p:grpSpPr>
        <p:sp>
          <p:nvSpPr>
            <p:cNvPr id="162" name="Google Shape;162;p26"/>
            <p:cNvSpPr/>
            <p:nvPr/>
          </p:nvSpPr>
          <p:spPr>
            <a:xfrm>
              <a:off x="384150" y="247650"/>
              <a:ext cx="8375700" cy="46482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26"/>
            <p:cNvSpPr/>
            <p:nvPr/>
          </p:nvSpPr>
          <p:spPr>
            <a:xfrm>
              <a:off x="384150" y="247650"/>
              <a:ext cx="8375700" cy="8409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4" name="Google Shape;164;p26"/>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65" name="Google Shape;165;p26"/>
          <p:cNvSpPr txBox="1"/>
          <p:nvPr>
            <p:ph idx="2" type="title"/>
          </p:nvPr>
        </p:nvSpPr>
        <p:spPr>
          <a:xfrm>
            <a:off x="1101175" y="1682850"/>
            <a:ext cx="1986000" cy="527700"/>
          </a:xfrm>
          <a:prstGeom prst="rect">
            <a:avLst/>
          </a:prstGeom>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66" name="Google Shape;166;p26"/>
          <p:cNvSpPr txBox="1"/>
          <p:nvPr>
            <p:ph idx="1" type="subTitle"/>
          </p:nvPr>
        </p:nvSpPr>
        <p:spPr>
          <a:xfrm>
            <a:off x="1101175" y="2210550"/>
            <a:ext cx="1986000" cy="5436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67" name="Google Shape;167;p26"/>
          <p:cNvSpPr txBox="1"/>
          <p:nvPr>
            <p:ph idx="3" type="title"/>
          </p:nvPr>
        </p:nvSpPr>
        <p:spPr>
          <a:xfrm>
            <a:off x="3578947" y="1682850"/>
            <a:ext cx="1986000" cy="527700"/>
          </a:xfrm>
          <a:prstGeom prst="rect">
            <a:avLst/>
          </a:prstGeom>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68" name="Google Shape;168;p26"/>
          <p:cNvSpPr txBox="1"/>
          <p:nvPr>
            <p:ph idx="4" type="subTitle"/>
          </p:nvPr>
        </p:nvSpPr>
        <p:spPr>
          <a:xfrm>
            <a:off x="3579000" y="2210550"/>
            <a:ext cx="1986000" cy="5436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69" name="Google Shape;169;p26"/>
          <p:cNvSpPr txBox="1"/>
          <p:nvPr>
            <p:ph idx="5" type="title"/>
          </p:nvPr>
        </p:nvSpPr>
        <p:spPr>
          <a:xfrm>
            <a:off x="1101175" y="3116250"/>
            <a:ext cx="1986000" cy="527700"/>
          </a:xfrm>
          <a:prstGeom prst="rect">
            <a:avLst/>
          </a:prstGeom>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70" name="Google Shape;170;p26"/>
          <p:cNvSpPr txBox="1"/>
          <p:nvPr>
            <p:ph idx="6" type="subTitle"/>
          </p:nvPr>
        </p:nvSpPr>
        <p:spPr>
          <a:xfrm>
            <a:off x="1101175" y="3643950"/>
            <a:ext cx="1986000" cy="5436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71" name="Google Shape;171;p26"/>
          <p:cNvSpPr txBox="1"/>
          <p:nvPr>
            <p:ph idx="7" type="title"/>
          </p:nvPr>
        </p:nvSpPr>
        <p:spPr>
          <a:xfrm>
            <a:off x="3578947" y="3116250"/>
            <a:ext cx="1986000" cy="527700"/>
          </a:xfrm>
          <a:prstGeom prst="rect">
            <a:avLst/>
          </a:prstGeom>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72" name="Google Shape;172;p26"/>
          <p:cNvSpPr txBox="1"/>
          <p:nvPr>
            <p:ph idx="8" type="subTitle"/>
          </p:nvPr>
        </p:nvSpPr>
        <p:spPr>
          <a:xfrm>
            <a:off x="3578947" y="3643950"/>
            <a:ext cx="1986000" cy="5436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73" name="Google Shape;173;p26"/>
          <p:cNvSpPr txBox="1"/>
          <p:nvPr>
            <p:ph idx="9" type="title"/>
          </p:nvPr>
        </p:nvSpPr>
        <p:spPr>
          <a:xfrm>
            <a:off x="6056725" y="1682850"/>
            <a:ext cx="1986000" cy="527700"/>
          </a:xfrm>
          <a:prstGeom prst="rect">
            <a:avLst/>
          </a:prstGeom>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74" name="Google Shape;174;p26"/>
          <p:cNvSpPr txBox="1"/>
          <p:nvPr>
            <p:ph idx="13" type="subTitle"/>
          </p:nvPr>
        </p:nvSpPr>
        <p:spPr>
          <a:xfrm>
            <a:off x="6056725" y="2210550"/>
            <a:ext cx="1986000" cy="5436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75" name="Google Shape;175;p26"/>
          <p:cNvSpPr txBox="1"/>
          <p:nvPr>
            <p:ph idx="14" type="title"/>
          </p:nvPr>
        </p:nvSpPr>
        <p:spPr>
          <a:xfrm>
            <a:off x="6056725" y="3116250"/>
            <a:ext cx="1986000" cy="527700"/>
          </a:xfrm>
          <a:prstGeom prst="rect">
            <a:avLst/>
          </a:prstGeom>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76" name="Google Shape;176;p26"/>
          <p:cNvSpPr txBox="1"/>
          <p:nvPr>
            <p:ph idx="15" type="subTitle"/>
          </p:nvPr>
        </p:nvSpPr>
        <p:spPr>
          <a:xfrm>
            <a:off x="6056725" y="3643950"/>
            <a:ext cx="1986000" cy="5436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8">
    <p:spTree>
      <p:nvGrpSpPr>
        <p:cNvPr id="177" name="Shape 177"/>
        <p:cNvGrpSpPr/>
        <p:nvPr/>
      </p:nvGrpSpPr>
      <p:grpSpPr>
        <a:xfrm>
          <a:off x="0" y="0"/>
          <a:ext cx="0" cy="0"/>
          <a:chOff x="0" y="0"/>
          <a:chExt cx="0" cy="0"/>
        </a:xfrm>
      </p:grpSpPr>
      <p:sp>
        <p:nvSpPr>
          <p:cNvPr id="178" name="Google Shape;178;p27"/>
          <p:cNvSpPr/>
          <p:nvPr/>
        </p:nvSpPr>
        <p:spPr>
          <a:xfrm>
            <a:off x="384150" y="247650"/>
            <a:ext cx="8375700" cy="46482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27"/>
          <p:cNvSpPr txBox="1"/>
          <p:nvPr>
            <p:ph hasCustomPrompt="1" type="title"/>
          </p:nvPr>
        </p:nvSpPr>
        <p:spPr>
          <a:xfrm>
            <a:off x="713100" y="2464076"/>
            <a:ext cx="2258100" cy="996000"/>
          </a:xfrm>
          <a:prstGeom prst="rect">
            <a:avLst/>
          </a:prstGeom>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6000"/>
              <a:buNone/>
              <a:defRPr sz="58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80" name="Google Shape;180;p27"/>
          <p:cNvSpPr txBox="1"/>
          <p:nvPr>
            <p:ph idx="1" type="subTitle"/>
          </p:nvPr>
        </p:nvSpPr>
        <p:spPr>
          <a:xfrm>
            <a:off x="713100" y="3460040"/>
            <a:ext cx="2258100" cy="598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PT Sans"/>
              <a:buNone/>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p:txBody>
      </p:sp>
      <p:sp>
        <p:nvSpPr>
          <p:cNvPr id="181" name="Google Shape;181;p27"/>
          <p:cNvSpPr txBox="1"/>
          <p:nvPr>
            <p:ph hasCustomPrompt="1" idx="2" type="title"/>
          </p:nvPr>
        </p:nvSpPr>
        <p:spPr>
          <a:xfrm>
            <a:off x="3442950" y="2464063"/>
            <a:ext cx="2258100" cy="996000"/>
          </a:xfrm>
          <a:prstGeom prst="rect">
            <a:avLst/>
          </a:prstGeom>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6000"/>
              <a:buNone/>
              <a:defRPr sz="58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82" name="Google Shape;182;p27"/>
          <p:cNvSpPr txBox="1"/>
          <p:nvPr>
            <p:ph idx="3" type="subTitle"/>
          </p:nvPr>
        </p:nvSpPr>
        <p:spPr>
          <a:xfrm>
            <a:off x="3442950" y="3460013"/>
            <a:ext cx="2258100" cy="598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PT Sans"/>
              <a:buNone/>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p:txBody>
      </p:sp>
      <p:sp>
        <p:nvSpPr>
          <p:cNvPr id="183" name="Google Shape;183;p27"/>
          <p:cNvSpPr txBox="1"/>
          <p:nvPr>
            <p:ph hasCustomPrompt="1" idx="4" type="title"/>
          </p:nvPr>
        </p:nvSpPr>
        <p:spPr>
          <a:xfrm>
            <a:off x="6172800" y="2464070"/>
            <a:ext cx="2258100" cy="996000"/>
          </a:xfrm>
          <a:prstGeom prst="rect">
            <a:avLst/>
          </a:prstGeom>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6000"/>
              <a:buNone/>
              <a:defRPr sz="58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84" name="Google Shape;184;p27"/>
          <p:cNvSpPr txBox="1"/>
          <p:nvPr>
            <p:ph idx="5" type="subTitle"/>
          </p:nvPr>
        </p:nvSpPr>
        <p:spPr>
          <a:xfrm>
            <a:off x="6172800" y="3460011"/>
            <a:ext cx="2258100" cy="598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PT Sans"/>
              <a:buNone/>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11">
    <p:spTree>
      <p:nvGrpSpPr>
        <p:cNvPr id="185" name="Shape 185"/>
        <p:cNvGrpSpPr/>
        <p:nvPr/>
      </p:nvGrpSpPr>
      <p:grpSpPr>
        <a:xfrm>
          <a:off x="0" y="0"/>
          <a:ext cx="0" cy="0"/>
          <a:chOff x="0" y="0"/>
          <a:chExt cx="0" cy="0"/>
        </a:xfrm>
      </p:grpSpPr>
      <p:sp>
        <p:nvSpPr>
          <p:cNvPr id="186" name="Google Shape;186;p28"/>
          <p:cNvSpPr/>
          <p:nvPr/>
        </p:nvSpPr>
        <p:spPr>
          <a:xfrm>
            <a:off x="384150" y="247650"/>
            <a:ext cx="8375700" cy="8409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28"/>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
    <p:spTree>
      <p:nvGrpSpPr>
        <p:cNvPr id="188" name="Shape 188"/>
        <p:cNvGrpSpPr/>
        <p:nvPr/>
      </p:nvGrpSpPr>
      <p:grpSpPr>
        <a:xfrm>
          <a:off x="0" y="0"/>
          <a:ext cx="0" cy="0"/>
          <a:chOff x="0" y="0"/>
          <a:chExt cx="0" cy="0"/>
        </a:xfrm>
      </p:grpSpPr>
      <p:sp>
        <p:nvSpPr>
          <p:cNvPr id="189" name="Google Shape;189;p29"/>
          <p:cNvSpPr/>
          <p:nvPr/>
        </p:nvSpPr>
        <p:spPr>
          <a:xfrm>
            <a:off x="384150" y="247650"/>
            <a:ext cx="8375700" cy="46482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29"/>
          <p:cNvSpPr txBox="1"/>
          <p:nvPr>
            <p:ph type="title"/>
          </p:nvPr>
        </p:nvSpPr>
        <p:spPr>
          <a:xfrm>
            <a:off x="720000" y="539400"/>
            <a:ext cx="3434700" cy="873000"/>
          </a:xfrm>
          <a:prstGeom prst="rect">
            <a:avLst/>
          </a:prstGeom>
        </p:spPr>
        <p:txBody>
          <a:bodyPr anchorCtr="0" anchor="ctr" bIns="91425" lIns="91425" spcFirstLastPara="1" rIns="91425" wrap="square" tIns="91425">
            <a:noAutofit/>
          </a:bodyPr>
          <a:lstStyle>
            <a:lvl1pPr lvl="0" rtl="0" algn="l">
              <a:spcBef>
                <a:spcPts val="0"/>
              </a:spcBef>
              <a:spcAft>
                <a:spcPts val="0"/>
              </a:spcAft>
              <a:buSzPts val="3500"/>
              <a:buNone/>
              <a:defRPr sz="5000"/>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91" name="Google Shape;191;p29"/>
          <p:cNvSpPr txBox="1"/>
          <p:nvPr>
            <p:ph idx="1" type="subTitle"/>
          </p:nvPr>
        </p:nvSpPr>
        <p:spPr>
          <a:xfrm>
            <a:off x="720000" y="2490038"/>
            <a:ext cx="3434700" cy="7689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92" name="Google Shape;192;p29"/>
          <p:cNvSpPr txBox="1"/>
          <p:nvPr>
            <p:ph idx="2" type="subTitle"/>
          </p:nvPr>
        </p:nvSpPr>
        <p:spPr>
          <a:xfrm>
            <a:off x="720000" y="2081113"/>
            <a:ext cx="3434700" cy="4089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93" name="Google Shape;193;p29"/>
          <p:cNvSpPr txBox="1"/>
          <p:nvPr/>
        </p:nvSpPr>
        <p:spPr>
          <a:xfrm>
            <a:off x="720000" y="3357250"/>
            <a:ext cx="3287700" cy="615600"/>
          </a:xfrm>
          <a:prstGeom prst="rect">
            <a:avLst/>
          </a:prstGeom>
          <a:noFill/>
          <a:ln>
            <a:noFill/>
          </a:ln>
        </p:spPr>
        <p:txBody>
          <a:bodyPr anchorCtr="0" anchor="ctr" bIns="91425" lIns="91425" spcFirstLastPara="1" rIns="91425" wrap="square" tIns="91425">
            <a:noAutofit/>
          </a:bodyPr>
          <a:lstStyle/>
          <a:p>
            <a:pPr indent="0" lvl="0" marL="0" rtl="0" algn="l">
              <a:lnSpc>
                <a:spcPct val="100000"/>
              </a:lnSpc>
              <a:spcBef>
                <a:spcPts val="0"/>
              </a:spcBef>
              <a:spcAft>
                <a:spcPts val="0"/>
              </a:spcAft>
              <a:buNone/>
            </a:pPr>
            <a:r>
              <a:rPr lang="en" sz="1200">
                <a:solidFill>
                  <a:schemeClr val="dk1"/>
                </a:solidFill>
                <a:latin typeface="Assistant"/>
                <a:ea typeface="Assistant"/>
                <a:cs typeface="Assistant"/>
                <a:sym typeface="Assistant"/>
              </a:rPr>
              <a:t>CREDITS: This presentation template was created by </a:t>
            </a:r>
            <a:r>
              <a:rPr b="1" lang="en" sz="1200">
                <a:solidFill>
                  <a:schemeClr val="dk1"/>
                </a:solidFill>
                <a:uFill>
                  <a:noFill/>
                </a:uFill>
                <a:latin typeface="Assistant"/>
                <a:ea typeface="Assistant"/>
                <a:cs typeface="Assistant"/>
                <a:sym typeface="Assistant"/>
                <a:hlinkClick r:id="rId2">
                  <a:extLst>
                    <a:ext uri="{A12FA001-AC4F-418D-AE19-62706E023703}">
                      <ahyp:hlinkClr val="tx"/>
                    </a:ext>
                  </a:extLst>
                </a:hlinkClick>
              </a:rPr>
              <a:t>Slidesgo</a:t>
            </a:r>
            <a:r>
              <a:rPr lang="en" sz="1200">
                <a:solidFill>
                  <a:schemeClr val="dk1"/>
                </a:solidFill>
                <a:latin typeface="Assistant"/>
                <a:ea typeface="Assistant"/>
                <a:cs typeface="Assistant"/>
                <a:sym typeface="Assistant"/>
              </a:rPr>
              <a:t>, and includes icons by </a:t>
            </a:r>
            <a:r>
              <a:rPr b="1" lang="en" sz="1200">
                <a:solidFill>
                  <a:schemeClr val="dk1"/>
                </a:solidFill>
                <a:uFill>
                  <a:noFill/>
                </a:uFill>
                <a:latin typeface="Assistant"/>
                <a:ea typeface="Assistant"/>
                <a:cs typeface="Assistant"/>
                <a:sym typeface="Assistant"/>
                <a:hlinkClick r:id="rId3">
                  <a:extLst>
                    <a:ext uri="{A12FA001-AC4F-418D-AE19-62706E023703}">
                      <ahyp:hlinkClr val="tx"/>
                    </a:ext>
                  </a:extLst>
                </a:hlinkClick>
              </a:rPr>
              <a:t>Flaticon</a:t>
            </a:r>
            <a:r>
              <a:rPr lang="en" sz="1200">
                <a:solidFill>
                  <a:schemeClr val="dk1"/>
                </a:solidFill>
                <a:latin typeface="Assistant"/>
                <a:ea typeface="Assistant"/>
                <a:cs typeface="Assistant"/>
                <a:sym typeface="Assistant"/>
              </a:rPr>
              <a:t>, and infographics and images by </a:t>
            </a:r>
            <a:r>
              <a:rPr b="1" lang="en" sz="1200">
                <a:solidFill>
                  <a:schemeClr val="dk1"/>
                </a:solidFill>
                <a:uFill>
                  <a:noFill/>
                </a:uFill>
                <a:latin typeface="Assistant"/>
                <a:ea typeface="Assistant"/>
                <a:cs typeface="Assistant"/>
                <a:sym typeface="Assistant"/>
                <a:hlinkClick r:id="rId4">
                  <a:extLst>
                    <a:ext uri="{A12FA001-AC4F-418D-AE19-62706E023703}">
                      <ahyp:hlinkClr val="tx"/>
                    </a:ext>
                  </a:extLst>
                </a:hlinkClick>
              </a:rPr>
              <a:t>Freepik</a:t>
            </a:r>
            <a:endParaRPr b="1" sz="1200">
              <a:solidFill>
                <a:schemeClr val="dk1"/>
              </a:solidFill>
              <a:latin typeface="Assistant"/>
              <a:ea typeface="Assistant"/>
              <a:cs typeface="Assistant"/>
              <a:sym typeface="Assistant"/>
            </a:endParaRP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9">
    <p:spTree>
      <p:nvGrpSpPr>
        <p:cNvPr id="194" name="Shape 194"/>
        <p:cNvGrpSpPr/>
        <p:nvPr/>
      </p:nvGrpSpPr>
      <p:grpSpPr>
        <a:xfrm>
          <a:off x="0" y="0"/>
          <a:ext cx="0" cy="0"/>
          <a:chOff x="0" y="0"/>
          <a:chExt cx="0" cy="0"/>
        </a:xfrm>
      </p:grpSpPr>
      <p:sp>
        <p:nvSpPr>
          <p:cNvPr id="195" name="Google Shape;195;p30"/>
          <p:cNvSpPr/>
          <p:nvPr/>
        </p:nvSpPr>
        <p:spPr>
          <a:xfrm>
            <a:off x="384150" y="247650"/>
            <a:ext cx="8375700" cy="46482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30"/>
          <p:cNvSpPr/>
          <p:nvPr/>
        </p:nvSpPr>
        <p:spPr>
          <a:xfrm>
            <a:off x="384150" y="247650"/>
            <a:ext cx="8375700" cy="8409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9_1">
    <p:spTree>
      <p:nvGrpSpPr>
        <p:cNvPr id="197" name="Shape 197"/>
        <p:cNvGrpSpPr/>
        <p:nvPr/>
      </p:nvGrpSpPr>
      <p:grpSpPr>
        <a:xfrm>
          <a:off x="0" y="0"/>
          <a:ext cx="0" cy="0"/>
          <a:chOff x="0" y="0"/>
          <a:chExt cx="0" cy="0"/>
        </a:xfrm>
      </p:grpSpPr>
      <p:sp>
        <p:nvSpPr>
          <p:cNvPr id="198" name="Google Shape;198;p31"/>
          <p:cNvSpPr/>
          <p:nvPr/>
        </p:nvSpPr>
        <p:spPr>
          <a:xfrm>
            <a:off x="384150" y="247650"/>
            <a:ext cx="8375700" cy="46482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99" name="Google Shape;199;p31"/>
          <p:cNvCxnSpPr/>
          <p:nvPr/>
        </p:nvCxnSpPr>
        <p:spPr>
          <a:xfrm>
            <a:off x="4572000" y="247650"/>
            <a:ext cx="0" cy="4648200"/>
          </a:xfrm>
          <a:prstGeom prst="straightConnector1">
            <a:avLst/>
          </a:prstGeom>
          <a:noFill/>
          <a:ln cap="flat" cmpd="sng" w="9525">
            <a:solidFill>
              <a:schemeClr val="dk1"/>
            </a:solidFill>
            <a:prstDash val="solid"/>
            <a:round/>
            <a:headEnd len="med" w="med" type="none"/>
            <a:tailEnd len="med" w="med" type="none"/>
          </a:ln>
        </p:spPr>
      </p:cxn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203" name="Shape 203"/>
        <p:cNvGrpSpPr/>
        <p:nvPr/>
      </p:nvGrpSpPr>
      <p:grpSpPr>
        <a:xfrm>
          <a:off x="0" y="0"/>
          <a:ext cx="0" cy="0"/>
          <a:chOff x="0" y="0"/>
          <a:chExt cx="0" cy="0"/>
        </a:xfrm>
      </p:grpSpPr>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204" name="Shape 204"/>
        <p:cNvGrpSpPr/>
        <p:nvPr/>
      </p:nvGrpSpPr>
      <p:grpSpPr>
        <a:xfrm>
          <a:off x="0" y="0"/>
          <a:ext cx="0" cy="0"/>
          <a:chOff x="0" y="0"/>
          <a:chExt cx="0" cy="0"/>
        </a:xfrm>
      </p:grpSpPr>
      <p:sp>
        <p:nvSpPr>
          <p:cNvPr id="205" name="Google Shape;205;p34"/>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slideLayout" Target="../slideLayouts/slideLayout29.xml"/><Relationship Id="rId7" Type="http://schemas.openxmlformats.org/officeDocument/2006/relationships/slideLayout" Target="../slideLayouts/slideLayout7.xml"/><Relationship Id="rId8" Type="http://schemas.openxmlformats.org/officeDocument/2006/relationships/slideLayout" Target="../slideLayouts/slideLayout8.xml"/><Relationship Id="rId31" Type="http://schemas.openxmlformats.org/officeDocument/2006/relationships/theme" Target="../theme/theme1.xml"/><Relationship Id="rId30" Type="http://schemas.openxmlformats.org/officeDocument/2006/relationships/slideLayout" Target="../slideLayouts/slideLayout30.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slideLayout" Target="../slideLayouts/slideLayout32.xml"/><Relationship Id="rId3"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dk2"/>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3100" y="445025"/>
            <a:ext cx="7717800" cy="5727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Clr>
                <a:schemeClr val="lt1"/>
              </a:buClr>
              <a:buSzPts val="3500"/>
              <a:buFont typeface="Libre Caslon Text"/>
              <a:buNone/>
              <a:defRPr sz="3500">
                <a:solidFill>
                  <a:schemeClr val="lt1"/>
                </a:solidFill>
                <a:latin typeface="Libre Caslon Text"/>
                <a:ea typeface="Libre Caslon Text"/>
                <a:cs typeface="Libre Caslon Text"/>
                <a:sym typeface="Libre Caslon Text"/>
              </a:defRPr>
            </a:lvl1pPr>
            <a:lvl2pPr lvl="1"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2pPr>
            <a:lvl3pPr lvl="2"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3pPr>
            <a:lvl4pPr lvl="3"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4pPr>
            <a:lvl5pPr lvl="4"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5pPr>
            <a:lvl6pPr lvl="5"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6pPr>
            <a:lvl7pPr lvl="6"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7pPr>
            <a:lvl8pPr lvl="7"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8pPr>
            <a:lvl9pPr lvl="8"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9pPr>
          </a:lstStyle>
          <a:p/>
        </p:txBody>
      </p:sp>
      <p:sp>
        <p:nvSpPr>
          <p:cNvPr id="7" name="Google Shape;7;p1"/>
          <p:cNvSpPr txBox="1"/>
          <p:nvPr>
            <p:ph idx="1" type="body"/>
          </p:nvPr>
        </p:nvSpPr>
        <p:spPr>
          <a:xfrm>
            <a:off x="713100" y="1152475"/>
            <a:ext cx="7717800" cy="3416400"/>
          </a:xfrm>
          <a:prstGeom prst="rect">
            <a:avLst/>
          </a:prstGeom>
          <a:noFill/>
          <a:ln>
            <a:noFill/>
          </a:ln>
        </p:spPr>
        <p:txBody>
          <a:bodyPr anchorCtr="0" anchor="ctr" bIns="91425" lIns="91425" spcFirstLastPara="1" rIns="91425" wrap="square" tIns="91425">
            <a:noAutofit/>
          </a:bodyPr>
          <a:lstStyle>
            <a:lvl1pPr indent="-317500" lvl="0" marL="457200">
              <a:lnSpc>
                <a:spcPct val="115000"/>
              </a:lnSpc>
              <a:spcBef>
                <a:spcPts val="0"/>
              </a:spcBef>
              <a:spcAft>
                <a:spcPts val="0"/>
              </a:spcAft>
              <a:buClr>
                <a:schemeClr val="dk1"/>
              </a:buClr>
              <a:buSzPts val="1400"/>
              <a:buFont typeface="Assistant"/>
              <a:buChar char="●"/>
              <a:defRPr>
                <a:solidFill>
                  <a:schemeClr val="dk1"/>
                </a:solidFill>
                <a:latin typeface="Assistant"/>
                <a:ea typeface="Assistant"/>
                <a:cs typeface="Assistant"/>
                <a:sym typeface="Assistant"/>
              </a:defRPr>
            </a:lvl1pPr>
            <a:lvl2pPr indent="-317500" lvl="1" marL="914400">
              <a:lnSpc>
                <a:spcPct val="115000"/>
              </a:lnSpc>
              <a:spcBef>
                <a:spcPts val="1600"/>
              </a:spcBef>
              <a:spcAft>
                <a:spcPts val="0"/>
              </a:spcAft>
              <a:buClr>
                <a:schemeClr val="dk1"/>
              </a:buClr>
              <a:buSzPts val="1400"/>
              <a:buFont typeface="Assistant"/>
              <a:buChar char="○"/>
              <a:defRPr>
                <a:solidFill>
                  <a:schemeClr val="dk1"/>
                </a:solidFill>
                <a:latin typeface="Assistant"/>
                <a:ea typeface="Assistant"/>
                <a:cs typeface="Assistant"/>
                <a:sym typeface="Assistant"/>
              </a:defRPr>
            </a:lvl2pPr>
            <a:lvl3pPr indent="-317500" lvl="2" marL="1371600">
              <a:lnSpc>
                <a:spcPct val="115000"/>
              </a:lnSpc>
              <a:spcBef>
                <a:spcPts val="1600"/>
              </a:spcBef>
              <a:spcAft>
                <a:spcPts val="0"/>
              </a:spcAft>
              <a:buClr>
                <a:schemeClr val="dk1"/>
              </a:buClr>
              <a:buSzPts val="1400"/>
              <a:buFont typeface="Assistant"/>
              <a:buChar char="■"/>
              <a:defRPr>
                <a:solidFill>
                  <a:schemeClr val="dk1"/>
                </a:solidFill>
                <a:latin typeface="Assistant"/>
                <a:ea typeface="Assistant"/>
                <a:cs typeface="Assistant"/>
                <a:sym typeface="Assistant"/>
              </a:defRPr>
            </a:lvl3pPr>
            <a:lvl4pPr indent="-317500" lvl="3" marL="1828800">
              <a:lnSpc>
                <a:spcPct val="115000"/>
              </a:lnSpc>
              <a:spcBef>
                <a:spcPts val="1600"/>
              </a:spcBef>
              <a:spcAft>
                <a:spcPts val="0"/>
              </a:spcAft>
              <a:buClr>
                <a:schemeClr val="dk1"/>
              </a:buClr>
              <a:buSzPts val="1400"/>
              <a:buFont typeface="Assistant"/>
              <a:buChar char="●"/>
              <a:defRPr>
                <a:solidFill>
                  <a:schemeClr val="dk1"/>
                </a:solidFill>
                <a:latin typeface="Assistant"/>
                <a:ea typeface="Assistant"/>
                <a:cs typeface="Assistant"/>
                <a:sym typeface="Assistant"/>
              </a:defRPr>
            </a:lvl4pPr>
            <a:lvl5pPr indent="-317500" lvl="4" marL="2286000">
              <a:lnSpc>
                <a:spcPct val="115000"/>
              </a:lnSpc>
              <a:spcBef>
                <a:spcPts val="1600"/>
              </a:spcBef>
              <a:spcAft>
                <a:spcPts val="0"/>
              </a:spcAft>
              <a:buClr>
                <a:schemeClr val="dk1"/>
              </a:buClr>
              <a:buSzPts val="1400"/>
              <a:buFont typeface="Assistant"/>
              <a:buChar char="○"/>
              <a:defRPr>
                <a:solidFill>
                  <a:schemeClr val="dk1"/>
                </a:solidFill>
                <a:latin typeface="Assistant"/>
                <a:ea typeface="Assistant"/>
                <a:cs typeface="Assistant"/>
                <a:sym typeface="Assistant"/>
              </a:defRPr>
            </a:lvl5pPr>
            <a:lvl6pPr indent="-317500" lvl="5" marL="2743200">
              <a:lnSpc>
                <a:spcPct val="115000"/>
              </a:lnSpc>
              <a:spcBef>
                <a:spcPts val="1600"/>
              </a:spcBef>
              <a:spcAft>
                <a:spcPts val="0"/>
              </a:spcAft>
              <a:buClr>
                <a:schemeClr val="dk1"/>
              </a:buClr>
              <a:buSzPts val="1400"/>
              <a:buFont typeface="Assistant"/>
              <a:buChar char="■"/>
              <a:defRPr>
                <a:solidFill>
                  <a:schemeClr val="dk1"/>
                </a:solidFill>
                <a:latin typeface="Assistant"/>
                <a:ea typeface="Assistant"/>
                <a:cs typeface="Assistant"/>
                <a:sym typeface="Assistant"/>
              </a:defRPr>
            </a:lvl6pPr>
            <a:lvl7pPr indent="-317500" lvl="6" marL="3200400">
              <a:lnSpc>
                <a:spcPct val="115000"/>
              </a:lnSpc>
              <a:spcBef>
                <a:spcPts val="1600"/>
              </a:spcBef>
              <a:spcAft>
                <a:spcPts val="0"/>
              </a:spcAft>
              <a:buClr>
                <a:schemeClr val="dk1"/>
              </a:buClr>
              <a:buSzPts val="1400"/>
              <a:buFont typeface="Assistant"/>
              <a:buChar char="●"/>
              <a:defRPr>
                <a:solidFill>
                  <a:schemeClr val="dk1"/>
                </a:solidFill>
                <a:latin typeface="Assistant"/>
                <a:ea typeface="Assistant"/>
                <a:cs typeface="Assistant"/>
                <a:sym typeface="Assistant"/>
              </a:defRPr>
            </a:lvl7pPr>
            <a:lvl8pPr indent="-317500" lvl="7" marL="3657600">
              <a:lnSpc>
                <a:spcPct val="115000"/>
              </a:lnSpc>
              <a:spcBef>
                <a:spcPts val="1600"/>
              </a:spcBef>
              <a:spcAft>
                <a:spcPts val="0"/>
              </a:spcAft>
              <a:buClr>
                <a:schemeClr val="dk1"/>
              </a:buClr>
              <a:buSzPts val="1400"/>
              <a:buFont typeface="Assistant"/>
              <a:buChar char="○"/>
              <a:defRPr>
                <a:solidFill>
                  <a:schemeClr val="dk1"/>
                </a:solidFill>
                <a:latin typeface="Assistant"/>
                <a:ea typeface="Assistant"/>
                <a:cs typeface="Assistant"/>
                <a:sym typeface="Assistant"/>
              </a:defRPr>
            </a:lvl8pPr>
            <a:lvl9pPr indent="-317500" lvl="8" marL="4114800">
              <a:lnSpc>
                <a:spcPct val="115000"/>
              </a:lnSpc>
              <a:spcBef>
                <a:spcPts val="1600"/>
              </a:spcBef>
              <a:spcAft>
                <a:spcPts val="1600"/>
              </a:spcAft>
              <a:buClr>
                <a:schemeClr val="dk1"/>
              </a:buClr>
              <a:buSzPts val="1400"/>
              <a:buFont typeface="Assistant"/>
              <a:buChar char="■"/>
              <a:defRPr>
                <a:solidFill>
                  <a:schemeClr val="dk1"/>
                </a:solidFill>
                <a:latin typeface="Assistant"/>
                <a:ea typeface="Assistant"/>
                <a:cs typeface="Assistant"/>
                <a:sym typeface="Assistant"/>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extLst>
    <p:ext uri="{27BBF7A9-308A-43DC-89C8-2F10F3537804}">
      <p15:sldGuideLst>
        <p15:guide id="1" orient="horz" pos="340">
          <p15:clr>
            <a:srgbClr val="EA4335"/>
          </p15:clr>
        </p15:guide>
        <p15:guide id="2" pos="449">
          <p15:clr>
            <a:srgbClr val="EA4335"/>
          </p15:clr>
        </p15:guide>
        <p15:guide id="3" orient="horz" pos="2900">
          <p15:clr>
            <a:srgbClr val="EA4335"/>
          </p15:clr>
        </p15:guide>
        <p15:guide id="4" pos="5311">
          <p15:clr>
            <a:srgbClr val="EA4335"/>
          </p15:clr>
        </p15:guide>
        <p15:guide id="5" pos="2880">
          <p15:clr>
            <a:srgbClr val="EA4335"/>
          </p15:clr>
        </p15:guide>
        <p15:guide id="6" orient="horz" pos="1620">
          <p15:clr>
            <a:srgbClr val="EA4335"/>
          </p15:clr>
        </p15:guide>
      </p15:sldGuideLst>
    </p:ext>
  </p:extLst>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200" name="Shape 200"/>
        <p:cNvGrpSpPr/>
        <p:nvPr/>
      </p:nvGrpSpPr>
      <p:grpSpPr>
        <a:xfrm>
          <a:off x="0" y="0"/>
          <a:ext cx="0" cy="0"/>
          <a:chOff x="0" y="0"/>
          <a:chExt cx="0" cy="0"/>
        </a:xfrm>
      </p:grpSpPr>
      <p:sp>
        <p:nvSpPr>
          <p:cNvPr id="201" name="Google Shape;201;p32"/>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None/>
              <a:defRPr sz="2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202" name="Google Shape;202;p32"/>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8" r:id="rId1"/>
    <p:sldLayoutId id="2147483679"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image13.jp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hyperlink" Target="http://bit.ly/2Tynxth" TargetMode="External"/><Relationship Id="rId4" Type="http://schemas.openxmlformats.org/officeDocument/2006/relationships/hyperlink" Target="http://bit.ly/30B07Gq" TargetMode="External"/><Relationship Id="rId9" Type="http://schemas.openxmlformats.org/officeDocument/2006/relationships/slide" Target="/ppt/slides/slide30.xml"/><Relationship Id="rId5" Type="http://schemas.openxmlformats.org/officeDocument/2006/relationships/hyperlink" Target="http://bit.ly/33VAFh3" TargetMode="External"/><Relationship Id="rId6" Type="http://schemas.openxmlformats.org/officeDocument/2006/relationships/slide" Target="/ppt/slides/slide35.xml"/><Relationship Id="rId7" Type="http://schemas.openxmlformats.org/officeDocument/2006/relationships/hyperlink" Target="https://slidesgo.com/slidesgo-school/powerpoint-tutorials/how-to-download-the-fonts-for-our-powerpoint-templates?utm_source=slidesgo_template&amp;utm_medium=referral-link&amp;utm_campaign=sg_credits&amp;utm_content=slidesgo-school" TargetMode="External"/><Relationship Id="rId8" Type="http://schemas.openxmlformats.org/officeDocument/2006/relationships/slide" Target="/ppt/slides/slide31.xml"/><Relationship Id="rId11" Type="http://schemas.openxmlformats.org/officeDocument/2006/relationships/slide" Target="/ppt/slides/slide33.xml"/><Relationship Id="rId10" Type="http://schemas.openxmlformats.org/officeDocument/2006/relationships/slide" Target="/ppt/slides/slide32.xml"/><Relationship Id="rId13" Type="http://schemas.openxmlformats.org/officeDocument/2006/relationships/slide" Target="/ppt/slides/slide35.xml"/><Relationship Id="rId12" Type="http://schemas.openxmlformats.org/officeDocument/2006/relationships/slide" Target="/ppt/slides/slide35.xml"/><Relationship Id="rId15" Type="http://schemas.openxmlformats.org/officeDocument/2006/relationships/hyperlink" Target="https://storyset.com/?utm_source=slidesgo_template&amp;utm_medium=referral-link&amp;utm_campaign=slidesgo_contents_of_this_template&amp;utm_term=storyset&amp;utm_content=storyset" TargetMode="External"/><Relationship Id="rId14" Type="http://schemas.openxmlformats.org/officeDocument/2006/relationships/slide" Target="/ppt/slides/slide36.xml"/><Relationship Id="rId17" Type="http://schemas.openxmlformats.org/officeDocument/2006/relationships/slide" Target="/ppt/slides/slide37.xml"/><Relationship Id="rId16" Type="http://schemas.openxmlformats.org/officeDocument/2006/relationships/slide" Target="/ppt/slides/slide37.xml"/><Relationship Id="rId18" Type="http://schemas.openxmlformats.org/officeDocument/2006/relationships/slide" Target="/ppt/slides/slide43.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4.xml"/><Relationship Id="rId3" Type="http://schemas.openxmlformats.org/officeDocument/2006/relationships/image" Target="../media/image11.jp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 Id="rId3" Type="http://schemas.openxmlformats.org/officeDocument/2006/relationships/image" Target="../media/image9.jp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7.xml"/><Relationship Id="rId3" Type="http://schemas.openxmlformats.org/officeDocument/2006/relationships/image" Target="../media/image16.jp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8.xml"/><Relationship Id="rId3" Type="http://schemas.openxmlformats.org/officeDocument/2006/relationships/image" Target="../media/image8.jp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9.xml"/><Relationship Id="rId3" Type="http://schemas.openxmlformats.org/officeDocument/2006/relationships/image" Target="../media/image19.jp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0.xml"/><Relationship Id="rId3" Type="http://schemas.openxmlformats.org/officeDocument/2006/relationships/image" Target="../media/image10.jp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2.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5F9QLzklh9DCIurbVFVfNQDSdaBI5shd9yhgTNFHJ-k/copy#gid=1654711040" TargetMode="External"/><Relationship Id="rId5" Type="http://schemas.openxmlformats.org/officeDocument/2006/relationships/image" Target="../media/image4.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4.xml"/><Relationship Id="rId3" Type="http://schemas.openxmlformats.org/officeDocument/2006/relationships/image" Target="../media/image12.jp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6.xml"/><Relationship Id="rId3" Type="http://schemas.openxmlformats.org/officeDocument/2006/relationships/image" Target="../media/image18.jpg"/></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7.xml"/><Relationship Id="rId3" Type="http://schemas.openxmlformats.org/officeDocument/2006/relationships/image" Target="../media/image15.jpg"/></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8.xml"/><Relationship Id="rId3" Type="http://schemas.openxmlformats.org/officeDocument/2006/relationships/image" Target="../media/image7.png"/></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9.xml"/><Relationship Id="rId3" Type="http://schemas.openxmlformats.org/officeDocument/2006/relationships/image" Target="../media/image14.jpg"/><Relationship Id="rId4" Type="http://schemas.openxmlformats.org/officeDocument/2006/relationships/image" Target="../media/image17.jpg"/></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0.xml"/><Relationship Id="rId3" Type="http://schemas.openxmlformats.org/officeDocument/2006/relationships/image" Target="../media/image21.png"/></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31.xml"/><Relationship Id="rId3" Type="http://schemas.openxmlformats.org/officeDocument/2006/relationships/hyperlink" Target="https://www.freepik.com/free-photo/crop-female-bra-jeans_5000047.htm#&amp;position=0&amp;from_view=user/?utm_source=slidesgo_template&amp;utm_medium=referral-link&amp;utm_campaign=s%20g_resources&amp;utm_content=freepik" TargetMode="External"/><Relationship Id="rId4" Type="http://schemas.openxmlformats.org/officeDocument/2006/relationships/hyperlink" Target="https://www.freepik.com/free-photo/woman-sitting-with-hurting-stomach_1926154.htm#&amp;position=7&amp;from_view=user/?utm_source=slidesgo_template&amp;utm_medium=referral-link&amp;utm_campaign=s%20g_resources&amp;utm_content=freepik" TargetMode="External"/><Relationship Id="rId5" Type="http://schemas.openxmlformats.org/officeDocument/2006/relationships/hyperlink" Target="https://www.freepik.com/free-photo/woman-with-hurting-stomach_1926150.htm#&amp;position=8&amp;from_view=user/?utm_source=slidesgo_template&amp;utm_medium=referral-link&amp;utm_campaign=s%20g_resources&amp;utm_content=freepik" TargetMode="External"/><Relationship Id="rId6" Type="http://schemas.openxmlformats.org/officeDocument/2006/relationships/hyperlink" Target="https://www.freepik.com/free-photo/beautiful-woman-with-vitiligo-posing_15034951.htm#&amp;position=13&amp;from_view=user/?utm_source=slidesgo_template&amp;utm_medium=referral-link&amp;utm_campaign=s%20g_resources&amp;utm_content=freepik" TargetMode="External"/><Relationship Id="rId7" Type="http://schemas.openxmlformats.org/officeDocument/2006/relationships/hyperlink" Target="https://www.freepik.com/free-photo/young-woman-showing-her-vitiligo-skin-parts_15034922.htm/?utm_source=slidesgo_template&amp;utm_medium=referral-link&amp;utm_campaign=s%20g_resources&amp;utm_content=freepik" TargetMode="External"/><Relationship Id="rId8" Type="http://schemas.openxmlformats.org/officeDocument/2006/relationships/hyperlink" Target="https://www.freepik.com/free-photo/tired-businesswoman-having-headache_1969396.htm#&amp;position=4&amp;from_view=user/?utm_source=slidesgo_template&amp;utm_medium=referral-link&amp;utm_campaign=s%20g_resources&amp;utm_content=freepik" TargetMode="Externa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2.xml"/><Relationship Id="rId3" Type="http://schemas.openxmlformats.org/officeDocument/2006/relationships/hyperlink" Target="https://www.freepik.com/free-photo/young-woman-suffering-from-stomach-pain_3480426.htm#&amp;position=3&amp;from_view=undefined/?utm_source=slidesgo_template&amp;utm_medium=referral-link&amp;utm_campaign=s%20g_resources&amp;utm_content=freepik" TargetMode="External"/><Relationship Id="rId4" Type="http://schemas.openxmlformats.org/officeDocument/2006/relationships/hyperlink" Target="https://www.freepik.com/free-photo/woman-with-eating-disorder-having-belly-pain_21795215.htm#&amp;position=1&amp;from_view=undefined/?utm_source=slidesgo_template&amp;utm_medium=referral-link&amp;utm_campaign=s%20g_resources&amp;utm_content=freepik" TargetMode="External"/><Relationship Id="rId9" Type="http://schemas.openxmlformats.org/officeDocument/2006/relationships/hyperlink" Target="https://www.freepik.com/free-photo/woman-touching-hurting-belly-bed_1935531.htm#&amp;position=13&amp;from_view=undefined/?utm_source=slidesgo_template&amp;utm_medium=referral-link&amp;utm_campaign=s%20g_resources&amp;utm_content=freepik" TargetMode="External"/><Relationship Id="rId5" Type="http://schemas.openxmlformats.org/officeDocument/2006/relationships/hyperlink" Target="https://www.freepik.com/free-photo/group-diverse-women-posing-bras-jeans_5014649.htm#&amp;position=21&amp;from_view=undefined/?utm_source=slidesgo_template&amp;utm_medium=referral-link&amp;utm_campaign=s%20g_resources&amp;utm_content=freepik" TargetMode="External"/><Relationship Id="rId6" Type="http://schemas.openxmlformats.org/officeDocument/2006/relationships/hyperlink" Target="https://www.freepik.com/free-photo/medium-shot-woman-posing_22380312.htm#&amp;position=19&amp;from_view=undefined/?utm_source=slidesgo_template&amp;utm_medium=referral-link&amp;utm_campaign=s%20g_resources&amp;utm_content=freepik" TargetMode="External"/><Relationship Id="rId7" Type="http://schemas.openxmlformats.org/officeDocument/2006/relationships/hyperlink" Target="https://www.freepik.com/free-photo/close-up-hand-covering-belly_12977277.htm#&amp;position=17&amp;from_view=undefined/?utm_source=slidesgo_template&amp;utm_medium=referral-link&amp;utm_campaign=s%20g_resources&amp;utm_content=freepik" TargetMode="External"/><Relationship Id="rId8" Type="http://schemas.openxmlformats.org/officeDocument/2006/relationships/hyperlink" Target="https://www.freepik.com/free-photo/close-up-young-woman-suffering-from-stomach-ache-against-gray-background_3004021.htm#&amp;position=15&amp;from_view=undefined/?utm_source=slidesgo_template&amp;utm_medium=referral-link&amp;utm_campaign=s%20g_resources&amp;utm_content=freepik" TargetMode="External"/><Relationship Id="rId11" Type="http://schemas.openxmlformats.org/officeDocument/2006/relationships/hyperlink" Target="https://www.freepik.com/free-photo/young-beautiful-plump-woman-loving-her-body_20505800.htm#&amp;position=9&amp;from_view=undefined/?utm_source=slidesgo_template&amp;utm_medium=referral-link&amp;utm_campaign=s%20g_resources&amp;utm_content=freepik" TargetMode="External"/><Relationship Id="rId10" Type="http://schemas.openxmlformats.org/officeDocument/2006/relationships/hyperlink" Target="https://www.freepik.com/free-photo/young-woman-struggling-with-eating-disorder_20282380.htm#&amp;position=11&amp;from_view=undefined/?utm_source=slidesgo_template&amp;utm_medium=referral-link&amp;utm_campaign=s%20g_resources&amp;utm_content=freepik" TargetMode="External"/><Relationship Id="rId13" Type="http://schemas.openxmlformats.org/officeDocument/2006/relationships/hyperlink" Target="https://www.freepik.com/free-photo/girl-having-period-pain_1977117.htm#&amp;position=5&amp;from_view=undefined/?utm_source=slidesgo_template&amp;utm_medium=referral-link&amp;utm_campaign=s%20g_resources&amp;utm_content=freepik" TargetMode="External"/><Relationship Id="rId12" Type="http://schemas.openxmlformats.org/officeDocument/2006/relationships/hyperlink" Target="https://www.freepik.com/free-photo/full-shot-woman-touching-belly_22380398.htm#&amp;position=7&amp;from_view=undefined/?utm_source=slidesgo_template&amp;utm_medium=referral-link&amp;utm_campaign=s%20g_resources&amp;utm_content=freepik" TargetMode="External"/><Relationship Id="rId15" Type="http://schemas.openxmlformats.org/officeDocument/2006/relationships/hyperlink" Target="https://www.freepik.com/free-photo/medium-shot-smiley-doctor-with-coat_12060722.htm#&amp;position=1&amp;from_view=undefined/?utm_source=slidesgo_template&amp;utm_medium=referral-link&amp;utm_campaign=s%20g_resources&amp;utm_content=freepik" TargetMode="External"/><Relationship Id="rId14" Type="http://schemas.openxmlformats.org/officeDocument/2006/relationships/hyperlink" Target="https://www.freepik.com/free-photo/close-up-health-worker_18776080.htm#&amp;position=3&amp;from_view=undefined/?utm_source=slidesgo_template&amp;utm_medium=referral-link&amp;utm_campaign=s%20g_resources&amp;utm_content=freepik" TargetMode="Externa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33.xml"/><Relationship Id="rId3" Type="http://schemas.openxmlformats.org/officeDocument/2006/relationships/hyperlink" Target="http://bit.ly/33VAFh3" TargetMode="External"/><Relationship Id="rId4" Type="http://schemas.openxmlformats.org/officeDocument/2006/relationships/hyperlink" Target="http://bit.ly/30B07Gq" TargetMode="External"/><Relationship Id="rId5" Type="http://schemas.openxmlformats.org/officeDocument/2006/relationships/hyperlink" Target="http://bit.ly/2PfT4lq" TargetMode="External"/><Relationship Id="rId6" Type="http://schemas.openxmlformats.org/officeDocument/2006/relationships/slide" Target="/ppt/slides/slide30.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34.xml"/><Relationship Id="rId3" Type="http://schemas.openxmlformats.org/officeDocument/2006/relationships/hyperlink" Target="http://bit.ly/2PfT4lq" TargetMode="External"/><Relationship Id="rId4" Type="http://schemas.openxmlformats.org/officeDocument/2006/relationships/slide" Target="/ppt/slides/slide3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35.xml"/><Relationship Id="rId3" Type="http://schemas.openxmlformats.org/officeDocument/2006/relationships/hyperlink" Target="https://fonts.google.com/specimen/Libre+Caslon+Text" TargetMode="External"/><Relationship Id="rId4" Type="http://schemas.openxmlformats.org/officeDocument/2006/relationships/hyperlink" Target="https://fonts.google.com/specimen/Assistant" TargetMode="Externa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36.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image" Target="../media/image2.gif"/><Relationship Id="rId9" Type="http://schemas.openxmlformats.org/officeDocument/2006/relationships/hyperlink" Target="https://storyset.com/bro?utm_source=slidesgo_template&amp;utm_medium=referral-link&amp;utm_campaign=slidesgo_final_slides&amp;utm_term=bro&amp;utm_content=storyset" TargetMode="External"/><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amico?utm_source=slidesgo_template&amp;utm_medium=referral-link&amp;utm_campaign=slidesgo_final_slides&amp;utm_term=amico&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rafiki?utm_source=slidesgo_template&amp;utm_medium=referral-link&amp;utm_campaign=slidesgo_final_slides&amp;utm_term=rafiki&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image" Target="../media/image5.gif"/><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1.gif"/><Relationship Id="rId14" Type="http://schemas.openxmlformats.org/officeDocument/2006/relationships/image" Target="../media/image6.gif"/><Relationship Id="rId17" Type="http://schemas.openxmlformats.org/officeDocument/2006/relationships/hyperlink" Target="https://storyset.com/cuate?utm_source=slidesgo_template&amp;utm_medium=referral-link&amp;utm_campaign=slidesgo_final_slides&amp;utm_term=cuate&amp;utm_content=storyset" TargetMode="External"/><Relationship Id="rId16" Type="http://schemas.openxmlformats.org/officeDocument/2006/relationships/image" Target="../media/image3.gif"/><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37.xml"/><Relationship Id="rId3" Type="http://schemas.openxmlformats.org/officeDocument/2006/relationships/hyperlink" Target="https://bit.ly/2ZjL1pd" TargetMode="Externa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3.xml"/><Relationship Id="rId3" Type="http://schemas.openxmlformats.org/officeDocument/2006/relationships/hyperlink" Target="https://chrome.google.com/webstore/detail/flaticon-for-gsuit-gslide/haekgjfnhhdkgfgmldhfokhmfkgmciba" TargetMode="Externa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9.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5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5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5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53.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54.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55.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56.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57.xml"/><Relationship Id="rId3" Type="http://schemas.openxmlformats.org/officeDocument/2006/relationships/hyperlink" Target="http://bit.ly/2PfT4lq" TargetMode="External"/><Relationship Id="rId4" Type="http://schemas.openxmlformats.org/officeDocument/2006/relationships/image" Target="../media/image20.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9" name="Shape 209"/>
        <p:cNvGrpSpPr/>
        <p:nvPr/>
      </p:nvGrpSpPr>
      <p:grpSpPr>
        <a:xfrm>
          <a:off x="0" y="0"/>
          <a:ext cx="0" cy="0"/>
          <a:chOff x="0" y="0"/>
          <a:chExt cx="0" cy="0"/>
        </a:xfrm>
      </p:grpSpPr>
      <p:sp>
        <p:nvSpPr>
          <p:cNvPr id="210" name="Google Shape;210;p35"/>
          <p:cNvSpPr/>
          <p:nvPr/>
        </p:nvSpPr>
        <p:spPr>
          <a:xfrm>
            <a:off x="384150" y="247650"/>
            <a:ext cx="8375700" cy="46482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35"/>
          <p:cNvSpPr txBox="1"/>
          <p:nvPr>
            <p:ph type="ctrTitle"/>
          </p:nvPr>
        </p:nvSpPr>
        <p:spPr>
          <a:xfrm>
            <a:off x="713100" y="640149"/>
            <a:ext cx="4083600" cy="3067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7700"/>
              <a:t>Ovarian </a:t>
            </a:r>
            <a:r>
              <a:rPr lang="en" sz="8100"/>
              <a:t>Torsion</a:t>
            </a:r>
            <a:r>
              <a:rPr lang="en" sz="4700">
                <a:solidFill>
                  <a:schemeClr val="dk1"/>
                </a:solidFill>
              </a:rPr>
              <a:t> </a:t>
            </a:r>
            <a:r>
              <a:rPr lang="en" sz="4700">
                <a:solidFill>
                  <a:schemeClr val="lt2"/>
                </a:solidFill>
              </a:rPr>
              <a:t>Clinical Case</a:t>
            </a:r>
            <a:endParaRPr sz="5000">
              <a:solidFill>
                <a:schemeClr val="lt2"/>
              </a:solidFill>
            </a:endParaRPr>
          </a:p>
        </p:txBody>
      </p:sp>
      <p:sp>
        <p:nvSpPr>
          <p:cNvPr id="212" name="Google Shape;212;p35"/>
          <p:cNvSpPr txBox="1"/>
          <p:nvPr>
            <p:ph idx="1" type="subTitle"/>
          </p:nvPr>
        </p:nvSpPr>
        <p:spPr>
          <a:xfrm>
            <a:off x="713160" y="3930475"/>
            <a:ext cx="4083600" cy="475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Here is where your presentation begins</a:t>
            </a:r>
            <a:endParaRPr/>
          </a:p>
        </p:txBody>
      </p:sp>
      <p:pic>
        <p:nvPicPr>
          <p:cNvPr id="213" name="Google Shape;213;p35"/>
          <p:cNvPicPr preferRelativeResize="0"/>
          <p:nvPr/>
        </p:nvPicPr>
        <p:blipFill rotWithShape="1">
          <a:blip r:embed="rId3">
            <a:alphaModFix/>
          </a:blip>
          <a:srcRect b="0" l="8488" r="40373" t="16212"/>
          <a:stretch/>
        </p:blipFill>
        <p:spPr>
          <a:xfrm>
            <a:off x="5121350" y="787000"/>
            <a:ext cx="3309548" cy="3619276"/>
          </a:xfrm>
          <a:prstGeom prst="rect">
            <a:avLst/>
          </a:prstGeom>
          <a:noFill/>
          <a:ln cap="flat" cmpd="sng" w="9525">
            <a:solidFill>
              <a:schemeClr val="dk1"/>
            </a:solidFill>
            <a:prstDash val="solid"/>
            <a:round/>
            <a:headEnd len="sm" w="sm" type="none"/>
            <a:tailEnd len="sm" w="sm" type="none"/>
          </a:ln>
        </p:spPr>
      </p:pic>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7" name="Shape 217"/>
        <p:cNvGrpSpPr/>
        <p:nvPr/>
      </p:nvGrpSpPr>
      <p:grpSpPr>
        <a:xfrm>
          <a:off x="0" y="0"/>
          <a:ext cx="0" cy="0"/>
          <a:chOff x="0" y="0"/>
          <a:chExt cx="0" cy="0"/>
        </a:xfrm>
      </p:grpSpPr>
      <p:sp>
        <p:nvSpPr>
          <p:cNvPr id="218" name="Google Shape;218;p36"/>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Contents of this template</a:t>
            </a:r>
            <a:endParaRPr/>
          </a:p>
        </p:txBody>
      </p:sp>
      <p:sp>
        <p:nvSpPr>
          <p:cNvPr id="219" name="Google Shape;219;p36"/>
          <p:cNvSpPr txBox="1"/>
          <p:nvPr>
            <p:ph idx="1" type="body"/>
          </p:nvPr>
        </p:nvSpPr>
        <p:spPr>
          <a:xfrm>
            <a:off x="720000" y="1215750"/>
            <a:ext cx="7704000" cy="3388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Here’s what you’ll find in this </a:t>
            </a:r>
            <a:r>
              <a:rPr b="1" lang="en">
                <a:uFill>
                  <a:noFill/>
                </a:uFill>
                <a:hlinkClick r:id="rId3"/>
              </a:rPr>
              <a:t>Slidesgo</a:t>
            </a:r>
            <a:r>
              <a:rPr lang="en"/>
              <a:t> template: </a:t>
            </a:r>
            <a:endParaRPr/>
          </a:p>
          <a:p>
            <a:pPr indent="-307975" lvl="0" marL="457200" rtl="0" algn="l">
              <a:spcBef>
                <a:spcPts val="0"/>
              </a:spcBef>
              <a:spcAft>
                <a:spcPts val="0"/>
              </a:spcAft>
              <a:buClr>
                <a:schemeClr val="dk1"/>
              </a:buClr>
              <a:buSzPts val="1250"/>
              <a:buAutoNum type="arabicPeriod"/>
            </a:pPr>
            <a:r>
              <a:rPr lang="en"/>
              <a:t>A slide structure based on a clinical case, which you can easily adapt to your needs. For more info on how to edit the template, please visit </a:t>
            </a:r>
            <a:r>
              <a:rPr b="1" lang="en">
                <a:uFill>
                  <a:noFill/>
                </a:uFill>
                <a:hlinkClick r:id="rId4"/>
              </a:rPr>
              <a:t>Slidesgo School</a:t>
            </a:r>
            <a:r>
              <a:rPr lang="en"/>
              <a:t> or read our </a:t>
            </a:r>
            <a:r>
              <a:rPr b="1" lang="en">
                <a:uFill>
                  <a:noFill/>
                </a:uFill>
                <a:hlinkClick r:id="rId5"/>
              </a:rPr>
              <a:t>FAQs</a:t>
            </a:r>
            <a:r>
              <a:rPr lang="en"/>
              <a:t>.</a:t>
            </a:r>
            <a:endParaRPr/>
          </a:p>
          <a:p>
            <a:pPr indent="-304800" lvl="0" marL="457200" rtl="0" algn="l">
              <a:spcBef>
                <a:spcPts val="0"/>
              </a:spcBef>
              <a:spcAft>
                <a:spcPts val="0"/>
              </a:spcAft>
              <a:buClr>
                <a:schemeClr val="dk1"/>
              </a:buClr>
              <a:buSzPts val="1200"/>
              <a:buAutoNum type="arabicPeriod"/>
            </a:pPr>
            <a:r>
              <a:rPr lang="en"/>
              <a:t>To view this template in PowerPoint with the correct fonts, download and install on your computer the </a:t>
            </a:r>
            <a:r>
              <a:rPr b="1" lang="en">
                <a:solidFill>
                  <a:schemeClr val="hlink"/>
                </a:solidFill>
                <a:uFill>
                  <a:noFill/>
                </a:uFill>
                <a:hlinkClick action="ppaction://hlinksldjump" r:id="rId6"/>
              </a:rPr>
              <a:t>fonts that we have used</a:t>
            </a:r>
            <a:r>
              <a:rPr lang="en"/>
              <a:t>. You can learn how to download and install fonts </a:t>
            </a:r>
            <a:r>
              <a:rPr b="1" lang="en">
                <a:uFill>
                  <a:noFill/>
                </a:uFill>
                <a:hlinkClick r:id="rId7"/>
              </a:rPr>
              <a:t>here</a:t>
            </a:r>
            <a:r>
              <a:rPr lang="en"/>
              <a:t>.</a:t>
            </a:r>
            <a:endParaRPr/>
          </a:p>
          <a:p>
            <a:pPr indent="-307975" lvl="0" marL="457200" rtl="0" algn="l">
              <a:spcBef>
                <a:spcPts val="0"/>
              </a:spcBef>
              <a:spcAft>
                <a:spcPts val="0"/>
              </a:spcAft>
              <a:buClr>
                <a:schemeClr val="dk1"/>
              </a:buClr>
              <a:buSzPts val="1250"/>
              <a:buAutoNum type="arabicPeriod"/>
            </a:pPr>
            <a:r>
              <a:rPr lang="en"/>
              <a:t>An assortment of graphic resources that are suitable for use in the presentation can be found in the </a:t>
            </a:r>
            <a:r>
              <a:rPr b="1" lang="en">
                <a:solidFill>
                  <a:schemeClr val="hlink"/>
                </a:solidFill>
                <a:uFill>
                  <a:noFill/>
                </a:uFill>
                <a:hlinkClick action="ppaction://hlinksldjump" r:id="rId8"/>
              </a:rPr>
              <a:t>alternative resources slide</a:t>
            </a:r>
            <a:r>
              <a:rPr lang="en"/>
              <a:t>.</a:t>
            </a:r>
            <a:endParaRPr/>
          </a:p>
          <a:p>
            <a:pPr indent="-307975" lvl="0" marL="457200" rtl="0" algn="l">
              <a:spcBef>
                <a:spcPts val="0"/>
              </a:spcBef>
              <a:spcAft>
                <a:spcPts val="0"/>
              </a:spcAft>
              <a:buClr>
                <a:schemeClr val="dk1"/>
              </a:buClr>
              <a:buSzPts val="1250"/>
              <a:buAutoNum type="arabicPeriod"/>
            </a:pPr>
            <a:r>
              <a:rPr lang="en"/>
              <a:t>A </a:t>
            </a:r>
            <a:r>
              <a:rPr b="1" lang="en">
                <a:solidFill>
                  <a:schemeClr val="hlink"/>
                </a:solidFill>
                <a:uFill>
                  <a:noFill/>
                </a:uFill>
                <a:hlinkClick action="ppaction://hlinksldjump" r:id="rId9"/>
              </a:rPr>
              <a:t>thanks slide</a:t>
            </a:r>
            <a:r>
              <a:rPr lang="en"/>
              <a:t>, which you must keep so that proper credits for our design are given.</a:t>
            </a:r>
            <a:endParaRPr/>
          </a:p>
          <a:p>
            <a:pPr indent="-307975" lvl="0" marL="457200" rtl="0" algn="l">
              <a:spcBef>
                <a:spcPts val="0"/>
              </a:spcBef>
              <a:spcAft>
                <a:spcPts val="0"/>
              </a:spcAft>
              <a:buClr>
                <a:schemeClr val="dk1"/>
              </a:buClr>
              <a:buSzPts val="1250"/>
              <a:buAutoNum type="arabicPeriod"/>
            </a:pPr>
            <a:r>
              <a:rPr lang="en"/>
              <a:t>A </a:t>
            </a:r>
            <a:r>
              <a:rPr b="1" lang="en">
                <a:solidFill>
                  <a:schemeClr val="hlink"/>
                </a:solidFill>
                <a:uFill>
                  <a:noFill/>
                </a:uFill>
                <a:hlinkClick action="ppaction://hlinksldjump" r:id="rId10"/>
              </a:rPr>
              <a:t>resources slide</a:t>
            </a:r>
            <a:r>
              <a:rPr lang="en"/>
              <a:t>, where you’ll find links to all the elements used in the template.</a:t>
            </a:r>
            <a:endParaRPr/>
          </a:p>
          <a:p>
            <a:pPr indent="-307975" lvl="0" marL="457200" rtl="0" algn="l">
              <a:spcBef>
                <a:spcPts val="0"/>
              </a:spcBef>
              <a:spcAft>
                <a:spcPts val="0"/>
              </a:spcAft>
              <a:buClr>
                <a:schemeClr val="dk1"/>
              </a:buClr>
              <a:buSzPts val="1250"/>
              <a:buAutoNum type="arabicPeriod"/>
            </a:pPr>
            <a:r>
              <a:rPr b="1" lang="en">
                <a:solidFill>
                  <a:schemeClr val="hlink"/>
                </a:solidFill>
                <a:uFill>
                  <a:noFill/>
                </a:uFill>
                <a:hlinkClick action="ppaction://hlinksldjump" r:id="rId11"/>
              </a:rPr>
              <a:t>Instructions for use</a:t>
            </a:r>
            <a:r>
              <a:rPr lang="en"/>
              <a:t>.</a:t>
            </a:r>
            <a:endParaRPr/>
          </a:p>
          <a:p>
            <a:pPr indent="-307975" lvl="0" marL="457200" rtl="0" algn="l">
              <a:spcBef>
                <a:spcPts val="0"/>
              </a:spcBef>
              <a:spcAft>
                <a:spcPts val="0"/>
              </a:spcAft>
              <a:buClr>
                <a:schemeClr val="dk1"/>
              </a:buClr>
              <a:buSzPts val="1250"/>
              <a:buAutoNum type="arabicPeriod"/>
            </a:pPr>
            <a:r>
              <a:rPr lang="en"/>
              <a:t>Final slides with:</a:t>
            </a:r>
            <a:endParaRPr/>
          </a:p>
          <a:p>
            <a:pPr indent="-307975" lvl="0" marL="914400" rtl="0" algn="l">
              <a:spcBef>
                <a:spcPts val="0"/>
              </a:spcBef>
              <a:spcAft>
                <a:spcPts val="0"/>
              </a:spcAft>
              <a:buClr>
                <a:schemeClr val="dk1"/>
              </a:buClr>
              <a:buSzPts val="1250"/>
              <a:buChar char="●"/>
            </a:pPr>
            <a:r>
              <a:rPr lang="en"/>
              <a:t>The</a:t>
            </a:r>
            <a:r>
              <a:rPr lang="en">
                <a:solidFill>
                  <a:schemeClr val="hlink"/>
                </a:solidFill>
                <a:uFill>
                  <a:noFill/>
                </a:uFill>
                <a:hlinkClick action="ppaction://hlinksldjump" r:id="rId12"/>
              </a:rPr>
              <a:t> </a:t>
            </a:r>
            <a:r>
              <a:rPr b="1" lang="en">
                <a:solidFill>
                  <a:schemeClr val="hlink"/>
                </a:solidFill>
                <a:uFill>
                  <a:noFill/>
                </a:uFill>
                <a:hlinkClick action="ppaction://hlinksldjump" r:id="rId13"/>
              </a:rPr>
              <a:t>fonts and colors</a:t>
            </a:r>
            <a:r>
              <a:rPr lang="en"/>
              <a:t> used in the template.</a:t>
            </a:r>
            <a:endParaRPr/>
          </a:p>
          <a:p>
            <a:pPr indent="-307975" lvl="0" marL="914400" rtl="0" algn="l">
              <a:spcBef>
                <a:spcPts val="0"/>
              </a:spcBef>
              <a:spcAft>
                <a:spcPts val="0"/>
              </a:spcAft>
              <a:buClr>
                <a:schemeClr val="dk1"/>
              </a:buClr>
              <a:buSzPts val="1250"/>
              <a:buChar char="●"/>
            </a:pPr>
            <a:r>
              <a:rPr lang="en"/>
              <a:t>A </a:t>
            </a:r>
            <a:r>
              <a:rPr b="1" lang="en">
                <a:solidFill>
                  <a:schemeClr val="hlink"/>
                </a:solidFill>
                <a:uFill>
                  <a:noFill/>
                </a:uFill>
                <a:hlinkClick action="ppaction://hlinksldjump" r:id="rId14"/>
              </a:rPr>
              <a:t>selection of illustrations.</a:t>
            </a:r>
            <a:r>
              <a:rPr lang="en"/>
              <a:t> You can also customize and animate them as you wish with the online editor. Visit</a:t>
            </a:r>
            <a:r>
              <a:rPr b="1" lang="en"/>
              <a:t> </a:t>
            </a:r>
            <a:r>
              <a:rPr b="1" lang="en">
                <a:uFill>
                  <a:noFill/>
                </a:uFill>
                <a:hlinkClick r:id="rId15"/>
              </a:rPr>
              <a:t>Storyset</a:t>
            </a:r>
            <a:r>
              <a:rPr lang="en"/>
              <a:t> to find more. </a:t>
            </a:r>
            <a:endParaRPr/>
          </a:p>
          <a:p>
            <a:pPr indent="-307975" lvl="0" marL="914400" rtl="0" algn="l">
              <a:spcBef>
                <a:spcPts val="0"/>
              </a:spcBef>
              <a:spcAft>
                <a:spcPts val="0"/>
              </a:spcAft>
              <a:buClr>
                <a:schemeClr val="dk1"/>
              </a:buClr>
              <a:buSzPts val="1250"/>
              <a:buChar char="●"/>
            </a:pPr>
            <a:r>
              <a:rPr lang="en"/>
              <a:t>More</a:t>
            </a:r>
            <a:r>
              <a:rPr lang="en">
                <a:solidFill>
                  <a:schemeClr val="hlink"/>
                </a:solidFill>
                <a:uFill>
                  <a:noFill/>
                </a:uFill>
                <a:hlinkClick action="ppaction://hlinksldjump" r:id="rId16"/>
              </a:rPr>
              <a:t> </a:t>
            </a:r>
            <a:r>
              <a:rPr b="1" lang="en">
                <a:solidFill>
                  <a:schemeClr val="hlink"/>
                </a:solidFill>
                <a:uFill>
                  <a:noFill/>
                </a:uFill>
                <a:hlinkClick action="ppaction://hlinksldjump" r:id="rId17"/>
              </a:rPr>
              <a:t>infographic resources</a:t>
            </a:r>
            <a:r>
              <a:rPr lang="en"/>
              <a:t>, whose size and color can be edited. </a:t>
            </a:r>
            <a:endParaRPr/>
          </a:p>
          <a:p>
            <a:pPr indent="-307975" lvl="0" marL="914400" rtl="0" algn="l">
              <a:spcBef>
                <a:spcPts val="0"/>
              </a:spcBef>
              <a:spcAft>
                <a:spcPts val="0"/>
              </a:spcAft>
              <a:buClr>
                <a:schemeClr val="dk1"/>
              </a:buClr>
              <a:buSzPts val="1250"/>
              <a:buChar char="●"/>
            </a:pPr>
            <a:r>
              <a:rPr lang="en"/>
              <a:t>Sets of </a:t>
            </a:r>
            <a:r>
              <a:rPr b="1" lang="en">
                <a:solidFill>
                  <a:schemeClr val="hlink"/>
                </a:solidFill>
                <a:uFill>
                  <a:noFill/>
                </a:uFill>
                <a:hlinkClick action="ppaction://hlinksldjump" r:id="rId18"/>
              </a:rPr>
              <a:t>customizabkle icons</a:t>
            </a:r>
            <a:r>
              <a:rPr lang="en"/>
              <a:t> of the following themes: general, business, avatar, creative process, education, help &amp; support, medical, nature, performing arts, SEO &amp; marketing, and teamwork.</a:t>
            </a:r>
            <a:endParaRPr/>
          </a:p>
          <a:p>
            <a:pPr indent="0" lvl="0" marL="0" rtl="0" algn="l">
              <a:spcBef>
                <a:spcPts val="0"/>
              </a:spcBef>
              <a:spcAft>
                <a:spcPts val="0"/>
              </a:spcAft>
              <a:buNone/>
            </a:pPr>
            <a:r>
              <a:rPr lang="en"/>
              <a:t>You can delete this slide when you’re done editing the presentation.</a:t>
            </a:r>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3" name="Shape 223"/>
        <p:cNvGrpSpPr/>
        <p:nvPr/>
      </p:nvGrpSpPr>
      <p:grpSpPr>
        <a:xfrm>
          <a:off x="0" y="0"/>
          <a:ext cx="0" cy="0"/>
          <a:chOff x="0" y="0"/>
          <a:chExt cx="0" cy="0"/>
        </a:xfrm>
      </p:grpSpPr>
      <p:sp>
        <p:nvSpPr>
          <p:cNvPr id="224" name="Google Shape;224;p37"/>
          <p:cNvSpPr txBox="1"/>
          <p:nvPr>
            <p:ph type="title"/>
          </p:nvPr>
        </p:nvSpPr>
        <p:spPr>
          <a:xfrm>
            <a:off x="720000" y="1742775"/>
            <a:ext cx="19995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The Patient</a:t>
            </a:r>
            <a:endParaRPr/>
          </a:p>
        </p:txBody>
      </p:sp>
      <p:sp>
        <p:nvSpPr>
          <p:cNvPr id="225" name="Google Shape;225;p37"/>
          <p:cNvSpPr txBox="1"/>
          <p:nvPr>
            <p:ph idx="9" type="title"/>
          </p:nvPr>
        </p:nvSpPr>
        <p:spPr>
          <a:xfrm>
            <a:off x="2146125" y="3532175"/>
            <a:ext cx="19995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Treatment</a:t>
            </a:r>
            <a:endParaRPr/>
          </a:p>
        </p:txBody>
      </p:sp>
      <p:sp>
        <p:nvSpPr>
          <p:cNvPr id="226" name="Google Shape;226;p37"/>
          <p:cNvSpPr txBox="1"/>
          <p:nvPr>
            <p:ph idx="14" type="subTitle"/>
          </p:nvPr>
        </p:nvSpPr>
        <p:spPr>
          <a:xfrm>
            <a:off x="2146125" y="4059900"/>
            <a:ext cx="1999500" cy="543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227" name="Google Shape;227;p37"/>
          <p:cNvSpPr txBox="1"/>
          <p:nvPr>
            <p:ph idx="15" type="title"/>
          </p:nvPr>
        </p:nvSpPr>
        <p:spPr>
          <a:xfrm>
            <a:off x="4998375" y="3532175"/>
            <a:ext cx="19995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Monitoring</a:t>
            </a:r>
            <a:endParaRPr/>
          </a:p>
        </p:txBody>
      </p:sp>
      <p:sp>
        <p:nvSpPr>
          <p:cNvPr id="228" name="Google Shape;228;p37"/>
          <p:cNvSpPr txBox="1"/>
          <p:nvPr>
            <p:ph idx="17" type="subTitle"/>
          </p:nvPr>
        </p:nvSpPr>
        <p:spPr>
          <a:xfrm>
            <a:off x="4998375" y="4059900"/>
            <a:ext cx="1999500" cy="543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229" name="Google Shape;229;p37"/>
          <p:cNvSpPr txBox="1"/>
          <p:nvPr>
            <p:ph idx="2" type="title"/>
          </p:nvPr>
        </p:nvSpPr>
        <p:spPr>
          <a:xfrm>
            <a:off x="1272750" y="1243450"/>
            <a:ext cx="894000" cy="456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230" name="Google Shape;230;p37"/>
          <p:cNvSpPr txBox="1"/>
          <p:nvPr>
            <p:ph idx="1" type="subTitle"/>
          </p:nvPr>
        </p:nvSpPr>
        <p:spPr>
          <a:xfrm>
            <a:off x="720000" y="2270475"/>
            <a:ext cx="1999500" cy="543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231" name="Google Shape;231;p37"/>
          <p:cNvSpPr txBox="1"/>
          <p:nvPr>
            <p:ph idx="3" type="title"/>
          </p:nvPr>
        </p:nvSpPr>
        <p:spPr>
          <a:xfrm>
            <a:off x="3572250" y="1742775"/>
            <a:ext cx="19995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Discussion</a:t>
            </a:r>
            <a:endParaRPr/>
          </a:p>
        </p:txBody>
      </p:sp>
      <p:sp>
        <p:nvSpPr>
          <p:cNvPr id="232" name="Google Shape;232;p37"/>
          <p:cNvSpPr txBox="1"/>
          <p:nvPr>
            <p:ph idx="5" type="subTitle"/>
          </p:nvPr>
        </p:nvSpPr>
        <p:spPr>
          <a:xfrm>
            <a:off x="3572250" y="2270475"/>
            <a:ext cx="1999500" cy="543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233" name="Google Shape;233;p37"/>
          <p:cNvSpPr txBox="1"/>
          <p:nvPr>
            <p:ph idx="6" type="title"/>
          </p:nvPr>
        </p:nvSpPr>
        <p:spPr>
          <a:xfrm>
            <a:off x="6424500" y="1742775"/>
            <a:ext cx="19995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Diagnosis</a:t>
            </a:r>
            <a:endParaRPr/>
          </a:p>
        </p:txBody>
      </p:sp>
      <p:sp>
        <p:nvSpPr>
          <p:cNvPr id="234" name="Google Shape;234;p37"/>
          <p:cNvSpPr txBox="1"/>
          <p:nvPr>
            <p:ph idx="4" type="title"/>
          </p:nvPr>
        </p:nvSpPr>
        <p:spPr>
          <a:xfrm>
            <a:off x="4125000" y="1243450"/>
            <a:ext cx="894000" cy="456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235" name="Google Shape;235;p37"/>
          <p:cNvSpPr txBox="1"/>
          <p:nvPr>
            <p:ph idx="7" type="title"/>
          </p:nvPr>
        </p:nvSpPr>
        <p:spPr>
          <a:xfrm>
            <a:off x="6977250" y="1243450"/>
            <a:ext cx="894000" cy="456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236" name="Google Shape;236;p37"/>
          <p:cNvSpPr txBox="1"/>
          <p:nvPr>
            <p:ph idx="8" type="subTitle"/>
          </p:nvPr>
        </p:nvSpPr>
        <p:spPr>
          <a:xfrm>
            <a:off x="6424500" y="2270475"/>
            <a:ext cx="1999500" cy="543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237" name="Google Shape;237;p37"/>
          <p:cNvSpPr txBox="1"/>
          <p:nvPr>
            <p:ph idx="13" type="title"/>
          </p:nvPr>
        </p:nvSpPr>
        <p:spPr>
          <a:xfrm>
            <a:off x="2698875" y="3033075"/>
            <a:ext cx="894000" cy="456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238" name="Google Shape;238;p37"/>
          <p:cNvSpPr txBox="1"/>
          <p:nvPr>
            <p:ph idx="16" type="title"/>
          </p:nvPr>
        </p:nvSpPr>
        <p:spPr>
          <a:xfrm>
            <a:off x="5551125" y="3033075"/>
            <a:ext cx="894000" cy="456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05</a:t>
            </a:r>
            <a:endParaRPr/>
          </a:p>
        </p:txBody>
      </p:sp>
      <p:sp>
        <p:nvSpPr>
          <p:cNvPr id="239" name="Google Shape;239;p37"/>
          <p:cNvSpPr txBox="1"/>
          <p:nvPr>
            <p:ph idx="18"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Table of contents</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3" name="Shape 243"/>
        <p:cNvGrpSpPr/>
        <p:nvPr/>
      </p:nvGrpSpPr>
      <p:grpSpPr>
        <a:xfrm>
          <a:off x="0" y="0"/>
          <a:ext cx="0" cy="0"/>
          <a:chOff x="0" y="0"/>
          <a:chExt cx="0" cy="0"/>
        </a:xfrm>
      </p:grpSpPr>
      <p:sp>
        <p:nvSpPr>
          <p:cNvPr id="244" name="Google Shape;244;p38"/>
          <p:cNvSpPr txBox="1"/>
          <p:nvPr>
            <p:ph type="title"/>
          </p:nvPr>
        </p:nvSpPr>
        <p:spPr>
          <a:xfrm flipH="1">
            <a:off x="4808400" y="1479150"/>
            <a:ext cx="3622500" cy="841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Introduction</a:t>
            </a:r>
            <a:endParaRPr/>
          </a:p>
        </p:txBody>
      </p:sp>
      <p:sp>
        <p:nvSpPr>
          <p:cNvPr id="245" name="Google Shape;245;p38"/>
          <p:cNvSpPr txBox="1"/>
          <p:nvPr>
            <p:ph idx="1" type="subTitle"/>
          </p:nvPr>
        </p:nvSpPr>
        <p:spPr>
          <a:xfrm flipH="1">
            <a:off x="4808400" y="2320950"/>
            <a:ext cx="3622500" cy="1343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You can</a:t>
            </a:r>
            <a:r>
              <a:rPr lang="en">
                <a:solidFill>
                  <a:schemeClr val="dk1"/>
                </a:solidFill>
              </a:rPr>
              <a:t> give here a brief description of the topic you want to talk about. </a:t>
            </a:r>
            <a:r>
              <a:rPr lang="en"/>
              <a:t>I</a:t>
            </a:r>
            <a:r>
              <a:rPr lang="en">
                <a:solidFill>
                  <a:schemeClr val="dk1"/>
                </a:solidFill>
              </a:rPr>
              <a:t>f you want to talk about Mercury, you </a:t>
            </a:r>
            <a:r>
              <a:rPr lang="en"/>
              <a:t>can </a:t>
            </a:r>
            <a:r>
              <a:rPr lang="en">
                <a:solidFill>
                  <a:schemeClr val="dk1"/>
                </a:solidFill>
              </a:rPr>
              <a:t>say that it’s the smallest planet of them all</a:t>
            </a:r>
            <a:endParaRPr>
              <a:solidFill>
                <a:schemeClr val="dk1"/>
              </a:solidFill>
            </a:endParaRPr>
          </a:p>
        </p:txBody>
      </p:sp>
      <p:pic>
        <p:nvPicPr>
          <p:cNvPr id="246" name="Google Shape;246;p38"/>
          <p:cNvPicPr preferRelativeResize="0"/>
          <p:nvPr/>
        </p:nvPicPr>
        <p:blipFill rotWithShape="1">
          <a:blip r:embed="rId3">
            <a:alphaModFix/>
          </a:blip>
          <a:srcRect b="0" l="21036" r="21042" t="0"/>
          <a:stretch/>
        </p:blipFill>
        <p:spPr>
          <a:xfrm>
            <a:off x="713100" y="539400"/>
            <a:ext cx="3529800" cy="4064700"/>
          </a:xfrm>
          <a:prstGeom prst="rect">
            <a:avLst/>
          </a:prstGeom>
          <a:noFill/>
          <a:ln cap="flat" cmpd="sng" w="9525">
            <a:solidFill>
              <a:schemeClr val="dk1"/>
            </a:solidFill>
            <a:prstDash val="solid"/>
            <a:round/>
            <a:headEnd len="sm" w="sm" type="none"/>
            <a:tailEnd len="sm" w="sm" type="none"/>
          </a:ln>
        </p:spPr>
      </p:pic>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0" name="Shape 250"/>
        <p:cNvGrpSpPr/>
        <p:nvPr/>
      </p:nvGrpSpPr>
      <p:grpSpPr>
        <a:xfrm>
          <a:off x="0" y="0"/>
          <a:ext cx="0" cy="0"/>
          <a:chOff x="0" y="0"/>
          <a:chExt cx="0" cy="0"/>
        </a:xfrm>
      </p:grpSpPr>
      <p:sp>
        <p:nvSpPr>
          <p:cNvPr id="251" name="Google Shape;251;p39"/>
          <p:cNvSpPr/>
          <p:nvPr/>
        </p:nvSpPr>
        <p:spPr>
          <a:xfrm>
            <a:off x="384150" y="247650"/>
            <a:ext cx="8375700" cy="46482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39"/>
          <p:cNvSpPr txBox="1"/>
          <p:nvPr>
            <p:ph type="title"/>
          </p:nvPr>
        </p:nvSpPr>
        <p:spPr>
          <a:xfrm>
            <a:off x="2646000" y="1451325"/>
            <a:ext cx="38520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The patient</a:t>
            </a:r>
            <a:endParaRPr/>
          </a:p>
        </p:txBody>
      </p:sp>
      <p:sp>
        <p:nvSpPr>
          <p:cNvPr id="253" name="Google Shape;253;p39"/>
          <p:cNvSpPr txBox="1"/>
          <p:nvPr>
            <p:ph idx="2" type="title"/>
          </p:nvPr>
        </p:nvSpPr>
        <p:spPr>
          <a:xfrm>
            <a:off x="3946050" y="539400"/>
            <a:ext cx="1251900" cy="912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254" name="Google Shape;254;p39"/>
          <p:cNvSpPr txBox="1"/>
          <p:nvPr>
            <p:ph idx="1" type="subTitle"/>
          </p:nvPr>
        </p:nvSpPr>
        <p:spPr>
          <a:xfrm>
            <a:off x="2646000" y="2293125"/>
            <a:ext cx="3852000" cy="515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can enter a subtitle here if you need it</a:t>
            </a:r>
            <a:endParaRPr/>
          </a:p>
        </p:txBody>
      </p:sp>
      <p:pic>
        <p:nvPicPr>
          <p:cNvPr id="255" name="Google Shape;255;p39"/>
          <p:cNvPicPr preferRelativeResize="0"/>
          <p:nvPr/>
        </p:nvPicPr>
        <p:blipFill rotWithShape="1">
          <a:blip r:embed="rId3">
            <a:alphaModFix/>
          </a:blip>
          <a:srcRect b="47253" l="0" r="0" t="19294"/>
          <a:stretch/>
        </p:blipFill>
        <p:spPr>
          <a:xfrm>
            <a:off x="713100" y="2880875"/>
            <a:ext cx="7717801" cy="1723227"/>
          </a:xfrm>
          <a:prstGeom prst="rect">
            <a:avLst/>
          </a:prstGeom>
          <a:noFill/>
          <a:ln cap="flat" cmpd="sng" w="9525">
            <a:solidFill>
              <a:schemeClr val="dk1"/>
            </a:solidFill>
            <a:prstDash val="solid"/>
            <a:round/>
            <a:headEnd len="sm" w="sm" type="none"/>
            <a:tailEnd len="sm" w="sm" type="none"/>
          </a:ln>
        </p:spPr>
      </p:pic>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9" name="Shape 259"/>
        <p:cNvGrpSpPr/>
        <p:nvPr/>
      </p:nvGrpSpPr>
      <p:grpSpPr>
        <a:xfrm>
          <a:off x="0" y="0"/>
          <a:ext cx="0" cy="0"/>
          <a:chOff x="0" y="0"/>
          <a:chExt cx="0" cy="0"/>
        </a:xfrm>
      </p:grpSpPr>
      <p:sp>
        <p:nvSpPr>
          <p:cNvPr id="260" name="Google Shape;260;p40"/>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Identifying</a:t>
            </a:r>
            <a:r>
              <a:rPr lang="en"/>
              <a:t> information</a:t>
            </a:r>
            <a:endParaRPr/>
          </a:p>
        </p:txBody>
      </p:sp>
      <p:sp>
        <p:nvSpPr>
          <p:cNvPr id="261" name="Google Shape;261;p40"/>
          <p:cNvSpPr txBox="1"/>
          <p:nvPr>
            <p:ph idx="2" type="title"/>
          </p:nvPr>
        </p:nvSpPr>
        <p:spPr>
          <a:xfrm>
            <a:off x="720002" y="2791625"/>
            <a:ext cx="20868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262" name="Google Shape;262;p40"/>
          <p:cNvSpPr txBox="1"/>
          <p:nvPr>
            <p:ph idx="1" type="subTitle"/>
          </p:nvPr>
        </p:nvSpPr>
        <p:spPr>
          <a:xfrm>
            <a:off x="720000" y="3319325"/>
            <a:ext cx="2086800" cy="746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It’s the closest planet to the Sun and the smallest in the Solar System</a:t>
            </a:r>
            <a:endParaRPr/>
          </a:p>
        </p:txBody>
      </p:sp>
      <p:sp>
        <p:nvSpPr>
          <p:cNvPr id="263" name="Google Shape;263;p40"/>
          <p:cNvSpPr txBox="1"/>
          <p:nvPr>
            <p:ph idx="3" type="title"/>
          </p:nvPr>
        </p:nvSpPr>
        <p:spPr>
          <a:xfrm>
            <a:off x="3528594" y="2791625"/>
            <a:ext cx="20868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264" name="Google Shape;264;p40"/>
          <p:cNvSpPr txBox="1"/>
          <p:nvPr>
            <p:ph idx="4" type="subTitle"/>
          </p:nvPr>
        </p:nvSpPr>
        <p:spPr>
          <a:xfrm>
            <a:off x="3528597" y="3319325"/>
            <a:ext cx="2086800" cy="746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a:t>
            </a:r>
            <a:endParaRPr/>
          </a:p>
        </p:txBody>
      </p:sp>
      <p:sp>
        <p:nvSpPr>
          <p:cNvPr id="265" name="Google Shape;265;p40"/>
          <p:cNvSpPr txBox="1"/>
          <p:nvPr>
            <p:ph idx="5" type="title"/>
          </p:nvPr>
        </p:nvSpPr>
        <p:spPr>
          <a:xfrm>
            <a:off x="6337192" y="2791625"/>
            <a:ext cx="20868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266" name="Google Shape;266;p40"/>
          <p:cNvSpPr txBox="1"/>
          <p:nvPr>
            <p:ph idx="6" type="subTitle"/>
          </p:nvPr>
        </p:nvSpPr>
        <p:spPr>
          <a:xfrm>
            <a:off x="6337200" y="3319325"/>
            <a:ext cx="2086800" cy="746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 of iron oxide dust</a:t>
            </a:r>
            <a:endParaRPr/>
          </a:p>
        </p:txBody>
      </p:sp>
      <p:grpSp>
        <p:nvGrpSpPr>
          <p:cNvPr id="267" name="Google Shape;267;p40"/>
          <p:cNvGrpSpPr/>
          <p:nvPr/>
        </p:nvGrpSpPr>
        <p:grpSpPr>
          <a:xfrm>
            <a:off x="1467452" y="2135959"/>
            <a:ext cx="591489" cy="394326"/>
            <a:chOff x="6656812" y="2029388"/>
            <a:chExt cx="368690" cy="245793"/>
          </a:xfrm>
        </p:grpSpPr>
        <p:sp>
          <p:nvSpPr>
            <p:cNvPr id="268" name="Google Shape;268;p40"/>
            <p:cNvSpPr/>
            <p:nvPr/>
          </p:nvSpPr>
          <p:spPr>
            <a:xfrm>
              <a:off x="6915475" y="2164007"/>
              <a:ext cx="73967" cy="73999"/>
            </a:xfrm>
            <a:custGeom>
              <a:rect b="b" l="l" r="r" t="t"/>
              <a:pathLst>
                <a:path extrusionOk="0" h="2323" w="2322">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40"/>
            <p:cNvSpPr/>
            <p:nvPr/>
          </p:nvSpPr>
          <p:spPr>
            <a:xfrm>
              <a:off x="6901427" y="2057070"/>
              <a:ext cx="51605" cy="31154"/>
            </a:xfrm>
            <a:custGeom>
              <a:rect b="b" l="l" r="r" t="t"/>
              <a:pathLst>
                <a:path extrusionOk="0" h="978" w="162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40"/>
            <p:cNvSpPr/>
            <p:nvPr/>
          </p:nvSpPr>
          <p:spPr>
            <a:xfrm>
              <a:off x="6901809" y="2091983"/>
              <a:ext cx="51605" cy="30358"/>
            </a:xfrm>
            <a:custGeom>
              <a:rect b="b" l="l" r="r" t="t"/>
              <a:pathLst>
                <a:path extrusionOk="0" h="953" w="162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40"/>
            <p:cNvSpPr/>
            <p:nvPr/>
          </p:nvSpPr>
          <p:spPr>
            <a:xfrm>
              <a:off x="6901809" y="2126099"/>
              <a:ext cx="51605" cy="30772"/>
            </a:xfrm>
            <a:custGeom>
              <a:rect b="b" l="l" r="r" t="t"/>
              <a:pathLst>
                <a:path extrusionOk="0" h="966" w="162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40"/>
            <p:cNvSpPr/>
            <p:nvPr/>
          </p:nvSpPr>
          <p:spPr>
            <a:xfrm>
              <a:off x="6959849" y="2057452"/>
              <a:ext cx="43641" cy="99419"/>
            </a:xfrm>
            <a:custGeom>
              <a:rect b="b" l="l" r="r" t="t"/>
              <a:pathLst>
                <a:path extrusionOk="0" h="3121" w="137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40"/>
            <p:cNvSpPr/>
            <p:nvPr/>
          </p:nvSpPr>
          <p:spPr>
            <a:xfrm>
              <a:off x="6835805" y="2075291"/>
              <a:ext cx="29243" cy="10257"/>
            </a:xfrm>
            <a:custGeom>
              <a:rect b="b" l="l" r="r" t="t"/>
              <a:pathLst>
                <a:path extrusionOk="0" h="322" w="918">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40"/>
            <p:cNvSpPr/>
            <p:nvPr/>
          </p:nvSpPr>
          <p:spPr>
            <a:xfrm>
              <a:off x="6700422" y="2074908"/>
              <a:ext cx="11022" cy="10257"/>
            </a:xfrm>
            <a:custGeom>
              <a:rect b="b" l="l" r="r" t="t"/>
              <a:pathLst>
                <a:path extrusionOk="0" h="322" w="346">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40"/>
            <p:cNvSpPr/>
            <p:nvPr/>
          </p:nvSpPr>
          <p:spPr>
            <a:xfrm>
              <a:off x="6706092" y="2098417"/>
              <a:ext cx="151375" cy="89162"/>
            </a:xfrm>
            <a:custGeom>
              <a:rect b="b" l="l" r="r" t="t"/>
              <a:pathLst>
                <a:path extrusionOk="0" h="2799" w="4752">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40"/>
            <p:cNvSpPr/>
            <p:nvPr/>
          </p:nvSpPr>
          <p:spPr>
            <a:xfrm>
              <a:off x="6656812" y="2029388"/>
              <a:ext cx="368690" cy="245793"/>
            </a:xfrm>
            <a:custGeom>
              <a:rect b="b" l="l" r="r" t="t"/>
              <a:pathLst>
                <a:path extrusionOk="0" h="7716" w="11574">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40"/>
            <p:cNvSpPr/>
            <p:nvPr/>
          </p:nvSpPr>
          <p:spPr>
            <a:xfrm>
              <a:off x="6681818" y="2057070"/>
              <a:ext cx="199540" cy="172622"/>
            </a:xfrm>
            <a:custGeom>
              <a:rect b="b" l="l" r="r" t="t"/>
              <a:pathLst>
                <a:path extrusionOk="0" h="5419" w="6264">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8" name="Google Shape;278;p40"/>
          <p:cNvGrpSpPr/>
          <p:nvPr/>
        </p:nvGrpSpPr>
        <p:grpSpPr>
          <a:xfrm>
            <a:off x="4345313" y="2046870"/>
            <a:ext cx="454129" cy="572711"/>
            <a:chOff x="8010427" y="3348503"/>
            <a:chExt cx="278795" cy="351615"/>
          </a:xfrm>
        </p:grpSpPr>
        <p:sp>
          <p:nvSpPr>
            <p:cNvPr id="279" name="Google Shape;279;p40"/>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40"/>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40"/>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40"/>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3" name="Google Shape;283;p40"/>
          <p:cNvGrpSpPr/>
          <p:nvPr/>
        </p:nvGrpSpPr>
        <p:grpSpPr>
          <a:xfrm>
            <a:off x="7127025" y="2083398"/>
            <a:ext cx="507162" cy="499422"/>
            <a:chOff x="7964906" y="2434073"/>
            <a:chExt cx="373627" cy="367925"/>
          </a:xfrm>
        </p:grpSpPr>
        <p:sp>
          <p:nvSpPr>
            <p:cNvPr id="284" name="Google Shape;284;p40"/>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40"/>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9" name="Shape 289"/>
        <p:cNvGrpSpPr/>
        <p:nvPr/>
      </p:nvGrpSpPr>
      <p:grpSpPr>
        <a:xfrm>
          <a:off x="0" y="0"/>
          <a:ext cx="0" cy="0"/>
          <a:chOff x="0" y="0"/>
          <a:chExt cx="0" cy="0"/>
        </a:xfrm>
      </p:grpSpPr>
      <p:sp>
        <p:nvSpPr>
          <p:cNvPr id="290" name="Google Shape;290;p41"/>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Patient medical history</a:t>
            </a:r>
            <a:endParaRPr/>
          </a:p>
        </p:txBody>
      </p:sp>
      <p:pic>
        <p:nvPicPr>
          <p:cNvPr id="291" name="Google Shape;291;p41"/>
          <p:cNvPicPr preferRelativeResize="0"/>
          <p:nvPr/>
        </p:nvPicPr>
        <p:blipFill rotWithShape="1">
          <a:blip r:embed="rId3">
            <a:alphaModFix/>
          </a:blip>
          <a:srcRect b="0" l="12308" r="17239" t="24704"/>
          <a:stretch/>
        </p:blipFill>
        <p:spPr>
          <a:xfrm>
            <a:off x="6515100" y="1408050"/>
            <a:ext cx="1908899" cy="3056502"/>
          </a:xfrm>
          <a:prstGeom prst="rect">
            <a:avLst/>
          </a:prstGeom>
          <a:noFill/>
          <a:ln cap="flat" cmpd="sng" w="9525">
            <a:solidFill>
              <a:schemeClr val="dk1"/>
            </a:solidFill>
            <a:prstDash val="solid"/>
            <a:round/>
            <a:headEnd len="sm" w="sm" type="none"/>
            <a:tailEnd len="sm" w="sm" type="none"/>
          </a:ln>
        </p:spPr>
      </p:pic>
      <p:sp>
        <p:nvSpPr>
          <p:cNvPr id="292" name="Google Shape;292;p41"/>
          <p:cNvSpPr txBox="1"/>
          <p:nvPr/>
        </p:nvSpPr>
        <p:spPr>
          <a:xfrm>
            <a:off x="713100" y="1408050"/>
            <a:ext cx="1618500" cy="5277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sz="2500">
                <a:solidFill>
                  <a:schemeClr val="lt1"/>
                </a:solidFill>
                <a:latin typeface="Libre Caslon Text"/>
                <a:ea typeface="Libre Caslon Text"/>
                <a:cs typeface="Libre Caslon Text"/>
                <a:sym typeface="Libre Caslon Text"/>
              </a:rPr>
              <a:t>Age:</a:t>
            </a:r>
            <a:endParaRPr sz="2500">
              <a:solidFill>
                <a:schemeClr val="lt1"/>
              </a:solidFill>
              <a:latin typeface="Libre Caslon Text"/>
              <a:ea typeface="Libre Caslon Text"/>
              <a:cs typeface="Libre Caslon Text"/>
              <a:sym typeface="Libre Caslon Text"/>
            </a:endParaRPr>
          </a:p>
        </p:txBody>
      </p:sp>
      <p:sp>
        <p:nvSpPr>
          <p:cNvPr id="293" name="Google Shape;293;p41"/>
          <p:cNvSpPr txBox="1"/>
          <p:nvPr/>
        </p:nvSpPr>
        <p:spPr>
          <a:xfrm>
            <a:off x="2331600" y="1408050"/>
            <a:ext cx="1234500" cy="527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Assistant"/>
                <a:ea typeface="Assistant"/>
                <a:cs typeface="Assistant"/>
                <a:sym typeface="Assistant"/>
              </a:rPr>
              <a:t>25</a:t>
            </a:r>
            <a:endParaRPr>
              <a:solidFill>
                <a:schemeClr val="dk1"/>
              </a:solidFill>
              <a:latin typeface="Assistant"/>
              <a:ea typeface="Assistant"/>
              <a:cs typeface="Assistant"/>
              <a:sym typeface="Assistant"/>
            </a:endParaRPr>
          </a:p>
        </p:txBody>
      </p:sp>
      <p:sp>
        <p:nvSpPr>
          <p:cNvPr id="294" name="Google Shape;294;p41"/>
          <p:cNvSpPr txBox="1"/>
          <p:nvPr/>
        </p:nvSpPr>
        <p:spPr>
          <a:xfrm>
            <a:off x="713100" y="2192925"/>
            <a:ext cx="1618500" cy="5277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sz="2500">
                <a:solidFill>
                  <a:schemeClr val="lt1"/>
                </a:solidFill>
                <a:latin typeface="Libre Caslon Text"/>
                <a:ea typeface="Libre Caslon Text"/>
                <a:cs typeface="Libre Caslon Text"/>
                <a:sym typeface="Libre Caslon Text"/>
              </a:rPr>
              <a:t>Gender:</a:t>
            </a:r>
            <a:endParaRPr sz="2500">
              <a:solidFill>
                <a:schemeClr val="lt1"/>
              </a:solidFill>
              <a:latin typeface="Libre Caslon Text"/>
              <a:ea typeface="Libre Caslon Text"/>
              <a:cs typeface="Libre Caslon Text"/>
              <a:sym typeface="Libre Caslon Text"/>
            </a:endParaRPr>
          </a:p>
        </p:txBody>
      </p:sp>
      <p:sp>
        <p:nvSpPr>
          <p:cNvPr id="295" name="Google Shape;295;p41"/>
          <p:cNvSpPr txBox="1"/>
          <p:nvPr/>
        </p:nvSpPr>
        <p:spPr>
          <a:xfrm>
            <a:off x="2331600" y="2192925"/>
            <a:ext cx="1234500" cy="527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Assistant"/>
                <a:ea typeface="Assistant"/>
                <a:cs typeface="Assistant"/>
                <a:sym typeface="Assistant"/>
              </a:rPr>
              <a:t>Female</a:t>
            </a:r>
            <a:endParaRPr>
              <a:solidFill>
                <a:schemeClr val="dk1"/>
              </a:solidFill>
              <a:latin typeface="Assistant"/>
              <a:ea typeface="Assistant"/>
              <a:cs typeface="Assistant"/>
              <a:sym typeface="Assistant"/>
            </a:endParaRPr>
          </a:p>
        </p:txBody>
      </p:sp>
      <p:sp>
        <p:nvSpPr>
          <p:cNvPr id="296" name="Google Shape;296;p41"/>
          <p:cNvSpPr txBox="1"/>
          <p:nvPr/>
        </p:nvSpPr>
        <p:spPr>
          <a:xfrm>
            <a:off x="3566100" y="1408050"/>
            <a:ext cx="1618500" cy="5277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sz="2500">
                <a:solidFill>
                  <a:schemeClr val="lt1"/>
                </a:solidFill>
                <a:latin typeface="Libre Caslon Text"/>
                <a:ea typeface="Libre Caslon Text"/>
                <a:cs typeface="Libre Caslon Text"/>
                <a:sym typeface="Libre Caslon Text"/>
              </a:rPr>
              <a:t>Allergies:</a:t>
            </a:r>
            <a:endParaRPr sz="2500">
              <a:solidFill>
                <a:schemeClr val="lt1"/>
              </a:solidFill>
              <a:latin typeface="Libre Caslon Text"/>
              <a:ea typeface="Libre Caslon Text"/>
              <a:cs typeface="Libre Caslon Text"/>
              <a:sym typeface="Libre Caslon Text"/>
            </a:endParaRPr>
          </a:p>
        </p:txBody>
      </p:sp>
      <p:sp>
        <p:nvSpPr>
          <p:cNvPr id="297" name="Google Shape;297;p41"/>
          <p:cNvSpPr txBox="1"/>
          <p:nvPr/>
        </p:nvSpPr>
        <p:spPr>
          <a:xfrm>
            <a:off x="5184600" y="1408050"/>
            <a:ext cx="1234500" cy="527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Assistant"/>
                <a:ea typeface="Assistant"/>
                <a:cs typeface="Assistant"/>
                <a:sym typeface="Assistant"/>
              </a:rPr>
              <a:t>None</a:t>
            </a:r>
            <a:endParaRPr>
              <a:solidFill>
                <a:schemeClr val="dk1"/>
              </a:solidFill>
              <a:latin typeface="Assistant"/>
              <a:ea typeface="Assistant"/>
              <a:cs typeface="Assistant"/>
              <a:sym typeface="Assistant"/>
            </a:endParaRPr>
          </a:p>
        </p:txBody>
      </p:sp>
      <p:sp>
        <p:nvSpPr>
          <p:cNvPr id="298" name="Google Shape;298;p41"/>
          <p:cNvSpPr txBox="1"/>
          <p:nvPr/>
        </p:nvSpPr>
        <p:spPr>
          <a:xfrm>
            <a:off x="3566100" y="2192925"/>
            <a:ext cx="1618500" cy="5277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sz="2500">
                <a:solidFill>
                  <a:schemeClr val="lt1"/>
                </a:solidFill>
                <a:latin typeface="Libre Caslon Text"/>
                <a:ea typeface="Libre Caslon Text"/>
                <a:cs typeface="Libre Caslon Text"/>
                <a:sym typeface="Libre Caslon Text"/>
              </a:rPr>
              <a:t>Location</a:t>
            </a:r>
            <a:r>
              <a:rPr lang="en" sz="2500">
                <a:solidFill>
                  <a:schemeClr val="lt1"/>
                </a:solidFill>
                <a:latin typeface="Libre Caslon Text"/>
                <a:ea typeface="Libre Caslon Text"/>
                <a:cs typeface="Libre Caslon Text"/>
                <a:sym typeface="Libre Caslon Text"/>
              </a:rPr>
              <a:t>:</a:t>
            </a:r>
            <a:endParaRPr sz="2500">
              <a:solidFill>
                <a:schemeClr val="lt1"/>
              </a:solidFill>
              <a:latin typeface="Libre Caslon Text"/>
              <a:ea typeface="Libre Caslon Text"/>
              <a:cs typeface="Libre Caslon Text"/>
              <a:sym typeface="Libre Caslon Text"/>
            </a:endParaRPr>
          </a:p>
        </p:txBody>
      </p:sp>
      <p:sp>
        <p:nvSpPr>
          <p:cNvPr id="299" name="Google Shape;299;p41"/>
          <p:cNvSpPr txBox="1"/>
          <p:nvPr/>
        </p:nvSpPr>
        <p:spPr>
          <a:xfrm>
            <a:off x="5184600" y="2192925"/>
            <a:ext cx="1234500" cy="527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Assistant"/>
                <a:ea typeface="Assistant"/>
                <a:cs typeface="Assistant"/>
                <a:sym typeface="Assistant"/>
              </a:rPr>
              <a:t>Madrid, Spain</a:t>
            </a:r>
            <a:endParaRPr>
              <a:solidFill>
                <a:schemeClr val="dk1"/>
              </a:solidFill>
              <a:latin typeface="Assistant"/>
              <a:ea typeface="Assistant"/>
              <a:cs typeface="Assistant"/>
              <a:sym typeface="Assistant"/>
            </a:endParaRPr>
          </a:p>
        </p:txBody>
      </p:sp>
      <p:sp>
        <p:nvSpPr>
          <p:cNvPr id="300" name="Google Shape;300;p41"/>
          <p:cNvSpPr txBox="1"/>
          <p:nvPr/>
        </p:nvSpPr>
        <p:spPr>
          <a:xfrm>
            <a:off x="713100" y="3484700"/>
            <a:ext cx="1659900" cy="5277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500">
                <a:solidFill>
                  <a:schemeClr val="lt1"/>
                </a:solidFill>
                <a:latin typeface="Libre Caslon Text"/>
                <a:ea typeface="Libre Caslon Text"/>
                <a:cs typeface="Libre Caslon Text"/>
                <a:sym typeface="Libre Caslon Text"/>
              </a:rPr>
              <a:t>2005</a:t>
            </a:r>
            <a:endParaRPr sz="2500">
              <a:solidFill>
                <a:schemeClr val="lt1"/>
              </a:solidFill>
              <a:latin typeface="Libre Caslon Text"/>
              <a:ea typeface="Libre Caslon Text"/>
              <a:cs typeface="Libre Caslon Text"/>
              <a:sym typeface="Libre Caslon Text"/>
            </a:endParaRPr>
          </a:p>
        </p:txBody>
      </p:sp>
      <p:sp>
        <p:nvSpPr>
          <p:cNvPr id="301" name="Google Shape;301;p41"/>
          <p:cNvSpPr txBox="1"/>
          <p:nvPr/>
        </p:nvSpPr>
        <p:spPr>
          <a:xfrm>
            <a:off x="713100" y="4012400"/>
            <a:ext cx="1659900" cy="543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Assistant"/>
                <a:ea typeface="Assistant"/>
                <a:cs typeface="Assistant"/>
                <a:sym typeface="Assistant"/>
              </a:rPr>
              <a:t>Despite being red, Mars is a cold place</a:t>
            </a:r>
            <a:endParaRPr>
              <a:solidFill>
                <a:schemeClr val="dk1"/>
              </a:solidFill>
              <a:latin typeface="Assistant"/>
              <a:ea typeface="Assistant"/>
              <a:cs typeface="Assistant"/>
              <a:sym typeface="Assistant"/>
            </a:endParaRPr>
          </a:p>
        </p:txBody>
      </p:sp>
      <p:sp>
        <p:nvSpPr>
          <p:cNvPr id="302" name="Google Shape;302;p41"/>
          <p:cNvSpPr txBox="1"/>
          <p:nvPr/>
        </p:nvSpPr>
        <p:spPr>
          <a:xfrm>
            <a:off x="2578475" y="3484700"/>
            <a:ext cx="1659900" cy="5277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500">
                <a:solidFill>
                  <a:schemeClr val="lt1"/>
                </a:solidFill>
                <a:latin typeface="Libre Caslon Text"/>
                <a:ea typeface="Libre Caslon Text"/>
                <a:cs typeface="Libre Caslon Text"/>
                <a:sym typeface="Libre Caslon Text"/>
              </a:rPr>
              <a:t>2015</a:t>
            </a:r>
            <a:endParaRPr sz="2500">
              <a:solidFill>
                <a:schemeClr val="lt1"/>
              </a:solidFill>
              <a:latin typeface="Libre Caslon Text"/>
              <a:ea typeface="Libre Caslon Text"/>
              <a:cs typeface="Libre Caslon Text"/>
              <a:sym typeface="Libre Caslon Text"/>
            </a:endParaRPr>
          </a:p>
        </p:txBody>
      </p:sp>
      <p:sp>
        <p:nvSpPr>
          <p:cNvPr id="303" name="Google Shape;303;p41"/>
          <p:cNvSpPr txBox="1"/>
          <p:nvPr/>
        </p:nvSpPr>
        <p:spPr>
          <a:xfrm>
            <a:off x="2578475" y="4012400"/>
            <a:ext cx="1659900" cy="543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Assistant"/>
                <a:ea typeface="Assistant"/>
                <a:cs typeface="Assistant"/>
                <a:sym typeface="Assistant"/>
              </a:rPr>
              <a:t>Mercury is the smallest planet</a:t>
            </a:r>
            <a:endParaRPr>
              <a:solidFill>
                <a:schemeClr val="dk1"/>
              </a:solidFill>
              <a:latin typeface="Assistant"/>
              <a:ea typeface="Assistant"/>
              <a:cs typeface="Assistant"/>
              <a:sym typeface="Assistant"/>
            </a:endParaRPr>
          </a:p>
        </p:txBody>
      </p:sp>
      <p:sp>
        <p:nvSpPr>
          <p:cNvPr id="304" name="Google Shape;304;p41"/>
          <p:cNvSpPr txBox="1"/>
          <p:nvPr/>
        </p:nvSpPr>
        <p:spPr>
          <a:xfrm>
            <a:off x="4443850" y="3484700"/>
            <a:ext cx="1659900" cy="5277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500">
                <a:solidFill>
                  <a:schemeClr val="lt1"/>
                </a:solidFill>
                <a:latin typeface="Libre Caslon Text"/>
                <a:ea typeface="Libre Caslon Text"/>
                <a:cs typeface="Libre Caslon Text"/>
                <a:sym typeface="Libre Caslon Text"/>
              </a:rPr>
              <a:t>2020</a:t>
            </a:r>
            <a:endParaRPr sz="2500">
              <a:solidFill>
                <a:schemeClr val="lt1"/>
              </a:solidFill>
              <a:latin typeface="Libre Caslon Text"/>
              <a:ea typeface="Libre Caslon Text"/>
              <a:cs typeface="Libre Caslon Text"/>
              <a:sym typeface="Libre Caslon Text"/>
            </a:endParaRPr>
          </a:p>
        </p:txBody>
      </p:sp>
      <p:sp>
        <p:nvSpPr>
          <p:cNvPr id="305" name="Google Shape;305;p41"/>
          <p:cNvSpPr txBox="1"/>
          <p:nvPr/>
        </p:nvSpPr>
        <p:spPr>
          <a:xfrm>
            <a:off x="4443850" y="4012400"/>
            <a:ext cx="1659900" cy="543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Assistant"/>
                <a:ea typeface="Assistant"/>
                <a:cs typeface="Assistant"/>
                <a:sym typeface="Assistant"/>
              </a:rPr>
              <a:t>Jupiter is the biggest planet</a:t>
            </a:r>
            <a:endParaRPr>
              <a:solidFill>
                <a:schemeClr val="dk1"/>
              </a:solidFill>
              <a:latin typeface="Assistant"/>
              <a:ea typeface="Assistant"/>
              <a:cs typeface="Assistant"/>
              <a:sym typeface="Assistant"/>
            </a:endParaRPr>
          </a:p>
        </p:txBody>
      </p:sp>
      <p:cxnSp>
        <p:nvCxnSpPr>
          <p:cNvPr id="306" name="Google Shape;306;p41"/>
          <p:cNvCxnSpPr>
            <a:stCxn id="300" idx="3"/>
            <a:endCxn id="302" idx="1"/>
          </p:cNvCxnSpPr>
          <p:nvPr/>
        </p:nvCxnSpPr>
        <p:spPr>
          <a:xfrm>
            <a:off x="2373000" y="3748550"/>
            <a:ext cx="205500" cy="0"/>
          </a:xfrm>
          <a:prstGeom prst="straightConnector1">
            <a:avLst/>
          </a:prstGeom>
          <a:noFill/>
          <a:ln cap="flat" cmpd="sng" w="9525">
            <a:solidFill>
              <a:schemeClr val="dk1"/>
            </a:solidFill>
            <a:prstDash val="solid"/>
            <a:round/>
            <a:headEnd len="med" w="med" type="none"/>
            <a:tailEnd len="med" w="med" type="none"/>
          </a:ln>
        </p:spPr>
      </p:cxnSp>
      <p:cxnSp>
        <p:nvCxnSpPr>
          <p:cNvPr id="307" name="Google Shape;307;p41"/>
          <p:cNvCxnSpPr>
            <a:stCxn id="302" idx="3"/>
            <a:endCxn id="304" idx="1"/>
          </p:cNvCxnSpPr>
          <p:nvPr/>
        </p:nvCxnSpPr>
        <p:spPr>
          <a:xfrm>
            <a:off x="4238375" y="3748550"/>
            <a:ext cx="205500" cy="0"/>
          </a:xfrm>
          <a:prstGeom prst="straightConnector1">
            <a:avLst/>
          </a:prstGeom>
          <a:noFill/>
          <a:ln cap="flat" cmpd="sng" w="9525">
            <a:solidFill>
              <a:schemeClr val="dk1"/>
            </a:solidFill>
            <a:prstDash val="solid"/>
            <a:round/>
            <a:headEnd len="med" w="med" type="none"/>
            <a:tailEnd len="med" w="med" type="none"/>
          </a:ln>
        </p:spPr>
      </p:cxn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1" name="Shape 311"/>
        <p:cNvGrpSpPr/>
        <p:nvPr/>
      </p:nvGrpSpPr>
      <p:grpSpPr>
        <a:xfrm>
          <a:off x="0" y="0"/>
          <a:ext cx="0" cy="0"/>
          <a:chOff x="0" y="0"/>
          <a:chExt cx="0" cy="0"/>
        </a:xfrm>
      </p:grpSpPr>
      <p:sp>
        <p:nvSpPr>
          <p:cNvPr id="312" name="Google Shape;312;p42"/>
          <p:cNvSpPr/>
          <p:nvPr/>
        </p:nvSpPr>
        <p:spPr>
          <a:xfrm>
            <a:off x="384150" y="247650"/>
            <a:ext cx="8375700" cy="46482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13" name="Google Shape;313;p42"/>
          <p:cNvCxnSpPr/>
          <p:nvPr/>
        </p:nvCxnSpPr>
        <p:spPr>
          <a:xfrm>
            <a:off x="4572000" y="247650"/>
            <a:ext cx="0" cy="4648200"/>
          </a:xfrm>
          <a:prstGeom prst="straightConnector1">
            <a:avLst/>
          </a:prstGeom>
          <a:noFill/>
          <a:ln cap="flat" cmpd="sng" w="9525">
            <a:solidFill>
              <a:schemeClr val="dk1"/>
            </a:solidFill>
            <a:prstDash val="solid"/>
            <a:round/>
            <a:headEnd len="med" w="med" type="none"/>
            <a:tailEnd len="med" w="med" type="none"/>
          </a:ln>
        </p:spPr>
      </p:cxnSp>
      <p:sp>
        <p:nvSpPr>
          <p:cNvPr id="314" name="Google Shape;314;p42"/>
          <p:cNvSpPr txBox="1"/>
          <p:nvPr>
            <p:ph type="title"/>
          </p:nvPr>
        </p:nvSpPr>
        <p:spPr>
          <a:xfrm>
            <a:off x="4901100" y="805800"/>
            <a:ext cx="3394800" cy="1181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Review of systems</a:t>
            </a:r>
            <a:endParaRPr/>
          </a:p>
        </p:txBody>
      </p:sp>
      <p:sp>
        <p:nvSpPr>
          <p:cNvPr id="315" name="Google Shape;315;p42"/>
          <p:cNvSpPr txBox="1"/>
          <p:nvPr>
            <p:ph idx="1" type="body"/>
          </p:nvPr>
        </p:nvSpPr>
        <p:spPr>
          <a:xfrm>
            <a:off x="4901100" y="1987500"/>
            <a:ext cx="3394800" cy="2616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Clr>
                <a:srgbClr val="273D40"/>
              </a:buClr>
              <a:buSzPts val="600"/>
              <a:buFont typeface="Arial"/>
              <a:buNone/>
            </a:pPr>
            <a:r>
              <a:rPr lang="en">
                <a:solidFill>
                  <a:schemeClr val="dk1"/>
                </a:solidFill>
              </a:rPr>
              <a:t>Do you know what helps you make your point clear?</a:t>
            </a:r>
            <a:br>
              <a:rPr lang="en">
                <a:solidFill>
                  <a:schemeClr val="dk1"/>
                </a:solidFill>
              </a:rPr>
            </a:br>
            <a:r>
              <a:rPr lang="en">
                <a:solidFill>
                  <a:schemeClr val="dk1"/>
                </a:solidFill>
              </a:rPr>
              <a:t>Lists like this one:</a:t>
            </a:r>
            <a:endParaRPr>
              <a:solidFill>
                <a:schemeClr val="dk1"/>
              </a:solidFill>
            </a:endParaRPr>
          </a:p>
          <a:p>
            <a:pPr indent="-215900" lvl="0" marL="241300" rtl="0" algn="l">
              <a:spcBef>
                <a:spcPts val="1600"/>
              </a:spcBef>
              <a:spcAft>
                <a:spcPts val="0"/>
              </a:spcAft>
              <a:buClr>
                <a:schemeClr val="dk1"/>
              </a:buClr>
              <a:buSzPts val="1400"/>
              <a:buAutoNum type="arabicPeriod"/>
            </a:pPr>
            <a:r>
              <a:rPr lang="en">
                <a:solidFill>
                  <a:schemeClr val="dk1"/>
                </a:solidFill>
              </a:rPr>
              <a:t>They’re simple </a:t>
            </a:r>
            <a:endParaRPr>
              <a:solidFill>
                <a:schemeClr val="dk1"/>
              </a:solidFill>
            </a:endParaRPr>
          </a:p>
          <a:p>
            <a:pPr indent="-215900" lvl="0" marL="241300" rtl="0" algn="l">
              <a:spcBef>
                <a:spcPts val="0"/>
              </a:spcBef>
              <a:spcAft>
                <a:spcPts val="0"/>
              </a:spcAft>
              <a:buClr>
                <a:schemeClr val="dk1"/>
              </a:buClr>
              <a:buSzPts val="1400"/>
              <a:buAutoNum type="arabicPeriod"/>
            </a:pPr>
            <a:r>
              <a:rPr lang="en">
                <a:solidFill>
                  <a:schemeClr val="dk1"/>
                </a:solidFill>
              </a:rPr>
              <a:t>You can organize your ideas clearly</a:t>
            </a:r>
            <a:endParaRPr>
              <a:solidFill>
                <a:schemeClr val="dk1"/>
              </a:solidFill>
            </a:endParaRPr>
          </a:p>
          <a:p>
            <a:pPr indent="-215900" lvl="0" marL="241300" rtl="0" algn="l">
              <a:spcBef>
                <a:spcPts val="0"/>
              </a:spcBef>
              <a:spcAft>
                <a:spcPts val="0"/>
              </a:spcAft>
              <a:buClr>
                <a:schemeClr val="dk1"/>
              </a:buClr>
              <a:buSzPts val="1400"/>
              <a:buAutoNum type="arabicPeriod"/>
            </a:pPr>
            <a:r>
              <a:rPr lang="en">
                <a:solidFill>
                  <a:schemeClr val="dk1"/>
                </a:solidFill>
              </a:rPr>
              <a:t>You’ll never forget to buy milk!</a:t>
            </a:r>
            <a:endParaRPr>
              <a:solidFill>
                <a:schemeClr val="dk1"/>
              </a:solidFill>
            </a:endParaRPr>
          </a:p>
          <a:p>
            <a:pPr indent="0" lvl="0" marL="0" rtl="0" algn="l">
              <a:spcBef>
                <a:spcPts val="1600"/>
              </a:spcBef>
              <a:spcAft>
                <a:spcPts val="1600"/>
              </a:spcAft>
              <a:buClr>
                <a:srgbClr val="273D40"/>
              </a:buClr>
              <a:buSzPts val="600"/>
              <a:buFont typeface="Arial"/>
              <a:buNone/>
            </a:pPr>
            <a:r>
              <a:rPr lang="en">
                <a:solidFill>
                  <a:schemeClr val="dk1"/>
                </a:solidFill>
              </a:rPr>
              <a:t>And the most important thing: the audience won’t miss the point of your presentation</a:t>
            </a:r>
            <a:endParaRPr/>
          </a:p>
        </p:txBody>
      </p:sp>
      <p:pic>
        <p:nvPicPr>
          <p:cNvPr id="316" name="Google Shape;316;p42"/>
          <p:cNvPicPr preferRelativeResize="0"/>
          <p:nvPr/>
        </p:nvPicPr>
        <p:blipFill rotWithShape="1">
          <a:blip r:embed="rId3">
            <a:alphaModFix/>
          </a:blip>
          <a:srcRect b="0" l="18982" r="18982" t="0"/>
          <a:stretch/>
        </p:blipFill>
        <p:spPr>
          <a:xfrm>
            <a:off x="713100" y="539400"/>
            <a:ext cx="3529800" cy="4064700"/>
          </a:xfrm>
          <a:prstGeom prst="rect">
            <a:avLst/>
          </a:prstGeom>
          <a:noFill/>
          <a:ln cap="flat" cmpd="sng" w="9525">
            <a:solidFill>
              <a:schemeClr val="dk1"/>
            </a:solidFill>
            <a:prstDash val="solid"/>
            <a:round/>
            <a:headEnd len="sm" w="sm" type="none"/>
            <a:tailEnd len="sm" w="sm" type="none"/>
          </a:ln>
        </p:spPr>
      </p:pic>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0" name="Shape 320"/>
        <p:cNvGrpSpPr/>
        <p:nvPr/>
      </p:nvGrpSpPr>
      <p:grpSpPr>
        <a:xfrm>
          <a:off x="0" y="0"/>
          <a:ext cx="0" cy="0"/>
          <a:chOff x="0" y="0"/>
          <a:chExt cx="0" cy="0"/>
        </a:xfrm>
      </p:grpSpPr>
      <p:sp>
        <p:nvSpPr>
          <p:cNvPr id="321" name="Google Shape;321;p43"/>
          <p:cNvSpPr/>
          <p:nvPr/>
        </p:nvSpPr>
        <p:spPr>
          <a:xfrm>
            <a:off x="384150" y="247650"/>
            <a:ext cx="8375700" cy="46482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43"/>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Physical examination</a:t>
            </a:r>
            <a:endParaRPr/>
          </a:p>
        </p:txBody>
      </p:sp>
      <p:pic>
        <p:nvPicPr>
          <p:cNvPr id="323" name="Google Shape;323;p43"/>
          <p:cNvPicPr preferRelativeResize="0"/>
          <p:nvPr/>
        </p:nvPicPr>
        <p:blipFill rotWithShape="1">
          <a:blip r:embed="rId3">
            <a:alphaModFix/>
          </a:blip>
          <a:srcRect b="0" l="15179" r="13151" t="0"/>
          <a:stretch/>
        </p:blipFill>
        <p:spPr>
          <a:xfrm>
            <a:off x="713100" y="1408050"/>
            <a:ext cx="2187827" cy="3052524"/>
          </a:xfrm>
          <a:prstGeom prst="rect">
            <a:avLst/>
          </a:prstGeom>
          <a:noFill/>
          <a:ln cap="flat" cmpd="sng" w="9525">
            <a:solidFill>
              <a:schemeClr val="dk1"/>
            </a:solidFill>
            <a:prstDash val="solid"/>
            <a:round/>
            <a:headEnd len="sm" w="sm" type="none"/>
            <a:tailEnd len="sm" w="sm" type="none"/>
          </a:ln>
        </p:spPr>
      </p:pic>
      <p:sp>
        <p:nvSpPr>
          <p:cNvPr id="324" name="Google Shape;324;p43"/>
          <p:cNvSpPr txBox="1"/>
          <p:nvPr/>
        </p:nvSpPr>
        <p:spPr>
          <a:xfrm>
            <a:off x="4539600" y="1412025"/>
            <a:ext cx="1659900" cy="5277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500">
                <a:solidFill>
                  <a:schemeClr val="lt1"/>
                </a:solidFill>
                <a:latin typeface="Libre Caslon Text"/>
                <a:ea typeface="Libre Caslon Text"/>
                <a:cs typeface="Libre Caslon Text"/>
                <a:sym typeface="Libre Caslon Text"/>
              </a:rPr>
              <a:t>Mars</a:t>
            </a:r>
            <a:endParaRPr sz="2500">
              <a:solidFill>
                <a:schemeClr val="lt1"/>
              </a:solidFill>
              <a:latin typeface="Libre Caslon Text"/>
              <a:ea typeface="Libre Caslon Text"/>
              <a:cs typeface="Libre Caslon Text"/>
              <a:sym typeface="Libre Caslon Text"/>
            </a:endParaRPr>
          </a:p>
        </p:txBody>
      </p:sp>
      <p:sp>
        <p:nvSpPr>
          <p:cNvPr id="325" name="Google Shape;325;p43"/>
          <p:cNvSpPr txBox="1"/>
          <p:nvPr/>
        </p:nvSpPr>
        <p:spPr>
          <a:xfrm>
            <a:off x="6771000" y="1404075"/>
            <a:ext cx="1659900" cy="543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Assistant"/>
                <a:ea typeface="Assistant"/>
                <a:cs typeface="Assistant"/>
                <a:sym typeface="Assistant"/>
              </a:rPr>
              <a:t>Despite being red, Mars is a cold place</a:t>
            </a:r>
            <a:endParaRPr>
              <a:solidFill>
                <a:schemeClr val="dk1"/>
              </a:solidFill>
              <a:latin typeface="Assistant"/>
              <a:ea typeface="Assistant"/>
              <a:cs typeface="Assistant"/>
              <a:sym typeface="Assistant"/>
            </a:endParaRPr>
          </a:p>
        </p:txBody>
      </p:sp>
      <p:sp>
        <p:nvSpPr>
          <p:cNvPr id="326" name="Google Shape;326;p43"/>
          <p:cNvSpPr txBox="1"/>
          <p:nvPr/>
        </p:nvSpPr>
        <p:spPr>
          <a:xfrm>
            <a:off x="4539600" y="3932875"/>
            <a:ext cx="1659900" cy="5277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500">
                <a:solidFill>
                  <a:schemeClr val="lt1"/>
                </a:solidFill>
                <a:latin typeface="Libre Caslon Text"/>
                <a:ea typeface="Libre Caslon Text"/>
                <a:cs typeface="Libre Caslon Text"/>
                <a:sym typeface="Libre Caslon Text"/>
              </a:rPr>
              <a:t>Jupiter</a:t>
            </a:r>
            <a:endParaRPr sz="2500">
              <a:solidFill>
                <a:schemeClr val="lt1"/>
              </a:solidFill>
              <a:latin typeface="Libre Caslon Text"/>
              <a:ea typeface="Libre Caslon Text"/>
              <a:cs typeface="Libre Caslon Text"/>
              <a:sym typeface="Libre Caslon Text"/>
            </a:endParaRPr>
          </a:p>
        </p:txBody>
      </p:sp>
      <p:sp>
        <p:nvSpPr>
          <p:cNvPr id="327" name="Google Shape;327;p43"/>
          <p:cNvSpPr txBox="1"/>
          <p:nvPr/>
        </p:nvSpPr>
        <p:spPr>
          <a:xfrm>
            <a:off x="6771000" y="3924925"/>
            <a:ext cx="1659900" cy="543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Assistant"/>
                <a:ea typeface="Assistant"/>
                <a:cs typeface="Assistant"/>
                <a:sym typeface="Assistant"/>
              </a:rPr>
              <a:t>Jupiter is the biggest planet</a:t>
            </a:r>
            <a:endParaRPr>
              <a:solidFill>
                <a:schemeClr val="dk1"/>
              </a:solidFill>
              <a:latin typeface="Assistant"/>
              <a:ea typeface="Assistant"/>
              <a:cs typeface="Assistant"/>
              <a:sym typeface="Assistant"/>
            </a:endParaRPr>
          </a:p>
        </p:txBody>
      </p:sp>
      <p:sp>
        <p:nvSpPr>
          <p:cNvPr id="328" name="Google Shape;328;p43"/>
          <p:cNvSpPr txBox="1"/>
          <p:nvPr/>
        </p:nvSpPr>
        <p:spPr>
          <a:xfrm>
            <a:off x="4539600" y="2676425"/>
            <a:ext cx="1659900" cy="5277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500">
                <a:solidFill>
                  <a:schemeClr val="lt1"/>
                </a:solidFill>
                <a:latin typeface="Libre Caslon Text"/>
                <a:ea typeface="Libre Caslon Text"/>
                <a:cs typeface="Libre Caslon Text"/>
                <a:sym typeface="Libre Caslon Text"/>
              </a:rPr>
              <a:t>Mercury</a:t>
            </a:r>
            <a:endParaRPr sz="2500">
              <a:solidFill>
                <a:schemeClr val="lt1"/>
              </a:solidFill>
              <a:latin typeface="Libre Caslon Text"/>
              <a:ea typeface="Libre Caslon Text"/>
              <a:cs typeface="Libre Caslon Text"/>
              <a:sym typeface="Libre Caslon Text"/>
            </a:endParaRPr>
          </a:p>
        </p:txBody>
      </p:sp>
      <p:sp>
        <p:nvSpPr>
          <p:cNvPr id="329" name="Google Shape;329;p43"/>
          <p:cNvSpPr txBox="1"/>
          <p:nvPr/>
        </p:nvSpPr>
        <p:spPr>
          <a:xfrm>
            <a:off x="6771000" y="2668475"/>
            <a:ext cx="1659900" cy="543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Assistant"/>
                <a:ea typeface="Assistant"/>
                <a:cs typeface="Assistant"/>
                <a:sym typeface="Assistant"/>
              </a:rPr>
              <a:t>Mercury is the smallest planet</a:t>
            </a:r>
            <a:endParaRPr>
              <a:solidFill>
                <a:schemeClr val="dk1"/>
              </a:solidFill>
              <a:latin typeface="Assistant"/>
              <a:ea typeface="Assistant"/>
              <a:cs typeface="Assistant"/>
              <a:sym typeface="Assistant"/>
            </a:endParaRPr>
          </a:p>
        </p:txBody>
      </p:sp>
      <p:cxnSp>
        <p:nvCxnSpPr>
          <p:cNvPr id="330" name="Google Shape;330;p43"/>
          <p:cNvCxnSpPr>
            <a:stCxn id="324" idx="3"/>
            <a:endCxn id="325" idx="1"/>
          </p:cNvCxnSpPr>
          <p:nvPr/>
        </p:nvCxnSpPr>
        <p:spPr>
          <a:xfrm>
            <a:off x="6199500" y="1675875"/>
            <a:ext cx="571500" cy="0"/>
          </a:xfrm>
          <a:prstGeom prst="straightConnector1">
            <a:avLst/>
          </a:prstGeom>
          <a:noFill/>
          <a:ln cap="flat" cmpd="sng" w="9525">
            <a:solidFill>
              <a:schemeClr val="dk1"/>
            </a:solidFill>
            <a:prstDash val="solid"/>
            <a:round/>
            <a:headEnd len="med" w="med" type="none"/>
            <a:tailEnd len="med" w="med" type="none"/>
          </a:ln>
        </p:spPr>
      </p:cxnSp>
      <p:cxnSp>
        <p:nvCxnSpPr>
          <p:cNvPr id="331" name="Google Shape;331;p43"/>
          <p:cNvCxnSpPr>
            <a:stCxn id="328" idx="3"/>
            <a:endCxn id="329" idx="1"/>
          </p:cNvCxnSpPr>
          <p:nvPr/>
        </p:nvCxnSpPr>
        <p:spPr>
          <a:xfrm>
            <a:off x="6199500" y="2940275"/>
            <a:ext cx="571500" cy="0"/>
          </a:xfrm>
          <a:prstGeom prst="straightConnector1">
            <a:avLst/>
          </a:prstGeom>
          <a:noFill/>
          <a:ln cap="flat" cmpd="sng" w="9525">
            <a:solidFill>
              <a:schemeClr val="dk1"/>
            </a:solidFill>
            <a:prstDash val="solid"/>
            <a:round/>
            <a:headEnd len="med" w="med" type="none"/>
            <a:tailEnd len="med" w="med" type="none"/>
          </a:ln>
        </p:spPr>
      </p:cxnSp>
      <p:cxnSp>
        <p:nvCxnSpPr>
          <p:cNvPr id="332" name="Google Shape;332;p43"/>
          <p:cNvCxnSpPr>
            <a:stCxn id="326" idx="3"/>
            <a:endCxn id="327" idx="1"/>
          </p:cNvCxnSpPr>
          <p:nvPr/>
        </p:nvCxnSpPr>
        <p:spPr>
          <a:xfrm>
            <a:off x="6199500" y="4196725"/>
            <a:ext cx="571500" cy="0"/>
          </a:xfrm>
          <a:prstGeom prst="straightConnector1">
            <a:avLst/>
          </a:prstGeom>
          <a:noFill/>
          <a:ln cap="flat" cmpd="sng" w="9525">
            <a:solidFill>
              <a:schemeClr val="dk1"/>
            </a:solidFill>
            <a:prstDash val="solid"/>
            <a:round/>
            <a:headEnd len="med" w="med" type="none"/>
            <a:tailEnd len="med" w="med" type="none"/>
          </a:ln>
        </p:spPr>
      </p:cxnSp>
      <p:cxnSp>
        <p:nvCxnSpPr>
          <p:cNvPr id="333" name="Google Shape;333;p43"/>
          <p:cNvCxnSpPr>
            <a:stCxn id="324" idx="1"/>
          </p:cNvCxnSpPr>
          <p:nvPr/>
        </p:nvCxnSpPr>
        <p:spPr>
          <a:xfrm flipH="1">
            <a:off x="2757000" y="1675875"/>
            <a:ext cx="1782600" cy="1012500"/>
          </a:xfrm>
          <a:prstGeom prst="bentConnector3">
            <a:avLst>
              <a:gd fmla="val 50000" name="adj1"/>
            </a:avLst>
          </a:prstGeom>
          <a:noFill/>
          <a:ln cap="flat" cmpd="sng" w="9525">
            <a:solidFill>
              <a:schemeClr val="dk1"/>
            </a:solidFill>
            <a:prstDash val="solid"/>
            <a:round/>
            <a:headEnd len="med" w="med" type="none"/>
            <a:tailEnd len="med" w="med" type="oval"/>
          </a:ln>
        </p:spPr>
      </p:cxnSp>
      <p:cxnSp>
        <p:nvCxnSpPr>
          <p:cNvPr id="334" name="Google Shape;334;p43"/>
          <p:cNvCxnSpPr>
            <a:stCxn id="328" idx="1"/>
          </p:cNvCxnSpPr>
          <p:nvPr/>
        </p:nvCxnSpPr>
        <p:spPr>
          <a:xfrm flipH="1">
            <a:off x="2139600" y="2940275"/>
            <a:ext cx="2400000" cy="769800"/>
          </a:xfrm>
          <a:prstGeom prst="bentConnector3">
            <a:avLst>
              <a:gd fmla="val 50000" name="adj1"/>
            </a:avLst>
          </a:prstGeom>
          <a:noFill/>
          <a:ln cap="flat" cmpd="sng" w="9525">
            <a:solidFill>
              <a:schemeClr val="dk1"/>
            </a:solidFill>
            <a:prstDash val="solid"/>
            <a:round/>
            <a:headEnd len="med" w="med" type="none"/>
            <a:tailEnd len="med" w="med" type="oval"/>
          </a:ln>
        </p:spPr>
      </p:cxnSp>
      <p:cxnSp>
        <p:nvCxnSpPr>
          <p:cNvPr id="335" name="Google Shape;335;p43"/>
          <p:cNvCxnSpPr>
            <a:stCxn id="326" idx="1"/>
          </p:cNvCxnSpPr>
          <p:nvPr/>
        </p:nvCxnSpPr>
        <p:spPr>
          <a:xfrm rot="10800000">
            <a:off x="1899600" y="4053025"/>
            <a:ext cx="2640000" cy="143700"/>
          </a:xfrm>
          <a:prstGeom prst="bentConnector3">
            <a:avLst>
              <a:gd fmla="val 50000" name="adj1"/>
            </a:avLst>
          </a:prstGeom>
          <a:noFill/>
          <a:ln cap="flat" cmpd="sng" w="9525">
            <a:solidFill>
              <a:schemeClr val="dk1"/>
            </a:solidFill>
            <a:prstDash val="solid"/>
            <a:round/>
            <a:headEnd len="med" w="med" type="none"/>
            <a:tailEnd len="med" w="med" type="oval"/>
          </a:ln>
        </p:spPr>
      </p:cxn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339" name="Shape 339"/>
        <p:cNvGrpSpPr/>
        <p:nvPr/>
      </p:nvGrpSpPr>
      <p:grpSpPr>
        <a:xfrm>
          <a:off x="0" y="0"/>
          <a:ext cx="0" cy="0"/>
          <a:chOff x="0" y="0"/>
          <a:chExt cx="0" cy="0"/>
        </a:xfrm>
      </p:grpSpPr>
      <p:sp>
        <p:nvSpPr>
          <p:cNvPr id="340" name="Google Shape;340;p44"/>
          <p:cNvSpPr txBox="1"/>
          <p:nvPr>
            <p:ph type="title"/>
          </p:nvPr>
        </p:nvSpPr>
        <p:spPr>
          <a:xfrm>
            <a:off x="713100" y="539400"/>
            <a:ext cx="2921700" cy="2217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 picture is worth a thousand words</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4" name="Shape 344"/>
        <p:cNvGrpSpPr/>
        <p:nvPr/>
      </p:nvGrpSpPr>
      <p:grpSpPr>
        <a:xfrm>
          <a:off x="0" y="0"/>
          <a:ext cx="0" cy="0"/>
          <a:chOff x="0" y="0"/>
          <a:chExt cx="0" cy="0"/>
        </a:xfrm>
      </p:grpSpPr>
      <p:sp>
        <p:nvSpPr>
          <p:cNvPr id="345" name="Google Shape;345;p45"/>
          <p:cNvSpPr txBox="1"/>
          <p:nvPr>
            <p:ph type="title"/>
          </p:nvPr>
        </p:nvSpPr>
        <p:spPr>
          <a:xfrm>
            <a:off x="1840800" y="2989726"/>
            <a:ext cx="5462400" cy="6426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—Someone Famous</a:t>
            </a:r>
            <a:endParaRPr/>
          </a:p>
        </p:txBody>
      </p:sp>
      <p:sp>
        <p:nvSpPr>
          <p:cNvPr id="346" name="Google Shape;346;p45"/>
          <p:cNvSpPr txBox="1"/>
          <p:nvPr>
            <p:ph idx="1" type="subTitle"/>
          </p:nvPr>
        </p:nvSpPr>
        <p:spPr>
          <a:xfrm>
            <a:off x="1840800" y="1511325"/>
            <a:ext cx="5462400" cy="14784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“This is a quote, words full of wisdom that someone important said and can make the reader get inspired.”</a:t>
            </a:r>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0" name="Shape 350"/>
        <p:cNvGrpSpPr/>
        <p:nvPr/>
      </p:nvGrpSpPr>
      <p:grpSpPr>
        <a:xfrm>
          <a:off x="0" y="0"/>
          <a:ext cx="0" cy="0"/>
          <a:chOff x="0" y="0"/>
          <a:chExt cx="0" cy="0"/>
        </a:xfrm>
      </p:grpSpPr>
      <p:sp>
        <p:nvSpPr>
          <p:cNvPr id="351" name="Google Shape;351;p46"/>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Findings</a:t>
            </a:r>
            <a:endParaRPr>
              <a:solidFill>
                <a:srgbClr val="D9D9D9"/>
              </a:solidFill>
            </a:endParaRPr>
          </a:p>
        </p:txBody>
      </p:sp>
      <p:sp>
        <p:nvSpPr>
          <p:cNvPr id="352" name="Google Shape;352;p46"/>
          <p:cNvSpPr txBox="1"/>
          <p:nvPr>
            <p:ph idx="4294967295" type="subTitle"/>
          </p:nvPr>
        </p:nvSpPr>
        <p:spPr>
          <a:xfrm>
            <a:off x="714225" y="4352250"/>
            <a:ext cx="7715400" cy="252000"/>
          </a:xfrm>
          <a:prstGeom prst="rect">
            <a:avLst/>
          </a:prstGeom>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1200"/>
              <a:t>Follow the link in the graph to modify its data and then paste the new one here. </a:t>
            </a:r>
            <a:r>
              <a:rPr b="1" lang="en" sz="1200">
                <a:uFill>
                  <a:noFill/>
                </a:uFill>
                <a:hlinkClick r:id="rId3"/>
              </a:rPr>
              <a:t>For more info, click here</a:t>
            </a:r>
            <a:endParaRPr b="1" sz="1200"/>
          </a:p>
        </p:txBody>
      </p:sp>
      <p:pic>
        <p:nvPicPr>
          <p:cNvPr id="353" name="Google Shape;353;p46" title="Points scored">
            <a:hlinkClick r:id="rId4"/>
          </p:cNvPr>
          <p:cNvPicPr preferRelativeResize="0"/>
          <p:nvPr/>
        </p:nvPicPr>
        <p:blipFill>
          <a:blip r:embed="rId5">
            <a:alphaModFix/>
          </a:blip>
          <a:stretch>
            <a:fillRect/>
          </a:stretch>
        </p:blipFill>
        <p:spPr>
          <a:xfrm>
            <a:off x="1191988" y="1947925"/>
            <a:ext cx="3710100" cy="2294075"/>
          </a:xfrm>
          <a:prstGeom prst="rect">
            <a:avLst/>
          </a:prstGeom>
          <a:noFill/>
          <a:ln>
            <a:noFill/>
          </a:ln>
        </p:spPr>
      </p:pic>
      <p:sp>
        <p:nvSpPr>
          <p:cNvPr id="354" name="Google Shape;354;p46"/>
          <p:cNvSpPr txBox="1"/>
          <p:nvPr/>
        </p:nvSpPr>
        <p:spPr>
          <a:xfrm>
            <a:off x="1828288" y="1262500"/>
            <a:ext cx="2437500" cy="5277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500">
                <a:solidFill>
                  <a:schemeClr val="lt1"/>
                </a:solidFill>
                <a:latin typeface="Libre Caslon Text"/>
                <a:ea typeface="Libre Caslon Text"/>
                <a:cs typeface="Libre Caslon Text"/>
                <a:sym typeface="Libre Caslon Text"/>
              </a:rPr>
              <a:t>Evolution</a:t>
            </a:r>
            <a:endParaRPr sz="2500">
              <a:solidFill>
                <a:schemeClr val="lt1"/>
              </a:solidFill>
              <a:latin typeface="Libre Caslon Text"/>
              <a:ea typeface="Libre Caslon Text"/>
              <a:cs typeface="Libre Caslon Text"/>
              <a:sym typeface="Libre Caslon Text"/>
            </a:endParaRPr>
          </a:p>
        </p:txBody>
      </p:sp>
      <p:sp>
        <p:nvSpPr>
          <p:cNvPr id="355" name="Google Shape;355;p46"/>
          <p:cNvSpPr txBox="1"/>
          <p:nvPr/>
        </p:nvSpPr>
        <p:spPr>
          <a:xfrm>
            <a:off x="5514363" y="1262500"/>
            <a:ext cx="2437500" cy="5277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500">
                <a:solidFill>
                  <a:schemeClr val="lt1"/>
                </a:solidFill>
                <a:latin typeface="Libre Caslon Text"/>
                <a:ea typeface="Libre Caslon Text"/>
                <a:cs typeface="Libre Caslon Text"/>
                <a:sym typeface="Libre Caslon Text"/>
              </a:rPr>
              <a:t>Prevalence</a:t>
            </a:r>
            <a:endParaRPr sz="2500">
              <a:solidFill>
                <a:schemeClr val="lt1"/>
              </a:solidFill>
              <a:latin typeface="Libre Caslon Text"/>
              <a:ea typeface="Libre Caslon Text"/>
              <a:cs typeface="Libre Caslon Text"/>
              <a:sym typeface="Libre Caslon Text"/>
            </a:endParaRPr>
          </a:p>
        </p:txBody>
      </p:sp>
      <p:sp>
        <p:nvSpPr>
          <p:cNvPr id="356" name="Google Shape;356;p46"/>
          <p:cNvSpPr/>
          <p:nvPr/>
        </p:nvSpPr>
        <p:spPr>
          <a:xfrm>
            <a:off x="5514375" y="2065388"/>
            <a:ext cx="630900" cy="630900"/>
          </a:xfrm>
          <a:prstGeom prst="donut">
            <a:avLst>
              <a:gd fmla="val 25000" name="adj"/>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46"/>
          <p:cNvSpPr/>
          <p:nvPr/>
        </p:nvSpPr>
        <p:spPr>
          <a:xfrm flipH="1" rot="5400000">
            <a:off x="5514375" y="2065388"/>
            <a:ext cx="630900" cy="630900"/>
          </a:xfrm>
          <a:prstGeom prst="blockArc">
            <a:avLst>
              <a:gd fmla="val 16109669" name="adj1"/>
              <a:gd fmla="val 0" name="adj2"/>
              <a:gd fmla="val 25000" name="adj3"/>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46"/>
          <p:cNvSpPr txBox="1"/>
          <p:nvPr/>
        </p:nvSpPr>
        <p:spPr>
          <a:xfrm>
            <a:off x="6291950" y="1874188"/>
            <a:ext cx="1659900" cy="527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500">
                <a:solidFill>
                  <a:schemeClr val="lt1"/>
                </a:solidFill>
                <a:latin typeface="Libre Caslon Text"/>
                <a:ea typeface="Libre Caslon Text"/>
                <a:cs typeface="Libre Caslon Text"/>
                <a:sym typeface="Libre Caslon Text"/>
              </a:rPr>
              <a:t>25%</a:t>
            </a:r>
            <a:endParaRPr sz="2500">
              <a:solidFill>
                <a:schemeClr val="lt1"/>
              </a:solidFill>
              <a:latin typeface="Libre Caslon Text"/>
              <a:ea typeface="Libre Caslon Text"/>
              <a:cs typeface="Libre Caslon Text"/>
              <a:sym typeface="Libre Caslon Text"/>
            </a:endParaRPr>
          </a:p>
        </p:txBody>
      </p:sp>
      <p:sp>
        <p:nvSpPr>
          <p:cNvPr id="359" name="Google Shape;359;p46"/>
          <p:cNvSpPr txBox="1"/>
          <p:nvPr/>
        </p:nvSpPr>
        <p:spPr>
          <a:xfrm>
            <a:off x="6291950" y="2401888"/>
            <a:ext cx="1659900" cy="543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Assistant"/>
                <a:ea typeface="Assistant"/>
                <a:cs typeface="Assistant"/>
                <a:sym typeface="Assistant"/>
              </a:rPr>
              <a:t>Despite being red, Mars is a cold place</a:t>
            </a:r>
            <a:endParaRPr>
              <a:solidFill>
                <a:schemeClr val="dk1"/>
              </a:solidFill>
              <a:latin typeface="Assistant"/>
              <a:ea typeface="Assistant"/>
              <a:cs typeface="Assistant"/>
              <a:sym typeface="Assistant"/>
            </a:endParaRPr>
          </a:p>
        </p:txBody>
      </p:sp>
      <p:sp>
        <p:nvSpPr>
          <p:cNvPr id="360" name="Google Shape;360;p46"/>
          <p:cNvSpPr txBox="1"/>
          <p:nvPr/>
        </p:nvSpPr>
        <p:spPr>
          <a:xfrm>
            <a:off x="5514363" y="3385025"/>
            <a:ext cx="2437500" cy="5277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500">
                <a:solidFill>
                  <a:schemeClr val="lt1"/>
                </a:solidFill>
                <a:latin typeface="Libre Caslon Text"/>
                <a:ea typeface="Libre Caslon Text"/>
                <a:cs typeface="Libre Caslon Text"/>
                <a:sym typeface="Libre Caslon Text"/>
              </a:rPr>
              <a:t>200,000,000 </a:t>
            </a:r>
            <a:endParaRPr sz="2500">
              <a:solidFill>
                <a:schemeClr val="lt1"/>
              </a:solidFill>
              <a:latin typeface="Libre Caslon Text"/>
              <a:ea typeface="Libre Caslon Text"/>
              <a:cs typeface="Libre Caslon Text"/>
              <a:sym typeface="Libre Caslon Text"/>
            </a:endParaRPr>
          </a:p>
        </p:txBody>
      </p:sp>
      <p:sp>
        <p:nvSpPr>
          <p:cNvPr id="361" name="Google Shape;361;p46"/>
          <p:cNvSpPr txBox="1"/>
          <p:nvPr/>
        </p:nvSpPr>
        <p:spPr>
          <a:xfrm>
            <a:off x="5514350" y="3904450"/>
            <a:ext cx="2437500" cy="296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Assistant"/>
                <a:ea typeface="Assistant"/>
                <a:cs typeface="Assistant"/>
                <a:sym typeface="Assistant"/>
              </a:rPr>
              <a:t>Big number</a:t>
            </a:r>
            <a:endParaRPr>
              <a:solidFill>
                <a:schemeClr val="dk1"/>
              </a:solidFill>
              <a:latin typeface="Assistant"/>
              <a:ea typeface="Assistant"/>
              <a:cs typeface="Assistant"/>
              <a:sym typeface="Assistant"/>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5" name="Shape 365"/>
        <p:cNvGrpSpPr/>
        <p:nvPr/>
      </p:nvGrpSpPr>
      <p:grpSpPr>
        <a:xfrm>
          <a:off x="0" y="0"/>
          <a:ext cx="0" cy="0"/>
          <a:chOff x="0" y="0"/>
          <a:chExt cx="0" cy="0"/>
        </a:xfrm>
      </p:grpSpPr>
      <p:sp>
        <p:nvSpPr>
          <p:cNvPr id="366" name="Google Shape;366;p47"/>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Discussion</a:t>
            </a:r>
            <a:endParaRPr/>
          </a:p>
        </p:txBody>
      </p:sp>
      <p:sp>
        <p:nvSpPr>
          <p:cNvPr id="367" name="Google Shape;367;p47"/>
          <p:cNvSpPr txBox="1"/>
          <p:nvPr>
            <p:ph idx="6" type="subTitle"/>
          </p:nvPr>
        </p:nvSpPr>
        <p:spPr>
          <a:xfrm>
            <a:off x="1618150" y="3638175"/>
            <a:ext cx="2550900" cy="543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t>
            </a:r>
            <a:r>
              <a:rPr lang="en"/>
              <a:t>Despite being red, Mars is actually a cold place”</a:t>
            </a:r>
            <a:endParaRPr/>
          </a:p>
        </p:txBody>
      </p:sp>
      <p:sp>
        <p:nvSpPr>
          <p:cNvPr id="368" name="Google Shape;368;p47"/>
          <p:cNvSpPr txBox="1"/>
          <p:nvPr>
            <p:ph idx="2" type="title"/>
          </p:nvPr>
        </p:nvSpPr>
        <p:spPr>
          <a:xfrm>
            <a:off x="1618150" y="1677075"/>
            <a:ext cx="25509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Dr. Jenna Doe</a:t>
            </a:r>
            <a:endParaRPr/>
          </a:p>
        </p:txBody>
      </p:sp>
      <p:sp>
        <p:nvSpPr>
          <p:cNvPr id="369" name="Google Shape;369;p47"/>
          <p:cNvSpPr txBox="1"/>
          <p:nvPr>
            <p:ph idx="1" type="subTitle"/>
          </p:nvPr>
        </p:nvSpPr>
        <p:spPr>
          <a:xfrm>
            <a:off x="1618150" y="2204775"/>
            <a:ext cx="2550900" cy="543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t>
            </a:r>
            <a:r>
              <a:rPr lang="en"/>
              <a:t>Venus is the second planet from the Sun”</a:t>
            </a:r>
            <a:endParaRPr/>
          </a:p>
        </p:txBody>
      </p:sp>
      <p:sp>
        <p:nvSpPr>
          <p:cNvPr id="370" name="Google Shape;370;p47"/>
          <p:cNvSpPr txBox="1"/>
          <p:nvPr>
            <p:ph idx="3" type="title"/>
          </p:nvPr>
        </p:nvSpPr>
        <p:spPr>
          <a:xfrm>
            <a:off x="4974927" y="1677075"/>
            <a:ext cx="25509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Dr. John James</a:t>
            </a:r>
            <a:endParaRPr/>
          </a:p>
        </p:txBody>
      </p:sp>
      <p:sp>
        <p:nvSpPr>
          <p:cNvPr id="371" name="Google Shape;371;p47"/>
          <p:cNvSpPr txBox="1"/>
          <p:nvPr>
            <p:ph idx="4" type="subTitle"/>
          </p:nvPr>
        </p:nvSpPr>
        <p:spPr>
          <a:xfrm>
            <a:off x="4974925" y="2204775"/>
            <a:ext cx="2550900" cy="543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“Jupiter is</a:t>
            </a:r>
            <a:r>
              <a:rPr lang="en"/>
              <a:t> the biggest planet in the Solar System”</a:t>
            </a:r>
            <a:endParaRPr/>
          </a:p>
        </p:txBody>
      </p:sp>
      <p:sp>
        <p:nvSpPr>
          <p:cNvPr id="372" name="Google Shape;372;p47"/>
          <p:cNvSpPr txBox="1"/>
          <p:nvPr>
            <p:ph idx="5" type="title"/>
          </p:nvPr>
        </p:nvSpPr>
        <p:spPr>
          <a:xfrm>
            <a:off x="1618150" y="3110475"/>
            <a:ext cx="25509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Dr. Daniel Doe</a:t>
            </a:r>
            <a:endParaRPr/>
          </a:p>
        </p:txBody>
      </p:sp>
      <p:sp>
        <p:nvSpPr>
          <p:cNvPr id="373" name="Google Shape;373;p47"/>
          <p:cNvSpPr txBox="1"/>
          <p:nvPr>
            <p:ph idx="7" type="title"/>
          </p:nvPr>
        </p:nvSpPr>
        <p:spPr>
          <a:xfrm>
            <a:off x="4974927" y="3110475"/>
            <a:ext cx="25509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Dr. Sara Bones</a:t>
            </a:r>
            <a:endParaRPr/>
          </a:p>
        </p:txBody>
      </p:sp>
      <p:sp>
        <p:nvSpPr>
          <p:cNvPr id="374" name="Google Shape;374;p47"/>
          <p:cNvSpPr txBox="1"/>
          <p:nvPr>
            <p:ph idx="8" type="subTitle"/>
          </p:nvPr>
        </p:nvSpPr>
        <p:spPr>
          <a:xfrm>
            <a:off x="4974924" y="3638175"/>
            <a:ext cx="2550900" cy="543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t>
            </a:r>
            <a:r>
              <a:rPr lang="en"/>
              <a:t>Saturn is a gas giant and has several rings”</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8" name="Shape 378"/>
        <p:cNvGrpSpPr/>
        <p:nvPr/>
      </p:nvGrpSpPr>
      <p:grpSpPr>
        <a:xfrm>
          <a:off x="0" y="0"/>
          <a:ext cx="0" cy="0"/>
          <a:chOff x="0" y="0"/>
          <a:chExt cx="0" cy="0"/>
        </a:xfrm>
      </p:grpSpPr>
      <p:sp>
        <p:nvSpPr>
          <p:cNvPr id="379" name="Google Shape;379;p48"/>
          <p:cNvSpPr txBox="1"/>
          <p:nvPr>
            <p:ph type="title"/>
          </p:nvPr>
        </p:nvSpPr>
        <p:spPr>
          <a:xfrm>
            <a:off x="987475" y="1272138"/>
            <a:ext cx="3038100" cy="1211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Discussion summary</a:t>
            </a:r>
            <a:endParaRPr/>
          </a:p>
        </p:txBody>
      </p:sp>
      <p:sp>
        <p:nvSpPr>
          <p:cNvPr id="380" name="Google Shape;380;p48"/>
          <p:cNvSpPr txBox="1"/>
          <p:nvPr>
            <p:ph idx="1" type="subTitle"/>
          </p:nvPr>
        </p:nvSpPr>
        <p:spPr>
          <a:xfrm>
            <a:off x="987475" y="2483563"/>
            <a:ext cx="3038100" cy="1387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Images reveal large amounts of data, so remember: use an image instead of a long text. Your audience will appreciate it</a:t>
            </a:r>
            <a:endParaRPr/>
          </a:p>
        </p:txBody>
      </p:sp>
      <p:pic>
        <p:nvPicPr>
          <p:cNvPr id="381" name="Google Shape;381;p48"/>
          <p:cNvPicPr preferRelativeResize="0"/>
          <p:nvPr/>
        </p:nvPicPr>
        <p:blipFill rotWithShape="1">
          <a:blip r:embed="rId3">
            <a:alphaModFix/>
          </a:blip>
          <a:srcRect b="2669" l="23085" r="23090" t="4333"/>
          <a:stretch/>
        </p:blipFill>
        <p:spPr>
          <a:xfrm>
            <a:off x="4901100" y="539400"/>
            <a:ext cx="3529800" cy="4064700"/>
          </a:xfrm>
          <a:prstGeom prst="rect">
            <a:avLst/>
          </a:prstGeom>
          <a:noFill/>
          <a:ln cap="flat" cmpd="sng" w="9525">
            <a:solidFill>
              <a:schemeClr val="dk1"/>
            </a:solidFill>
            <a:prstDash val="solid"/>
            <a:round/>
            <a:headEnd len="sm" w="sm" type="none"/>
            <a:tailEnd len="sm" w="sm" type="none"/>
          </a:ln>
        </p:spPr>
      </p:pic>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5" name="Shape 385"/>
        <p:cNvGrpSpPr/>
        <p:nvPr/>
      </p:nvGrpSpPr>
      <p:grpSpPr>
        <a:xfrm>
          <a:off x="0" y="0"/>
          <a:ext cx="0" cy="0"/>
          <a:chOff x="0" y="0"/>
          <a:chExt cx="0" cy="0"/>
        </a:xfrm>
      </p:grpSpPr>
      <p:sp>
        <p:nvSpPr>
          <p:cNvPr id="386" name="Google Shape;386;p49"/>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Comparison</a:t>
            </a:r>
            <a:endParaRPr/>
          </a:p>
        </p:txBody>
      </p:sp>
      <p:graphicFrame>
        <p:nvGraphicFramePr>
          <p:cNvPr id="387" name="Google Shape;387;p49"/>
          <p:cNvGraphicFramePr/>
          <p:nvPr/>
        </p:nvGraphicFramePr>
        <p:xfrm>
          <a:off x="952500" y="1571250"/>
          <a:ext cx="3000000" cy="3000000"/>
        </p:xfrm>
        <a:graphic>
          <a:graphicData uri="http://schemas.openxmlformats.org/drawingml/2006/table">
            <a:tbl>
              <a:tblPr>
                <a:noFill/>
                <a:tableStyleId>{FF202CE9-8A72-434B-8F6F-3295CA98C065}</a:tableStyleId>
              </a:tblPr>
              <a:tblGrid>
                <a:gridCol w="1809750"/>
                <a:gridCol w="1809750"/>
                <a:gridCol w="1809750"/>
                <a:gridCol w="1809750"/>
              </a:tblGrid>
              <a:tr h="570275">
                <a:tc>
                  <a:txBody>
                    <a:bodyPr/>
                    <a:lstStyle/>
                    <a:p>
                      <a:pPr indent="0" lvl="0" marL="0" rtl="0" algn="ctr">
                        <a:spcBef>
                          <a:spcPts val="0"/>
                        </a:spcBef>
                        <a:spcAft>
                          <a:spcPts val="0"/>
                        </a:spcAft>
                        <a:buNone/>
                      </a:pPr>
                      <a:r>
                        <a:rPr lang="en" sz="2500">
                          <a:solidFill>
                            <a:schemeClr val="lt1"/>
                          </a:solidFill>
                          <a:latin typeface="Libre Caslon Text"/>
                          <a:ea typeface="Libre Caslon Text"/>
                          <a:cs typeface="Libre Caslon Text"/>
                          <a:sym typeface="Libre Caslon Text"/>
                        </a:rPr>
                        <a:t>Group</a:t>
                      </a:r>
                      <a:endParaRPr sz="2500">
                        <a:solidFill>
                          <a:schemeClr val="lt1"/>
                        </a:solidFill>
                        <a:latin typeface="Libre Caslon Text"/>
                        <a:ea typeface="Libre Caslon Text"/>
                        <a:cs typeface="Libre Caslon Text"/>
                        <a:sym typeface="Libre Caslon Text"/>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2500">
                          <a:solidFill>
                            <a:schemeClr val="lt1"/>
                          </a:solidFill>
                          <a:latin typeface="Libre Caslon Text"/>
                          <a:ea typeface="Libre Caslon Text"/>
                          <a:cs typeface="Libre Caslon Text"/>
                          <a:sym typeface="Libre Caslon Text"/>
                        </a:rPr>
                        <a:t>Test 1</a:t>
                      </a:r>
                      <a:endParaRPr sz="2500">
                        <a:solidFill>
                          <a:schemeClr val="lt1"/>
                        </a:solidFill>
                        <a:latin typeface="Libre Caslon Text"/>
                        <a:ea typeface="Libre Caslon Text"/>
                        <a:cs typeface="Libre Caslon Text"/>
                        <a:sym typeface="Libre Caslon Text"/>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2500">
                          <a:solidFill>
                            <a:schemeClr val="lt1"/>
                          </a:solidFill>
                          <a:latin typeface="Libre Caslon Text"/>
                          <a:ea typeface="Libre Caslon Text"/>
                          <a:cs typeface="Libre Caslon Text"/>
                          <a:sym typeface="Libre Caslon Text"/>
                        </a:rPr>
                        <a:t>Test 2</a:t>
                      </a:r>
                      <a:endParaRPr sz="2500">
                        <a:solidFill>
                          <a:schemeClr val="lt1"/>
                        </a:solidFill>
                        <a:latin typeface="Libre Caslon Text"/>
                        <a:ea typeface="Libre Caslon Text"/>
                        <a:cs typeface="Libre Caslon Text"/>
                        <a:sym typeface="Libre Caslon Text"/>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2500">
                          <a:solidFill>
                            <a:schemeClr val="lt1"/>
                          </a:solidFill>
                          <a:latin typeface="Libre Caslon Text"/>
                          <a:ea typeface="Libre Caslon Text"/>
                          <a:cs typeface="Libre Caslon Text"/>
                          <a:sym typeface="Libre Caslon Text"/>
                        </a:rPr>
                        <a:t>Test 3</a:t>
                      </a:r>
                      <a:endParaRPr sz="2500">
                        <a:solidFill>
                          <a:schemeClr val="lt1"/>
                        </a:solidFill>
                        <a:latin typeface="Libre Caslon Text"/>
                        <a:ea typeface="Libre Caslon Text"/>
                        <a:cs typeface="Libre Caslon Text"/>
                        <a:sym typeface="Libre Caslon Text"/>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570275">
                <a:tc>
                  <a:txBody>
                    <a:bodyPr/>
                    <a:lstStyle/>
                    <a:p>
                      <a:pPr indent="0" lvl="0" marL="0" rtl="0" algn="ctr">
                        <a:spcBef>
                          <a:spcPts val="0"/>
                        </a:spcBef>
                        <a:spcAft>
                          <a:spcPts val="0"/>
                        </a:spcAft>
                        <a:buNone/>
                      </a:pPr>
                      <a:r>
                        <a:rPr lang="en">
                          <a:solidFill>
                            <a:schemeClr val="dk1"/>
                          </a:solidFill>
                          <a:latin typeface="Assistant"/>
                          <a:ea typeface="Assistant"/>
                          <a:cs typeface="Assistant"/>
                          <a:sym typeface="Assistant"/>
                        </a:rPr>
                        <a:t>A</a:t>
                      </a:r>
                      <a:endParaRPr>
                        <a:solidFill>
                          <a:schemeClr val="dk1"/>
                        </a:solidFill>
                        <a:latin typeface="Assistant"/>
                        <a:ea typeface="Assistant"/>
                        <a:cs typeface="Assistant"/>
                        <a:sym typeface="Assistant"/>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chemeClr val="dk1"/>
                        </a:solidFill>
                        <a:latin typeface="Assistant"/>
                        <a:ea typeface="Assistant"/>
                        <a:cs typeface="Assistant"/>
                        <a:sym typeface="Assistant"/>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chemeClr val="dk1"/>
                        </a:solidFill>
                        <a:latin typeface="Assistant"/>
                        <a:ea typeface="Assistant"/>
                        <a:cs typeface="Assistant"/>
                        <a:sym typeface="Assistant"/>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chemeClr val="dk1"/>
                        </a:solidFill>
                        <a:latin typeface="Assistant"/>
                        <a:ea typeface="Assistant"/>
                        <a:cs typeface="Assistant"/>
                        <a:sym typeface="Assistant"/>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570275">
                <a:tc>
                  <a:txBody>
                    <a:bodyPr/>
                    <a:lstStyle/>
                    <a:p>
                      <a:pPr indent="0" lvl="0" marL="0" rtl="0" algn="ctr">
                        <a:spcBef>
                          <a:spcPts val="0"/>
                        </a:spcBef>
                        <a:spcAft>
                          <a:spcPts val="0"/>
                        </a:spcAft>
                        <a:buNone/>
                      </a:pPr>
                      <a:r>
                        <a:rPr lang="en">
                          <a:solidFill>
                            <a:schemeClr val="dk1"/>
                          </a:solidFill>
                          <a:latin typeface="Assistant"/>
                          <a:ea typeface="Assistant"/>
                          <a:cs typeface="Assistant"/>
                          <a:sym typeface="Assistant"/>
                        </a:rPr>
                        <a:t>B</a:t>
                      </a:r>
                      <a:endParaRPr>
                        <a:solidFill>
                          <a:schemeClr val="dk1"/>
                        </a:solidFill>
                        <a:latin typeface="Assistant"/>
                        <a:ea typeface="Assistant"/>
                        <a:cs typeface="Assistant"/>
                        <a:sym typeface="Assistant"/>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chemeClr val="dk1"/>
                        </a:solidFill>
                        <a:latin typeface="Assistant"/>
                        <a:ea typeface="Assistant"/>
                        <a:cs typeface="Assistant"/>
                        <a:sym typeface="Assistant"/>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chemeClr val="dk1"/>
                        </a:solidFill>
                        <a:latin typeface="Assistant"/>
                        <a:ea typeface="Assistant"/>
                        <a:cs typeface="Assistant"/>
                        <a:sym typeface="Assistant"/>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chemeClr val="dk1"/>
                        </a:solidFill>
                        <a:latin typeface="Assistant"/>
                        <a:ea typeface="Assistant"/>
                        <a:cs typeface="Assistant"/>
                        <a:sym typeface="Assistant"/>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570275">
                <a:tc>
                  <a:txBody>
                    <a:bodyPr/>
                    <a:lstStyle/>
                    <a:p>
                      <a:pPr indent="0" lvl="0" marL="0" rtl="0" algn="ctr">
                        <a:spcBef>
                          <a:spcPts val="0"/>
                        </a:spcBef>
                        <a:spcAft>
                          <a:spcPts val="0"/>
                        </a:spcAft>
                        <a:buNone/>
                      </a:pPr>
                      <a:r>
                        <a:rPr lang="en">
                          <a:solidFill>
                            <a:schemeClr val="dk1"/>
                          </a:solidFill>
                          <a:latin typeface="Assistant"/>
                          <a:ea typeface="Assistant"/>
                          <a:cs typeface="Assistant"/>
                          <a:sym typeface="Assistant"/>
                        </a:rPr>
                        <a:t>C</a:t>
                      </a:r>
                      <a:endParaRPr>
                        <a:solidFill>
                          <a:schemeClr val="dk1"/>
                        </a:solidFill>
                        <a:latin typeface="Assistant"/>
                        <a:ea typeface="Assistant"/>
                        <a:cs typeface="Assistant"/>
                        <a:sym typeface="Assistant"/>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chemeClr val="dk1"/>
                        </a:solidFill>
                        <a:latin typeface="Assistant"/>
                        <a:ea typeface="Assistant"/>
                        <a:cs typeface="Assistant"/>
                        <a:sym typeface="Assistant"/>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chemeClr val="dk1"/>
                        </a:solidFill>
                        <a:latin typeface="Assistant"/>
                        <a:ea typeface="Assistant"/>
                        <a:cs typeface="Assistant"/>
                        <a:sym typeface="Assistant"/>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chemeClr val="dk1"/>
                        </a:solidFill>
                        <a:latin typeface="Assistant"/>
                        <a:ea typeface="Assistant"/>
                        <a:cs typeface="Assistant"/>
                        <a:sym typeface="Assistant"/>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570275">
                <a:tc>
                  <a:txBody>
                    <a:bodyPr/>
                    <a:lstStyle/>
                    <a:p>
                      <a:pPr indent="0" lvl="0" marL="0" rtl="0" algn="ctr">
                        <a:spcBef>
                          <a:spcPts val="0"/>
                        </a:spcBef>
                        <a:spcAft>
                          <a:spcPts val="0"/>
                        </a:spcAft>
                        <a:buNone/>
                      </a:pPr>
                      <a:r>
                        <a:rPr lang="en">
                          <a:solidFill>
                            <a:schemeClr val="dk1"/>
                          </a:solidFill>
                          <a:latin typeface="Assistant"/>
                          <a:ea typeface="Assistant"/>
                          <a:cs typeface="Assistant"/>
                          <a:sym typeface="Assistant"/>
                        </a:rPr>
                        <a:t>D</a:t>
                      </a:r>
                      <a:endParaRPr>
                        <a:solidFill>
                          <a:schemeClr val="dk1"/>
                        </a:solidFill>
                        <a:latin typeface="Assistant"/>
                        <a:ea typeface="Assistant"/>
                        <a:cs typeface="Assistant"/>
                        <a:sym typeface="Assistant"/>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chemeClr val="dk1"/>
                        </a:solidFill>
                        <a:latin typeface="Assistant"/>
                        <a:ea typeface="Assistant"/>
                        <a:cs typeface="Assistant"/>
                        <a:sym typeface="Assistant"/>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chemeClr val="dk1"/>
                        </a:solidFill>
                        <a:latin typeface="Assistant"/>
                        <a:ea typeface="Assistant"/>
                        <a:cs typeface="Assistant"/>
                        <a:sym typeface="Assistant"/>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chemeClr val="dk1"/>
                        </a:solidFill>
                        <a:latin typeface="Assistant"/>
                        <a:ea typeface="Assistant"/>
                        <a:cs typeface="Assistant"/>
                        <a:sym typeface="Assistant"/>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bl>
          </a:graphicData>
        </a:graphic>
      </p:graphicFrame>
      <p:grpSp>
        <p:nvGrpSpPr>
          <p:cNvPr id="388" name="Google Shape;388;p49"/>
          <p:cNvGrpSpPr/>
          <p:nvPr/>
        </p:nvGrpSpPr>
        <p:grpSpPr>
          <a:xfrm>
            <a:off x="3489106" y="2295059"/>
            <a:ext cx="356196" cy="265631"/>
            <a:chOff x="5216456" y="3725484"/>
            <a:chExt cx="356196" cy="265631"/>
          </a:xfrm>
        </p:grpSpPr>
        <p:sp>
          <p:nvSpPr>
            <p:cNvPr id="389" name="Google Shape;389;p49"/>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49"/>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 name="Google Shape;391;p49"/>
          <p:cNvGrpSpPr/>
          <p:nvPr/>
        </p:nvGrpSpPr>
        <p:grpSpPr>
          <a:xfrm>
            <a:off x="3508383" y="2837566"/>
            <a:ext cx="317645" cy="318757"/>
            <a:chOff x="5779408" y="3699191"/>
            <a:chExt cx="317645" cy="318757"/>
          </a:xfrm>
        </p:grpSpPr>
        <p:sp>
          <p:nvSpPr>
            <p:cNvPr id="392" name="Google Shape;392;p49"/>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49"/>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 name="Google Shape;394;p49"/>
          <p:cNvGrpSpPr/>
          <p:nvPr/>
        </p:nvGrpSpPr>
        <p:grpSpPr>
          <a:xfrm>
            <a:off x="3489106" y="3448284"/>
            <a:ext cx="356196" cy="265631"/>
            <a:chOff x="5216456" y="3725484"/>
            <a:chExt cx="356196" cy="265631"/>
          </a:xfrm>
        </p:grpSpPr>
        <p:sp>
          <p:nvSpPr>
            <p:cNvPr id="395" name="Google Shape;395;p49"/>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49"/>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7" name="Google Shape;397;p49"/>
          <p:cNvGrpSpPr/>
          <p:nvPr/>
        </p:nvGrpSpPr>
        <p:grpSpPr>
          <a:xfrm>
            <a:off x="3489106" y="4005884"/>
            <a:ext cx="356196" cy="265631"/>
            <a:chOff x="5216456" y="3725484"/>
            <a:chExt cx="356196" cy="265631"/>
          </a:xfrm>
        </p:grpSpPr>
        <p:sp>
          <p:nvSpPr>
            <p:cNvPr id="398" name="Google Shape;398;p49"/>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49"/>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0" name="Google Shape;400;p49"/>
          <p:cNvGrpSpPr/>
          <p:nvPr/>
        </p:nvGrpSpPr>
        <p:grpSpPr>
          <a:xfrm>
            <a:off x="5318133" y="2268491"/>
            <a:ext cx="317645" cy="318757"/>
            <a:chOff x="5779408" y="3699191"/>
            <a:chExt cx="317645" cy="318757"/>
          </a:xfrm>
        </p:grpSpPr>
        <p:sp>
          <p:nvSpPr>
            <p:cNvPr id="401" name="Google Shape;401;p49"/>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49"/>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3" name="Google Shape;403;p49"/>
          <p:cNvGrpSpPr/>
          <p:nvPr/>
        </p:nvGrpSpPr>
        <p:grpSpPr>
          <a:xfrm>
            <a:off x="5318133" y="3406641"/>
            <a:ext cx="317645" cy="318757"/>
            <a:chOff x="5779408" y="3699191"/>
            <a:chExt cx="317645" cy="318757"/>
          </a:xfrm>
        </p:grpSpPr>
        <p:sp>
          <p:nvSpPr>
            <p:cNvPr id="404" name="Google Shape;404;p49"/>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49"/>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 name="Google Shape;406;p49"/>
          <p:cNvGrpSpPr/>
          <p:nvPr/>
        </p:nvGrpSpPr>
        <p:grpSpPr>
          <a:xfrm>
            <a:off x="5298856" y="2864134"/>
            <a:ext cx="356196" cy="265631"/>
            <a:chOff x="5216456" y="3725484"/>
            <a:chExt cx="356196" cy="265631"/>
          </a:xfrm>
        </p:grpSpPr>
        <p:sp>
          <p:nvSpPr>
            <p:cNvPr id="407" name="Google Shape;407;p49"/>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49"/>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9" name="Google Shape;409;p49"/>
          <p:cNvGrpSpPr/>
          <p:nvPr/>
        </p:nvGrpSpPr>
        <p:grpSpPr>
          <a:xfrm>
            <a:off x="5298856" y="4002284"/>
            <a:ext cx="356196" cy="265631"/>
            <a:chOff x="5216456" y="3725484"/>
            <a:chExt cx="356196" cy="265631"/>
          </a:xfrm>
        </p:grpSpPr>
        <p:sp>
          <p:nvSpPr>
            <p:cNvPr id="410" name="Google Shape;410;p49"/>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49"/>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 name="Google Shape;412;p49"/>
          <p:cNvGrpSpPr/>
          <p:nvPr/>
        </p:nvGrpSpPr>
        <p:grpSpPr>
          <a:xfrm>
            <a:off x="7127883" y="3979316"/>
            <a:ext cx="317645" cy="318757"/>
            <a:chOff x="5779408" y="3699191"/>
            <a:chExt cx="317645" cy="318757"/>
          </a:xfrm>
        </p:grpSpPr>
        <p:sp>
          <p:nvSpPr>
            <p:cNvPr id="413" name="Google Shape;413;p49"/>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49"/>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5" name="Google Shape;415;p49"/>
          <p:cNvGrpSpPr/>
          <p:nvPr/>
        </p:nvGrpSpPr>
        <p:grpSpPr>
          <a:xfrm>
            <a:off x="7127883" y="3421716"/>
            <a:ext cx="317645" cy="318757"/>
            <a:chOff x="5779408" y="3699191"/>
            <a:chExt cx="317645" cy="318757"/>
          </a:xfrm>
        </p:grpSpPr>
        <p:sp>
          <p:nvSpPr>
            <p:cNvPr id="416" name="Google Shape;416;p49"/>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49"/>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 name="Google Shape;418;p49"/>
          <p:cNvGrpSpPr/>
          <p:nvPr/>
        </p:nvGrpSpPr>
        <p:grpSpPr>
          <a:xfrm>
            <a:off x="7108606" y="2864134"/>
            <a:ext cx="356196" cy="265631"/>
            <a:chOff x="5216456" y="3725484"/>
            <a:chExt cx="356196" cy="265631"/>
          </a:xfrm>
        </p:grpSpPr>
        <p:sp>
          <p:nvSpPr>
            <p:cNvPr id="419" name="Google Shape;419;p49"/>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49"/>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 name="Google Shape;421;p49"/>
          <p:cNvGrpSpPr/>
          <p:nvPr/>
        </p:nvGrpSpPr>
        <p:grpSpPr>
          <a:xfrm>
            <a:off x="7108606" y="2295059"/>
            <a:ext cx="356196" cy="265631"/>
            <a:chOff x="5216456" y="3725484"/>
            <a:chExt cx="356196" cy="265631"/>
          </a:xfrm>
        </p:grpSpPr>
        <p:sp>
          <p:nvSpPr>
            <p:cNvPr id="422" name="Google Shape;422;p49"/>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49"/>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7" name="Shape 427"/>
        <p:cNvGrpSpPr/>
        <p:nvPr/>
      </p:nvGrpSpPr>
      <p:grpSpPr>
        <a:xfrm>
          <a:off x="0" y="0"/>
          <a:ext cx="0" cy="0"/>
          <a:chOff x="0" y="0"/>
          <a:chExt cx="0" cy="0"/>
        </a:xfrm>
      </p:grpSpPr>
      <p:sp>
        <p:nvSpPr>
          <p:cNvPr id="428" name="Google Shape;428;p50"/>
          <p:cNvSpPr txBox="1"/>
          <p:nvPr>
            <p:ph type="title"/>
          </p:nvPr>
        </p:nvSpPr>
        <p:spPr>
          <a:xfrm>
            <a:off x="1369350" y="998850"/>
            <a:ext cx="6405300" cy="3145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Awesome words</a:t>
            </a:r>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2" name="Shape 432"/>
        <p:cNvGrpSpPr/>
        <p:nvPr/>
      </p:nvGrpSpPr>
      <p:grpSpPr>
        <a:xfrm>
          <a:off x="0" y="0"/>
          <a:ext cx="0" cy="0"/>
          <a:chOff x="0" y="0"/>
          <a:chExt cx="0" cy="0"/>
        </a:xfrm>
      </p:grpSpPr>
      <p:sp>
        <p:nvSpPr>
          <p:cNvPr id="433" name="Google Shape;433;p51"/>
          <p:cNvSpPr txBox="1"/>
          <p:nvPr>
            <p:ph idx="13" type="subTitle"/>
          </p:nvPr>
        </p:nvSpPr>
        <p:spPr>
          <a:xfrm>
            <a:off x="6056725" y="2210550"/>
            <a:ext cx="1986000" cy="543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Mars is actually a very cold place</a:t>
            </a:r>
            <a:endParaRPr/>
          </a:p>
        </p:txBody>
      </p:sp>
      <p:sp>
        <p:nvSpPr>
          <p:cNvPr id="434" name="Google Shape;434;p51"/>
          <p:cNvSpPr txBox="1"/>
          <p:nvPr>
            <p:ph idx="15" type="subTitle"/>
          </p:nvPr>
        </p:nvSpPr>
        <p:spPr>
          <a:xfrm>
            <a:off x="6056725" y="3643950"/>
            <a:ext cx="1986000" cy="543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Neptune is the farthest planet from the Sun</a:t>
            </a:r>
            <a:endParaRPr/>
          </a:p>
        </p:txBody>
      </p:sp>
      <p:sp>
        <p:nvSpPr>
          <p:cNvPr id="435" name="Google Shape;435;p51"/>
          <p:cNvSpPr txBox="1"/>
          <p:nvPr>
            <p:ph idx="9" type="title"/>
          </p:nvPr>
        </p:nvSpPr>
        <p:spPr>
          <a:xfrm>
            <a:off x="6056725" y="1682850"/>
            <a:ext cx="19860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436" name="Google Shape;436;p51"/>
          <p:cNvSpPr txBox="1"/>
          <p:nvPr>
            <p:ph idx="14" type="title"/>
          </p:nvPr>
        </p:nvSpPr>
        <p:spPr>
          <a:xfrm>
            <a:off x="6056725" y="3116250"/>
            <a:ext cx="19860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437" name="Google Shape;437;p51"/>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Diagnosis</a:t>
            </a:r>
            <a:endParaRPr/>
          </a:p>
        </p:txBody>
      </p:sp>
      <p:sp>
        <p:nvSpPr>
          <p:cNvPr id="438" name="Google Shape;438;p51"/>
          <p:cNvSpPr txBox="1"/>
          <p:nvPr>
            <p:ph idx="2" type="title"/>
          </p:nvPr>
        </p:nvSpPr>
        <p:spPr>
          <a:xfrm>
            <a:off x="1101175" y="1682850"/>
            <a:ext cx="19860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439" name="Google Shape;439;p51"/>
          <p:cNvSpPr txBox="1"/>
          <p:nvPr>
            <p:ph idx="1" type="subTitle"/>
          </p:nvPr>
        </p:nvSpPr>
        <p:spPr>
          <a:xfrm>
            <a:off x="1101175" y="2210550"/>
            <a:ext cx="1986000" cy="543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 is the closest planet to the Sun</a:t>
            </a:r>
            <a:endParaRPr/>
          </a:p>
        </p:txBody>
      </p:sp>
      <p:sp>
        <p:nvSpPr>
          <p:cNvPr id="440" name="Google Shape;440;p51"/>
          <p:cNvSpPr txBox="1"/>
          <p:nvPr>
            <p:ph idx="3" type="title"/>
          </p:nvPr>
        </p:nvSpPr>
        <p:spPr>
          <a:xfrm>
            <a:off x="3578947" y="1682850"/>
            <a:ext cx="19860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441" name="Google Shape;441;p51"/>
          <p:cNvSpPr txBox="1"/>
          <p:nvPr>
            <p:ph idx="4" type="subTitle"/>
          </p:nvPr>
        </p:nvSpPr>
        <p:spPr>
          <a:xfrm>
            <a:off x="3579000" y="2210550"/>
            <a:ext cx="1986000" cy="543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 is the second planet from the Sun</a:t>
            </a:r>
            <a:endParaRPr/>
          </a:p>
        </p:txBody>
      </p:sp>
      <p:sp>
        <p:nvSpPr>
          <p:cNvPr id="442" name="Google Shape;442;p51"/>
          <p:cNvSpPr txBox="1"/>
          <p:nvPr>
            <p:ph idx="5" type="title"/>
          </p:nvPr>
        </p:nvSpPr>
        <p:spPr>
          <a:xfrm>
            <a:off x="1101175" y="3116250"/>
            <a:ext cx="19860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443" name="Google Shape;443;p51"/>
          <p:cNvSpPr txBox="1"/>
          <p:nvPr>
            <p:ph idx="6" type="subTitle"/>
          </p:nvPr>
        </p:nvSpPr>
        <p:spPr>
          <a:xfrm>
            <a:off x="1101175" y="3643950"/>
            <a:ext cx="1986000" cy="543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Jupiter is the biggest planet of them all</a:t>
            </a:r>
            <a:endParaRPr/>
          </a:p>
        </p:txBody>
      </p:sp>
      <p:sp>
        <p:nvSpPr>
          <p:cNvPr id="444" name="Google Shape;444;p51"/>
          <p:cNvSpPr txBox="1"/>
          <p:nvPr>
            <p:ph idx="7" type="title"/>
          </p:nvPr>
        </p:nvSpPr>
        <p:spPr>
          <a:xfrm>
            <a:off x="3578947" y="3116250"/>
            <a:ext cx="19860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445" name="Google Shape;445;p51"/>
          <p:cNvSpPr txBox="1"/>
          <p:nvPr>
            <p:ph idx="8" type="subTitle"/>
          </p:nvPr>
        </p:nvSpPr>
        <p:spPr>
          <a:xfrm>
            <a:off x="3578947" y="3643950"/>
            <a:ext cx="1986000" cy="543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It’s composed of hydrogen and helium</a:t>
            </a:r>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9" name="Shape 449"/>
        <p:cNvGrpSpPr/>
        <p:nvPr/>
      </p:nvGrpSpPr>
      <p:grpSpPr>
        <a:xfrm>
          <a:off x="0" y="0"/>
          <a:ext cx="0" cy="0"/>
          <a:chOff x="0" y="0"/>
          <a:chExt cx="0" cy="0"/>
        </a:xfrm>
      </p:grpSpPr>
      <p:sp>
        <p:nvSpPr>
          <p:cNvPr id="450" name="Google Shape;450;p52"/>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Treatment</a:t>
            </a:r>
            <a:endParaRPr/>
          </a:p>
        </p:txBody>
      </p:sp>
      <p:sp>
        <p:nvSpPr>
          <p:cNvPr id="451" name="Google Shape;451;p52"/>
          <p:cNvSpPr txBox="1"/>
          <p:nvPr>
            <p:ph idx="2" type="title"/>
          </p:nvPr>
        </p:nvSpPr>
        <p:spPr>
          <a:xfrm>
            <a:off x="1507086" y="2654900"/>
            <a:ext cx="2587200" cy="504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452" name="Google Shape;452;p52"/>
          <p:cNvSpPr txBox="1"/>
          <p:nvPr>
            <p:ph idx="3" type="title"/>
          </p:nvPr>
        </p:nvSpPr>
        <p:spPr>
          <a:xfrm>
            <a:off x="5049714" y="2654900"/>
            <a:ext cx="2587200" cy="504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453" name="Google Shape;453;p52"/>
          <p:cNvSpPr txBox="1"/>
          <p:nvPr>
            <p:ph idx="1" type="subTitle"/>
          </p:nvPr>
        </p:nvSpPr>
        <p:spPr>
          <a:xfrm>
            <a:off x="5049714" y="3158875"/>
            <a:ext cx="2587200" cy="956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It’s hot and has a poisonous atmosphere</a:t>
            </a:r>
            <a:endParaRPr/>
          </a:p>
        </p:txBody>
      </p:sp>
      <p:sp>
        <p:nvSpPr>
          <p:cNvPr id="454" name="Google Shape;454;p52"/>
          <p:cNvSpPr txBox="1"/>
          <p:nvPr>
            <p:ph idx="4" type="subTitle"/>
          </p:nvPr>
        </p:nvSpPr>
        <p:spPr>
          <a:xfrm>
            <a:off x="1507086" y="3158875"/>
            <a:ext cx="2587200" cy="956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Solar System—it’s only a bit larger than the Moon</a:t>
            </a:r>
            <a:endParaRPr/>
          </a:p>
        </p:txBody>
      </p:sp>
      <p:grpSp>
        <p:nvGrpSpPr>
          <p:cNvPr id="455" name="Google Shape;455;p52"/>
          <p:cNvGrpSpPr/>
          <p:nvPr/>
        </p:nvGrpSpPr>
        <p:grpSpPr>
          <a:xfrm>
            <a:off x="2642851" y="1888539"/>
            <a:ext cx="315790" cy="503999"/>
            <a:chOff x="5829984" y="3350032"/>
            <a:chExt cx="220755" cy="352348"/>
          </a:xfrm>
        </p:grpSpPr>
        <p:sp>
          <p:nvSpPr>
            <p:cNvPr id="456" name="Google Shape;456;p52"/>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52"/>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52"/>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52"/>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 name="Google Shape;460;p52"/>
          <p:cNvGrpSpPr/>
          <p:nvPr/>
        </p:nvGrpSpPr>
        <p:grpSpPr>
          <a:xfrm>
            <a:off x="6119305" y="1921007"/>
            <a:ext cx="448017" cy="438972"/>
            <a:chOff x="6657194" y="2434073"/>
            <a:chExt cx="375507" cy="367925"/>
          </a:xfrm>
        </p:grpSpPr>
        <p:sp>
          <p:nvSpPr>
            <p:cNvPr id="461" name="Google Shape;461;p52"/>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52"/>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52"/>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7" name="Shape 467"/>
        <p:cNvGrpSpPr/>
        <p:nvPr/>
      </p:nvGrpSpPr>
      <p:grpSpPr>
        <a:xfrm>
          <a:off x="0" y="0"/>
          <a:ext cx="0" cy="0"/>
          <a:chOff x="0" y="0"/>
          <a:chExt cx="0" cy="0"/>
        </a:xfrm>
      </p:grpSpPr>
      <p:sp>
        <p:nvSpPr>
          <p:cNvPr id="468" name="Google Shape;468;p53"/>
          <p:cNvSpPr/>
          <p:nvPr/>
        </p:nvSpPr>
        <p:spPr>
          <a:xfrm>
            <a:off x="907500" y="1453900"/>
            <a:ext cx="3477000" cy="13098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53"/>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Patient monitoring</a:t>
            </a:r>
            <a:endParaRPr/>
          </a:p>
        </p:txBody>
      </p:sp>
      <p:sp>
        <p:nvSpPr>
          <p:cNvPr id="470" name="Google Shape;470;p53"/>
          <p:cNvSpPr txBox="1"/>
          <p:nvPr/>
        </p:nvSpPr>
        <p:spPr>
          <a:xfrm>
            <a:off x="986100" y="1618275"/>
            <a:ext cx="1659900" cy="527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500">
                <a:solidFill>
                  <a:schemeClr val="lt1"/>
                </a:solidFill>
                <a:latin typeface="Libre Caslon Text"/>
                <a:ea typeface="Libre Caslon Text"/>
                <a:cs typeface="Libre Caslon Text"/>
                <a:sym typeface="Libre Caslon Text"/>
              </a:rPr>
              <a:t>Week 1</a:t>
            </a:r>
            <a:endParaRPr sz="2500">
              <a:solidFill>
                <a:schemeClr val="lt1"/>
              </a:solidFill>
              <a:latin typeface="Libre Caslon Text"/>
              <a:ea typeface="Libre Caslon Text"/>
              <a:cs typeface="Libre Caslon Text"/>
              <a:sym typeface="Libre Caslon Text"/>
            </a:endParaRPr>
          </a:p>
        </p:txBody>
      </p:sp>
      <p:sp>
        <p:nvSpPr>
          <p:cNvPr id="471" name="Google Shape;471;p53"/>
          <p:cNvSpPr txBox="1"/>
          <p:nvPr/>
        </p:nvSpPr>
        <p:spPr>
          <a:xfrm>
            <a:off x="2646000" y="1610325"/>
            <a:ext cx="1659900" cy="5436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solidFill>
                  <a:schemeClr val="dk1"/>
                </a:solidFill>
                <a:latin typeface="Assistant"/>
                <a:ea typeface="Assistant"/>
                <a:cs typeface="Assistant"/>
                <a:sym typeface="Assistant"/>
              </a:rPr>
              <a:t>Despite being red, Mars is a cold place</a:t>
            </a:r>
            <a:endParaRPr>
              <a:solidFill>
                <a:schemeClr val="dk1"/>
              </a:solidFill>
              <a:latin typeface="Assistant"/>
              <a:ea typeface="Assistant"/>
              <a:cs typeface="Assistant"/>
              <a:sym typeface="Assistant"/>
            </a:endParaRPr>
          </a:p>
        </p:txBody>
      </p:sp>
      <p:sp>
        <p:nvSpPr>
          <p:cNvPr id="472" name="Google Shape;472;p53"/>
          <p:cNvSpPr txBox="1"/>
          <p:nvPr/>
        </p:nvSpPr>
        <p:spPr>
          <a:xfrm>
            <a:off x="986100" y="2145975"/>
            <a:ext cx="919200" cy="543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Assistant"/>
                <a:ea typeface="Assistant"/>
                <a:cs typeface="Assistant"/>
                <a:sym typeface="Assistant"/>
              </a:rPr>
              <a:t>Mars</a:t>
            </a:r>
            <a:endParaRPr>
              <a:solidFill>
                <a:schemeClr val="dk1"/>
              </a:solidFill>
              <a:latin typeface="Assistant"/>
              <a:ea typeface="Assistant"/>
              <a:cs typeface="Assistant"/>
              <a:sym typeface="Assistant"/>
            </a:endParaRPr>
          </a:p>
        </p:txBody>
      </p:sp>
      <p:sp>
        <p:nvSpPr>
          <p:cNvPr id="473" name="Google Shape;473;p53"/>
          <p:cNvSpPr txBox="1"/>
          <p:nvPr/>
        </p:nvSpPr>
        <p:spPr>
          <a:xfrm>
            <a:off x="3537475" y="2153925"/>
            <a:ext cx="768300" cy="5277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solidFill>
                  <a:schemeClr val="lt1"/>
                </a:solidFill>
                <a:latin typeface="Libre Caslon Text"/>
                <a:ea typeface="Libre Caslon Text"/>
                <a:cs typeface="Libre Caslon Text"/>
                <a:sym typeface="Libre Caslon Text"/>
              </a:rPr>
              <a:t>50%</a:t>
            </a:r>
            <a:endParaRPr>
              <a:solidFill>
                <a:schemeClr val="lt1"/>
              </a:solidFill>
              <a:latin typeface="Libre Caslon Text"/>
              <a:ea typeface="Libre Caslon Text"/>
              <a:cs typeface="Libre Caslon Text"/>
              <a:sym typeface="Libre Caslon Text"/>
            </a:endParaRPr>
          </a:p>
        </p:txBody>
      </p:sp>
      <p:sp>
        <p:nvSpPr>
          <p:cNvPr id="474" name="Google Shape;474;p53"/>
          <p:cNvSpPr/>
          <p:nvPr/>
        </p:nvSpPr>
        <p:spPr>
          <a:xfrm>
            <a:off x="1905175" y="2325225"/>
            <a:ext cx="1632300" cy="1851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53"/>
          <p:cNvSpPr/>
          <p:nvPr/>
        </p:nvSpPr>
        <p:spPr>
          <a:xfrm>
            <a:off x="907500" y="3175275"/>
            <a:ext cx="3477000" cy="13098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53"/>
          <p:cNvSpPr txBox="1"/>
          <p:nvPr/>
        </p:nvSpPr>
        <p:spPr>
          <a:xfrm>
            <a:off x="986100" y="3339650"/>
            <a:ext cx="1659900" cy="527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500">
                <a:solidFill>
                  <a:schemeClr val="lt1"/>
                </a:solidFill>
                <a:latin typeface="Libre Caslon Text"/>
                <a:ea typeface="Libre Caslon Text"/>
                <a:cs typeface="Libre Caslon Text"/>
                <a:sym typeface="Libre Caslon Text"/>
              </a:rPr>
              <a:t>Week 3</a:t>
            </a:r>
            <a:endParaRPr sz="2500">
              <a:solidFill>
                <a:schemeClr val="lt1"/>
              </a:solidFill>
              <a:latin typeface="Libre Caslon Text"/>
              <a:ea typeface="Libre Caslon Text"/>
              <a:cs typeface="Libre Caslon Text"/>
              <a:sym typeface="Libre Caslon Text"/>
            </a:endParaRPr>
          </a:p>
        </p:txBody>
      </p:sp>
      <p:sp>
        <p:nvSpPr>
          <p:cNvPr id="477" name="Google Shape;477;p53"/>
          <p:cNvSpPr txBox="1"/>
          <p:nvPr/>
        </p:nvSpPr>
        <p:spPr>
          <a:xfrm>
            <a:off x="2646000" y="3331700"/>
            <a:ext cx="1659900" cy="5436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solidFill>
                  <a:schemeClr val="dk1"/>
                </a:solidFill>
                <a:latin typeface="Assistant"/>
                <a:ea typeface="Assistant"/>
                <a:cs typeface="Assistant"/>
                <a:sym typeface="Assistant"/>
              </a:rPr>
              <a:t>Jupiter is the biggest planet</a:t>
            </a:r>
            <a:endParaRPr>
              <a:solidFill>
                <a:schemeClr val="dk1"/>
              </a:solidFill>
              <a:latin typeface="Assistant"/>
              <a:ea typeface="Assistant"/>
              <a:cs typeface="Assistant"/>
              <a:sym typeface="Assistant"/>
            </a:endParaRPr>
          </a:p>
        </p:txBody>
      </p:sp>
      <p:sp>
        <p:nvSpPr>
          <p:cNvPr id="478" name="Google Shape;478;p53"/>
          <p:cNvSpPr txBox="1"/>
          <p:nvPr/>
        </p:nvSpPr>
        <p:spPr>
          <a:xfrm>
            <a:off x="986100" y="3867350"/>
            <a:ext cx="919200" cy="543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Assistant"/>
                <a:ea typeface="Assistant"/>
                <a:cs typeface="Assistant"/>
                <a:sym typeface="Assistant"/>
              </a:rPr>
              <a:t>Jupiter</a:t>
            </a:r>
            <a:endParaRPr>
              <a:solidFill>
                <a:schemeClr val="dk1"/>
              </a:solidFill>
              <a:latin typeface="Assistant"/>
              <a:ea typeface="Assistant"/>
              <a:cs typeface="Assistant"/>
              <a:sym typeface="Assistant"/>
            </a:endParaRPr>
          </a:p>
        </p:txBody>
      </p:sp>
      <p:sp>
        <p:nvSpPr>
          <p:cNvPr id="479" name="Google Shape;479;p53"/>
          <p:cNvSpPr txBox="1"/>
          <p:nvPr/>
        </p:nvSpPr>
        <p:spPr>
          <a:xfrm>
            <a:off x="3537475" y="3875300"/>
            <a:ext cx="768300" cy="5277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solidFill>
                  <a:schemeClr val="lt1"/>
                </a:solidFill>
                <a:latin typeface="Libre Caslon Text"/>
                <a:ea typeface="Libre Caslon Text"/>
                <a:cs typeface="Libre Caslon Text"/>
                <a:sym typeface="Libre Caslon Text"/>
              </a:rPr>
              <a:t>8</a:t>
            </a:r>
            <a:r>
              <a:rPr lang="en">
                <a:solidFill>
                  <a:schemeClr val="lt1"/>
                </a:solidFill>
                <a:latin typeface="Libre Caslon Text"/>
                <a:ea typeface="Libre Caslon Text"/>
                <a:cs typeface="Libre Caslon Text"/>
                <a:sym typeface="Libre Caslon Text"/>
              </a:rPr>
              <a:t>0%</a:t>
            </a:r>
            <a:endParaRPr>
              <a:solidFill>
                <a:schemeClr val="lt1"/>
              </a:solidFill>
              <a:latin typeface="Libre Caslon Text"/>
              <a:ea typeface="Libre Caslon Text"/>
              <a:cs typeface="Libre Caslon Text"/>
              <a:sym typeface="Libre Caslon Text"/>
            </a:endParaRPr>
          </a:p>
        </p:txBody>
      </p:sp>
      <p:sp>
        <p:nvSpPr>
          <p:cNvPr id="480" name="Google Shape;480;p53"/>
          <p:cNvSpPr/>
          <p:nvPr/>
        </p:nvSpPr>
        <p:spPr>
          <a:xfrm>
            <a:off x="1905175" y="4046600"/>
            <a:ext cx="1632300" cy="1851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53"/>
          <p:cNvSpPr/>
          <p:nvPr/>
        </p:nvSpPr>
        <p:spPr>
          <a:xfrm>
            <a:off x="4759500" y="1453900"/>
            <a:ext cx="3477000" cy="13098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53"/>
          <p:cNvSpPr txBox="1"/>
          <p:nvPr/>
        </p:nvSpPr>
        <p:spPr>
          <a:xfrm>
            <a:off x="4838100" y="1618275"/>
            <a:ext cx="1659900" cy="527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500">
                <a:solidFill>
                  <a:schemeClr val="lt1"/>
                </a:solidFill>
                <a:latin typeface="Libre Caslon Text"/>
                <a:ea typeface="Libre Caslon Text"/>
                <a:cs typeface="Libre Caslon Text"/>
                <a:sym typeface="Libre Caslon Text"/>
              </a:rPr>
              <a:t>Week 2</a:t>
            </a:r>
            <a:endParaRPr sz="2500">
              <a:solidFill>
                <a:schemeClr val="lt1"/>
              </a:solidFill>
              <a:latin typeface="Libre Caslon Text"/>
              <a:ea typeface="Libre Caslon Text"/>
              <a:cs typeface="Libre Caslon Text"/>
              <a:sym typeface="Libre Caslon Text"/>
            </a:endParaRPr>
          </a:p>
        </p:txBody>
      </p:sp>
      <p:sp>
        <p:nvSpPr>
          <p:cNvPr id="483" name="Google Shape;483;p53"/>
          <p:cNvSpPr txBox="1"/>
          <p:nvPr/>
        </p:nvSpPr>
        <p:spPr>
          <a:xfrm>
            <a:off x="6498000" y="1610325"/>
            <a:ext cx="1659900" cy="5436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solidFill>
                  <a:schemeClr val="dk1"/>
                </a:solidFill>
                <a:latin typeface="Assistant"/>
                <a:ea typeface="Assistant"/>
                <a:cs typeface="Assistant"/>
                <a:sym typeface="Assistant"/>
              </a:rPr>
              <a:t>Mercury is the smallest planet</a:t>
            </a:r>
            <a:endParaRPr>
              <a:solidFill>
                <a:schemeClr val="dk1"/>
              </a:solidFill>
              <a:latin typeface="Assistant"/>
              <a:ea typeface="Assistant"/>
              <a:cs typeface="Assistant"/>
              <a:sym typeface="Assistant"/>
            </a:endParaRPr>
          </a:p>
        </p:txBody>
      </p:sp>
      <p:sp>
        <p:nvSpPr>
          <p:cNvPr id="484" name="Google Shape;484;p53"/>
          <p:cNvSpPr txBox="1"/>
          <p:nvPr/>
        </p:nvSpPr>
        <p:spPr>
          <a:xfrm>
            <a:off x="4838100" y="2145975"/>
            <a:ext cx="919200" cy="543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Assistant"/>
                <a:ea typeface="Assistant"/>
                <a:cs typeface="Assistant"/>
                <a:sym typeface="Assistant"/>
              </a:rPr>
              <a:t>Mercury</a:t>
            </a:r>
            <a:endParaRPr>
              <a:solidFill>
                <a:schemeClr val="dk1"/>
              </a:solidFill>
              <a:latin typeface="Assistant"/>
              <a:ea typeface="Assistant"/>
              <a:cs typeface="Assistant"/>
              <a:sym typeface="Assistant"/>
            </a:endParaRPr>
          </a:p>
        </p:txBody>
      </p:sp>
      <p:sp>
        <p:nvSpPr>
          <p:cNvPr id="485" name="Google Shape;485;p53"/>
          <p:cNvSpPr txBox="1"/>
          <p:nvPr/>
        </p:nvSpPr>
        <p:spPr>
          <a:xfrm>
            <a:off x="7389550" y="2153925"/>
            <a:ext cx="768300" cy="5277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solidFill>
                  <a:schemeClr val="lt1"/>
                </a:solidFill>
                <a:latin typeface="Libre Caslon Text"/>
                <a:ea typeface="Libre Caslon Text"/>
                <a:cs typeface="Libre Caslon Text"/>
                <a:sym typeface="Libre Caslon Text"/>
              </a:rPr>
              <a:t>6</a:t>
            </a:r>
            <a:r>
              <a:rPr lang="en">
                <a:solidFill>
                  <a:schemeClr val="lt1"/>
                </a:solidFill>
                <a:latin typeface="Libre Caslon Text"/>
                <a:ea typeface="Libre Caslon Text"/>
                <a:cs typeface="Libre Caslon Text"/>
                <a:sym typeface="Libre Caslon Text"/>
              </a:rPr>
              <a:t>0%</a:t>
            </a:r>
            <a:endParaRPr>
              <a:solidFill>
                <a:schemeClr val="lt1"/>
              </a:solidFill>
              <a:latin typeface="Libre Caslon Text"/>
              <a:ea typeface="Libre Caslon Text"/>
              <a:cs typeface="Libre Caslon Text"/>
              <a:sym typeface="Libre Caslon Text"/>
            </a:endParaRPr>
          </a:p>
        </p:txBody>
      </p:sp>
      <p:sp>
        <p:nvSpPr>
          <p:cNvPr id="486" name="Google Shape;486;p53"/>
          <p:cNvSpPr/>
          <p:nvPr/>
        </p:nvSpPr>
        <p:spPr>
          <a:xfrm>
            <a:off x="5757175" y="2325225"/>
            <a:ext cx="1632300" cy="1851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53"/>
          <p:cNvSpPr/>
          <p:nvPr/>
        </p:nvSpPr>
        <p:spPr>
          <a:xfrm>
            <a:off x="4759500" y="3175275"/>
            <a:ext cx="3477000" cy="13098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53"/>
          <p:cNvSpPr txBox="1"/>
          <p:nvPr/>
        </p:nvSpPr>
        <p:spPr>
          <a:xfrm>
            <a:off x="4838100" y="3339650"/>
            <a:ext cx="1659900" cy="527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500">
                <a:solidFill>
                  <a:schemeClr val="lt1"/>
                </a:solidFill>
                <a:latin typeface="Libre Caslon Text"/>
                <a:ea typeface="Libre Caslon Text"/>
                <a:cs typeface="Libre Caslon Text"/>
                <a:sym typeface="Libre Caslon Text"/>
              </a:rPr>
              <a:t>Week 4</a:t>
            </a:r>
            <a:endParaRPr sz="2500">
              <a:solidFill>
                <a:schemeClr val="lt1"/>
              </a:solidFill>
              <a:latin typeface="Libre Caslon Text"/>
              <a:ea typeface="Libre Caslon Text"/>
              <a:cs typeface="Libre Caslon Text"/>
              <a:sym typeface="Libre Caslon Text"/>
            </a:endParaRPr>
          </a:p>
        </p:txBody>
      </p:sp>
      <p:sp>
        <p:nvSpPr>
          <p:cNvPr id="489" name="Google Shape;489;p53"/>
          <p:cNvSpPr txBox="1"/>
          <p:nvPr/>
        </p:nvSpPr>
        <p:spPr>
          <a:xfrm>
            <a:off x="6498000" y="3331700"/>
            <a:ext cx="1659900" cy="5436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solidFill>
                  <a:schemeClr val="dk1"/>
                </a:solidFill>
                <a:latin typeface="Assistant"/>
                <a:ea typeface="Assistant"/>
                <a:cs typeface="Assistant"/>
                <a:sym typeface="Assistant"/>
              </a:rPr>
              <a:t>Neptune is far away from Earth</a:t>
            </a:r>
            <a:endParaRPr>
              <a:solidFill>
                <a:schemeClr val="dk1"/>
              </a:solidFill>
              <a:latin typeface="Assistant"/>
              <a:ea typeface="Assistant"/>
              <a:cs typeface="Assistant"/>
              <a:sym typeface="Assistant"/>
            </a:endParaRPr>
          </a:p>
        </p:txBody>
      </p:sp>
      <p:sp>
        <p:nvSpPr>
          <p:cNvPr id="490" name="Google Shape;490;p53"/>
          <p:cNvSpPr txBox="1"/>
          <p:nvPr/>
        </p:nvSpPr>
        <p:spPr>
          <a:xfrm>
            <a:off x="4838100" y="3867350"/>
            <a:ext cx="919200" cy="543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Assistant"/>
                <a:ea typeface="Assistant"/>
                <a:cs typeface="Assistant"/>
                <a:sym typeface="Assistant"/>
              </a:rPr>
              <a:t>Neptune</a:t>
            </a:r>
            <a:endParaRPr>
              <a:solidFill>
                <a:schemeClr val="dk1"/>
              </a:solidFill>
              <a:latin typeface="Assistant"/>
              <a:ea typeface="Assistant"/>
              <a:cs typeface="Assistant"/>
              <a:sym typeface="Assistant"/>
            </a:endParaRPr>
          </a:p>
        </p:txBody>
      </p:sp>
      <p:sp>
        <p:nvSpPr>
          <p:cNvPr id="491" name="Google Shape;491;p53"/>
          <p:cNvSpPr txBox="1"/>
          <p:nvPr/>
        </p:nvSpPr>
        <p:spPr>
          <a:xfrm>
            <a:off x="7389550" y="3875300"/>
            <a:ext cx="768300" cy="5277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solidFill>
                  <a:schemeClr val="lt1"/>
                </a:solidFill>
                <a:latin typeface="Libre Caslon Text"/>
                <a:ea typeface="Libre Caslon Text"/>
                <a:cs typeface="Libre Caslon Text"/>
                <a:sym typeface="Libre Caslon Text"/>
              </a:rPr>
              <a:t>2</a:t>
            </a:r>
            <a:r>
              <a:rPr lang="en">
                <a:solidFill>
                  <a:schemeClr val="lt1"/>
                </a:solidFill>
                <a:latin typeface="Libre Caslon Text"/>
                <a:ea typeface="Libre Caslon Text"/>
                <a:cs typeface="Libre Caslon Text"/>
                <a:sym typeface="Libre Caslon Text"/>
              </a:rPr>
              <a:t>0%</a:t>
            </a:r>
            <a:endParaRPr>
              <a:solidFill>
                <a:schemeClr val="lt1"/>
              </a:solidFill>
              <a:latin typeface="Libre Caslon Text"/>
              <a:ea typeface="Libre Caslon Text"/>
              <a:cs typeface="Libre Caslon Text"/>
              <a:sym typeface="Libre Caslon Text"/>
            </a:endParaRPr>
          </a:p>
        </p:txBody>
      </p:sp>
      <p:sp>
        <p:nvSpPr>
          <p:cNvPr id="492" name="Google Shape;492;p53"/>
          <p:cNvSpPr/>
          <p:nvPr/>
        </p:nvSpPr>
        <p:spPr>
          <a:xfrm>
            <a:off x="5757175" y="4046600"/>
            <a:ext cx="1632300" cy="1851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53"/>
          <p:cNvSpPr/>
          <p:nvPr/>
        </p:nvSpPr>
        <p:spPr>
          <a:xfrm>
            <a:off x="1905175" y="2325225"/>
            <a:ext cx="810600" cy="185100"/>
          </a:xfrm>
          <a:prstGeom prst="rect">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53"/>
          <p:cNvSpPr/>
          <p:nvPr/>
        </p:nvSpPr>
        <p:spPr>
          <a:xfrm>
            <a:off x="1905175" y="4046600"/>
            <a:ext cx="1300800" cy="185100"/>
          </a:xfrm>
          <a:prstGeom prst="rect">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53"/>
          <p:cNvSpPr/>
          <p:nvPr/>
        </p:nvSpPr>
        <p:spPr>
          <a:xfrm>
            <a:off x="5757300" y="4046600"/>
            <a:ext cx="353100" cy="185100"/>
          </a:xfrm>
          <a:prstGeom prst="rect">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53"/>
          <p:cNvSpPr/>
          <p:nvPr/>
        </p:nvSpPr>
        <p:spPr>
          <a:xfrm>
            <a:off x="5757300" y="2325225"/>
            <a:ext cx="810600" cy="185100"/>
          </a:xfrm>
          <a:prstGeom prst="rect">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0" name="Shape 500"/>
        <p:cNvGrpSpPr/>
        <p:nvPr/>
      </p:nvGrpSpPr>
      <p:grpSpPr>
        <a:xfrm>
          <a:off x="0" y="0"/>
          <a:ext cx="0" cy="0"/>
          <a:chOff x="0" y="0"/>
          <a:chExt cx="0" cy="0"/>
        </a:xfrm>
      </p:grpSpPr>
      <p:sp>
        <p:nvSpPr>
          <p:cNvPr id="501" name="Google Shape;501;p54"/>
          <p:cNvSpPr txBox="1"/>
          <p:nvPr>
            <p:ph idx="1" type="body"/>
          </p:nvPr>
        </p:nvSpPr>
        <p:spPr>
          <a:xfrm>
            <a:off x="1105213" y="1762538"/>
            <a:ext cx="3222900" cy="2841600"/>
          </a:xfrm>
          <a:prstGeom prst="rect">
            <a:avLst/>
          </a:prstGeom>
        </p:spPr>
        <p:txBody>
          <a:bodyPr anchorCtr="0" anchor="ctr" bIns="91425" lIns="91425" spcFirstLastPara="1" rIns="91425" wrap="square" tIns="91425">
            <a:noAutofit/>
          </a:bodyPr>
          <a:lstStyle/>
          <a:p>
            <a:pPr indent="-317500" lvl="0" marL="457200" rtl="0" algn="l">
              <a:spcBef>
                <a:spcPts val="0"/>
              </a:spcBef>
              <a:spcAft>
                <a:spcPts val="0"/>
              </a:spcAft>
              <a:buSzPts val="1400"/>
              <a:buChar char="●"/>
            </a:pPr>
            <a:r>
              <a:rPr lang="en"/>
              <a:t>Describe here one of the reasons to stop the treatment</a:t>
            </a:r>
            <a:endParaRPr/>
          </a:p>
          <a:p>
            <a:pPr indent="-317500" lvl="0" marL="457200" rtl="0" algn="l">
              <a:spcBef>
                <a:spcPts val="0"/>
              </a:spcBef>
              <a:spcAft>
                <a:spcPts val="0"/>
              </a:spcAft>
              <a:buSzPts val="1400"/>
              <a:buChar char="●"/>
            </a:pPr>
            <a:r>
              <a:rPr lang="en"/>
              <a:t>Describe here one of the reasons to stop the treatment</a:t>
            </a:r>
            <a:endParaRPr/>
          </a:p>
          <a:p>
            <a:pPr indent="-317500" lvl="0" marL="457200" rtl="0" algn="l">
              <a:spcBef>
                <a:spcPts val="0"/>
              </a:spcBef>
              <a:spcAft>
                <a:spcPts val="0"/>
              </a:spcAft>
              <a:buSzPts val="1400"/>
              <a:buChar char="●"/>
            </a:pPr>
            <a:r>
              <a:rPr lang="en"/>
              <a:t>Describe here one of the reasons to stop the treatment</a:t>
            </a:r>
            <a:endParaRPr/>
          </a:p>
          <a:p>
            <a:pPr indent="-317500" lvl="0" marL="457200" rtl="0" algn="l">
              <a:spcBef>
                <a:spcPts val="0"/>
              </a:spcBef>
              <a:spcAft>
                <a:spcPts val="0"/>
              </a:spcAft>
              <a:buSzPts val="1400"/>
              <a:buChar char="●"/>
            </a:pPr>
            <a:r>
              <a:rPr lang="en"/>
              <a:t>Describe here one of the reasons to stop the treatment</a:t>
            </a:r>
            <a:endParaRPr/>
          </a:p>
          <a:p>
            <a:pPr indent="-317500" lvl="0" marL="457200" rtl="0" algn="l">
              <a:spcBef>
                <a:spcPts val="0"/>
              </a:spcBef>
              <a:spcAft>
                <a:spcPts val="0"/>
              </a:spcAft>
              <a:buSzPts val="1400"/>
              <a:buChar char="●"/>
            </a:pPr>
            <a:r>
              <a:rPr lang="en"/>
              <a:t>Describe here one of the reasons to stop the treatment</a:t>
            </a:r>
            <a:endParaRPr/>
          </a:p>
        </p:txBody>
      </p:sp>
      <p:sp>
        <p:nvSpPr>
          <p:cNvPr id="502" name="Google Shape;502;p54"/>
          <p:cNvSpPr txBox="1"/>
          <p:nvPr>
            <p:ph idx="2" type="body"/>
          </p:nvPr>
        </p:nvSpPr>
        <p:spPr>
          <a:xfrm>
            <a:off x="4815888" y="1762500"/>
            <a:ext cx="3222900" cy="2841600"/>
          </a:xfrm>
          <a:prstGeom prst="rect">
            <a:avLst/>
          </a:prstGeom>
        </p:spPr>
        <p:txBody>
          <a:bodyPr anchorCtr="0" anchor="ctr" bIns="91425" lIns="91425" spcFirstLastPara="1" rIns="91425" wrap="square" tIns="91425">
            <a:noAutofit/>
          </a:bodyPr>
          <a:lstStyle/>
          <a:p>
            <a:pPr indent="-317500" lvl="0" marL="457200" rtl="0" algn="l">
              <a:spcBef>
                <a:spcPts val="0"/>
              </a:spcBef>
              <a:spcAft>
                <a:spcPts val="0"/>
              </a:spcAft>
              <a:buSzPts val="1400"/>
              <a:buChar char="●"/>
            </a:pPr>
            <a:r>
              <a:rPr lang="en"/>
              <a:t>Describe here one of the reasons to start the treatment</a:t>
            </a:r>
            <a:endParaRPr/>
          </a:p>
          <a:p>
            <a:pPr indent="-317500" lvl="0" marL="457200" rtl="0" algn="l">
              <a:spcBef>
                <a:spcPts val="0"/>
              </a:spcBef>
              <a:spcAft>
                <a:spcPts val="0"/>
              </a:spcAft>
              <a:buSzPts val="1400"/>
              <a:buChar char="●"/>
            </a:pPr>
            <a:r>
              <a:rPr lang="en"/>
              <a:t>Describe here one of the reasons to start the treatment</a:t>
            </a:r>
            <a:endParaRPr/>
          </a:p>
          <a:p>
            <a:pPr indent="-317500" lvl="0" marL="457200" rtl="0" algn="l">
              <a:spcBef>
                <a:spcPts val="0"/>
              </a:spcBef>
              <a:spcAft>
                <a:spcPts val="0"/>
              </a:spcAft>
              <a:buSzPts val="1400"/>
              <a:buChar char="●"/>
            </a:pPr>
            <a:r>
              <a:rPr lang="en"/>
              <a:t>Describe here one of the reasons to start the treatment</a:t>
            </a:r>
            <a:endParaRPr/>
          </a:p>
          <a:p>
            <a:pPr indent="-317500" lvl="0" marL="457200" rtl="0" algn="l">
              <a:spcBef>
                <a:spcPts val="0"/>
              </a:spcBef>
              <a:spcAft>
                <a:spcPts val="0"/>
              </a:spcAft>
              <a:buSzPts val="1400"/>
              <a:buChar char="●"/>
            </a:pPr>
            <a:r>
              <a:rPr lang="en"/>
              <a:t>Describe here one of the reasons to start the treatment</a:t>
            </a:r>
            <a:endParaRPr/>
          </a:p>
          <a:p>
            <a:pPr indent="-317500" lvl="0" marL="457200" rtl="0" algn="l">
              <a:spcBef>
                <a:spcPts val="0"/>
              </a:spcBef>
              <a:spcAft>
                <a:spcPts val="0"/>
              </a:spcAft>
              <a:buSzPts val="1400"/>
              <a:buChar char="●"/>
            </a:pPr>
            <a:r>
              <a:rPr lang="en"/>
              <a:t>Describe here one of the reasons to start the treatment</a:t>
            </a:r>
            <a:endParaRPr/>
          </a:p>
        </p:txBody>
      </p:sp>
      <p:sp>
        <p:nvSpPr>
          <p:cNvPr id="503" name="Google Shape;503;p54"/>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Contradictions &amp; indications</a:t>
            </a:r>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7" name="Shape 507"/>
        <p:cNvGrpSpPr/>
        <p:nvPr/>
      </p:nvGrpSpPr>
      <p:grpSpPr>
        <a:xfrm>
          <a:off x="0" y="0"/>
          <a:ext cx="0" cy="0"/>
          <a:chOff x="0" y="0"/>
          <a:chExt cx="0" cy="0"/>
        </a:xfrm>
      </p:grpSpPr>
      <p:sp>
        <p:nvSpPr>
          <p:cNvPr id="508" name="Google Shape;508;p55"/>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Post-prevention</a:t>
            </a:r>
            <a:endParaRPr/>
          </a:p>
        </p:txBody>
      </p:sp>
      <p:sp>
        <p:nvSpPr>
          <p:cNvPr id="509" name="Google Shape;509;p55"/>
          <p:cNvSpPr txBox="1"/>
          <p:nvPr>
            <p:ph idx="6" type="subTitle"/>
          </p:nvPr>
        </p:nvSpPr>
        <p:spPr>
          <a:xfrm>
            <a:off x="4717839" y="3330250"/>
            <a:ext cx="1710600" cy="543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Despite being red, Mars is a cold place</a:t>
            </a:r>
            <a:endParaRPr/>
          </a:p>
        </p:txBody>
      </p:sp>
      <p:sp>
        <p:nvSpPr>
          <p:cNvPr id="510" name="Google Shape;510;p55"/>
          <p:cNvSpPr txBox="1"/>
          <p:nvPr>
            <p:ph idx="2" type="title"/>
          </p:nvPr>
        </p:nvSpPr>
        <p:spPr>
          <a:xfrm>
            <a:off x="713100" y="2802550"/>
            <a:ext cx="17106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511" name="Google Shape;511;p55"/>
          <p:cNvSpPr txBox="1"/>
          <p:nvPr>
            <p:ph idx="1" type="subTitle"/>
          </p:nvPr>
        </p:nvSpPr>
        <p:spPr>
          <a:xfrm>
            <a:off x="713100" y="3330250"/>
            <a:ext cx="1710600" cy="543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 is the second planet from the Sun</a:t>
            </a:r>
            <a:endParaRPr/>
          </a:p>
        </p:txBody>
      </p:sp>
      <p:sp>
        <p:nvSpPr>
          <p:cNvPr id="512" name="Google Shape;512;p55"/>
          <p:cNvSpPr txBox="1"/>
          <p:nvPr>
            <p:ph idx="3" type="title"/>
          </p:nvPr>
        </p:nvSpPr>
        <p:spPr>
          <a:xfrm>
            <a:off x="2715458" y="2802550"/>
            <a:ext cx="17106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513" name="Google Shape;513;p55"/>
          <p:cNvSpPr txBox="1"/>
          <p:nvPr>
            <p:ph idx="4" type="subTitle"/>
          </p:nvPr>
        </p:nvSpPr>
        <p:spPr>
          <a:xfrm>
            <a:off x="2715456" y="3330250"/>
            <a:ext cx="1710600" cy="543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Jupiter is the biggest planet of them all</a:t>
            </a:r>
            <a:endParaRPr/>
          </a:p>
        </p:txBody>
      </p:sp>
      <p:sp>
        <p:nvSpPr>
          <p:cNvPr id="514" name="Google Shape;514;p55"/>
          <p:cNvSpPr txBox="1"/>
          <p:nvPr>
            <p:ph idx="5" type="title"/>
          </p:nvPr>
        </p:nvSpPr>
        <p:spPr>
          <a:xfrm>
            <a:off x="4717839" y="2802550"/>
            <a:ext cx="17106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515" name="Google Shape;515;p55"/>
          <p:cNvSpPr txBox="1"/>
          <p:nvPr>
            <p:ph idx="7" type="title"/>
          </p:nvPr>
        </p:nvSpPr>
        <p:spPr>
          <a:xfrm>
            <a:off x="6720220" y="2802550"/>
            <a:ext cx="17106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516" name="Google Shape;516;p55"/>
          <p:cNvSpPr txBox="1"/>
          <p:nvPr>
            <p:ph idx="8" type="subTitle"/>
          </p:nvPr>
        </p:nvSpPr>
        <p:spPr>
          <a:xfrm>
            <a:off x="6720218" y="3330250"/>
            <a:ext cx="1710600" cy="543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Saturn is a gas giant and has rings</a:t>
            </a:r>
            <a:endParaRPr/>
          </a:p>
        </p:txBody>
      </p:sp>
      <p:grpSp>
        <p:nvGrpSpPr>
          <p:cNvPr id="517" name="Google Shape;517;p55"/>
          <p:cNvGrpSpPr/>
          <p:nvPr/>
        </p:nvGrpSpPr>
        <p:grpSpPr>
          <a:xfrm>
            <a:off x="7434276" y="2114954"/>
            <a:ext cx="282855" cy="493514"/>
            <a:chOff x="7184363" y="3809604"/>
            <a:chExt cx="202184" cy="352762"/>
          </a:xfrm>
        </p:grpSpPr>
        <p:sp>
          <p:nvSpPr>
            <p:cNvPr id="518" name="Google Shape;518;p55"/>
            <p:cNvSpPr/>
            <p:nvPr/>
          </p:nvSpPr>
          <p:spPr>
            <a:xfrm>
              <a:off x="7273111" y="3823716"/>
              <a:ext cx="23541" cy="23573"/>
            </a:xfrm>
            <a:custGeom>
              <a:rect b="b" l="l" r="r" t="t"/>
              <a:pathLst>
                <a:path extrusionOk="0" h="740" w="739">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55"/>
            <p:cNvSpPr/>
            <p:nvPr/>
          </p:nvSpPr>
          <p:spPr>
            <a:xfrm>
              <a:off x="7184363" y="3809604"/>
              <a:ext cx="202184" cy="352762"/>
            </a:xfrm>
            <a:custGeom>
              <a:rect b="b" l="l" r="r" t="t"/>
              <a:pathLst>
                <a:path extrusionOk="0" h="11074" w="6347">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0" name="Google Shape;520;p55"/>
          <p:cNvSpPr/>
          <p:nvPr/>
        </p:nvSpPr>
        <p:spPr>
          <a:xfrm>
            <a:off x="1317799" y="2174331"/>
            <a:ext cx="501184" cy="374761"/>
          </a:xfrm>
          <a:custGeom>
            <a:rect b="b" l="l" r="r" t="t"/>
            <a:pathLst>
              <a:path extrusionOk="0" h="8993" w="12026">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1" name="Google Shape;521;p55"/>
          <p:cNvGrpSpPr/>
          <p:nvPr/>
        </p:nvGrpSpPr>
        <p:grpSpPr>
          <a:xfrm>
            <a:off x="3356825" y="2117245"/>
            <a:ext cx="428413" cy="488932"/>
            <a:chOff x="6685259" y="2902852"/>
            <a:chExt cx="311414" cy="355406"/>
          </a:xfrm>
        </p:grpSpPr>
        <p:sp>
          <p:nvSpPr>
            <p:cNvPr id="522" name="Google Shape;522;p55"/>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55"/>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55"/>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 name="Google Shape;525;p55"/>
          <p:cNvGrpSpPr/>
          <p:nvPr/>
        </p:nvGrpSpPr>
        <p:grpSpPr>
          <a:xfrm>
            <a:off x="5353345" y="2114944"/>
            <a:ext cx="501184" cy="493535"/>
            <a:chOff x="7964906" y="2434073"/>
            <a:chExt cx="373627" cy="367925"/>
          </a:xfrm>
        </p:grpSpPr>
        <p:sp>
          <p:nvSpPr>
            <p:cNvPr id="526" name="Google Shape;526;p55"/>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55"/>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1" name="Shape 531"/>
        <p:cNvGrpSpPr/>
        <p:nvPr/>
      </p:nvGrpSpPr>
      <p:grpSpPr>
        <a:xfrm>
          <a:off x="0" y="0"/>
          <a:ext cx="0" cy="0"/>
          <a:chOff x="0" y="0"/>
          <a:chExt cx="0" cy="0"/>
        </a:xfrm>
      </p:grpSpPr>
      <p:sp>
        <p:nvSpPr>
          <p:cNvPr id="532" name="Google Shape;532;p56"/>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Case timeline</a:t>
            </a:r>
            <a:endParaRPr/>
          </a:p>
        </p:txBody>
      </p:sp>
      <p:sp>
        <p:nvSpPr>
          <p:cNvPr id="533" name="Google Shape;533;p56"/>
          <p:cNvSpPr txBox="1"/>
          <p:nvPr/>
        </p:nvSpPr>
        <p:spPr>
          <a:xfrm>
            <a:off x="4717839" y="2028150"/>
            <a:ext cx="1710600" cy="543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Assistant"/>
                <a:ea typeface="Assistant"/>
                <a:cs typeface="Assistant"/>
                <a:sym typeface="Assistant"/>
              </a:rPr>
              <a:t>Despite being red, Mars is a cold place</a:t>
            </a:r>
            <a:endParaRPr>
              <a:solidFill>
                <a:schemeClr val="dk1"/>
              </a:solidFill>
              <a:latin typeface="Assistant"/>
              <a:ea typeface="Assistant"/>
              <a:cs typeface="Assistant"/>
              <a:sym typeface="Assistant"/>
            </a:endParaRPr>
          </a:p>
        </p:txBody>
      </p:sp>
      <p:sp>
        <p:nvSpPr>
          <p:cNvPr id="534" name="Google Shape;534;p56"/>
          <p:cNvSpPr txBox="1"/>
          <p:nvPr/>
        </p:nvSpPr>
        <p:spPr>
          <a:xfrm>
            <a:off x="713100" y="1500450"/>
            <a:ext cx="1710600" cy="5277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500">
                <a:solidFill>
                  <a:schemeClr val="lt1"/>
                </a:solidFill>
                <a:latin typeface="Libre Caslon Text"/>
                <a:ea typeface="Libre Caslon Text"/>
                <a:cs typeface="Libre Caslon Text"/>
                <a:sym typeface="Libre Caslon Text"/>
              </a:rPr>
              <a:t>Venus</a:t>
            </a:r>
            <a:endParaRPr sz="2500">
              <a:solidFill>
                <a:schemeClr val="lt1"/>
              </a:solidFill>
              <a:latin typeface="Libre Caslon Text"/>
              <a:ea typeface="Libre Caslon Text"/>
              <a:cs typeface="Libre Caslon Text"/>
              <a:sym typeface="Libre Caslon Text"/>
            </a:endParaRPr>
          </a:p>
        </p:txBody>
      </p:sp>
      <p:sp>
        <p:nvSpPr>
          <p:cNvPr id="535" name="Google Shape;535;p56"/>
          <p:cNvSpPr txBox="1"/>
          <p:nvPr/>
        </p:nvSpPr>
        <p:spPr>
          <a:xfrm>
            <a:off x="713100" y="2028150"/>
            <a:ext cx="1710600" cy="543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Assistant"/>
                <a:ea typeface="Assistant"/>
                <a:cs typeface="Assistant"/>
                <a:sym typeface="Assistant"/>
              </a:rPr>
              <a:t>Venus is the second planet from the Sun</a:t>
            </a:r>
            <a:endParaRPr>
              <a:solidFill>
                <a:schemeClr val="dk1"/>
              </a:solidFill>
              <a:latin typeface="Assistant"/>
              <a:ea typeface="Assistant"/>
              <a:cs typeface="Assistant"/>
              <a:sym typeface="Assistant"/>
            </a:endParaRPr>
          </a:p>
        </p:txBody>
      </p:sp>
      <p:sp>
        <p:nvSpPr>
          <p:cNvPr id="536" name="Google Shape;536;p56"/>
          <p:cNvSpPr txBox="1"/>
          <p:nvPr/>
        </p:nvSpPr>
        <p:spPr>
          <a:xfrm>
            <a:off x="2715458" y="3532800"/>
            <a:ext cx="1710600" cy="5277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500">
                <a:solidFill>
                  <a:schemeClr val="lt1"/>
                </a:solidFill>
                <a:latin typeface="Libre Caslon Text"/>
                <a:ea typeface="Libre Caslon Text"/>
                <a:cs typeface="Libre Caslon Text"/>
                <a:sym typeface="Libre Caslon Text"/>
              </a:rPr>
              <a:t>Jupiter</a:t>
            </a:r>
            <a:endParaRPr sz="2500">
              <a:solidFill>
                <a:schemeClr val="lt1"/>
              </a:solidFill>
              <a:latin typeface="Libre Caslon Text"/>
              <a:ea typeface="Libre Caslon Text"/>
              <a:cs typeface="Libre Caslon Text"/>
              <a:sym typeface="Libre Caslon Text"/>
            </a:endParaRPr>
          </a:p>
        </p:txBody>
      </p:sp>
      <p:sp>
        <p:nvSpPr>
          <p:cNvPr id="537" name="Google Shape;537;p56"/>
          <p:cNvSpPr txBox="1"/>
          <p:nvPr/>
        </p:nvSpPr>
        <p:spPr>
          <a:xfrm>
            <a:off x="2715456" y="4060500"/>
            <a:ext cx="1710600" cy="543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Assistant"/>
                <a:ea typeface="Assistant"/>
                <a:cs typeface="Assistant"/>
                <a:sym typeface="Assistant"/>
              </a:rPr>
              <a:t>Jupiter is the biggest planet of them all</a:t>
            </a:r>
            <a:endParaRPr>
              <a:solidFill>
                <a:schemeClr val="dk1"/>
              </a:solidFill>
              <a:latin typeface="Assistant"/>
              <a:ea typeface="Assistant"/>
              <a:cs typeface="Assistant"/>
              <a:sym typeface="Assistant"/>
            </a:endParaRPr>
          </a:p>
        </p:txBody>
      </p:sp>
      <p:sp>
        <p:nvSpPr>
          <p:cNvPr id="538" name="Google Shape;538;p56"/>
          <p:cNvSpPr txBox="1"/>
          <p:nvPr/>
        </p:nvSpPr>
        <p:spPr>
          <a:xfrm>
            <a:off x="4717839" y="1500450"/>
            <a:ext cx="1710600" cy="5277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500">
                <a:solidFill>
                  <a:schemeClr val="lt1"/>
                </a:solidFill>
                <a:latin typeface="Libre Caslon Text"/>
                <a:ea typeface="Libre Caslon Text"/>
                <a:cs typeface="Libre Caslon Text"/>
                <a:sym typeface="Libre Caslon Text"/>
              </a:rPr>
              <a:t>Mars</a:t>
            </a:r>
            <a:endParaRPr sz="2500">
              <a:solidFill>
                <a:schemeClr val="lt1"/>
              </a:solidFill>
              <a:latin typeface="Libre Caslon Text"/>
              <a:ea typeface="Libre Caslon Text"/>
              <a:cs typeface="Libre Caslon Text"/>
              <a:sym typeface="Libre Caslon Text"/>
            </a:endParaRPr>
          </a:p>
        </p:txBody>
      </p:sp>
      <p:sp>
        <p:nvSpPr>
          <p:cNvPr id="539" name="Google Shape;539;p56"/>
          <p:cNvSpPr txBox="1"/>
          <p:nvPr/>
        </p:nvSpPr>
        <p:spPr>
          <a:xfrm>
            <a:off x="6720220" y="3532800"/>
            <a:ext cx="1710600" cy="5277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500">
                <a:solidFill>
                  <a:schemeClr val="lt1"/>
                </a:solidFill>
                <a:latin typeface="Libre Caslon Text"/>
                <a:ea typeface="Libre Caslon Text"/>
                <a:cs typeface="Libre Caslon Text"/>
                <a:sym typeface="Libre Caslon Text"/>
              </a:rPr>
              <a:t>Saturn</a:t>
            </a:r>
            <a:endParaRPr sz="2500">
              <a:solidFill>
                <a:schemeClr val="lt1"/>
              </a:solidFill>
              <a:latin typeface="Libre Caslon Text"/>
              <a:ea typeface="Libre Caslon Text"/>
              <a:cs typeface="Libre Caslon Text"/>
              <a:sym typeface="Libre Caslon Text"/>
            </a:endParaRPr>
          </a:p>
        </p:txBody>
      </p:sp>
      <p:sp>
        <p:nvSpPr>
          <p:cNvPr id="540" name="Google Shape;540;p56"/>
          <p:cNvSpPr txBox="1"/>
          <p:nvPr/>
        </p:nvSpPr>
        <p:spPr>
          <a:xfrm>
            <a:off x="6720218" y="4060500"/>
            <a:ext cx="1710600" cy="543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Assistant"/>
                <a:ea typeface="Assistant"/>
                <a:cs typeface="Assistant"/>
                <a:sym typeface="Assistant"/>
              </a:rPr>
              <a:t>Neptune is very far away from Sun</a:t>
            </a:r>
            <a:endParaRPr>
              <a:solidFill>
                <a:schemeClr val="dk1"/>
              </a:solidFill>
              <a:latin typeface="Assistant"/>
              <a:ea typeface="Assistant"/>
              <a:cs typeface="Assistant"/>
              <a:sym typeface="Assistant"/>
            </a:endParaRPr>
          </a:p>
        </p:txBody>
      </p:sp>
      <p:sp>
        <p:nvSpPr>
          <p:cNvPr id="541" name="Google Shape;541;p56"/>
          <p:cNvSpPr/>
          <p:nvPr/>
        </p:nvSpPr>
        <p:spPr>
          <a:xfrm>
            <a:off x="1420950" y="2853325"/>
            <a:ext cx="294900" cy="294900"/>
          </a:xfrm>
          <a:prstGeom prst="rect">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56"/>
          <p:cNvSpPr/>
          <p:nvPr/>
        </p:nvSpPr>
        <p:spPr>
          <a:xfrm>
            <a:off x="3423300" y="2853325"/>
            <a:ext cx="294900" cy="294900"/>
          </a:xfrm>
          <a:prstGeom prst="rect">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56"/>
          <p:cNvSpPr/>
          <p:nvPr/>
        </p:nvSpPr>
        <p:spPr>
          <a:xfrm>
            <a:off x="5425650" y="2853325"/>
            <a:ext cx="294900" cy="294900"/>
          </a:xfrm>
          <a:prstGeom prst="rect">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56"/>
          <p:cNvSpPr/>
          <p:nvPr/>
        </p:nvSpPr>
        <p:spPr>
          <a:xfrm>
            <a:off x="7428000" y="2853325"/>
            <a:ext cx="294900" cy="294900"/>
          </a:xfrm>
          <a:prstGeom prst="rect">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45" name="Google Shape;545;p56"/>
          <p:cNvCxnSpPr>
            <a:stCxn id="541" idx="3"/>
            <a:endCxn id="542" idx="1"/>
          </p:cNvCxnSpPr>
          <p:nvPr/>
        </p:nvCxnSpPr>
        <p:spPr>
          <a:xfrm>
            <a:off x="1715850" y="3000775"/>
            <a:ext cx="1707600" cy="0"/>
          </a:xfrm>
          <a:prstGeom prst="straightConnector1">
            <a:avLst/>
          </a:prstGeom>
          <a:noFill/>
          <a:ln cap="flat" cmpd="sng" w="9525">
            <a:solidFill>
              <a:schemeClr val="dk1"/>
            </a:solidFill>
            <a:prstDash val="solid"/>
            <a:round/>
            <a:headEnd len="med" w="med" type="none"/>
            <a:tailEnd len="med" w="med" type="none"/>
          </a:ln>
        </p:spPr>
      </p:cxnSp>
      <p:cxnSp>
        <p:nvCxnSpPr>
          <p:cNvPr id="546" name="Google Shape;546;p56"/>
          <p:cNvCxnSpPr>
            <a:stCxn id="542" idx="3"/>
            <a:endCxn id="543" idx="1"/>
          </p:cNvCxnSpPr>
          <p:nvPr/>
        </p:nvCxnSpPr>
        <p:spPr>
          <a:xfrm>
            <a:off x="3718200" y="3000775"/>
            <a:ext cx="1707600" cy="0"/>
          </a:xfrm>
          <a:prstGeom prst="straightConnector1">
            <a:avLst/>
          </a:prstGeom>
          <a:noFill/>
          <a:ln cap="flat" cmpd="sng" w="9525">
            <a:solidFill>
              <a:schemeClr val="dk1"/>
            </a:solidFill>
            <a:prstDash val="solid"/>
            <a:round/>
            <a:headEnd len="med" w="med" type="none"/>
            <a:tailEnd len="med" w="med" type="none"/>
          </a:ln>
        </p:spPr>
      </p:cxnSp>
      <p:cxnSp>
        <p:nvCxnSpPr>
          <p:cNvPr id="547" name="Google Shape;547;p56"/>
          <p:cNvCxnSpPr>
            <a:stCxn id="543" idx="3"/>
            <a:endCxn id="544" idx="1"/>
          </p:cNvCxnSpPr>
          <p:nvPr/>
        </p:nvCxnSpPr>
        <p:spPr>
          <a:xfrm>
            <a:off x="5720550" y="3000775"/>
            <a:ext cx="1707600" cy="0"/>
          </a:xfrm>
          <a:prstGeom prst="straightConnector1">
            <a:avLst/>
          </a:prstGeom>
          <a:noFill/>
          <a:ln cap="flat" cmpd="sng" w="9525">
            <a:solidFill>
              <a:schemeClr val="dk1"/>
            </a:solidFill>
            <a:prstDash val="solid"/>
            <a:round/>
            <a:headEnd len="med" w="med" type="none"/>
            <a:tailEnd len="med" w="med" type="none"/>
          </a:ln>
        </p:spPr>
      </p:cxnSp>
      <p:cxnSp>
        <p:nvCxnSpPr>
          <p:cNvPr id="548" name="Google Shape;548;p56"/>
          <p:cNvCxnSpPr>
            <a:stCxn id="541" idx="0"/>
            <a:endCxn id="535" idx="2"/>
          </p:cNvCxnSpPr>
          <p:nvPr/>
        </p:nvCxnSpPr>
        <p:spPr>
          <a:xfrm rot="10800000">
            <a:off x="1568400" y="2571625"/>
            <a:ext cx="0" cy="281700"/>
          </a:xfrm>
          <a:prstGeom prst="straightConnector1">
            <a:avLst/>
          </a:prstGeom>
          <a:noFill/>
          <a:ln cap="flat" cmpd="sng" w="9525">
            <a:solidFill>
              <a:schemeClr val="dk1"/>
            </a:solidFill>
            <a:prstDash val="solid"/>
            <a:round/>
            <a:headEnd len="med" w="med" type="none"/>
            <a:tailEnd len="med" w="med" type="none"/>
          </a:ln>
        </p:spPr>
      </p:cxnSp>
      <p:cxnSp>
        <p:nvCxnSpPr>
          <p:cNvPr id="549" name="Google Shape;549;p56"/>
          <p:cNvCxnSpPr>
            <a:stCxn id="542" idx="2"/>
            <a:endCxn id="536" idx="0"/>
          </p:cNvCxnSpPr>
          <p:nvPr/>
        </p:nvCxnSpPr>
        <p:spPr>
          <a:xfrm>
            <a:off x="3570750" y="3148225"/>
            <a:ext cx="0" cy="384600"/>
          </a:xfrm>
          <a:prstGeom prst="straightConnector1">
            <a:avLst/>
          </a:prstGeom>
          <a:noFill/>
          <a:ln cap="flat" cmpd="sng" w="9525">
            <a:solidFill>
              <a:schemeClr val="dk1"/>
            </a:solidFill>
            <a:prstDash val="solid"/>
            <a:round/>
            <a:headEnd len="med" w="med" type="none"/>
            <a:tailEnd len="med" w="med" type="none"/>
          </a:ln>
        </p:spPr>
      </p:cxnSp>
      <p:cxnSp>
        <p:nvCxnSpPr>
          <p:cNvPr id="550" name="Google Shape;550;p56"/>
          <p:cNvCxnSpPr>
            <a:stCxn id="543" idx="0"/>
            <a:endCxn id="533" idx="2"/>
          </p:cNvCxnSpPr>
          <p:nvPr/>
        </p:nvCxnSpPr>
        <p:spPr>
          <a:xfrm rot="10800000">
            <a:off x="5573100" y="2571625"/>
            <a:ext cx="0" cy="281700"/>
          </a:xfrm>
          <a:prstGeom prst="straightConnector1">
            <a:avLst/>
          </a:prstGeom>
          <a:noFill/>
          <a:ln cap="flat" cmpd="sng" w="9525">
            <a:solidFill>
              <a:schemeClr val="dk1"/>
            </a:solidFill>
            <a:prstDash val="solid"/>
            <a:round/>
            <a:headEnd len="med" w="med" type="none"/>
            <a:tailEnd len="med" w="med" type="none"/>
          </a:ln>
        </p:spPr>
      </p:cxnSp>
      <p:cxnSp>
        <p:nvCxnSpPr>
          <p:cNvPr id="551" name="Google Shape;551;p56"/>
          <p:cNvCxnSpPr>
            <a:stCxn id="544" idx="2"/>
            <a:endCxn id="539" idx="0"/>
          </p:cNvCxnSpPr>
          <p:nvPr/>
        </p:nvCxnSpPr>
        <p:spPr>
          <a:xfrm>
            <a:off x="7575450" y="3148225"/>
            <a:ext cx="0" cy="384600"/>
          </a:xfrm>
          <a:prstGeom prst="straightConnector1">
            <a:avLst/>
          </a:prstGeom>
          <a:noFill/>
          <a:ln cap="flat" cmpd="sng" w="9525">
            <a:solidFill>
              <a:schemeClr val="dk1"/>
            </a:solidFill>
            <a:prstDash val="solid"/>
            <a:round/>
            <a:headEnd len="med" w="med" type="none"/>
            <a:tailEnd len="med" w="med" type="none"/>
          </a:ln>
        </p:spPr>
      </p:cxnSp>
      <p:grpSp>
        <p:nvGrpSpPr>
          <p:cNvPr id="552" name="Google Shape;552;p56"/>
          <p:cNvGrpSpPr/>
          <p:nvPr/>
        </p:nvGrpSpPr>
        <p:grpSpPr>
          <a:xfrm>
            <a:off x="5409801" y="3803097"/>
            <a:ext cx="326652" cy="426998"/>
            <a:chOff x="6701186" y="4283033"/>
            <a:chExt cx="280292" cy="366396"/>
          </a:xfrm>
        </p:grpSpPr>
        <p:sp>
          <p:nvSpPr>
            <p:cNvPr id="553" name="Google Shape;553;p56"/>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56"/>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 name="Google Shape;555;p56"/>
          <p:cNvGrpSpPr/>
          <p:nvPr/>
        </p:nvGrpSpPr>
        <p:grpSpPr>
          <a:xfrm>
            <a:off x="1359532" y="3811305"/>
            <a:ext cx="417754" cy="410589"/>
            <a:chOff x="4882170" y="3349841"/>
            <a:chExt cx="358464" cy="352316"/>
          </a:xfrm>
        </p:grpSpPr>
        <p:sp>
          <p:nvSpPr>
            <p:cNvPr id="556" name="Google Shape;556;p56"/>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56"/>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 name="Google Shape;558;p56"/>
          <p:cNvGrpSpPr/>
          <p:nvPr/>
        </p:nvGrpSpPr>
        <p:grpSpPr>
          <a:xfrm>
            <a:off x="7361126" y="1779167"/>
            <a:ext cx="428780" cy="410664"/>
            <a:chOff x="7101317" y="2441655"/>
            <a:chExt cx="367925" cy="352380"/>
          </a:xfrm>
        </p:grpSpPr>
        <p:sp>
          <p:nvSpPr>
            <p:cNvPr id="559" name="Google Shape;559;p56"/>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56"/>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 name="Google Shape;561;p56"/>
          <p:cNvGrpSpPr/>
          <p:nvPr/>
        </p:nvGrpSpPr>
        <p:grpSpPr>
          <a:xfrm>
            <a:off x="3356383" y="1770552"/>
            <a:ext cx="428780" cy="427889"/>
            <a:chOff x="5756399" y="2434456"/>
            <a:chExt cx="367925" cy="367161"/>
          </a:xfrm>
        </p:grpSpPr>
        <p:sp>
          <p:nvSpPr>
            <p:cNvPr id="562" name="Google Shape;562;p56"/>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56"/>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56"/>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56"/>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56"/>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56"/>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56"/>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2" name="Shape 572"/>
        <p:cNvGrpSpPr/>
        <p:nvPr/>
      </p:nvGrpSpPr>
      <p:grpSpPr>
        <a:xfrm>
          <a:off x="0" y="0"/>
          <a:ext cx="0" cy="0"/>
          <a:chOff x="0" y="0"/>
          <a:chExt cx="0" cy="0"/>
        </a:xfrm>
      </p:grpSpPr>
      <p:sp>
        <p:nvSpPr>
          <p:cNvPr id="573" name="Google Shape;573;p57"/>
          <p:cNvSpPr txBox="1"/>
          <p:nvPr>
            <p:ph type="title"/>
          </p:nvPr>
        </p:nvSpPr>
        <p:spPr>
          <a:xfrm>
            <a:off x="1104150" y="1273050"/>
            <a:ext cx="6935700" cy="2100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50,000</a:t>
            </a:r>
            <a:endParaRPr/>
          </a:p>
        </p:txBody>
      </p:sp>
      <p:sp>
        <p:nvSpPr>
          <p:cNvPr id="574" name="Google Shape;574;p57"/>
          <p:cNvSpPr txBox="1"/>
          <p:nvPr>
            <p:ph idx="1" type="subTitle"/>
          </p:nvPr>
        </p:nvSpPr>
        <p:spPr>
          <a:xfrm>
            <a:off x="1104150" y="3373350"/>
            <a:ext cx="6935700" cy="497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Big numbers catch your audience’s attention</a:t>
            </a:r>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8" name="Shape 578"/>
        <p:cNvGrpSpPr/>
        <p:nvPr/>
      </p:nvGrpSpPr>
      <p:grpSpPr>
        <a:xfrm>
          <a:off x="0" y="0"/>
          <a:ext cx="0" cy="0"/>
          <a:chOff x="0" y="0"/>
          <a:chExt cx="0" cy="0"/>
        </a:xfrm>
      </p:grpSpPr>
      <p:sp>
        <p:nvSpPr>
          <p:cNvPr id="579" name="Google Shape;579;p58"/>
          <p:cNvSpPr txBox="1"/>
          <p:nvPr>
            <p:ph type="title"/>
          </p:nvPr>
        </p:nvSpPr>
        <p:spPr>
          <a:xfrm>
            <a:off x="713100" y="2464076"/>
            <a:ext cx="2258100" cy="996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25%</a:t>
            </a:r>
            <a:endParaRPr/>
          </a:p>
        </p:txBody>
      </p:sp>
      <p:sp>
        <p:nvSpPr>
          <p:cNvPr id="580" name="Google Shape;580;p58"/>
          <p:cNvSpPr txBox="1"/>
          <p:nvPr>
            <p:ph idx="1" type="subTitle"/>
          </p:nvPr>
        </p:nvSpPr>
        <p:spPr>
          <a:xfrm>
            <a:off x="713100" y="3460040"/>
            <a:ext cx="2258100" cy="598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 is the second planet from the Sun</a:t>
            </a:r>
            <a:endParaRPr/>
          </a:p>
        </p:txBody>
      </p:sp>
      <p:sp>
        <p:nvSpPr>
          <p:cNvPr id="581" name="Google Shape;581;p58"/>
          <p:cNvSpPr txBox="1"/>
          <p:nvPr>
            <p:ph idx="2" type="title"/>
          </p:nvPr>
        </p:nvSpPr>
        <p:spPr>
          <a:xfrm>
            <a:off x="3442950" y="2464063"/>
            <a:ext cx="2258100" cy="996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50%</a:t>
            </a:r>
            <a:endParaRPr/>
          </a:p>
        </p:txBody>
      </p:sp>
      <p:sp>
        <p:nvSpPr>
          <p:cNvPr id="582" name="Google Shape;582;p58"/>
          <p:cNvSpPr txBox="1"/>
          <p:nvPr>
            <p:ph idx="3" type="subTitle"/>
          </p:nvPr>
        </p:nvSpPr>
        <p:spPr>
          <a:xfrm>
            <a:off x="3442950" y="3460013"/>
            <a:ext cx="2258100" cy="598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Jupiter is the biggest planet in the Solar System</a:t>
            </a:r>
            <a:endParaRPr/>
          </a:p>
        </p:txBody>
      </p:sp>
      <p:sp>
        <p:nvSpPr>
          <p:cNvPr id="583" name="Google Shape;583;p58"/>
          <p:cNvSpPr txBox="1"/>
          <p:nvPr>
            <p:ph idx="4" type="title"/>
          </p:nvPr>
        </p:nvSpPr>
        <p:spPr>
          <a:xfrm>
            <a:off x="6172800" y="2464070"/>
            <a:ext cx="2258100" cy="996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75%</a:t>
            </a:r>
            <a:endParaRPr/>
          </a:p>
        </p:txBody>
      </p:sp>
      <p:sp>
        <p:nvSpPr>
          <p:cNvPr id="584" name="Google Shape;584;p58"/>
          <p:cNvSpPr txBox="1"/>
          <p:nvPr>
            <p:ph idx="5" type="subTitle"/>
          </p:nvPr>
        </p:nvSpPr>
        <p:spPr>
          <a:xfrm>
            <a:off x="6172800" y="3460011"/>
            <a:ext cx="2258100" cy="598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Despite being red, Mars is a cold place</a:t>
            </a:r>
            <a:endParaRPr/>
          </a:p>
        </p:txBody>
      </p:sp>
      <p:sp>
        <p:nvSpPr>
          <p:cNvPr id="585" name="Google Shape;585;p58"/>
          <p:cNvSpPr/>
          <p:nvPr/>
        </p:nvSpPr>
        <p:spPr>
          <a:xfrm>
            <a:off x="1260600" y="1084673"/>
            <a:ext cx="1163100" cy="1163100"/>
          </a:xfrm>
          <a:prstGeom prst="donut">
            <a:avLst>
              <a:gd fmla="val 25000" name="adj"/>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58"/>
          <p:cNvSpPr/>
          <p:nvPr/>
        </p:nvSpPr>
        <p:spPr>
          <a:xfrm flipH="1" rot="5400000">
            <a:off x="1260750" y="1084823"/>
            <a:ext cx="1162800" cy="1162800"/>
          </a:xfrm>
          <a:prstGeom prst="blockArc">
            <a:avLst>
              <a:gd fmla="val 16194031" name="adj1"/>
              <a:gd fmla="val 0" name="adj2"/>
              <a:gd fmla="val 25000" name="adj3"/>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58"/>
          <p:cNvSpPr/>
          <p:nvPr/>
        </p:nvSpPr>
        <p:spPr>
          <a:xfrm>
            <a:off x="3990450" y="1084673"/>
            <a:ext cx="1163100" cy="1163100"/>
          </a:xfrm>
          <a:prstGeom prst="donut">
            <a:avLst>
              <a:gd fmla="val 25000" name="adj"/>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58"/>
          <p:cNvSpPr/>
          <p:nvPr/>
        </p:nvSpPr>
        <p:spPr>
          <a:xfrm flipH="1" rot="5400000">
            <a:off x="3990600" y="1084823"/>
            <a:ext cx="1162800" cy="1162800"/>
          </a:xfrm>
          <a:prstGeom prst="blockArc">
            <a:avLst>
              <a:gd fmla="val 10813392" name="adj1"/>
              <a:gd fmla="val 0" name="adj2"/>
              <a:gd fmla="val 25000" name="adj3"/>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58"/>
          <p:cNvSpPr/>
          <p:nvPr/>
        </p:nvSpPr>
        <p:spPr>
          <a:xfrm>
            <a:off x="6720300" y="1084673"/>
            <a:ext cx="1163100" cy="1163100"/>
          </a:xfrm>
          <a:prstGeom prst="donut">
            <a:avLst>
              <a:gd fmla="val 25000" name="adj"/>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58"/>
          <p:cNvSpPr/>
          <p:nvPr/>
        </p:nvSpPr>
        <p:spPr>
          <a:xfrm flipH="1" rot="5400000">
            <a:off x="6720450" y="1084823"/>
            <a:ext cx="1162800" cy="1162800"/>
          </a:xfrm>
          <a:prstGeom prst="blockArc">
            <a:avLst>
              <a:gd fmla="val 5361259" name="adj1"/>
              <a:gd fmla="val 0" name="adj2"/>
              <a:gd fmla="val 25000" name="adj3"/>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4" name="Shape 594"/>
        <p:cNvGrpSpPr/>
        <p:nvPr/>
      </p:nvGrpSpPr>
      <p:grpSpPr>
        <a:xfrm>
          <a:off x="0" y="0"/>
          <a:ext cx="0" cy="0"/>
          <a:chOff x="0" y="0"/>
          <a:chExt cx="0" cy="0"/>
        </a:xfrm>
      </p:grpSpPr>
      <p:sp>
        <p:nvSpPr>
          <p:cNvPr id="595" name="Google Shape;595;p59"/>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Cases in the world</a:t>
            </a:r>
            <a:endParaRPr/>
          </a:p>
        </p:txBody>
      </p:sp>
      <p:grpSp>
        <p:nvGrpSpPr>
          <p:cNvPr id="596" name="Google Shape;596;p59"/>
          <p:cNvGrpSpPr/>
          <p:nvPr/>
        </p:nvGrpSpPr>
        <p:grpSpPr>
          <a:xfrm>
            <a:off x="1207885" y="1900403"/>
            <a:ext cx="4006166" cy="2134231"/>
            <a:chOff x="233350" y="949250"/>
            <a:chExt cx="7137300" cy="3802300"/>
          </a:xfrm>
        </p:grpSpPr>
        <p:sp>
          <p:nvSpPr>
            <p:cNvPr id="597" name="Google Shape;597;p59"/>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59"/>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59"/>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59"/>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59"/>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59"/>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59"/>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59"/>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59"/>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59"/>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59"/>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59"/>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59"/>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59"/>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59"/>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59"/>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59"/>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59"/>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59"/>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59"/>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59"/>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59"/>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59"/>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59"/>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59"/>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59"/>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59"/>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59"/>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59"/>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59"/>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59"/>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59"/>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59"/>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59"/>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59"/>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59"/>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59"/>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59"/>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59"/>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59"/>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59"/>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59"/>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59"/>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59"/>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59"/>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59"/>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59"/>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59"/>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59"/>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59"/>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59"/>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8" name="Google Shape;648;p59"/>
          <p:cNvSpPr/>
          <p:nvPr/>
        </p:nvSpPr>
        <p:spPr>
          <a:xfrm>
            <a:off x="1749765" y="2257050"/>
            <a:ext cx="198900" cy="198900"/>
          </a:xfrm>
          <a:prstGeom prst="rect">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59"/>
          <p:cNvSpPr/>
          <p:nvPr/>
        </p:nvSpPr>
        <p:spPr>
          <a:xfrm>
            <a:off x="2126940" y="3237750"/>
            <a:ext cx="198900" cy="198900"/>
          </a:xfrm>
          <a:prstGeom prst="rect">
            <a:avLst/>
          </a:pr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59"/>
          <p:cNvSpPr/>
          <p:nvPr/>
        </p:nvSpPr>
        <p:spPr>
          <a:xfrm>
            <a:off x="3066490" y="2791975"/>
            <a:ext cx="198900" cy="198900"/>
          </a:xfrm>
          <a:prstGeom prst="rect">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59"/>
          <p:cNvSpPr/>
          <p:nvPr/>
        </p:nvSpPr>
        <p:spPr>
          <a:xfrm>
            <a:off x="3930590" y="2133625"/>
            <a:ext cx="198900" cy="198900"/>
          </a:xfrm>
          <a:prstGeom prst="rect">
            <a:avLst/>
          </a:pr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59"/>
          <p:cNvSpPr/>
          <p:nvPr/>
        </p:nvSpPr>
        <p:spPr>
          <a:xfrm>
            <a:off x="4561540" y="3436650"/>
            <a:ext cx="198900" cy="198900"/>
          </a:xfrm>
          <a:prstGeom prst="rect">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59"/>
          <p:cNvSpPr txBox="1"/>
          <p:nvPr/>
        </p:nvSpPr>
        <p:spPr>
          <a:xfrm>
            <a:off x="5871515" y="1900400"/>
            <a:ext cx="1865400" cy="5277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sz="2500">
                <a:solidFill>
                  <a:schemeClr val="lt1"/>
                </a:solidFill>
                <a:latin typeface="Libre Caslon Text"/>
                <a:ea typeface="Libre Caslon Text"/>
                <a:cs typeface="Libre Caslon Text"/>
                <a:sym typeface="Libre Caslon Text"/>
              </a:rPr>
              <a:t>Venus</a:t>
            </a:r>
            <a:endParaRPr sz="2500">
              <a:solidFill>
                <a:schemeClr val="lt1"/>
              </a:solidFill>
              <a:latin typeface="Libre Caslon Text"/>
              <a:ea typeface="Libre Caslon Text"/>
              <a:cs typeface="Libre Caslon Text"/>
              <a:sym typeface="Libre Caslon Text"/>
            </a:endParaRPr>
          </a:p>
        </p:txBody>
      </p:sp>
      <p:sp>
        <p:nvSpPr>
          <p:cNvPr id="654" name="Google Shape;654;p59"/>
          <p:cNvSpPr txBox="1"/>
          <p:nvPr/>
        </p:nvSpPr>
        <p:spPr>
          <a:xfrm>
            <a:off x="5871515" y="2485425"/>
            <a:ext cx="541800" cy="363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Assistant"/>
                <a:ea typeface="Assistant"/>
                <a:cs typeface="Assistant"/>
                <a:sym typeface="Assistant"/>
              </a:rPr>
              <a:t>20%</a:t>
            </a:r>
            <a:endParaRPr>
              <a:solidFill>
                <a:schemeClr val="dk1"/>
              </a:solidFill>
              <a:latin typeface="Assistant"/>
              <a:ea typeface="Assistant"/>
              <a:cs typeface="Assistant"/>
              <a:sym typeface="Assistant"/>
            </a:endParaRPr>
          </a:p>
        </p:txBody>
      </p:sp>
      <p:sp>
        <p:nvSpPr>
          <p:cNvPr id="655" name="Google Shape;655;p59"/>
          <p:cNvSpPr txBox="1"/>
          <p:nvPr/>
        </p:nvSpPr>
        <p:spPr>
          <a:xfrm>
            <a:off x="5871515" y="3237750"/>
            <a:ext cx="1865400" cy="5277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sz="2500">
                <a:solidFill>
                  <a:schemeClr val="lt1"/>
                </a:solidFill>
                <a:latin typeface="Libre Caslon Text"/>
                <a:ea typeface="Libre Caslon Text"/>
                <a:cs typeface="Libre Caslon Text"/>
                <a:sym typeface="Libre Caslon Text"/>
              </a:rPr>
              <a:t>Mercury</a:t>
            </a:r>
            <a:endParaRPr sz="2500">
              <a:solidFill>
                <a:schemeClr val="lt1"/>
              </a:solidFill>
              <a:latin typeface="Libre Caslon Text"/>
              <a:ea typeface="Libre Caslon Text"/>
              <a:cs typeface="Libre Caslon Text"/>
              <a:sym typeface="Libre Caslon Text"/>
            </a:endParaRPr>
          </a:p>
        </p:txBody>
      </p:sp>
      <p:sp>
        <p:nvSpPr>
          <p:cNvPr id="656" name="Google Shape;656;p59"/>
          <p:cNvSpPr/>
          <p:nvPr/>
        </p:nvSpPr>
        <p:spPr>
          <a:xfrm>
            <a:off x="6413415" y="2567925"/>
            <a:ext cx="198900" cy="198900"/>
          </a:xfrm>
          <a:prstGeom prst="rect">
            <a:avLst/>
          </a:pr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59"/>
          <p:cNvSpPr/>
          <p:nvPr/>
        </p:nvSpPr>
        <p:spPr>
          <a:xfrm>
            <a:off x="6694590" y="2567925"/>
            <a:ext cx="198900" cy="198900"/>
          </a:xfrm>
          <a:prstGeom prst="rect">
            <a:avLst/>
          </a:pr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59"/>
          <p:cNvSpPr/>
          <p:nvPr/>
        </p:nvSpPr>
        <p:spPr>
          <a:xfrm>
            <a:off x="6975765" y="2567925"/>
            <a:ext cx="198900" cy="1989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59"/>
          <p:cNvSpPr/>
          <p:nvPr/>
        </p:nvSpPr>
        <p:spPr>
          <a:xfrm>
            <a:off x="7256940" y="2567925"/>
            <a:ext cx="198900" cy="1989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59"/>
          <p:cNvSpPr/>
          <p:nvPr/>
        </p:nvSpPr>
        <p:spPr>
          <a:xfrm>
            <a:off x="7538115" y="2567925"/>
            <a:ext cx="198900" cy="1989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59"/>
          <p:cNvSpPr txBox="1"/>
          <p:nvPr/>
        </p:nvSpPr>
        <p:spPr>
          <a:xfrm>
            <a:off x="5871515" y="3822775"/>
            <a:ext cx="541800" cy="363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Assistant"/>
                <a:ea typeface="Assistant"/>
                <a:cs typeface="Assistant"/>
                <a:sym typeface="Assistant"/>
              </a:rPr>
              <a:t>8</a:t>
            </a:r>
            <a:r>
              <a:rPr lang="en">
                <a:solidFill>
                  <a:schemeClr val="dk1"/>
                </a:solidFill>
                <a:latin typeface="Assistant"/>
                <a:ea typeface="Assistant"/>
                <a:cs typeface="Assistant"/>
                <a:sym typeface="Assistant"/>
              </a:rPr>
              <a:t>0%</a:t>
            </a:r>
            <a:endParaRPr>
              <a:solidFill>
                <a:schemeClr val="dk1"/>
              </a:solidFill>
              <a:latin typeface="Assistant"/>
              <a:ea typeface="Assistant"/>
              <a:cs typeface="Assistant"/>
              <a:sym typeface="Assistant"/>
            </a:endParaRPr>
          </a:p>
        </p:txBody>
      </p:sp>
      <p:sp>
        <p:nvSpPr>
          <p:cNvPr id="662" name="Google Shape;662;p59"/>
          <p:cNvSpPr/>
          <p:nvPr/>
        </p:nvSpPr>
        <p:spPr>
          <a:xfrm>
            <a:off x="6413415" y="3905275"/>
            <a:ext cx="198900" cy="198900"/>
          </a:xfrm>
          <a:prstGeom prst="rect">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59"/>
          <p:cNvSpPr/>
          <p:nvPr/>
        </p:nvSpPr>
        <p:spPr>
          <a:xfrm>
            <a:off x="6694590" y="3905275"/>
            <a:ext cx="198900" cy="198900"/>
          </a:xfrm>
          <a:prstGeom prst="rect">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59"/>
          <p:cNvSpPr/>
          <p:nvPr/>
        </p:nvSpPr>
        <p:spPr>
          <a:xfrm>
            <a:off x="6975765" y="3905275"/>
            <a:ext cx="198900" cy="198900"/>
          </a:xfrm>
          <a:prstGeom prst="rect">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59"/>
          <p:cNvSpPr/>
          <p:nvPr/>
        </p:nvSpPr>
        <p:spPr>
          <a:xfrm>
            <a:off x="7256940" y="3905275"/>
            <a:ext cx="198900" cy="198900"/>
          </a:xfrm>
          <a:prstGeom prst="rect">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59"/>
          <p:cNvSpPr/>
          <p:nvPr/>
        </p:nvSpPr>
        <p:spPr>
          <a:xfrm>
            <a:off x="7538115" y="3905275"/>
            <a:ext cx="198900" cy="1989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0" name="Shape 670"/>
        <p:cNvGrpSpPr/>
        <p:nvPr/>
      </p:nvGrpSpPr>
      <p:grpSpPr>
        <a:xfrm>
          <a:off x="0" y="0"/>
          <a:ext cx="0" cy="0"/>
          <a:chOff x="0" y="0"/>
          <a:chExt cx="0" cy="0"/>
        </a:xfrm>
      </p:grpSpPr>
      <p:pic>
        <p:nvPicPr>
          <p:cNvPr id="671" name="Google Shape;671;p60"/>
          <p:cNvPicPr preferRelativeResize="0"/>
          <p:nvPr/>
        </p:nvPicPr>
        <p:blipFill rotWithShape="1">
          <a:blip r:embed="rId3">
            <a:alphaModFix/>
          </a:blip>
          <a:srcRect b="11620" l="0" r="0" t="11627"/>
          <a:stretch/>
        </p:blipFill>
        <p:spPr>
          <a:xfrm>
            <a:off x="713100" y="539400"/>
            <a:ext cx="3529801" cy="4064701"/>
          </a:xfrm>
          <a:prstGeom prst="rect">
            <a:avLst/>
          </a:prstGeom>
          <a:noFill/>
          <a:ln cap="flat" cmpd="sng" w="9525">
            <a:solidFill>
              <a:schemeClr val="dk1"/>
            </a:solidFill>
            <a:prstDash val="solid"/>
            <a:round/>
            <a:headEnd len="sm" w="sm" type="none"/>
            <a:tailEnd len="sm" w="sm" type="none"/>
          </a:ln>
        </p:spPr>
      </p:pic>
      <p:sp>
        <p:nvSpPr>
          <p:cNvPr id="672" name="Google Shape;672;p60"/>
          <p:cNvSpPr txBox="1"/>
          <p:nvPr>
            <p:ph type="title"/>
          </p:nvPr>
        </p:nvSpPr>
        <p:spPr>
          <a:xfrm>
            <a:off x="4901100" y="1395600"/>
            <a:ext cx="3438300" cy="875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Conclusions</a:t>
            </a:r>
            <a:endParaRPr/>
          </a:p>
        </p:txBody>
      </p:sp>
      <p:sp>
        <p:nvSpPr>
          <p:cNvPr id="673" name="Google Shape;673;p60"/>
          <p:cNvSpPr txBox="1"/>
          <p:nvPr>
            <p:ph idx="1" type="subTitle"/>
          </p:nvPr>
        </p:nvSpPr>
        <p:spPr>
          <a:xfrm>
            <a:off x="4901100" y="2271000"/>
            <a:ext cx="3438300" cy="1476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Solar System—it’s only a bit larger than the Moon. The planet’s name has nothing to do with the liquid metal </a:t>
            </a:r>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7" name="Shape 677"/>
        <p:cNvGrpSpPr/>
        <p:nvPr/>
      </p:nvGrpSpPr>
      <p:grpSpPr>
        <a:xfrm>
          <a:off x="0" y="0"/>
          <a:ext cx="0" cy="0"/>
          <a:chOff x="0" y="0"/>
          <a:chExt cx="0" cy="0"/>
        </a:xfrm>
      </p:grpSpPr>
      <p:sp>
        <p:nvSpPr>
          <p:cNvPr id="678" name="Google Shape;678;p61"/>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References</a:t>
            </a:r>
            <a:endParaRPr/>
          </a:p>
        </p:txBody>
      </p:sp>
      <p:sp>
        <p:nvSpPr>
          <p:cNvPr id="679" name="Google Shape;679;p61"/>
          <p:cNvSpPr txBox="1"/>
          <p:nvPr>
            <p:ph idx="1" type="body"/>
          </p:nvPr>
        </p:nvSpPr>
        <p:spPr>
          <a:xfrm>
            <a:off x="1397813" y="1661525"/>
            <a:ext cx="4114800" cy="2261100"/>
          </a:xfrm>
          <a:prstGeom prst="rect">
            <a:avLst/>
          </a:prstGeom>
        </p:spPr>
        <p:txBody>
          <a:bodyPr anchorCtr="0" anchor="ctr" bIns="91425" lIns="91425" spcFirstLastPara="1" rIns="91425" wrap="square" tIns="91425">
            <a:noAutofit/>
          </a:bodyPr>
          <a:lstStyle/>
          <a:p>
            <a:pPr indent="-304800" lvl="0" marL="457200" rtl="0" algn="l">
              <a:spcBef>
                <a:spcPts val="0"/>
              </a:spcBef>
              <a:spcAft>
                <a:spcPts val="0"/>
              </a:spcAft>
              <a:buSzPts val="1200"/>
              <a:buChar char="●"/>
            </a:pPr>
            <a:r>
              <a:rPr lang="en"/>
              <a:t>AUTHOR (YEAR). </a:t>
            </a:r>
            <a:r>
              <a:rPr i="1" lang="en"/>
              <a:t>Title of the publication</a:t>
            </a:r>
            <a:r>
              <a:rPr lang="en"/>
              <a:t>. Publisher</a:t>
            </a:r>
            <a:endParaRPr/>
          </a:p>
          <a:p>
            <a:pPr indent="-304800" lvl="0" marL="457200" rtl="0" algn="l">
              <a:spcBef>
                <a:spcPts val="0"/>
              </a:spcBef>
              <a:spcAft>
                <a:spcPts val="0"/>
              </a:spcAft>
              <a:buSzPts val="1200"/>
              <a:buChar char="●"/>
            </a:pPr>
            <a:r>
              <a:rPr lang="en"/>
              <a:t>AUTHOR (YEAR). </a:t>
            </a:r>
            <a:r>
              <a:rPr i="1" lang="en"/>
              <a:t>Title of the publication</a:t>
            </a:r>
            <a:r>
              <a:rPr lang="en"/>
              <a:t>. Publisher</a:t>
            </a:r>
            <a:endParaRPr/>
          </a:p>
          <a:p>
            <a:pPr indent="-304800" lvl="0" marL="457200" rtl="0" algn="l">
              <a:spcBef>
                <a:spcPts val="0"/>
              </a:spcBef>
              <a:spcAft>
                <a:spcPts val="0"/>
              </a:spcAft>
              <a:buSzPts val="1200"/>
              <a:buChar char="●"/>
            </a:pPr>
            <a:r>
              <a:rPr lang="en"/>
              <a:t>AUTHOR (YEAR). </a:t>
            </a:r>
            <a:r>
              <a:rPr i="1" lang="en"/>
              <a:t>Title of the publication</a:t>
            </a:r>
            <a:r>
              <a:rPr lang="en"/>
              <a:t>. Publisher</a:t>
            </a:r>
            <a:endParaRPr/>
          </a:p>
          <a:p>
            <a:pPr indent="-304800" lvl="0" marL="457200" rtl="0" algn="l">
              <a:spcBef>
                <a:spcPts val="0"/>
              </a:spcBef>
              <a:spcAft>
                <a:spcPts val="0"/>
              </a:spcAft>
              <a:buSzPts val="1200"/>
              <a:buChar char="●"/>
            </a:pPr>
            <a:r>
              <a:rPr lang="en"/>
              <a:t>AUTHOR (YEAR). </a:t>
            </a:r>
            <a:r>
              <a:rPr i="1" lang="en"/>
              <a:t>Title of the publication</a:t>
            </a:r>
            <a:r>
              <a:rPr lang="en"/>
              <a:t>. Publisher</a:t>
            </a:r>
            <a:endParaRPr/>
          </a:p>
          <a:p>
            <a:pPr indent="-304800" lvl="0" marL="457200" rtl="0" algn="l">
              <a:spcBef>
                <a:spcPts val="0"/>
              </a:spcBef>
              <a:spcAft>
                <a:spcPts val="0"/>
              </a:spcAft>
              <a:buSzPts val="1200"/>
              <a:buChar char="●"/>
            </a:pPr>
            <a:r>
              <a:rPr lang="en"/>
              <a:t>AUTHOR (YEAR). </a:t>
            </a:r>
            <a:r>
              <a:rPr i="1" lang="en"/>
              <a:t>Title of the publication</a:t>
            </a:r>
            <a:r>
              <a:rPr lang="en"/>
              <a:t>. Publisher</a:t>
            </a:r>
            <a:endParaRPr/>
          </a:p>
          <a:p>
            <a:pPr indent="-304800" lvl="0" marL="457200" rtl="0" algn="l">
              <a:spcBef>
                <a:spcPts val="0"/>
              </a:spcBef>
              <a:spcAft>
                <a:spcPts val="0"/>
              </a:spcAft>
              <a:buSzPts val="1200"/>
              <a:buChar char="●"/>
            </a:pPr>
            <a:r>
              <a:rPr lang="en"/>
              <a:t>AUTHOR (YEAR). </a:t>
            </a:r>
            <a:r>
              <a:rPr i="1" lang="en"/>
              <a:t>Title of the publication</a:t>
            </a:r>
            <a:r>
              <a:rPr lang="en"/>
              <a:t>. Publisher</a:t>
            </a:r>
            <a:endParaRPr/>
          </a:p>
          <a:p>
            <a:pPr indent="-304800" lvl="0" marL="457200" rtl="0" algn="l">
              <a:spcBef>
                <a:spcPts val="0"/>
              </a:spcBef>
              <a:spcAft>
                <a:spcPts val="0"/>
              </a:spcAft>
              <a:buSzPts val="1200"/>
              <a:buChar char="●"/>
            </a:pPr>
            <a:r>
              <a:rPr lang="en"/>
              <a:t>AUTHOR (YEAR). </a:t>
            </a:r>
            <a:r>
              <a:rPr i="1" lang="en"/>
              <a:t>Title of the publication</a:t>
            </a:r>
            <a:r>
              <a:rPr lang="en"/>
              <a:t>. Publisher</a:t>
            </a:r>
            <a:endParaRPr/>
          </a:p>
        </p:txBody>
      </p:sp>
      <p:pic>
        <p:nvPicPr>
          <p:cNvPr id="680" name="Google Shape;680;p61"/>
          <p:cNvPicPr preferRelativeResize="0"/>
          <p:nvPr/>
        </p:nvPicPr>
        <p:blipFill rotWithShape="1">
          <a:blip r:embed="rId3">
            <a:alphaModFix/>
          </a:blip>
          <a:srcRect b="10762" l="14800" r="24190" t="42341"/>
          <a:stretch/>
        </p:blipFill>
        <p:spPr>
          <a:xfrm>
            <a:off x="5782638" y="1661525"/>
            <a:ext cx="1963552" cy="2261100"/>
          </a:xfrm>
          <a:prstGeom prst="rect">
            <a:avLst/>
          </a:prstGeom>
          <a:noFill/>
          <a:ln cap="flat" cmpd="sng" w="9525">
            <a:solidFill>
              <a:schemeClr val="dk1"/>
            </a:solidFill>
            <a:prstDash val="solid"/>
            <a:round/>
            <a:headEnd len="sm" w="sm" type="none"/>
            <a:tailEnd len="sm" w="sm" type="none"/>
          </a:ln>
        </p:spPr>
      </p:pic>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4" name="Shape 684"/>
        <p:cNvGrpSpPr/>
        <p:nvPr/>
      </p:nvGrpSpPr>
      <p:grpSpPr>
        <a:xfrm>
          <a:off x="0" y="0"/>
          <a:ext cx="0" cy="0"/>
          <a:chOff x="0" y="0"/>
          <a:chExt cx="0" cy="0"/>
        </a:xfrm>
      </p:grpSpPr>
      <p:sp>
        <p:nvSpPr>
          <p:cNvPr id="685" name="Google Shape;685;p62"/>
          <p:cNvSpPr txBox="1"/>
          <p:nvPr>
            <p:ph type="title"/>
          </p:nvPr>
        </p:nvSpPr>
        <p:spPr>
          <a:xfrm>
            <a:off x="720000" y="1587125"/>
            <a:ext cx="2996700" cy="6651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Social media</a:t>
            </a:r>
            <a:endParaRPr/>
          </a:p>
        </p:txBody>
      </p:sp>
      <p:sp>
        <p:nvSpPr>
          <p:cNvPr id="686" name="Google Shape;686;p62"/>
          <p:cNvSpPr txBox="1"/>
          <p:nvPr>
            <p:ph idx="1" type="subTitle"/>
          </p:nvPr>
        </p:nvSpPr>
        <p:spPr>
          <a:xfrm>
            <a:off x="720000" y="2252275"/>
            <a:ext cx="2996700" cy="13041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You can replace the image on the screen with your own work. Just right-click on it and select “Replace image”</a:t>
            </a:r>
            <a:endParaRPr/>
          </a:p>
        </p:txBody>
      </p:sp>
      <p:grpSp>
        <p:nvGrpSpPr>
          <p:cNvPr id="687" name="Google Shape;687;p62"/>
          <p:cNvGrpSpPr/>
          <p:nvPr/>
        </p:nvGrpSpPr>
        <p:grpSpPr>
          <a:xfrm>
            <a:off x="4401650" y="1178248"/>
            <a:ext cx="3852000" cy="2787000"/>
            <a:chOff x="4401650" y="1178248"/>
            <a:chExt cx="3852000" cy="2787000"/>
          </a:xfrm>
        </p:grpSpPr>
        <p:sp>
          <p:nvSpPr>
            <p:cNvPr id="688" name="Google Shape;688;p62"/>
            <p:cNvSpPr/>
            <p:nvPr/>
          </p:nvSpPr>
          <p:spPr>
            <a:xfrm>
              <a:off x="4401650" y="1178248"/>
              <a:ext cx="3852000" cy="2787000"/>
            </a:xfrm>
            <a:prstGeom prst="roundRect">
              <a:avLst>
                <a:gd fmla="val 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9" name="Google Shape;689;p62"/>
            <p:cNvGrpSpPr/>
            <p:nvPr/>
          </p:nvGrpSpPr>
          <p:grpSpPr>
            <a:xfrm>
              <a:off x="4672206" y="3508372"/>
              <a:ext cx="3311448" cy="326519"/>
              <a:chOff x="4841943" y="3886997"/>
              <a:chExt cx="3311448" cy="326519"/>
            </a:xfrm>
          </p:grpSpPr>
          <p:grpSp>
            <p:nvGrpSpPr>
              <p:cNvPr id="690" name="Google Shape;690;p62"/>
              <p:cNvGrpSpPr/>
              <p:nvPr/>
            </p:nvGrpSpPr>
            <p:grpSpPr>
              <a:xfrm>
                <a:off x="4841949" y="3886997"/>
                <a:ext cx="3311442" cy="95507"/>
                <a:chOff x="5238562" y="4064338"/>
                <a:chExt cx="2868043" cy="82719"/>
              </a:xfrm>
            </p:grpSpPr>
            <p:sp>
              <p:nvSpPr>
                <p:cNvPr id="691" name="Google Shape;691;p62"/>
                <p:cNvSpPr/>
                <p:nvPr/>
              </p:nvSpPr>
              <p:spPr>
                <a:xfrm>
                  <a:off x="5238825" y="4091082"/>
                  <a:ext cx="2867780" cy="29230"/>
                </a:xfrm>
                <a:custGeom>
                  <a:rect b="b" l="l" r="r" t="t"/>
                  <a:pathLst>
                    <a:path extrusionOk="0" h="1150" w="214976">
                      <a:moveTo>
                        <a:pt x="0" y="1"/>
                      </a:moveTo>
                      <a:lnTo>
                        <a:pt x="0" y="1149"/>
                      </a:lnTo>
                      <a:lnTo>
                        <a:pt x="214975" y="1149"/>
                      </a:lnTo>
                      <a:lnTo>
                        <a:pt x="21497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62"/>
                <p:cNvSpPr/>
                <p:nvPr/>
              </p:nvSpPr>
              <p:spPr>
                <a:xfrm>
                  <a:off x="5238562" y="4091092"/>
                  <a:ext cx="1052366" cy="29216"/>
                </a:xfrm>
                <a:custGeom>
                  <a:rect b="b" l="l" r="r" t="t"/>
                  <a:pathLst>
                    <a:path extrusionOk="0" h="1150" w="109110">
                      <a:moveTo>
                        <a:pt x="0" y="1"/>
                      </a:moveTo>
                      <a:lnTo>
                        <a:pt x="0" y="1149"/>
                      </a:lnTo>
                      <a:lnTo>
                        <a:pt x="109109" y="1149"/>
                      </a:lnTo>
                      <a:lnTo>
                        <a:pt x="10910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62"/>
                <p:cNvSpPr/>
                <p:nvPr/>
              </p:nvSpPr>
              <p:spPr>
                <a:xfrm>
                  <a:off x="6244244" y="4064338"/>
                  <a:ext cx="82693" cy="82719"/>
                </a:xfrm>
                <a:custGeom>
                  <a:rect b="b" l="l" r="r" t="t"/>
                  <a:pathLst>
                    <a:path extrusionOk="0" h="3256" w="3255">
                      <a:moveTo>
                        <a:pt x="1625" y="1"/>
                      </a:moveTo>
                      <a:cubicBezTo>
                        <a:pt x="728" y="1"/>
                        <a:pt x="1" y="729"/>
                        <a:pt x="1" y="1626"/>
                      </a:cubicBezTo>
                      <a:cubicBezTo>
                        <a:pt x="1" y="2527"/>
                        <a:pt x="728" y="3255"/>
                        <a:pt x="1625" y="3255"/>
                      </a:cubicBezTo>
                      <a:cubicBezTo>
                        <a:pt x="2527" y="3255"/>
                        <a:pt x="3254" y="2527"/>
                        <a:pt x="3254" y="1626"/>
                      </a:cubicBezTo>
                      <a:cubicBezTo>
                        <a:pt x="3254" y="729"/>
                        <a:pt x="2527" y="1"/>
                        <a:pt x="16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 name="Google Shape;694;p62"/>
              <p:cNvGrpSpPr/>
              <p:nvPr/>
            </p:nvGrpSpPr>
            <p:grpSpPr>
              <a:xfrm>
                <a:off x="4841943" y="4088524"/>
                <a:ext cx="1580463" cy="119299"/>
                <a:chOff x="950116" y="4374618"/>
                <a:chExt cx="1885769" cy="142345"/>
              </a:xfrm>
            </p:grpSpPr>
            <p:sp>
              <p:nvSpPr>
                <p:cNvPr id="695" name="Google Shape;695;p62"/>
                <p:cNvSpPr/>
                <p:nvPr/>
              </p:nvSpPr>
              <p:spPr>
                <a:xfrm>
                  <a:off x="950116" y="4382213"/>
                  <a:ext cx="127190" cy="127190"/>
                </a:xfrm>
                <a:custGeom>
                  <a:rect b="b" l="l" r="r" t="t"/>
                  <a:pathLst>
                    <a:path extrusionOk="0" h="3634" w="3634">
                      <a:moveTo>
                        <a:pt x="1" y="1"/>
                      </a:moveTo>
                      <a:lnTo>
                        <a:pt x="1" y="3633"/>
                      </a:lnTo>
                      <a:lnTo>
                        <a:pt x="3634" y="1815"/>
                      </a:ln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62"/>
                <p:cNvSpPr/>
                <p:nvPr/>
              </p:nvSpPr>
              <p:spPr>
                <a:xfrm>
                  <a:off x="1239222" y="4399819"/>
                  <a:ext cx="91980" cy="91945"/>
                </a:xfrm>
                <a:custGeom>
                  <a:rect b="b" l="l" r="r" t="t"/>
                  <a:pathLst>
                    <a:path extrusionOk="0" h="2627" w="2628">
                      <a:moveTo>
                        <a:pt x="1" y="0"/>
                      </a:moveTo>
                      <a:lnTo>
                        <a:pt x="1" y="2627"/>
                      </a:lnTo>
                      <a:lnTo>
                        <a:pt x="2628" y="1312"/>
                      </a:lnTo>
                      <a:lnTo>
                        <a:pt x="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62"/>
                <p:cNvSpPr/>
                <p:nvPr/>
              </p:nvSpPr>
              <p:spPr>
                <a:xfrm>
                  <a:off x="1335509" y="4399819"/>
                  <a:ext cx="11830" cy="91945"/>
                </a:xfrm>
                <a:custGeom>
                  <a:rect b="b" l="l" r="r" t="t"/>
                  <a:pathLst>
                    <a:path extrusionOk="0" h="2627" w="338">
                      <a:moveTo>
                        <a:pt x="0" y="0"/>
                      </a:moveTo>
                      <a:lnTo>
                        <a:pt x="0" y="2627"/>
                      </a:lnTo>
                      <a:lnTo>
                        <a:pt x="337" y="2627"/>
                      </a:lnTo>
                      <a:lnTo>
                        <a:pt x="33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62"/>
                <p:cNvSpPr/>
                <p:nvPr/>
              </p:nvSpPr>
              <p:spPr>
                <a:xfrm>
                  <a:off x="1509218" y="4374618"/>
                  <a:ext cx="96355" cy="142345"/>
                </a:xfrm>
                <a:custGeom>
                  <a:rect b="b" l="l" r="r" t="t"/>
                  <a:pathLst>
                    <a:path extrusionOk="0" h="4067" w="2753">
                      <a:moveTo>
                        <a:pt x="2752" y="1"/>
                      </a:moveTo>
                      <a:lnTo>
                        <a:pt x="1" y="2032"/>
                      </a:lnTo>
                      <a:lnTo>
                        <a:pt x="2752" y="4066"/>
                      </a:lnTo>
                      <a:lnTo>
                        <a:pt x="275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62"/>
                <p:cNvSpPr/>
                <p:nvPr/>
              </p:nvSpPr>
              <p:spPr>
                <a:xfrm>
                  <a:off x="1509218" y="4410494"/>
                  <a:ext cx="48545" cy="70455"/>
                </a:xfrm>
                <a:custGeom>
                  <a:rect b="b" l="l" r="r" t="t"/>
                  <a:pathLst>
                    <a:path extrusionOk="0" h="2013" w="1387">
                      <a:moveTo>
                        <a:pt x="1" y="1"/>
                      </a:moveTo>
                      <a:lnTo>
                        <a:pt x="1" y="2013"/>
                      </a:lnTo>
                      <a:lnTo>
                        <a:pt x="1386" y="2013"/>
                      </a:lnTo>
                      <a:lnTo>
                        <a:pt x="138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62"/>
                <p:cNvSpPr/>
                <p:nvPr/>
              </p:nvSpPr>
              <p:spPr>
                <a:xfrm>
                  <a:off x="1619855" y="4378013"/>
                  <a:ext cx="54880" cy="135450"/>
                </a:xfrm>
                <a:custGeom>
                  <a:rect b="b" l="l" r="r" t="t"/>
                  <a:pathLst>
                    <a:path extrusionOk="0" h="3870" w="1568">
                      <a:moveTo>
                        <a:pt x="1" y="0"/>
                      </a:moveTo>
                      <a:lnTo>
                        <a:pt x="1" y="426"/>
                      </a:lnTo>
                      <a:cubicBezTo>
                        <a:pt x="666" y="604"/>
                        <a:pt x="1161" y="1212"/>
                        <a:pt x="1161" y="1935"/>
                      </a:cubicBezTo>
                      <a:cubicBezTo>
                        <a:pt x="1161" y="2658"/>
                        <a:pt x="666" y="3266"/>
                        <a:pt x="1" y="3448"/>
                      </a:cubicBezTo>
                      <a:lnTo>
                        <a:pt x="1" y="3869"/>
                      </a:lnTo>
                      <a:cubicBezTo>
                        <a:pt x="895" y="3680"/>
                        <a:pt x="1568" y="2887"/>
                        <a:pt x="1568" y="1935"/>
                      </a:cubicBezTo>
                      <a:cubicBezTo>
                        <a:pt x="1568" y="983"/>
                        <a:pt x="895" y="19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62"/>
                <p:cNvSpPr/>
                <p:nvPr/>
              </p:nvSpPr>
              <p:spPr>
                <a:xfrm>
                  <a:off x="1619855" y="4411859"/>
                  <a:ext cx="27545" cy="67725"/>
                </a:xfrm>
                <a:custGeom>
                  <a:rect b="b" l="l" r="r" t="t"/>
                  <a:pathLst>
                    <a:path extrusionOk="0" h="1935" w="787">
                      <a:moveTo>
                        <a:pt x="1" y="1"/>
                      </a:moveTo>
                      <a:lnTo>
                        <a:pt x="1" y="1935"/>
                      </a:lnTo>
                      <a:cubicBezTo>
                        <a:pt x="450" y="1842"/>
                        <a:pt x="786" y="1444"/>
                        <a:pt x="786" y="968"/>
                      </a:cubicBezTo>
                      <a:cubicBezTo>
                        <a:pt x="786" y="492"/>
                        <a:pt x="450" y="97"/>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62"/>
                <p:cNvSpPr/>
                <p:nvPr/>
              </p:nvSpPr>
              <p:spPr>
                <a:xfrm>
                  <a:off x="1708302" y="4429849"/>
                  <a:ext cx="397845" cy="31745"/>
                </a:xfrm>
                <a:custGeom>
                  <a:rect b="b" l="l" r="r" t="t"/>
                  <a:pathLst>
                    <a:path extrusionOk="0" h="907" w="11367">
                      <a:moveTo>
                        <a:pt x="0" y="1"/>
                      </a:moveTo>
                      <a:lnTo>
                        <a:pt x="0" y="906"/>
                      </a:lnTo>
                      <a:lnTo>
                        <a:pt x="11367" y="906"/>
                      </a:lnTo>
                      <a:lnTo>
                        <a:pt x="1136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62"/>
                <p:cNvSpPr/>
                <p:nvPr/>
              </p:nvSpPr>
              <p:spPr>
                <a:xfrm>
                  <a:off x="2061320" y="4400904"/>
                  <a:ext cx="89670" cy="89670"/>
                </a:xfrm>
                <a:custGeom>
                  <a:rect b="b" l="l" r="r" t="t"/>
                  <a:pathLst>
                    <a:path extrusionOk="0" h="2562" w="2562">
                      <a:moveTo>
                        <a:pt x="1281" y="1"/>
                      </a:moveTo>
                      <a:cubicBezTo>
                        <a:pt x="573" y="1"/>
                        <a:pt x="1" y="576"/>
                        <a:pt x="1" y="1281"/>
                      </a:cubicBezTo>
                      <a:cubicBezTo>
                        <a:pt x="1" y="1989"/>
                        <a:pt x="573" y="2562"/>
                        <a:pt x="1281" y="2562"/>
                      </a:cubicBezTo>
                      <a:cubicBezTo>
                        <a:pt x="1989" y="2562"/>
                        <a:pt x="2561" y="1989"/>
                        <a:pt x="2561" y="1281"/>
                      </a:cubicBezTo>
                      <a:cubicBezTo>
                        <a:pt x="2561" y="576"/>
                        <a:pt x="1989" y="1"/>
                        <a:pt x="12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62"/>
                <p:cNvSpPr/>
                <p:nvPr/>
              </p:nvSpPr>
              <p:spPr>
                <a:xfrm>
                  <a:off x="2317245" y="4405769"/>
                  <a:ext cx="54740" cy="83300"/>
                </a:xfrm>
                <a:custGeom>
                  <a:rect b="b" l="l" r="r" t="t"/>
                  <a:pathLst>
                    <a:path extrusionOk="0" h="2380" w="1564">
                      <a:moveTo>
                        <a:pt x="786" y="241"/>
                      </a:moveTo>
                      <a:cubicBezTo>
                        <a:pt x="1107" y="241"/>
                        <a:pt x="1250" y="616"/>
                        <a:pt x="1250" y="1180"/>
                      </a:cubicBezTo>
                      <a:cubicBezTo>
                        <a:pt x="1250" y="1769"/>
                        <a:pt x="1099" y="2140"/>
                        <a:pt x="782" y="2140"/>
                      </a:cubicBezTo>
                      <a:cubicBezTo>
                        <a:pt x="496" y="2140"/>
                        <a:pt x="314" y="1799"/>
                        <a:pt x="314" y="1200"/>
                      </a:cubicBezTo>
                      <a:cubicBezTo>
                        <a:pt x="314" y="573"/>
                        <a:pt x="511" y="241"/>
                        <a:pt x="786" y="241"/>
                      </a:cubicBezTo>
                      <a:close/>
                      <a:moveTo>
                        <a:pt x="801" y="1"/>
                      </a:moveTo>
                      <a:cubicBezTo>
                        <a:pt x="333" y="1"/>
                        <a:pt x="1" y="426"/>
                        <a:pt x="1" y="1196"/>
                      </a:cubicBezTo>
                      <a:cubicBezTo>
                        <a:pt x="8" y="1958"/>
                        <a:pt x="314" y="2380"/>
                        <a:pt x="763" y="2380"/>
                      </a:cubicBezTo>
                      <a:cubicBezTo>
                        <a:pt x="1274" y="2380"/>
                        <a:pt x="1563" y="1946"/>
                        <a:pt x="1563" y="1165"/>
                      </a:cubicBezTo>
                      <a:cubicBezTo>
                        <a:pt x="1563" y="434"/>
                        <a:pt x="1285" y="1"/>
                        <a:pt x="8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62"/>
                <p:cNvSpPr/>
                <p:nvPr/>
              </p:nvSpPr>
              <p:spPr>
                <a:xfrm>
                  <a:off x="2382767" y="4429849"/>
                  <a:ext cx="14840" cy="59220"/>
                </a:xfrm>
                <a:custGeom>
                  <a:rect b="b" l="l" r="r" t="t"/>
                  <a:pathLst>
                    <a:path extrusionOk="0" h="1692" w="424">
                      <a:moveTo>
                        <a:pt x="214" y="1"/>
                      </a:moveTo>
                      <a:cubicBezTo>
                        <a:pt x="90" y="1"/>
                        <a:pt x="1" y="94"/>
                        <a:pt x="1" y="222"/>
                      </a:cubicBezTo>
                      <a:cubicBezTo>
                        <a:pt x="1" y="345"/>
                        <a:pt x="86" y="442"/>
                        <a:pt x="209" y="442"/>
                      </a:cubicBezTo>
                      <a:cubicBezTo>
                        <a:pt x="341" y="442"/>
                        <a:pt x="423" y="345"/>
                        <a:pt x="423" y="222"/>
                      </a:cubicBezTo>
                      <a:cubicBezTo>
                        <a:pt x="418" y="94"/>
                        <a:pt x="338" y="1"/>
                        <a:pt x="214" y="1"/>
                      </a:cubicBezTo>
                      <a:close/>
                      <a:moveTo>
                        <a:pt x="214" y="1251"/>
                      </a:moveTo>
                      <a:cubicBezTo>
                        <a:pt x="90" y="1251"/>
                        <a:pt x="1" y="1340"/>
                        <a:pt x="1" y="1472"/>
                      </a:cubicBezTo>
                      <a:cubicBezTo>
                        <a:pt x="1" y="1595"/>
                        <a:pt x="86" y="1692"/>
                        <a:pt x="209" y="1692"/>
                      </a:cubicBezTo>
                      <a:cubicBezTo>
                        <a:pt x="341" y="1692"/>
                        <a:pt x="423" y="1595"/>
                        <a:pt x="423" y="1472"/>
                      </a:cubicBezTo>
                      <a:cubicBezTo>
                        <a:pt x="418" y="1340"/>
                        <a:pt x="338" y="1251"/>
                        <a:pt x="214" y="125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62"/>
                <p:cNvSpPr/>
                <p:nvPr/>
              </p:nvSpPr>
              <p:spPr>
                <a:xfrm>
                  <a:off x="2407127" y="4407134"/>
                  <a:ext cx="50155" cy="81935"/>
                </a:xfrm>
                <a:custGeom>
                  <a:rect b="b" l="l" r="r" t="t"/>
                  <a:pathLst>
                    <a:path extrusionOk="0" h="2341" w="1433">
                      <a:moveTo>
                        <a:pt x="288" y="0"/>
                      </a:moveTo>
                      <a:lnTo>
                        <a:pt x="136" y="1107"/>
                      </a:lnTo>
                      <a:cubicBezTo>
                        <a:pt x="222" y="1095"/>
                        <a:pt x="326" y="1080"/>
                        <a:pt x="458" y="1080"/>
                      </a:cubicBezTo>
                      <a:cubicBezTo>
                        <a:pt x="915" y="1080"/>
                        <a:pt x="1115" y="1293"/>
                        <a:pt x="1120" y="1591"/>
                      </a:cubicBezTo>
                      <a:cubicBezTo>
                        <a:pt x="1120" y="1900"/>
                        <a:pt x="868" y="2089"/>
                        <a:pt x="574" y="2089"/>
                      </a:cubicBezTo>
                      <a:cubicBezTo>
                        <a:pt x="365" y="2089"/>
                        <a:pt x="175" y="2020"/>
                        <a:pt x="83" y="1962"/>
                      </a:cubicBezTo>
                      <a:lnTo>
                        <a:pt x="1" y="2198"/>
                      </a:lnTo>
                      <a:cubicBezTo>
                        <a:pt x="113" y="2271"/>
                        <a:pt x="326" y="2341"/>
                        <a:pt x="578" y="2341"/>
                      </a:cubicBezTo>
                      <a:cubicBezTo>
                        <a:pt x="1077" y="2341"/>
                        <a:pt x="1433" y="2005"/>
                        <a:pt x="1433" y="1555"/>
                      </a:cubicBezTo>
                      <a:cubicBezTo>
                        <a:pt x="1433" y="1266"/>
                        <a:pt x="1286" y="1068"/>
                        <a:pt x="1104" y="964"/>
                      </a:cubicBezTo>
                      <a:cubicBezTo>
                        <a:pt x="961" y="878"/>
                        <a:pt x="786" y="839"/>
                        <a:pt x="609" y="839"/>
                      </a:cubicBezTo>
                      <a:cubicBezTo>
                        <a:pt x="524" y="839"/>
                        <a:pt x="474" y="848"/>
                        <a:pt x="419" y="855"/>
                      </a:cubicBezTo>
                      <a:lnTo>
                        <a:pt x="508" y="264"/>
                      </a:lnTo>
                      <a:lnTo>
                        <a:pt x="1386" y="264"/>
                      </a:lnTo>
                      <a:lnTo>
                        <a:pt x="138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62"/>
                <p:cNvSpPr/>
                <p:nvPr/>
              </p:nvSpPr>
              <p:spPr>
                <a:xfrm>
                  <a:off x="2469988" y="4405769"/>
                  <a:ext cx="54740" cy="83300"/>
                </a:xfrm>
                <a:custGeom>
                  <a:rect b="b" l="l" r="r" t="t"/>
                  <a:pathLst>
                    <a:path extrusionOk="0" h="2380" w="1564">
                      <a:moveTo>
                        <a:pt x="782" y="241"/>
                      </a:moveTo>
                      <a:cubicBezTo>
                        <a:pt x="1107" y="241"/>
                        <a:pt x="1250" y="616"/>
                        <a:pt x="1250" y="1180"/>
                      </a:cubicBezTo>
                      <a:cubicBezTo>
                        <a:pt x="1250" y="1769"/>
                        <a:pt x="1099" y="2140"/>
                        <a:pt x="778" y="2140"/>
                      </a:cubicBezTo>
                      <a:cubicBezTo>
                        <a:pt x="496" y="2140"/>
                        <a:pt x="314" y="1799"/>
                        <a:pt x="314" y="1200"/>
                      </a:cubicBezTo>
                      <a:cubicBezTo>
                        <a:pt x="314" y="573"/>
                        <a:pt x="511" y="241"/>
                        <a:pt x="782" y="241"/>
                      </a:cubicBezTo>
                      <a:close/>
                      <a:moveTo>
                        <a:pt x="801" y="1"/>
                      </a:moveTo>
                      <a:cubicBezTo>
                        <a:pt x="333" y="1"/>
                        <a:pt x="1" y="426"/>
                        <a:pt x="1" y="1196"/>
                      </a:cubicBezTo>
                      <a:cubicBezTo>
                        <a:pt x="8" y="1958"/>
                        <a:pt x="314" y="2380"/>
                        <a:pt x="763" y="2380"/>
                      </a:cubicBezTo>
                      <a:cubicBezTo>
                        <a:pt x="1274" y="2380"/>
                        <a:pt x="1563" y="1946"/>
                        <a:pt x="1563" y="1165"/>
                      </a:cubicBezTo>
                      <a:cubicBezTo>
                        <a:pt x="1563" y="434"/>
                        <a:pt x="1285" y="1"/>
                        <a:pt x="8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62"/>
                <p:cNvSpPr/>
                <p:nvPr/>
              </p:nvSpPr>
              <p:spPr>
                <a:xfrm>
                  <a:off x="2555180" y="4402794"/>
                  <a:ext cx="43085" cy="89950"/>
                </a:xfrm>
                <a:custGeom>
                  <a:rect b="b" l="l" r="r" t="t"/>
                  <a:pathLst>
                    <a:path extrusionOk="0" h="2570" w="1231">
                      <a:moveTo>
                        <a:pt x="990" y="1"/>
                      </a:moveTo>
                      <a:lnTo>
                        <a:pt x="0" y="2570"/>
                      </a:lnTo>
                      <a:lnTo>
                        <a:pt x="240" y="2570"/>
                      </a:lnTo>
                      <a:lnTo>
                        <a:pt x="123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62"/>
                <p:cNvSpPr/>
                <p:nvPr/>
              </p:nvSpPr>
              <p:spPr>
                <a:xfrm>
                  <a:off x="2629627" y="4405769"/>
                  <a:ext cx="51520" cy="81935"/>
                </a:xfrm>
                <a:custGeom>
                  <a:rect b="b" l="l" r="r" t="t"/>
                  <a:pathLst>
                    <a:path extrusionOk="0" h="2341" w="1472">
                      <a:moveTo>
                        <a:pt x="709" y="1"/>
                      </a:moveTo>
                      <a:cubicBezTo>
                        <a:pt x="445" y="1"/>
                        <a:pt x="218" y="101"/>
                        <a:pt x="59" y="237"/>
                      </a:cubicBezTo>
                      <a:lnTo>
                        <a:pt x="156" y="453"/>
                      </a:lnTo>
                      <a:cubicBezTo>
                        <a:pt x="264" y="364"/>
                        <a:pt x="438" y="260"/>
                        <a:pt x="647" y="260"/>
                      </a:cubicBezTo>
                      <a:cubicBezTo>
                        <a:pt x="988" y="260"/>
                        <a:pt x="1104" y="476"/>
                        <a:pt x="1104" y="708"/>
                      </a:cubicBezTo>
                      <a:cubicBezTo>
                        <a:pt x="1100" y="1057"/>
                        <a:pt x="833" y="1355"/>
                        <a:pt x="245" y="1912"/>
                      </a:cubicBezTo>
                      <a:lnTo>
                        <a:pt x="1" y="2151"/>
                      </a:lnTo>
                      <a:lnTo>
                        <a:pt x="1" y="2341"/>
                      </a:lnTo>
                      <a:lnTo>
                        <a:pt x="1471" y="2341"/>
                      </a:lnTo>
                      <a:lnTo>
                        <a:pt x="1471" y="2082"/>
                      </a:lnTo>
                      <a:lnTo>
                        <a:pt x="438" y="2082"/>
                      </a:lnTo>
                      <a:lnTo>
                        <a:pt x="438" y="2074"/>
                      </a:lnTo>
                      <a:lnTo>
                        <a:pt x="620" y="1904"/>
                      </a:lnTo>
                      <a:cubicBezTo>
                        <a:pt x="1107" y="1440"/>
                        <a:pt x="1413" y="1096"/>
                        <a:pt x="1413" y="669"/>
                      </a:cubicBezTo>
                      <a:cubicBezTo>
                        <a:pt x="1413" y="341"/>
                        <a:pt x="1204" y="1"/>
                        <a:pt x="7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62"/>
                <p:cNvSpPr/>
                <p:nvPr/>
              </p:nvSpPr>
              <p:spPr>
                <a:xfrm>
                  <a:off x="2694098" y="4429849"/>
                  <a:ext cx="14805" cy="59220"/>
                </a:xfrm>
                <a:custGeom>
                  <a:rect b="b" l="l" r="r" t="t"/>
                  <a:pathLst>
                    <a:path extrusionOk="0" h="1692" w="423">
                      <a:moveTo>
                        <a:pt x="213" y="1"/>
                      </a:moveTo>
                      <a:cubicBezTo>
                        <a:pt x="89" y="1"/>
                        <a:pt x="1" y="94"/>
                        <a:pt x="1" y="222"/>
                      </a:cubicBezTo>
                      <a:cubicBezTo>
                        <a:pt x="1" y="345"/>
                        <a:pt x="85" y="442"/>
                        <a:pt x="210" y="442"/>
                      </a:cubicBezTo>
                      <a:cubicBezTo>
                        <a:pt x="341" y="442"/>
                        <a:pt x="422" y="345"/>
                        <a:pt x="422" y="222"/>
                      </a:cubicBezTo>
                      <a:cubicBezTo>
                        <a:pt x="419" y="94"/>
                        <a:pt x="337" y="1"/>
                        <a:pt x="213" y="1"/>
                      </a:cubicBezTo>
                      <a:close/>
                      <a:moveTo>
                        <a:pt x="213" y="1251"/>
                      </a:moveTo>
                      <a:cubicBezTo>
                        <a:pt x="89" y="1251"/>
                        <a:pt x="1" y="1340"/>
                        <a:pt x="1" y="1472"/>
                      </a:cubicBezTo>
                      <a:cubicBezTo>
                        <a:pt x="1" y="1595"/>
                        <a:pt x="85" y="1692"/>
                        <a:pt x="210" y="1692"/>
                      </a:cubicBezTo>
                      <a:cubicBezTo>
                        <a:pt x="341" y="1692"/>
                        <a:pt x="422" y="1595"/>
                        <a:pt x="422" y="1472"/>
                      </a:cubicBezTo>
                      <a:cubicBezTo>
                        <a:pt x="419" y="1340"/>
                        <a:pt x="337" y="1251"/>
                        <a:pt x="213" y="125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62"/>
                <p:cNvSpPr/>
                <p:nvPr/>
              </p:nvSpPr>
              <p:spPr>
                <a:xfrm>
                  <a:off x="2718494" y="4407134"/>
                  <a:ext cx="50085" cy="81935"/>
                </a:xfrm>
                <a:custGeom>
                  <a:rect b="b" l="l" r="r" t="t"/>
                  <a:pathLst>
                    <a:path extrusionOk="0" h="2341" w="1431">
                      <a:moveTo>
                        <a:pt x="282" y="0"/>
                      </a:moveTo>
                      <a:lnTo>
                        <a:pt x="135" y="1107"/>
                      </a:lnTo>
                      <a:cubicBezTo>
                        <a:pt x="220" y="1095"/>
                        <a:pt x="320" y="1080"/>
                        <a:pt x="452" y="1080"/>
                      </a:cubicBezTo>
                      <a:cubicBezTo>
                        <a:pt x="913" y="1080"/>
                        <a:pt x="1110" y="1293"/>
                        <a:pt x="1114" y="1591"/>
                      </a:cubicBezTo>
                      <a:cubicBezTo>
                        <a:pt x="1114" y="1900"/>
                        <a:pt x="863" y="2089"/>
                        <a:pt x="568" y="2089"/>
                      </a:cubicBezTo>
                      <a:cubicBezTo>
                        <a:pt x="359" y="2089"/>
                        <a:pt x="174" y="2020"/>
                        <a:pt x="77" y="1962"/>
                      </a:cubicBezTo>
                      <a:lnTo>
                        <a:pt x="0" y="2198"/>
                      </a:lnTo>
                      <a:cubicBezTo>
                        <a:pt x="108" y="2271"/>
                        <a:pt x="320" y="2341"/>
                        <a:pt x="572" y="2341"/>
                      </a:cubicBezTo>
                      <a:cubicBezTo>
                        <a:pt x="1072" y="2341"/>
                        <a:pt x="1431" y="2005"/>
                        <a:pt x="1431" y="1555"/>
                      </a:cubicBezTo>
                      <a:cubicBezTo>
                        <a:pt x="1431" y="1266"/>
                        <a:pt x="1281" y="1068"/>
                        <a:pt x="1099" y="964"/>
                      </a:cubicBezTo>
                      <a:cubicBezTo>
                        <a:pt x="959" y="878"/>
                        <a:pt x="781" y="839"/>
                        <a:pt x="604" y="839"/>
                      </a:cubicBezTo>
                      <a:cubicBezTo>
                        <a:pt x="518" y="839"/>
                        <a:pt x="472" y="848"/>
                        <a:pt x="418" y="855"/>
                      </a:cubicBezTo>
                      <a:lnTo>
                        <a:pt x="506" y="264"/>
                      </a:lnTo>
                      <a:lnTo>
                        <a:pt x="1385" y="264"/>
                      </a:lnTo>
                      <a:lnTo>
                        <a:pt x="138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62"/>
                <p:cNvSpPr/>
                <p:nvPr/>
              </p:nvSpPr>
              <p:spPr>
                <a:xfrm>
                  <a:off x="2781285" y="4405769"/>
                  <a:ext cx="54600" cy="83300"/>
                </a:xfrm>
                <a:custGeom>
                  <a:rect b="b" l="l" r="r" t="t"/>
                  <a:pathLst>
                    <a:path extrusionOk="0" h="2380" w="1560">
                      <a:moveTo>
                        <a:pt x="783" y="241"/>
                      </a:moveTo>
                      <a:cubicBezTo>
                        <a:pt x="1103" y="241"/>
                        <a:pt x="1251" y="616"/>
                        <a:pt x="1251" y="1180"/>
                      </a:cubicBezTo>
                      <a:cubicBezTo>
                        <a:pt x="1251" y="1769"/>
                        <a:pt x="1096" y="2140"/>
                        <a:pt x="778" y="2140"/>
                      </a:cubicBezTo>
                      <a:cubicBezTo>
                        <a:pt x="496" y="2140"/>
                        <a:pt x="310" y="1799"/>
                        <a:pt x="310" y="1200"/>
                      </a:cubicBezTo>
                      <a:cubicBezTo>
                        <a:pt x="310" y="573"/>
                        <a:pt x="508" y="241"/>
                        <a:pt x="783" y="241"/>
                      </a:cubicBezTo>
                      <a:close/>
                      <a:moveTo>
                        <a:pt x="798" y="1"/>
                      </a:moveTo>
                      <a:cubicBezTo>
                        <a:pt x="333" y="1"/>
                        <a:pt x="1" y="426"/>
                        <a:pt x="1" y="1196"/>
                      </a:cubicBezTo>
                      <a:cubicBezTo>
                        <a:pt x="8" y="1958"/>
                        <a:pt x="310" y="2380"/>
                        <a:pt x="760" y="2380"/>
                      </a:cubicBezTo>
                      <a:cubicBezTo>
                        <a:pt x="1270" y="2380"/>
                        <a:pt x="1560" y="1946"/>
                        <a:pt x="1560" y="1165"/>
                      </a:cubicBezTo>
                      <a:cubicBezTo>
                        <a:pt x="1560" y="434"/>
                        <a:pt x="1285" y="1"/>
                        <a:pt x="7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 name="Google Shape;713;p62"/>
              <p:cNvGrpSpPr/>
              <p:nvPr/>
            </p:nvGrpSpPr>
            <p:grpSpPr>
              <a:xfrm>
                <a:off x="6740408" y="4082745"/>
                <a:ext cx="1412936" cy="130770"/>
                <a:chOff x="2935989" y="4367723"/>
                <a:chExt cx="1685879" cy="156032"/>
              </a:xfrm>
            </p:grpSpPr>
            <p:sp>
              <p:nvSpPr>
                <p:cNvPr id="714" name="Google Shape;714;p62"/>
                <p:cNvSpPr/>
                <p:nvPr/>
              </p:nvSpPr>
              <p:spPr>
                <a:xfrm>
                  <a:off x="2935989" y="4376368"/>
                  <a:ext cx="179165" cy="138705"/>
                </a:xfrm>
                <a:custGeom>
                  <a:rect b="b" l="l" r="r" t="t"/>
                  <a:pathLst>
                    <a:path extrusionOk="0" h="3963" w="5119">
                      <a:moveTo>
                        <a:pt x="1323" y="1761"/>
                      </a:moveTo>
                      <a:lnTo>
                        <a:pt x="1323" y="2202"/>
                      </a:lnTo>
                      <a:lnTo>
                        <a:pt x="495" y="2202"/>
                      </a:lnTo>
                      <a:lnTo>
                        <a:pt x="495" y="1761"/>
                      </a:lnTo>
                      <a:close/>
                      <a:moveTo>
                        <a:pt x="4515" y="1761"/>
                      </a:moveTo>
                      <a:lnTo>
                        <a:pt x="4515" y="2202"/>
                      </a:lnTo>
                      <a:lnTo>
                        <a:pt x="1872" y="2202"/>
                      </a:lnTo>
                      <a:lnTo>
                        <a:pt x="1872" y="1761"/>
                      </a:lnTo>
                      <a:close/>
                      <a:moveTo>
                        <a:pt x="3191" y="2698"/>
                      </a:moveTo>
                      <a:lnTo>
                        <a:pt x="3191" y="3139"/>
                      </a:lnTo>
                      <a:lnTo>
                        <a:pt x="549" y="3139"/>
                      </a:lnTo>
                      <a:lnTo>
                        <a:pt x="549" y="2698"/>
                      </a:lnTo>
                      <a:close/>
                      <a:moveTo>
                        <a:pt x="4569" y="2698"/>
                      </a:moveTo>
                      <a:lnTo>
                        <a:pt x="4569" y="3139"/>
                      </a:lnTo>
                      <a:lnTo>
                        <a:pt x="3745" y="3139"/>
                      </a:lnTo>
                      <a:lnTo>
                        <a:pt x="3745" y="2698"/>
                      </a:lnTo>
                      <a:close/>
                      <a:moveTo>
                        <a:pt x="538" y="1"/>
                      </a:moveTo>
                      <a:cubicBezTo>
                        <a:pt x="240" y="1"/>
                        <a:pt x="0" y="241"/>
                        <a:pt x="0" y="539"/>
                      </a:cubicBezTo>
                      <a:lnTo>
                        <a:pt x="0" y="3429"/>
                      </a:lnTo>
                      <a:cubicBezTo>
                        <a:pt x="0" y="3723"/>
                        <a:pt x="240" y="3963"/>
                        <a:pt x="538" y="3963"/>
                      </a:cubicBezTo>
                      <a:lnTo>
                        <a:pt x="4584" y="3963"/>
                      </a:lnTo>
                      <a:cubicBezTo>
                        <a:pt x="4878" y="3963"/>
                        <a:pt x="5118" y="3723"/>
                        <a:pt x="5118" y="3429"/>
                      </a:cubicBezTo>
                      <a:lnTo>
                        <a:pt x="5118" y="539"/>
                      </a:lnTo>
                      <a:cubicBezTo>
                        <a:pt x="5118" y="241"/>
                        <a:pt x="4878" y="1"/>
                        <a:pt x="45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62"/>
                <p:cNvSpPr/>
                <p:nvPr/>
              </p:nvSpPr>
              <p:spPr>
                <a:xfrm>
                  <a:off x="3835089" y="4383858"/>
                  <a:ext cx="196525" cy="123760"/>
                </a:xfrm>
                <a:custGeom>
                  <a:rect b="b" l="l" r="r" t="t"/>
                  <a:pathLst>
                    <a:path extrusionOk="0" h="3536" w="5615">
                      <a:moveTo>
                        <a:pt x="5119" y="495"/>
                      </a:moveTo>
                      <a:lnTo>
                        <a:pt x="5119" y="3041"/>
                      </a:lnTo>
                      <a:lnTo>
                        <a:pt x="496" y="3041"/>
                      </a:lnTo>
                      <a:lnTo>
                        <a:pt x="496" y="495"/>
                      </a:lnTo>
                      <a:close/>
                      <a:moveTo>
                        <a:pt x="248" y="0"/>
                      </a:moveTo>
                      <a:cubicBezTo>
                        <a:pt x="109" y="0"/>
                        <a:pt x="0" y="112"/>
                        <a:pt x="0" y="247"/>
                      </a:cubicBezTo>
                      <a:lnTo>
                        <a:pt x="0" y="3288"/>
                      </a:lnTo>
                      <a:cubicBezTo>
                        <a:pt x="0" y="3424"/>
                        <a:pt x="109" y="3536"/>
                        <a:pt x="248" y="3536"/>
                      </a:cubicBezTo>
                      <a:lnTo>
                        <a:pt x="5367" y="3536"/>
                      </a:lnTo>
                      <a:cubicBezTo>
                        <a:pt x="5502" y="3536"/>
                        <a:pt x="5614" y="3424"/>
                        <a:pt x="5614" y="3288"/>
                      </a:cubicBezTo>
                      <a:lnTo>
                        <a:pt x="5614" y="247"/>
                      </a:lnTo>
                      <a:cubicBezTo>
                        <a:pt x="5614" y="112"/>
                        <a:pt x="5502" y="0"/>
                        <a:pt x="53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62"/>
                <p:cNvSpPr/>
                <p:nvPr/>
              </p:nvSpPr>
              <p:spPr>
                <a:xfrm>
                  <a:off x="3239271" y="4379378"/>
                  <a:ext cx="129115" cy="132720"/>
                </a:xfrm>
                <a:custGeom>
                  <a:rect b="b" l="l" r="r" t="t"/>
                  <a:pathLst>
                    <a:path extrusionOk="0" h="3792" w="3689">
                      <a:moveTo>
                        <a:pt x="1847" y="1173"/>
                      </a:moveTo>
                      <a:cubicBezTo>
                        <a:pt x="2245" y="1173"/>
                        <a:pt x="2570" y="1498"/>
                        <a:pt x="2570" y="1896"/>
                      </a:cubicBezTo>
                      <a:cubicBezTo>
                        <a:pt x="2570" y="2298"/>
                        <a:pt x="2245" y="2619"/>
                        <a:pt x="1847" y="2619"/>
                      </a:cubicBezTo>
                      <a:cubicBezTo>
                        <a:pt x="1444" y="2619"/>
                        <a:pt x="1119" y="2298"/>
                        <a:pt x="1119" y="1896"/>
                      </a:cubicBezTo>
                      <a:cubicBezTo>
                        <a:pt x="1119" y="1498"/>
                        <a:pt x="1444" y="1173"/>
                        <a:pt x="1847" y="1173"/>
                      </a:cubicBezTo>
                      <a:close/>
                      <a:moveTo>
                        <a:pt x="1336" y="0"/>
                      </a:moveTo>
                      <a:lnTo>
                        <a:pt x="1258" y="766"/>
                      </a:lnTo>
                      <a:lnTo>
                        <a:pt x="589" y="391"/>
                      </a:lnTo>
                      <a:lnTo>
                        <a:pt x="1" y="1223"/>
                      </a:lnTo>
                      <a:lnTo>
                        <a:pt x="783" y="1896"/>
                      </a:lnTo>
                      <a:lnTo>
                        <a:pt x="1" y="2569"/>
                      </a:lnTo>
                      <a:lnTo>
                        <a:pt x="589" y="3405"/>
                      </a:lnTo>
                      <a:lnTo>
                        <a:pt x="1258" y="3025"/>
                      </a:lnTo>
                      <a:lnTo>
                        <a:pt x="1336" y="3791"/>
                      </a:lnTo>
                      <a:lnTo>
                        <a:pt x="2353" y="3791"/>
                      </a:lnTo>
                      <a:lnTo>
                        <a:pt x="2431" y="3025"/>
                      </a:lnTo>
                      <a:lnTo>
                        <a:pt x="3100" y="3405"/>
                      </a:lnTo>
                      <a:lnTo>
                        <a:pt x="3688" y="2569"/>
                      </a:lnTo>
                      <a:lnTo>
                        <a:pt x="2910" y="1896"/>
                      </a:lnTo>
                      <a:lnTo>
                        <a:pt x="3688" y="1223"/>
                      </a:lnTo>
                      <a:lnTo>
                        <a:pt x="3100" y="391"/>
                      </a:lnTo>
                      <a:lnTo>
                        <a:pt x="2431" y="766"/>
                      </a:lnTo>
                      <a:lnTo>
                        <a:pt x="235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62"/>
                <p:cNvSpPr/>
                <p:nvPr/>
              </p:nvSpPr>
              <p:spPr>
                <a:xfrm>
                  <a:off x="3313227" y="4379378"/>
                  <a:ext cx="82880" cy="58660"/>
                </a:xfrm>
                <a:custGeom>
                  <a:rect b="b" l="l" r="r" t="t"/>
                  <a:pathLst>
                    <a:path extrusionOk="0" h="1676" w="2368">
                      <a:moveTo>
                        <a:pt x="0" y="0"/>
                      </a:moveTo>
                      <a:lnTo>
                        <a:pt x="0" y="1675"/>
                      </a:lnTo>
                      <a:lnTo>
                        <a:pt x="2368" y="1675"/>
                      </a:lnTo>
                      <a:lnTo>
                        <a:pt x="236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62"/>
                <p:cNvSpPr/>
                <p:nvPr/>
              </p:nvSpPr>
              <p:spPr>
                <a:xfrm>
                  <a:off x="3329468" y="4393588"/>
                  <a:ext cx="24535" cy="32935"/>
                </a:xfrm>
                <a:custGeom>
                  <a:rect b="b" l="l" r="r" t="t"/>
                  <a:pathLst>
                    <a:path extrusionOk="0" h="941" w="701">
                      <a:moveTo>
                        <a:pt x="1" y="1"/>
                      </a:moveTo>
                      <a:lnTo>
                        <a:pt x="1" y="940"/>
                      </a:lnTo>
                      <a:lnTo>
                        <a:pt x="124" y="940"/>
                      </a:lnTo>
                      <a:lnTo>
                        <a:pt x="124" y="499"/>
                      </a:lnTo>
                      <a:lnTo>
                        <a:pt x="577" y="499"/>
                      </a:lnTo>
                      <a:lnTo>
                        <a:pt x="577" y="940"/>
                      </a:lnTo>
                      <a:lnTo>
                        <a:pt x="701" y="940"/>
                      </a:lnTo>
                      <a:lnTo>
                        <a:pt x="701" y="1"/>
                      </a:lnTo>
                      <a:lnTo>
                        <a:pt x="577" y="1"/>
                      </a:lnTo>
                      <a:lnTo>
                        <a:pt x="577" y="395"/>
                      </a:lnTo>
                      <a:lnTo>
                        <a:pt x="124" y="395"/>
                      </a:lnTo>
                      <a:lnTo>
                        <a:pt x="12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62"/>
                <p:cNvSpPr/>
                <p:nvPr/>
              </p:nvSpPr>
              <p:spPr>
                <a:xfrm>
                  <a:off x="3361283" y="4393308"/>
                  <a:ext cx="26985" cy="33460"/>
                </a:xfrm>
                <a:custGeom>
                  <a:rect b="b" l="l" r="r" t="t"/>
                  <a:pathLst>
                    <a:path extrusionOk="0" h="956" w="771">
                      <a:moveTo>
                        <a:pt x="264" y="97"/>
                      </a:moveTo>
                      <a:cubicBezTo>
                        <a:pt x="520" y="97"/>
                        <a:pt x="647" y="241"/>
                        <a:pt x="647" y="461"/>
                      </a:cubicBezTo>
                      <a:cubicBezTo>
                        <a:pt x="647" y="713"/>
                        <a:pt x="504" y="859"/>
                        <a:pt x="245" y="859"/>
                      </a:cubicBezTo>
                      <a:cubicBezTo>
                        <a:pt x="198" y="859"/>
                        <a:pt x="152" y="856"/>
                        <a:pt x="120" y="852"/>
                      </a:cubicBezTo>
                      <a:lnTo>
                        <a:pt x="120" y="109"/>
                      </a:lnTo>
                      <a:cubicBezTo>
                        <a:pt x="156" y="105"/>
                        <a:pt x="202" y="97"/>
                        <a:pt x="264" y="97"/>
                      </a:cubicBezTo>
                      <a:close/>
                      <a:moveTo>
                        <a:pt x="260" y="0"/>
                      </a:moveTo>
                      <a:cubicBezTo>
                        <a:pt x="163" y="0"/>
                        <a:pt x="74" y="9"/>
                        <a:pt x="1" y="20"/>
                      </a:cubicBezTo>
                      <a:lnTo>
                        <a:pt x="1" y="945"/>
                      </a:lnTo>
                      <a:cubicBezTo>
                        <a:pt x="63" y="952"/>
                        <a:pt x="136" y="956"/>
                        <a:pt x="222" y="956"/>
                      </a:cubicBezTo>
                      <a:cubicBezTo>
                        <a:pt x="404" y="956"/>
                        <a:pt x="550" y="909"/>
                        <a:pt x="636" y="821"/>
                      </a:cubicBezTo>
                      <a:cubicBezTo>
                        <a:pt x="724" y="736"/>
                        <a:pt x="770" y="608"/>
                        <a:pt x="770" y="457"/>
                      </a:cubicBezTo>
                      <a:cubicBezTo>
                        <a:pt x="770" y="302"/>
                        <a:pt x="724" y="194"/>
                        <a:pt x="639" y="120"/>
                      </a:cubicBezTo>
                      <a:cubicBezTo>
                        <a:pt x="558" y="43"/>
                        <a:pt x="434" y="0"/>
                        <a:pt x="2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62"/>
                <p:cNvSpPr/>
                <p:nvPr/>
              </p:nvSpPr>
              <p:spPr>
                <a:xfrm>
                  <a:off x="3520257" y="4370558"/>
                  <a:ext cx="190715" cy="150325"/>
                </a:xfrm>
                <a:custGeom>
                  <a:rect b="b" l="l" r="r" t="t"/>
                  <a:pathLst>
                    <a:path extrusionOk="0" h="4295" w="5449">
                      <a:moveTo>
                        <a:pt x="4747" y="334"/>
                      </a:moveTo>
                      <a:cubicBezTo>
                        <a:pt x="4953" y="334"/>
                        <a:pt x="5119" y="500"/>
                        <a:pt x="5119" y="705"/>
                      </a:cubicBezTo>
                      <a:lnTo>
                        <a:pt x="5119" y="3595"/>
                      </a:lnTo>
                      <a:cubicBezTo>
                        <a:pt x="5119" y="3800"/>
                        <a:pt x="4953" y="3966"/>
                        <a:pt x="4747" y="3966"/>
                      </a:cubicBezTo>
                      <a:lnTo>
                        <a:pt x="701" y="3966"/>
                      </a:lnTo>
                      <a:cubicBezTo>
                        <a:pt x="496" y="3966"/>
                        <a:pt x="330" y="3800"/>
                        <a:pt x="330" y="3595"/>
                      </a:cubicBezTo>
                      <a:lnTo>
                        <a:pt x="330" y="705"/>
                      </a:lnTo>
                      <a:cubicBezTo>
                        <a:pt x="330" y="500"/>
                        <a:pt x="496" y="334"/>
                        <a:pt x="701" y="334"/>
                      </a:cubicBezTo>
                      <a:close/>
                      <a:moveTo>
                        <a:pt x="701" y="0"/>
                      </a:moveTo>
                      <a:cubicBezTo>
                        <a:pt x="314" y="0"/>
                        <a:pt x="1" y="318"/>
                        <a:pt x="1" y="705"/>
                      </a:cubicBezTo>
                      <a:lnTo>
                        <a:pt x="1" y="3595"/>
                      </a:lnTo>
                      <a:cubicBezTo>
                        <a:pt x="1" y="3982"/>
                        <a:pt x="314" y="4295"/>
                        <a:pt x="701" y="4295"/>
                      </a:cubicBezTo>
                      <a:lnTo>
                        <a:pt x="4747" y="4295"/>
                      </a:lnTo>
                      <a:cubicBezTo>
                        <a:pt x="5135" y="4295"/>
                        <a:pt x="5448" y="3982"/>
                        <a:pt x="5448" y="3595"/>
                      </a:cubicBezTo>
                      <a:lnTo>
                        <a:pt x="5448" y="705"/>
                      </a:lnTo>
                      <a:cubicBezTo>
                        <a:pt x="5448" y="318"/>
                        <a:pt x="5135" y="0"/>
                        <a:pt x="47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62"/>
                <p:cNvSpPr/>
                <p:nvPr/>
              </p:nvSpPr>
              <p:spPr>
                <a:xfrm>
                  <a:off x="3623579" y="4446544"/>
                  <a:ext cx="59080" cy="45640"/>
                </a:xfrm>
                <a:custGeom>
                  <a:rect b="b" l="l" r="r" t="t"/>
                  <a:pathLst>
                    <a:path extrusionOk="0" h="1304" w="1688">
                      <a:moveTo>
                        <a:pt x="179" y="0"/>
                      </a:moveTo>
                      <a:cubicBezTo>
                        <a:pt x="82" y="0"/>
                        <a:pt x="1" y="77"/>
                        <a:pt x="1" y="174"/>
                      </a:cubicBezTo>
                      <a:lnTo>
                        <a:pt x="1" y="1129"/>
                      </a:lnTo>
                      <a:cubicBezTo>
                        <a:pt x="1" y="1227"/>
                        <a:pt x="82" y="1304"/>
                        <a:pt x="179" y="1304"/>
                      </a:cubicBezTo>
                      <a:lnTo>
                        <a:pt x="1513" y="1304"/>
                      </a:lnTo>
                      <a:cubicBezTo>
                        <a:pt x="1610" y="1304"/>
                        <a:pt x="1688" y="1227"/>
                        <a:pt x="1688" y="1129"/>
                      </a:cubicBezTo>
                      <a:lnTo>
                        <a:pt x="1688" y="174"/>
                      </a:lnTo>
                      <a:cubicBezTo>
                        <a:pt x="1688" y="77"/>
                        <a:pt x="1610" y="0"/>
                        <a:pt x="15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62"/>
                <p:cNvSpPr/>
                <p:nvPr/>
              </p:nvSpPr>
              <p:spPr>
                <a:xfrm>
                  <a:off x="4156710" y="4370558"/>
                  <a:ext cx="190680" cy="150325"/>
                </a:xfrm>
                <a:custGeom>
                  <a:rect b="b" l="l" r="r" t="t"/>
                  <a:pathLst>
                    <a:path extrusionOk="0" h="4295" w="5448">
                      <a:moveTo>
                        <a:pt x="700" y="0"/>
                      </a:moveTo>
                      <a:cubicBezTo>
                        <a:pt x="314" y="0"/>
                        <a:pt x="0" y="318"/>
                        <a:pt x="0" y="705"/>
                      </a:cubicBezTo>
                      <a:lnTo>
                        <a:pt x="329" y="705"/>
                      </a:lnTo>
                      <a:cubicBezTo>
                        <a:pt x="329" y="500"/>
                        <a:pt x="496" y="334"/>
                        <a:pt x="700" y="334"/>
                      </a:cubicBezTo>
                      <a:lnTo>
                        <a:pt x="4748" y="334"/>
                      </a:lnTo>
                      <a:cubicBezTo>
                        <a:pt x="4953" y="334"/>
                        <a:pt x="5119" y="500"/>
                        <a:pt x="5119" y="705"/>
                      </a:cubicBezTo>
                      <a:lnTo>
                        <a:pt x="5119" y="3595"/>
                      </a:lnTo>
                      <a:cubicBezTo>
                        <a:pt x="5119" y="3800"/>
                        <a:pt x="4953" y="3966"/>
                        <a:pt x="4748" y="3966"/>
                      </a:cubicBezTo>
                      <a:lnTo>
                        <a:pt x="3769" y="3966"/>
                      </a:lnTo>
                      <a:lnTo>
                        <a:pt x="3769" y="4295"/>
                      </a:lnTo>
                      <a:lnTo>
                        <a:pt x="4748" y="4295"/>
                      </a:lnTo>
                      <a:cubicBezTo>
                        <a:pt x="5134" y="4295"/>
                        <a:pt x="5448" y="3982"/>
                        <a:pt x="5448" y="3595"/>
                      </a:cubicBezTo>
                      <a:lnTo>
                        <a:pt x="5448" y="705"/>
                      </a:lnTo>
                      <a:cubicBezTo>
                        <a:pt x="5448" y="318"/>
                        <a:pt x="5134" y="0"/>
                        <a:pt x="47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62"/>
                <p:cNvSpPr/>
                <p:nvPr/>
              </p:nvSpPr>
              <p:spPr>
                <a:xfrm>
                  <a:off x="4155765" y="4407239"/>
                  <a:ext cx="111755" cy="111755"/>
                </a:xfrm>
                <a:custGeom>
                  <a:rect b="b" l="l" r="r" t="t"/>
                  <a:pathLst>
                    <a:path extrusionOk="0" h="3193" w="3193">
                      <a:moveTo>
                        <a:pt x="0" y="1"/>
                      </a:moveTo>
                      <a:lnTo>
                        <a:pt x="0" y="477"/>
                      </a:lnTo>
                      <a:cubicBezTo>
                        <a:pt x="1498" y="477"/>
                        <a:pt x="2716" y="1695"/>
                        <a:pt x="2716" y="3193"/>
                      </a:cubicBezTo>
                      <a:lnTo>
                        <a:pt x="3192" y="3193"/>
                      </a:lnTo>
                      <a:cubicBezTo>
                        <a:pt x="3192" y="1433"/>
                        <a:pt x="1761" y="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62"/>
                <p:cNvSpPr/>
                <p:nvPr/>
              </p:nvSpPr>
              <p:spPr>
                <a:xfrm>
                  <a:off x="4155765" y="4445179"/>
                  <a:ext cx="73815" cy="73815"/>
                </a:xfrm>
                <a:custGeom>
                  <a:rect b="b" l="l" r="r" t="t"/>
                  <a:pathLst>
                    <a:path extrusionOk="0" h="2109" w="2109">
                      <a:moveTo>
                        <a:pt x="0" y="0"/>
                      </a:moveTo>
                      <a:lnTo>
                        <a:pt x="0" y="477"/>
                      </a:lnTo>
                      <a:cubicBezTo>
                        <a:pt x="902" y="477"/>
                        <a:pt x="1632" y="1207"/>
                        <a:pt x="1632" y="2109"/>
                      </a:cubicBezTo>
                      <a:lnTo>
                        <a:pt x="2109" y="2109"/>
                      </a:lnTo>
                      <a:cubicBezTo>
                        <a:pt x="2109" y="945"/>
                        <a:pt x="1164"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62"/>
                <p:cNvSpPr/>
                <p:nvPr/>
              </p:nvSpPr>
              <p:spPr>
                <a:xfrm>
                  <a:off x="4155765" y="4487145"/>
                  <a:ext cx="31850" cy="31850"/>
                </a:xfrm>
                <a:custGeom>
                  <a:rect b="b" l="l" r="r" t="t"/>
                  <a:pathLst>
                    <a:path extrusionOk="0" h="910" w="910">
                      <a:moveTo>
                        <a:pt x="0" y="1"/>
                      </a:moveTo>
                      <a:lnTo>
                        <a:pt x="0" y="910"/>
                      </a:lnTo>
                      <a:lnTo>
                        <a:pt x="909" y="910"/>
                      </a:lnTo>
                      <a:cubicBezTo>
                        <a:pt x="909" y="407"/>
                        <a:pt x="503" y="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62"/>
                <p:cNvSpPr/>
                <p:nvPr/>
              </p:nvSpPr>
              <p:spPr>
                <a:xfrm>
                  <a:off x="4471542" y="4367723"/>
                  <a:ext cx="68530" cy="68530"/>
                </a:xfrm>
                <a:custGeom>
                  <a:rect b="b" l="l" r="r" t="t"/>
                  <a:pathLst>
                    <a:path extrusionOk="0" h="1958" w="1958">
                      <a:moveTo>
                        <a:pt x="248" y="1"/>
                      </a:moveTo>
                      <a:cubicBezTo>
                        <a:pt x="113" y="1"/>
                        <a:pt x="1" y="113"/>
                        <a:pt x="1" y="248"/>
                      </a:cubicBezTo>
                      <a:lnTo>
                        <a:pt x="1" y="1710"/>
                      </a:lnTo>
                      <a:cubicBezTo>
                        <a:pt x="1" y="1849"/>
                        <a:pt x="113" y="1958"/>
                        <a:pt x="248" y="1958"/>
                      </a:cubicBezTo>
                      <a:cubicBezTo>
                        <a:pt x="383" y="1958"/>
                        <a:pt x="495" y="1849"/>
                        <a:pt x="495" y="1710"/>
                      </a:cubicBezTo>
                      <a:lnTo>
                        <a:pt x="495" y="496"/>
                      </a:lnTo>
                      <a:lnTo>
                        <a:pt x="1710" y="496"/>
                      </a:lnTo>
                      <a:cubicBezTo>
                        <a:pt x="1845" y="496"/>
                        <a:pt x="1958" y="383"/>
                        <a:pt x="1958" y="248"/>
                      </a:cubicBezTo>
                      <a:cubicBezTo>
                        <a:pt x="1958" y="113"/>
                        <a:pt x="1845" y="1"/>
                        <a:pt x="17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62"/>
                <p:cNvSpPr/>
                <p:nvPr/>
              </p:nvSpPr>
              <p:spPr>
                <a:xfrm>
                  <a:off x="4553164" y="4367723"/>
                  <a:ext cx="68705" cy="68530"/>
                </a:xfrm>
                <a:custGeom>
                  <a:rect b="b" l="l" r="r" t="t"/>
                  <a:pathLst>
                    <a:path extrusionOk="0" h="1958" w="1963">
                      <a:moveTo>
                        <a:pt x="249" y="1"/>
                      </a:moveTo>
                      <a:cubicBezTo>
                        <a:pt x="113" y="1"/>
                        <a:pt x="1" y="113"/>
                        <a:pt x="1" y="248"/>
                      </a:cubicBezTo>
                      <a:cubicBezTo>
                        <a:pt x="1" y="383"/>
                        <a:pt x="113" y="496"/>
                        <a:pt x="249" y="496"/>
                      </a:cubicBezTo>
                      <a:lnTo>
                        <a:pt x="1467" y="496"/>
                      </a:lnTo>
                      <a:lnTo>
                        <a:pt x="1467" y="1710"/>
                      </a:lnTo>
                      <a:cubicBezTo>
                        <a:pt x="1467" y="1849"/>
                        <a:pt x="1576" y="1958"/>
                        <a:pt x="1715" y="1958"/>
                      </a:cubicBezTo>
                      <a:cubicBezTo>
                        <a:pt x="1851" y="1958"/>
                        <a:pt x="1963" y="1849"/>
                        <a:pt x="1963" y="1710"/>
                      </a:cubicBezTo>
                      <a:lnTo>
                        <a:pt x="1963" y="248"/>
                      </a:lnTo>
                      <a:cubicBezTo>
                        <a:pt x="1963" y="113"/>
                        <a:pt x="1851" y="1"/>
                        <a:pt x="17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62"/>
                <p:cNvSpPr/>
                <p:nvPr/>
              </p:nvSpPr>
              <p:spPr>
                <a:xfrm>
                  <a:off x="4553164" y="4455190"/>
                  <a:ext cx="68705" cy="68565"/>
                </a:xfrm>
                <a:custGeom>
                  <a:rect b="b" l="l" r="r" t="t"/>
                  <a:pathLst>
                    <a:path extrusionOk="0" h="1959" w="1963">
                      <a:moveTo>
                        <a:pt x="1715" y="0"/>
                      </a:moveTo>
                      <a:cubicBezTo>
                        <a:pt x="1576" y="0"/>
                        <a:pt x="1467" y="113"/>
                        <a:pt x="1467" y="248"/>
                      </a:cubicBezTo>
                      <a:lnTo>
                        <a:pt x="1467" y="1463"/>
                      </a:lnTo>
                      <a:lnTo>
                        <a:pt x="249" y="1463"/>
                      </a:lnTo>
                      <a:cubicBezTo>
                        <a:pt x="113" y="1463"/>
                        <a:pt x="1" y="1575"/>
                        <a:pt x="1" y="1711"/>
                      </a:cubicBezTo>
                      <a:cubicBezTo>
                        <a:pt x="1" y="1850"/>
                        <a:pt x="113" y="1959"/>
                        <a:pt x="249" y="1959"/>
                      </a:cubicBezTo>
                      <a:lnTo>
                        <a:pt x="1715" y="1959"/>
                      </a:lnTo>
                      <a:cubicBezTo>
                        <a:pt x="1851" y="1959"/>
                        <a:pt x="1963" y="1850"/>
                        <a:pt x="1963" y="1711"/>
                      </a:cubicBezTo>
                      <a:lnTo>
                        <a:pt x="1963" y="248"/>
                      </a:lnTo>
                      <a:cubicBezTo>
                        <a:pt x="1963" y="113"/>
                        <a:pt x="1851" y="0"/>
                        <a:pt x="17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62"/>
                <p:cNvSpPr/>
                <p:nvPr/>
              </p:nvSpPr>
              <p:spPr>
                <a:xfrm>
                  <a:off x="4471542" y="4455190"/>
                  <a:ext cx="68530" cy="68565"/>
                </a:xfrm>
                <a:custGeom>
                  <a:rect b="b" l="l" r="r" t="t"/>
                  <a:pathLst>
                    <a:path extrusionOk="0" h="1959" w="1958">
                      <a:moveTo>
                        <a:pt x="248" y="0"/>
                      </a:moveTo>
                      <a:cubicBezTo>
                        <a:pt x="113" y="0"/>
                        <a:pt x="1" y="113"/>
                        <a:pt x="1" y="248"/>
                      </a:cubicBezTo>
                      <a:lnTo>
                        <a:pt x="1" y="1711"/>
                      </a:lnTo>
                      <a:cubicBezTo>
                        <a:pt x="1" y="1850"/>
                        <a:pt x="113" y="1959"/>
                        <a:pt x="248" y="1959"/>
                      </a:cubicBezTo>
                      <a:lnTo>
                        <a:pt x="1710" y="1959"/>
                      </a:lnTo>
                      <a:cubicBezTo>
                        <a:pt x="1845" y="1959"/>
                        <a:pt x="1958" y="1850"/>
                        <a:pt x="1958" y="1711"/>
                      </a:cubicBezTo>
                      <a:cubicBezTo>
                        <a:pt x="1958" y="1575"/>
                        <a:pt x="1845" y="1463"/>
                        <a:pt x="1710" y="1463"/>
                      </a:cubicBezTo>
                      <a:lnTo>
                        <a:pt x="495" y="1463"/>
                      </a:lnTo>
                      <a:lnTo>
                        <a:pt x="495" y="248"/>
                      </a:lnTo>
                      <a:cubicBezTo>
                        <a:pt x="495" y="113"/>
                        <a:pt x="383" y="0"/>
                        <a:pt x="2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pic>
        <p:nvPicPr>
          <p:cNvPr id="730" name="Google Shape;730;p62"/>
          <p:cNvPicPr preferRelativeResize="0"/>
          <p:nvPr/>
        </p:nvPicPr>
        <p:blipFill rotWithShape="1">
          <a:blip r:embed="rId3">
            <a:alphaModFix/>
          </a:blip>
          <a:srcRect b="0" l="553" r="553" t="0"/>
          <a:stretch/>
        </p:blipFill>
        <p:spPr>
          <a:xfrm>
            <a:off x="4671900" y="1458550"/>
            <a:ext cx="3310999" cy="1883376"/>
          </a:xfrm>
          <a:prstGeom prst="rect">
            <a:avLst/>
          </a:prstGeom>
          <a:noFill/>
          <a:ln cap="flat" cmpd="sng" w="9525">
            <a:solidFill>
              <a:schemeClr val="dk1"/>
            </a:solidFill>
            <a:prstDash val="solid"/>
            <a:round/>
            <a:headEnd len="sm" w="sm" type="none"/>
            <a:tailEnd len="sm" w="sm" type="none"/>
          </a:ln>
        </p:spPr>
      </p:pic>
      <p:grpSp>
        <p:nvGrpSpPr>
          <p:cNvPr id="731" name="Google Shape;731;p62"/>
          <p:cNvGrpSpPr/>
          <p:nvPr/>
        </p:nvGrpSpPr>
        <p:grpSpPr>
          <a:xfrm>
            <a:off x="6004879" y="2077127"/>
            <a:ext cx="646112" cy="646129"/>
            <a:chOff x="2389708" y="2922863"/>
            <a:chExt cx="300378" cy="300385"/>
          </a:xfrm>
        </p:grpSpPr>
        <p:sp>
          <p:nvSpPr>
            <p:cNvPr id="732" name="Google Shape;732;p62"/>
            <p:cNvSpPr/>
            <p:nvPr/>
          </p:nvSpPr>
          <p:spPr>
            <a:xfrm>
              <a:off x="2389708" y="2922863"/>
              <a:ext cx="300378" cy="300385"/>
            </a:xfrm>
            <a:custGeom>
              <a:rect b="b" l="l" r="r" t="t"/>
              <a:pathLst>
                <a:path extrusionOk="0" h="39681" w="39680">
                  <a:moveTo>
                    <a:pt x="19840" y="1"/>
                  </a:moveTo>
                  <a:cubicBezTo>
                    <a:pt x="8884" y="1"/>
                    <a:pt x="1" y="8884"/>
                    <a:pt x="1" y="19840"/>
                  </a:cubicBezTo>
                  <a:cubicBezTo>
                    <a:pt x="1" y="30797"/>
                    <a:pt x="8884" y="39680"/>
                    <a:pt x="19840" y="39680"/>
                  </a:cubicBezTo>
                  <a:cubicBezTo>
                    <a:pt x="30797" y="39680"/>
                    <a:pt x="39680" y="30797"/>
                    <a:pt x="39680" y="19840"/>
                  </a:cubicBezTo>
                  <a:cubicBezTo>
                    <a:pt x="39680" y="8884"/>
                    <a:pt x="30797" y="1"/>
                    <a:pt x="198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62"/>
            <p:cNvSpPr/>
            <p:nvPr/>
          </p:nvSpPr>
          <p:spPr>
            <a:xfrm>
              <a:off x="2488850" y="3005373"/>
              <a:ext cx="135374" cy="135374"/>
            </a:xfrm>
            <a:custGeom>
              <a:rect b="b" l="l" r="r" t="t"/>
              <a:pathLst>
                <a:path extrusionOk="0" h="17883" w="17883">
                  <a:moveTo>
                    <a:pt x="0" y="1"/>
                  </a:moveTo>
                  <a:lnTo>
                    <a:pt x="0" y="17882"/>
                  </a:lnTo>
                  <a:lnTo>
                    <a:pt x="17883" y="8941"/>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7" name="Shape 737"/>
        <p:cNvGrpSpPr/>
        <p:nvPr/>
      </p:nvGrpSpPr>
      <p:grpSpPr>
        <a:xfrm>
          <a:off x="0" y="0"/>
          <a:ext cx="0" cy="0"/>
          <a:chOff x="0" y="0"/>
          <a:chExt cx="0" cy="0"/>
        </a:xfrm>
      </p:grpSpPr>
      <p:sp>
        <p:nvSpPr>
          <p:cNvPr id="738" name="Google Shape;738;p63"/>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Our team</a:t>
            </a:r>
            <a:endParaRPr/>
          </a:p>
        </p:txBody>
      </p:sp>
      <p:sp>
        <p:nvSpPr>
          <p:cNvPr id="739" name="Google Shape;739;p63"/>
          <p:cNvSpPr txBox="1"/>
          <p:nvPr>
            <p:ph idx="2" type="title"/>
          </p:nvPr>
        </p:nvSpPr>
        <p:spPr>
          <a:xfrm>
            <a:off x="2050638" y="3374275"/>
            <a:ext cx="20676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Jenna Doe</a:t>
            </a:r>
            <a:endParaRPr/>
          </a:p>
        </p:txBody>
      </p:sp>
      <p:sp>
        <p:nvSpPr>
          <p:cNvPr id="740" name="Google Shape;740;p63"/>
          <p:cNvSpPr txBox="1"/>
          <p:nvPr>
            <p:ph idx="1" type="subTitle"/>
          </p:nvPr>
        </p:nvSpPr>
        <p:spPr>
          <a:xfrm>
            <a:off x="2050638" y="3901975"/>
            <a:ext cx="2067600" cy="543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a:t>
            </a:r>
            <a:r>
              <a:rPr lang="en"/>
              <a:t>ou can talk a bit about this person here</a:t>
            </a:r>
            <a:endParaRPr/>
          </a:p>
        </p:txBody>
      </p:sp>
      <p:sp>
        <p:nvSpPr>
          <p:cNvPr id="741" name="Google Shape;741;p63"/>
          <p:cNvSpPr txBox="1"/>
          <p:nvPr>
            <p:ph idx="3" type="title"/>
          </p:nvPr>
        </p:nvSpPr>
        <p:spPr>
          <a:xfrm>
            <a:off x="5025759" y="1455101"/>
            <a:ext cx="20676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John Jimmy</a:t>
            </a:r>
            <a:endParaRPr/>
          </a:p>
        </p:txBody>
      </p:sp>
      <p:sp>
        <p:nvSpPr>
          <p:cNvPr id="742" name="Google Shape;742;p63"/>
          <p:cNvSpPr txBox="1"/>
          <p:nvPr>
            <p:ph idx="4" type="subTitle"/>
          </p:nvPr>
        </p:nvSpPr>
        <p:spPr>
          <a:xfrm>
            <a:off x="5025759" y="1982801"/>
            <a:ext cx="2067600" cy="543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a:t>
            </a:r>
            <a:r>
              <a:rPr lang="en"/>
              <a:t>ou can talk a bit about this person here</a:t>
            </a:r>
            <a:endParaRPr/>
          </a:p>
        </p:txBody>
      </p:sp>
      <p:pic>
        <p:nvPicPr>
          <p:cNvPr id="743" name="Google Shape;743;p63"/>
          <p:cNvPicPr preferRelativeResize="0"/>
          <p:nvPr/>
        </p:nvPicPr>
        <p:blipFill rotWithShape="1">
          <a:blip r:embed="rId3">
            <a:alphaModFix/>
          </a:blip>
          <a:srcRect b="40729" l="0" r="0" t="10672"/>
          <a:stretch/>
        </p:blipFill>
        <p:spPr>
          <a:xfrm>
            <a:off x="2050650" y="1455101"/>
            <a:ext cx="2067600" cy="1507574"/>
          </a:xfrm>
          <a:prstGeom prst="rect">
            <a:avLst/>
          </a:prstGeom>
          <a:noFill/>
          <a:ln cap="flat" cmpd="sng" w="9525">
            <a:solidFill>
              <a:schemeClr val="dk1"/>
            </a:solidFill>
            <a:prstDash val="solid"/>
            <a:round/>
            <a:headEnd len="sm" w="sm" type="none"/>
            <a:tailEnd len="sm" w="sm" type="none"/>
          </a:ln>
        </p:spPr>
      </p:pic>
      <p:pic>
        <p:nvPicPr>
          <p:cNvPr id="744" name="Google Shape;744;p63"/>
          <p:cNvPicPr preferRelativeResize="0"/>
          <p:nvPr/>
        </p:nvPicPr>
        <p:blipFill rotWithShape="1">
          <a:blip r:embed="rId4">
            <a:alphaModFix/>
          </a:blip>
          <a:srcRect b="40511" l="0" r="0" t="10890"/>
          <a:stretch/>
        </p:blipFill>
        <p:spPr>
          <a:xfrm>
            <a:off x="5025750" y="2835826"/>
            <a:ext cx="2067600" cy="1507574"/>
          </a:xfrm>
          <a:prstGeom prst="rect">
            <a:avLst/>
          </a:prstGeom>
          <a:noFill/>
          <a:ln cap="flat" cmpd="sng" w="9525">
            <a:solidFill>
              <a:schemeClr val="dk1"/>
            </a:solidFill>
            <a:prstDash val="solid"/>
            <a:round/>
            <a:headEnd len="sm" w="sm" type="none"/>
            <a:tailEnd len="sm" w="sm" type="none"/>
          </a:ln>
        </p:spPr>
      </p:pic>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8" name="Shape 748"/>
        <p:cNvGrpSpPr/>
        <p:nvPr/>
      </p:nvGrpSpPr>
      <p:grpSpPr>
        <a:xfrm>
          <a:off x="0" y="0"/>
          <a:ext cx="0" cy="0"/>
          <a:chOff x="0" y="0"/>
          <a:chExt cx="0" cy="0"/>
        </a:xfrm>
      </p:grpSpPr>
      <p:sp>
        <p:nvSpPr>
          <p:cNvPr id="749" name="Google Shape;749;p64"/>
          <p:cNvSpPr txBox="1"/>
          <p:nvPr>
            <p:ph type="title"/>
          </p:nvPr>
        </p:nvSpPr>
        <p:spPr>
          <a:xfrm>
            <a:off x="720000" y="539400"/>
            <a:ext cx="3434700" cy="873000"/>
          </a:xfrm>
          <a:prstGeom prst="rect">
            <a:avLst/>
          </a:prstGeom>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Thanks!</a:t>
            </a:r>
            <a:endParaRPr/>
          </a:p>
        </p:txBody>
      </p:sp>
      <p:sp>
        <p:nvSpPr>
          <p:cNvPr id="750" name="Google Shape;750;p64"/>
          <p:cNvSpPr txBox="1"/>
          <p:nvPr>
            <p:ph idx="1" type="subTitle"/>
          </p:nvPr>
        </p:nvSpPr>
        <p:spPr>
          <a:xfrm>
            <a:off x="720000" y="2490038"/>
            <a:ext cx="3434700" cy="768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Clr>
                <a:schemeClr val="lt1"/>
              </a:buClr>
              <a:buSzPts val="1100"/>
              <a:buFont typeface="Arial"/>
              <a:buNone/>
            </a:pPr>
            <a:r>
              <a:rPr lang="en"/>
              <a:t>youremail@freepik.com </a:t>
            </a:r>
            <a:endParaRPr/>
          </a:p>
          <a:p>
            <a:pPr indent="0" lvl="0" marL="0" rtl="0" algn="l">
              <a:spcBef>
                <a:spcPts val="0"/>
              </a:spcBef>
              <a:spcAft>
                <a:spcPts val="0"/>
              </a:spcAft>
              <a:buClr>
                <a:schemeClr val="lt1"/>
              </a:buClr>
              <a:buSzPts val="1100"/>
              <a:buFont typeface="Arial"/>
              <a:buNone/>
            </a:pPr>
            <a:r>
              <a:rPr lang="en"/>
              <a:t>+91  620 421 838 </a:t>
            </a:r>
            <a:endParaRPr/>
          </a:p>
          <a:p>
            <a:pPr indent="0" lvl="0" marL="0" rtl="0" algn="l">
              <a:spcBef>
                <a:spcPts val="0"/>
              </a:spcBef>
              <a:spcAft>
                <a:spcPts val="0"/>
              </a:spcAft>
              <a:buNone/>
            </a:pPr>
            <a:r>
              <a:rPr lang="en"/>
              <a:t>yourwebsite.com</a:t>
            </a:r>
            <a:endParaRPr/>
          </a:p>
        </p:txBody>
      </p:sp>
      <p:sp>
        <p:nvSpPr>
          <p:cNvPr id="751" name="Google Shape;751;p64"/>
          <p:cNvSpPr txBox="1"/>
          <p:nvPr/>
        </p:nvSpPr>
        <p:spPr>
          <a:xfrm>
            <a:off x="720000" y="4169400"/>
            <a:ext cx="3434700" cy="4347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b="1" lang="en" sz="1200">
                <a:solidFill>
                  <a:schemeClr val="dk1"/>
                </a:solidFill>
                <a:latin typeface="Assistant"/>
                <a:ea typeface="Assistant"/>
                <a:cs typeface="Assistant"/>
                <a:sym typeface="Assistant"/>
              </a:rPr>
              <a:t>Please keep this slide for attribution</a:t>
            </a:r>
            <a:endParaRPr b="1" sz="1200">
              <a:solidFill>
                <a:schemeClr val="dk1"/>
              </a:solidFill>
              <a:latin typeface="Assistant"/>
              <a:ea typeface="Assistant"/>
              <a:cs typeface="Assistant"/>
              <a:sym typeface="Assistant"/>
            </a:endParaRPr>
          </a:p>
        </p:txBody>
      </p:sp>
      <p:sp>
        <p:nvSpPr>
          <p:cNvPr id="752" name="Google Shape;752;p64"/>
          <p:cNvSpPr txBox="1"/>
          <p:nvPr>
            <p:ph idx="2" type="subTitle"/>
          </p:nvPr>
        </p:nvSpPr>
        <p:spPr>
          <a:xfrm>
            <a:off x="720000" y="2081113"/>
            <a:ext cx="3434700" cy="408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Do you have any questions?</a:t>
            </a:r>
            <a:endParaRPr/>
          </a:p>
        </p:txBody>
      </p:sp>
      <p:pic>
        <p:nvPicPr>
          <p:cNvPr id="753" name="Google Shape;753;p64"/>
          <p:cNvPicPr preferRelativeResize="0"/>
          <p:nvPr/>
        </p:nvPicPr>
        <p:blipFill rotWithShape="1">
          <a:blip r:embed="rId3">
            <a:alphaModFix/>
          </a:blip>
          <a:srcRect b="0" l="46544" r="4925" t="16156"/>
          <a:stretch/>
        </p:blipFill>
        <p:spPr>
          <a:xfrm>
            <a:off x="4901100" y="539400"/>
            <a:ext cx="3529800" cy="4064700"/>
          </a:xfrm>
          <a:prstGeom prst="rect">
            <a:avLst/>
          </a:prstGeom>
          <a:noFill/>
          <a:ln cap="flat" cmpd="sng" w="9525">
            <a:solidFill>
              <a:schemeClr val="dk1"/>
            </a:solidFill>
            <a:prstDash val="solid"/>
            <a:round/>
            <a:headEnd len="sm" w="sm" type="none"/>
            <a:tailEnd len="sm" w="sm" type="none"/>
          </a:ln>
        </p:spPr>
      </p:pic>
      <p:grpSp>
        <p:nvGrpSpPr>
          <p:cNvPr id="754" name="Google Shape;754;p64"/>
          <p:cNvGrpSpPr/>
          <p:nvPr/>
        </p:nvGrpSpPr>
        <p:grpSpPr>
          <a:xfrm>
            <a:off x="826056" y="1611929"/>
            <a:ext cx="371318" cy="370908"/>
            <a:chOff x="3303268" y="3817349"/>
            <a:chExt cx="346056" cy="345674"/>
          </a:xfrm>
        </p:grpSpPr>
        <p:sp>
          <p:nvSpPr>
            <p:cNvPr id="755" name="Google Shape;755;p64"/>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64"/>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64"/>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64"/>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 name="Google Shape;759;p64"/>
          <p:cNvGrpSpPr/>
          <p:nvPr/>
        </p:nvGrpSpPr>
        <p:grpSpPr>
          <a:xfrm>
            <a:off x="1307929" y="1611929"/>
            <a:ext cx="371318" cy="370908"/>
            <a:chOff x="3752358" y="3817349"/>
            <a:chExt cx="346056" cy="345674"/>
          </a:xfrm>
        </p:grpSpPr>
        <p:sp>
          <p:nvSpPr>
            <p:cNvPr id="760" name="Google Shape;760;p64"/>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64"/>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64"/>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64"/>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 name="Google Shape;764;p64"/>
          <p:cNvGrpSpPr/>
          <p:nvPr/>
        </p:nvGrpSpPr>
        <p:grpSpPr>
          <a:xfrm>
            <a:off x="1789801" y="1611929"/>
            <a:ext cx="370874" cy="370908"/>
            <a:chOff x="5549861" y="3817349"/>
            <a:chExt cx="345642" cy="345674"/>
          </a:xfrm>
        </p:grpSpPr>
        <p:sp>
          <p:nvSpPr>
            <p:cNvPr id="765" name="Google Shape;765;p64"/>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64"/>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64"/>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 name="Google Shape;768;p64"/>
          <p:cNvGrpSpPr/>
          <p:nvPr/>
        </p:nvGrpSpPr>
        <p:grpSpPr>
          <a:xfrm>
            <a:off x="2271220" y="1611915"/>
            <a:ext cx="371318" cy="370908"/>
            <a:chOff x="2238181" y="4120624"/>
            <a:chExt cx="346056" cy="345674"/>
          </a:xfrm>
        </p:grpSpPr>
        <p:grpSp>
          <p:nvGrpSpPr>
            <p:cNvPr id="769" name="Google Shape;769;p64"/>
            <p:cNvGrpSpPr/>
            <p:nvPr/>
          </p:nvGrpSpPr>
          <p:grpSpPr>
            <a:xfrm>
              <a:off x="2309155" y="4177413"/>
              <a:ext cx="203862" cy="231903"/>
              <a:chOff x="1512725" y="258500"/>
              <a:chExt cx="4570900" cy="5199625"/>
            </a:xfrm>
          </p:grpSpPr>
          <p:sp>
            <p:nvSpPr>
              <p:cNvPr id="770" name="Google Shape;770;p64"/>
              <p:cNvSpPr/>
              <p:nvPr/>
            </p:nvSpPr>
            <p:spPr>
              <a:xfrm>
                <a:off x="1512725" y="2700900"/>
                <a:ext cx="2654475" cy="2757225"/>
              </a:xfrm>
              <a:custGeom>
                <a:rect b="b" l="l" r="r" t="t"/>
                <a:pathLst>
                  <a:path extrusionOk="0" h="110289" w="106179">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64"/>
              <p:cNvSpPr/>
              <p:nvPr/>
            </p:nvSpPr>
            <p:spPr>
              <a:xfrm>
                <a:off x="2323325" y="258500"/>
                <a:ext cx="3760300" cy="4390225"/>
              </a:xfrm>
              <a:custGeom>
                <a:rect b="b" l="l" r="r" t="t"/>
                <a:pathLst>
                  <a:path extrusionOk="0" h="175609" w="150412">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2" name="Google Shape;772;p64"/>
            <p:cNvSpPr/>
            <p:nvPr/>
          </p:nvSpPr>
          <p:spPr>
            <a:xfrm>
              <a:off x="2238181" y="4120624"/>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6" name="Shape 776"/>
        <p:cNvGrpSpPr/>
        <p:nvPr/>
      </p:nvGrpSpPr>
      <p:grpSpPr>
        <a:xfrm>
          <a:off x="0" y="0"/>
          <a:ext cx="0" cy="0"/>
          <a:chOff x="0" y="0"/>
          <a:chExt cx="0" cy="0"/>
        </a:xfrm>
      </p:grpSpPr>
      <p:sp>
        <p:nvSpPr>
          <p:cNvPr id="777" name="Google Shape;777;p65"/>
          <p:cNvSpPr txBox="1"/>
          <p:nvPr>
            <p:ph idx="1" type="body"/>
          </p:nvPr>
        </p:nvSpPr>
        <p:spPr>
          <a:xfrm>
            <a:off x="726950" y="1754675"/>
            <a:ext cx="7704000" cy="25101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2500">
                <a:solidFill>
                  <a:schemeClr val="lt1"/>
                </a:solidFill>
                <a:latin typeface="Libre Caslon Text"/>
                <a:ea typeface="Libre Caslon Text"/>
                <a:cs typeface="Libre Caslon Text"/>
                <a:sym typeface="Libre Caslon Text"/>
              </a:rPr>
              <a:t>Photos</a:t>
            </a:r>
            <a:endParaRPr sz="2500">
              <a:solidFill>
                <a:schemeClr val="lt1"/>
              </a:solidFill>
              <a:latin typeface="Libre Caslon Text"/>
              <a:ea typeface="Libre Caslon Text"/>
              <a:cs typeface="Libre Caslon Text"/>
              <a:sym typeface="Libre Caslon Text"/>
            </a:endParaRPr>
          </a:p>
          <a:p>
            <a:pPr indent="0" lvl="0" marL="0" rtl="0" algn="l">
              <a:spcBef>
                <a:spcPts val="0"/>
              </a:spcBef>
              <a:spcAft>
                <a:spcPts val="0"/>
              </a:spcAft>
              <a:buNone/>
            </a:pPr>
            <a:r>
              <a:t/>
            </a:r>
            <a:endParaRPr>
              <a:solidFill>
                <a:schemeClr val="lt1"/>
              </a:solidFill>
              <a:latin typeface="Libre Caslon Text"/>
              <a:ea typeface="Libre Caslon Text"/>
              <a:cs typeface="Libre Caslon Text"/>
              <a:sym typeface="Libre Caslon Text"/>
            </a:endParaRPr>
          </a:p>
          <a:p>
            <a:pPr indent="-317500" lvl="0" marL="457200" marR="50800" rtl="0" algn="l">
              <a:lnSpc>
                <a:spcPct val="100000"/>
              </a:lnSpc>
              <a:spcBef>
                <a:spcPts val="0"/>
              </a:spcBef>
              <a:spcAft>
                <a:spcPts val="0"/>
              </a:spcAft>
              <a:buSzPts val="1400"/>
              <a:buChar char="●"/>
            </a:pPr>
            <a:r>
              <a:rPr lang="en">
                <a:solidFill>
                  <a:schemeClr val="hlink"/>
                </a:solidFill>
                <a:uFill>
                  <a:noFill/>
                </a:uFill>
                <a:hlinkClick r:id="rId3"/>
              </a:rPr>
              <a:t>Crop of female in bra and jeans</a:t>
            </a:r>
            <a:endParaRPr/>
          </a:p>
          <a:p>
            <a:pPr indent="-317500" lvl="0" marL="457200" marR="50800" rtl="0" algn="l">
              <a:lnSpc>
                <a:spcPct val="100000"/>
              </a:lnSpc>
              <a:spcBef>
                <a:spcPts val="0"/>
              </a:spcBef>
              <a:spcAft>
                <a:spcPts val="0"/>
              </a:spcAft>
              <a:buSzPts val="1400"/>
              <a:buChar char="●"/>
            </a:pPr>
            <a:r>
              <a:rPr lang="en">
                <a:solidFill>
                  <a:schemeClr val="hlink"/>
                </a:solidFill>
                <a:uFill>
                  <a:noFill/>
                </a:uFill>
                <a:hlinkClick r:id="rId4"/>
              </a:rPr>
              <a:t>Woman sitting with hurting stomach</a:t>
            </a:r>
            <a:endParaRPr/>
          </a:p>
          <a:p>
            <a:pPr indent="-317500" lvl="0" marL="457200" marR="50800" rtl="0" algn="l">
              <a:lnSpc>
                <a:spcPct val="100000"/>
              </a:lnSpc>
              <a:spcBef>
                <a:spcPts val="0"/>
              </a:spcBef>
              <a:spcAft>
                <a:spcPts val="0"/>
              </a:spcAft>
              <a:buSzPts val="1400"/>
              <a:buChar char="●"/>
            </a:pPr>
            <a:r>
              <a:rPr lang="en">
                <a:solidFill>
                  <a:schemeClr val="hlink"/>
                </a:solidFill>
                <a:uFill>
                  <a:noFill/>
                </a:uFill>
                <a:hlinkClick r:id="rId5"/>
              </a:rPr>
              <a:t>Woman with hurting stomach</a:t>
            </a:r>
            <a:endParaRPr/>
          </a:p>
          <a:p>
            <a:pPr indent="-317500" lvl="0" marL="457200" marR="50800" rtl="0" algn="l">
              <a:lnSpc>
                <a:spcPct val="100000"/>
              </a:lnSpc>
              <a:spcBef>
                <a:spcPts val="0"/>
              </a:spcBef>
              <a:spcAft>
                <a:spcPts val="0"/>
              </a:spcAft>
              <a:buSzPts val="1400"/>
              <a:buChar char="●"/>
            </a:pPr>
            <a:r>
              <a:rPr lang="en">
                <a:solidFill>
                  <a:schemeClr val="hlink"/>
                </a:solidFill>
                <a:uFill>
                  <a:noFill/>
                </a:uFill>
                <a:hlinkClick r:id="rId6"/>
              </a:rPr>
              <a:t>Beautiful woman with vitiligo posing</a:t>
            </a:r>
            <a:endParaRPr/>
          </a:p>
          <a:p>
            <a:pPr indent="-317500" lvl="0" marL="457200" marR="50800" rtl="0" algn="l">
              <a:lnSpc>
                <a:spcPct val="100000"/>
              </a:lnSpc>
              <a:spcBef>
                <a:spcPts val="0"/>
              </a:spcBef>
              <a:spcAft>
                <a:spcPts val="0"/>
              </a:spcAft>
              <a:buSzPts val="1400"/>
              <a:buChar char="●"/>
            </a:pPr>
            <a:r>
              <a:rPr lang="en">
                <a:solidFill>
                  <a:schemeClr val="hlink"/>
                </a:solidFill>
                <a:uFill>
                  <a:noFill/>
                </a:uFill>
                <a:hlinkClick r:id="rId7"/>
              </a:rPr>
              <a:t>Young woman showing her vitiligo skin</a:t>
            </a:r>
            <a:endParaRPr/>
          </a:p>
          <a:p>
            <a:pPr indent="-317500" lvl="0" marL="457200" marR="50800" rtl="0" algn="l">
              <a:lnSpc>
                <a:spcPct val="100000"/>
              </a:lnSpc>
              <a:spcBef>
                <a:spcPts val="0"/>
              </a:spcBef>
              <a:spcAft>
                <a:spcPts val="0"/>
              </a:spcAft>
              <a:buSzPts val="1400"/>
              <a:buChar char="●"/>
            </a:pPr>
            <a:r>
              <a:rPr lang="en">
                <a:solidFill>
                  <a:schemeClr val="hlink"/>
                </a:solidFill>
                <a:uFill>
                  <a:noFill/>
                </a:uFill>
                <a:hlinkClick r:id="rId8"/>
              </a:rPr>
              <a:t>Tired businesswoman having headache</a:t>
            </a:r>
            <a:endParaRPr sz="1600"/>
          </a:p>
        </p:txBody>
      </p:sp>
      <p:sp>
        <p:nvSpPr>
          <p:cNvPr id="778" name="Google Shape;778;p65"/>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Alternative resources</a:t>
            </a:r>
            <a:endParaRPr/>
          </a:p>
        </p:txBody>
      </p:sp>
      <p:sp>
        <p:nvSpPr>
          <p:cNvPr id="779" name="Google Shape;779;p65"/>
          <p:cNvSpPr txBox="1"/>
          <p:nvPr>
            <p:ph idx="4294967295" type="body"/>
          </p:nvPr>
        </p:nvSpPr>
        <p:spPr>
          <a:xfrm>
            <a:off x="720000" y="1315575"/>
            <a:ext cx="7704000" cy="361800"/>
          </a:xfrm>
          <a:prstGeom prst="rect">
            <a:avLst/>
          </a:prstGeom>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None/>
            </a:pPr>
            <a:r>
              <a:rPr lang="en" sz="1400"/>
              <a:t>Here’s an assortment of alternative resources </a:t>
            </a:r>
            <a:r>
              <a:rPr lang="en"/>
              <a:t>whose style fits that</a:t>
            </a:r>
            <a:r>
              <a:rPr lang="en" sz="1400"/>
              <a:t> of this template:</a:t>
            </a:r>
            <a:endParaRPr sz="1400"/>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3" name="Shape 783"/>
        <p:cNvGrpSpPr/>
        <p:nvPr/>
      </p:nvGrpSpPr>
      <p:grpSpPr>
        <a:xfrm>
          <a:off x="0" y="0"/>
          <a:ext cx="0" cy="0"/>
          <a:chOff x="0" y="0"/>
          <a:chExt cx="0" cy="0"/>
        </a:xfrm>
      </p:grpSpPr>
      <p:sp>
        <p:nvSpPr>
          <p:cNvPr id="784" name="Google Shape;784;p66"/>
          <p:cNvSpPr txBox="1"/>
          <p:nvPr>
            <p:ph idx="1" type="body"/>
          </p:nvPr>
        </p:nvSpPr>
        <p:spPr>
          <a:xfrm>
            <a:off x="713100" y="1838115"/>
            <a:ext cx="3858900" cy="2766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chemeClr val="dk2"/>
              </a:solidFill>
            </a:endParaRPr>
          </a:p>
          <a:p>
            <a:pPr indent="0" lvl="0" marL="0" rtl="0" algn="l">
              <a:spcBef>
                <a:spcPts val="0"/>
              </a:spcBef>
              <a:spcAft>
                <a:spcPts val="0"/>
              </a:spcAft>
              <a:buNone/>
            </a:pPr>
            <a:r>
              <a:rPr lang="en" sz="2500">
                <a:solidFill>
                  <a:schemeClr val="lt1"/>
                </a:solidFill>
                <a:latin typeface="Libre Caslon Text"/>
                <a:ea typeface="Libre Caslon Text"/>
                <a:cs typeface="Libre Caslon Text"/>
                <a:sym typeface="Libre Caslon Text"/>
              </a:rPr>
              <a:t>Photos</a:t>
            </a:r>
            <a:endParaRPr sz="2500">
              <a:solidFill>
                <a:schemeClr val="lt1"/>
              </a:solidFill>
              <a:latin typeface="Libre Caslon Text"/>
              <a:ea typeface="Libre Caslon Text"/>
              <a:cs typeface="Libre Caslon Text"/>
              <a:sym typeface="Libre Caslon Text"/>
            </a:endParaRPr>
          </a:p>
          <a:p>
            <a:pPr indent="0" lvl="0" marL="0" rtl="0" algn="l">
              <a:spcBef>
                <a:spcPts val="0"/>
              </a:spcBef>
              <a:spcAft>
                <a:spcPts val="0"/>
              </a:spcAft>
              <a:buNone/>
            </a:pPr>
            <a:r>
              <a:t/>
            </a:r>
            <a:endParaRPr sz="1400">
              <a:latin typeface="Bebas Neue"/>
              <a:ea typeface="Bebas Neue"/>
              <a:cs typeface="Bebas Neue"/>
              <a:sym typeface="Bebas Neue"/>
            </a:endParaRPr>
          </a:p>
          <a:p>
            <a:pPr indent="-317500" lvl="0" marL="457200" marR="50800" rtl="0" algn="l">
              <a:spcBef>
                <a:spcPts val="0"/>
              </a:spcBef>
              <a:spcAft>
                <a:spcPts val="0"/>
              </a:spcAft>
              <a:buSzPts val="1400"/>
              <a:buChar char="●"/>
            </a:pPr>
            <a:r>
              <a:rPr lang="en" sz="1400">
                <a:solidFill>
                  <a:schemeClr val="hlink"/>
                </a:solidFill>
                <a:uFill>
                  <a:noFill/>
                </a:uFill>
                <a:hlinkClick r:id="rId3"/>
              </a:rPr>
              <a:t>Young woman suffering from stomach pain</a:t>
            </a:r>
            <a:endParaRPr sz="1400"/>
          </a:p>
          <a:p>
            <a:pPr indent="-317500" lvl="0" marL="457200" marR="50800" rtl="0" algn="l">
              <a:spcBef>
                <a:spcPts val="0"/>
              </a:spcBef>
              <a:spcAft>
                <a:spcPts val="0"/>
              </a:spcAft>
              <a:buSzPts val="1400"/>
              <a:buChar char="●"/>
            </a:pPr>
            <a:r>
              <a:rPr lang="en" sz="1400">
                <a:solidFill>
                  <a:schemeClr val="hlink"/>
                </a:solidFill>
                <a:uFill>
                  <a:noFill/>
                </a:uFill>
                <a:hlinkClick r:id="rId4"/>
              </a:rPr>
              <a:t>Woman with eating disorder having belly pain</a:t>
            </a:r>
            <a:endParaRPr sz="1400"/>
          </a:p>
          <a:p>
            <a:pPr indent="-317500" lvl="0" marL="457200" marR="50800" rtl="0" algn="l">
              <a:spcBef>
                <a:spcPts val="0"/>
              </a:spcBef>
              <a:spcAft>
                <a:spcPts val="0"/>
              </a:spcAft>
              <a:buSzPts val="1400"/>
              <a:buChar char="●"/>
            </a:pPr>
            <a:r>
              <a:rPr lang="en" sz="1400">
                <a:solidFill>
                  <a:schemeClr val="hlink"/>
                </a:solidFill>
                <a:uFill>
                  <a:noFill/>
                </a:uFill>
                <a:hlinkClick r:id="rId5"/>
              </a:rPr>
              <a:t>Group of diverse women posing in bras and jeans</a:t>
            </a:r>
            <a:endParaRPr sz="1400"/>
          </a:p>
          <a:p>
            <a:pPr indent="-317500" lvl="0" marL="457200" marR="50800" rtl="0" algn="l">
              <a:spcBef>
                <a:spcPts val="0"/>
              </a:spcBef>
              <a:spcAft>
                <a:spcPts val="0"/>
              </a:spcAft>
              <a:buSzPts val="1400"/>
              <a:buChar char="●"/>
            </a:pPr>
            <a:r>
              <a:rPr lang="en" sz="1400">
                <a:solidFill>
                  <a:schemeClr val="hlink"/>
                </a:solidFill>
                <a:uFill>
                  <a:noFill/>
                </a:uFill>
                <a:hlinkClick r:id="rId6"/>
              </a:rPr>
              <a:t>Medium shot woman posing</a:t>
            </a:r>
            <a:endParaRPr sz="1400"/>
          </a:p>
          <a:p>
            <a:pPr indent="-317500" lvl="0" marL="457200" marR="50800" rtl="0" algn="l">
              <a:spcBef>
                <a:spcPts val="0"/>
              </a:spcBef>
              <a:spcAft>
                <a:spcPts val="0"/>
              </a:spcAft>
              <a:buSzPts val="1400"/>
              <a:buChar char="●"/>
            </a:pPr>
            <a:r>
              <a:rPr lang="en" sz="1400">
                <a:solidFill>
                  <a:schemeClr val="hlink"/>
                </a:solidFill>
                <a:uFill>
                  <a:noFill/>
                </a:uFill>
                <a:hlinkClick r:id="rId7"/>
              </a:rPr>
              <a:t>Close up hand covering belly</a:t>
            </a:r>
            <a:endParaRPr sz="1400"/>
          </a:p>
          <a:p>
            <a:pPr indent="-317500" lvl="0" marL="457200" marR="50800" rtl="0" algn="l">
              <a:spcBef>
                <a:spcPts val="0"/>
              </a:spcBef>
              <a:spcAft>
                <a:spcPts val="0"/>
              </a:spcAft>
              <a:buSzPts val="1400"/>
              <a:buChar char="●"/>
            </a:pPr>
            <a:r>
              <a:rPr lang="en" sz="1400">
                <a:solidFill>
                  <a:schemeClr val="hlink"/>
                </a:solidFill>
                <a:uFill>
                  <a:noFill/>
                </a:uFill>
                <a:hlinkClick r:id="rId8"/>
              </a:rPr>
              <a:t>Close-up of young woman suffering from stomach ache against gray background</a:t>
            </a:r>
            <a:endParaRPr sz="1400"/>
          </a:p>
        </p:txBody>
      </p:sp>
      <p:sp>
        <p:nvSpPr>
          <p:cNvPr id="785" name="Google Shape;785;p66"/>
          <p:cNvSpPr txBox="1"/>
          <p:nvPr>
            <p:ph idx="2" type="body"/>
          </p:nvPr>
        </p:nvSpPr>
        <p:spPr>
          <a:xfrm>
            <a:off x="4752525" y="1702125"/>
            <a:ext cx="3678300" cy="2766000"/>
          </a:xfrm>
          <a:prstGeom prst="rect">
            <a:avLst/>
          </a:prstGeom>
        </p:spPr>
        <p:txBody>
          <a:bodyPr anchorCtr="0" anchor="ctr" bIns="91425" lIns="91425" spcFirstLastPara="1" rIns="91425" wrap="square" tIns="91425">
            <a:noAutofit/>
          </a:bodyPr>
          <a:lstStyle/>
          <a:p>
            <a:pPr indent="-317500" lvl="0" marL="457200" rtl="0" algn="l">
              <a:spcBef>
                <a:spcPts val="0"/>
              </a:spcBef>
              <a:spcAft>
                <a:spcPts val="0"/>
              </a:spcAft>
              <a:buSzPts val="1400"/>
              <a:buChar char="●"/>
            </a:pPr>
            <a:r>
              <a:rPr lang="en">
                <a:solidFill>
                  <a:schemeClr val="hlink"/>
                </a:solidFill>
                <a:uFill>
                  <a:noFill/>
                </a:uFill>
                <a:hlinkClick r:id="rId9"/>
              </a:rPr>
              <a:t>Woman touching hurting belly on bed</a:t>
            </a:r>
            <a:endParaRPr/>
          </a:p>
          <a:p>
            <a:pPr indent="-317500" lvl="0" marL="457200" rtl="0" algn="l">
              <a:spcBef>
                <a:spcPts val="0"/>
              </a:spcBef>
              <a:spcAft>
                <a:spcPts val="0"/>
              </a:spcAft>
              <a:buSzPts val="1400"/>
              <a:buChar char="●"/>
            </a:pPr>
            <a:r>
              <a:rPr lang="en">
                <a:solidFill>
                  <a:schemeClr val="hlink"/>
                </a:solidFill>
                <a:uFill>
                  <a:noFill/>
                </a:uFill>
                <a:hlinkClick r:id="rId10"/>
              </a:rPr>
              <a:t>Young woman struggling with an eating disorder</a:t>
            </a:r>
            <a:endParaRPr/>
          </a:p>
          <a:p>
            <a:pPr indent="-317500" lvl="0" marL="457200" rtl="0" algn="l">
              <a:spcBef>
                <a:spcPts val="0"/>
              </a:spcBef>
              <a:spcAft>
                <a:spcPts val="0"/>
              </a:spcAft>
              <a:buSzPts val="1400"/>
              <a:buChar char="●"/>
            </a:pPr>
            <a:r>
              <a:rPr lang="en">
                <a:solidFill>
                  <a:schemeClr val="hlink"/>
                </a:solidFill>
                <a:uFill>
                  <a:noFill/>
                </a:uFill>
                <a:hlinkClick r:id="rId11"/>
              </a:rPr>
              <a:t>Young beautiful plump woman loving her body</a:t>
            </a:r>
            <a:endParaRPr/>
          </a:p>
          <a:p>
            <a:pPr indent="-317500" lvl="0" marL="457200" rtl="0" algn="l">
              <a:spcBef>
                <a:spcPts val="0"/>
              </a:spcBef>
              <a:spcAft>
                <a:spcPts val="0"/>
              </a:spcAft>
              <a:buSzPts val="1400"/>
              <a:buChar char="●"/>
            </a:pPr>
            <a:r>
              <a:rPr lang="en">
                <a:solidFill>
                  <a:schemeClr val="hlink"/>
                </a:solidFill>
                <a:uFill>
                  <a:noFill/>
                </a:uFill>
                <a:hlinkClick r:id="rId12"/>
              </a:rPr>
              <a:t>Full shot woman touching belly</a:t>
            </a:r>
            <a:endParaRPr/>
          </a:p>
          <a:p>
            <a:pPr indent="-317500" lvl="0" marL="457200" rtl="0" algn="l">
              <a:spcBef>
                <a:spcPts val="0"/>
              </a:spcBef>
              <a:spcAft>
                <a:spcPts val="0"/>
              </a:spcAft>
              <a:buSzPts val="1400"/>
              <a:buChar char="●"/>
            </a:pPr>
            <a:r>
              <a:rPr lang="en">
                <a:solidFill>
                  <a:schemeClr val="hlink"/>
                </a:solidFill>
                <a:uFill>
                  <a:noFill/>
                </a:uFill>
                <a:hlinkClick r:id="rId13"/>
              </a:rPr>
              <a:t>Girl having period pain</a:t>
            </a:r>
            <a:endParaRPr/>
          </a:p>
          <a:p>
            <a:pPr indent="-317500" lvl="0" marL="457200" rtl="0" algn="l">
              <a:spcBef>
                <a:spcPts val="0"/>
              </a:spcBef>
              <a:spcAft>
                <a:spcPts val="0"/>
              </a:spcAft>
              <a:buSzPts val="1400"/>
              <a:buChar char="●"/>
            </a:pPr>
            <a:r>
              <a:rPr lang="en">
                <a:solidFill>
                  <a:schemeClr val="hlink"/>
                </a:solidFill>
                <a:uFill>
                  <a:noFill/>
                </a:uFill>
                <a:hlinkClick r:id="rId14"/>
              </a:rPr>
              <a:t>Close up on health worker</a:t>
            </a:r>
            <a:endParaRPr/>
          </a:p>
          <a:p>
            <a:pPr indent="-317500" lvl="0" marL="457200" rtl="0" algn="l">
              <a:spcBef>
                <a:spcPts val="0"/>
              </a:spcBef>
              <a:spcAft>
                <a:spcPts val="0"/>
              </a:spcAft>
              <a:buSzPts val="1400"/>
              <a:buChar char="●"/>
            </a:pPr>
            <a:r>
              <a:rPr lang="en">
                <a:solidFill>
                  <a:schemeClr val="hlink"/>
                </a:solidFill>
                <a:uFill>
                  <a:noFill/>
                </a:uFill>
                <a:hlinkClick r:id="rId15"/>
              </a:rPr>
              <a:t>Medium shot smiley doctor with coat</a:t>
            </a:r>
            <a:endParaRPr/>
          </a:p>
        </p:txBody>
      </p:sp>
      <p:sp>
        <p:nvSpPr>
          <p:cNvPr id="786" name="Google Shape;786;p66"/>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Resources</a:t>
            </a:r>
            <a:endParaRPr/>
          </a:p>
        </p:txBody>
      </p:sp>
      <p:sp>
        <p:nvSpPr>
          <p:cNvPr id="787" name="Google Shape;787;p66"/>
          <p:cNvSpPr txBox="1"/>
          <p:nvPr/>
        </p:nvSpPr>
        <p:spPr>
          <a:xfrm>
            <a:off x="720000" y="1315575"/>
            <a:ext cx="7704000" cy="361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Assistant"/>
                <a:ea typeface="Assistant"/>
                <a:cs typeface="Assistant"/>
                <a:sym typeface="Assistant"/>
              </a:rPr>
              <a:t>Did you like the resources on this template? Get them for free at our other websites:</a:t>
            </a:r>
            <a:endParaRPr>
              <a:solidFill>
                <a:schemeClr val="dk1"/>
              </a:solidFill>
              <a:latin typeface="Assistant"/>
              <a:ea typeface="Assistant"/>
              <a:cs typeface="Assistant"/>
              <a:sym typeface="Assistant"/>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91" name="Shape 791"/>
        <p:cNvGrpSpPr/>
        <p:nvPr/>
      </p:nvGrpSpPr>
      <p:grpSpPr>
        <a:xfrm>
          <a:off x="0" y="0"/>
          <a:ext cx="0" cy="0"/>
          <a:chOff x="0" y="0"/>
          <a:chExt cx="0" cy="0"/>
        </a:xfrm>
      </p:grpSpPr>
      <p:sp>
        <p:nvSpPr>
          <p:cNvPr id="792" name="Google Shape;792;p67"/>
          <p:cNvSpPr txBox="1"/>
          <p:nvPr/>
        </p:nvSpPr>
        <p:spPr>
          <a:xfrm>
            <a:off x="1048350" y="4314290"/>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000">
                <a:solidFill>
                  <a:srgbClr val="FFFFFF"/>
                </a:solidFill>
              </a:rPr>
              <a:t>For more information about editing slides, please read</a:t>
            </a:r>
            <a:r>
              <a:rPr lang="en" sz="900">
                <a:solidFill>
                  <a:srgbClr val="FFFFFF"/>
                </a:solidFill>
              </a:rPr>
              <a:t> </a:t>
            </a:r>
            <a:r>
              <a:rPr lang="en" sz="1000">
                <a:solidFill>
                  <a:srgbClr val="FFFFFF"/>
                </a:solidFill>
              </a:rPr>
              <a:t>our FAQs or visit Slidesgo School:</a:t>
            </a:r>
            <a:endParaRPr sz="1000">
              <a:solidFill>
                <a:srgbClr val="FFFFFF"/>
              </a:solidFill>
            </a:endParaRPr>
          </a:p>
          <a:p>
            <a:pPr indent="0" lvl="0" marL="0" rtl="0" algn="ctr">
              <a:lnSpc>
                <a:spcPct val="115000"/>
              </a:lnSpc>
              <a:spcBef>
                <a:spcPts val="0"/>
              </a:spcBef>
              <a:spcAft>
                <a:spcPts val="0"/>
              </a:spcAft>
              <a:buNone/>
            </a:pPr>
            <a:r>
              <a:rPr lang="en" sz="1000" u="sng">
                <a:solidFill>
                  <a:srgbClr val="869FB2"/>
                </a:solidFill>
                <a:hlinkClick r:id="rId3">
                  <a:extLst>
                    <a:ext uri="{A12FA001-AC4F-418D-AE19-62706E023703}">
                      <ahyp:hlinkCl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4">
                  <a:extLst>
                    <a:ext uri="{A12FA001-AC4F-418D-AE19-62706E023703}">
                      <ahyp:hlinkClr val="tx"/>
                    </a:ext>
                  </a:extLst>
                </a:hlinkClick>
              </a:rPr>
              <a:t>https://slidesgo.com/slidesgo-school</a:t>
            </a:r>
            <a:endParaRPr sz="1000" u="sng">
              <a:solidFill>
                <a:srgbClr val="869FB2"/>
              </a:solidFill>
            </a:endParaRPr>
          </a:p>
        </p:txBody>
      </p:sp>
      <p:sp>
        <p:nvSpPr>
          <p:cNvPr id="793" name="Google Shape;793;p67"/>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Instructions for use</a:t>
            </a:r>
            <a:endParaRPr/>
          </a:p>
        </p:txBody>
      </p:sp>
      <p:sp>
        <p:nvSpPr>
          <p:cNvPr id="794" name="Google Shape;794;p67"/>
          <p:cNvSpPr txBox="1"/>
          <p:nvPr/>
        </p:nvSpPr>
        <p:spPr>
          <a:xfrm>
            <a:off x="1048350" y="902900"/>
            <a:ext cx="7047300" cy="26865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1400"/>
              </a:spcBef>
              <a:spcAft>
                <a:spcPts val="0"/>
              </a:spcAft>
              <a:buClr>
                <a:srgbClr val="000000"/>
              </a:buClr>
              <a:buSzPts val="1100"/>
              <a:buFont typeface="Arial"/>
              <a:buNone/>
            </a:pPr>
            <a:r>
              <a:rPr lang="en" sz="1000">
                <a:solidFill>
                  <a:srgbClr val="FFFFFF"/>
                </a:solidFill>
              </a:rPr>
              <a:t>If you have a free account, in order to use this template, you must credit </a:t>
            </a:r>
            <a:r>
              <a:rPr b="1" lang="en" sz="1000" u="sng">
                <a:solidFill>
                  <a:srgbClr val="869FB2"/>
                </a:solidFill>
                <a:hlinkClick r:id="rId5">
                  <a:extLst>
                    <a:ext uri="{A12FA001-AC4F-418D-AE19-62706E023703}">
                      <ahyp:hlinkClr val="tx"/>
                    </a:ext>
                  </a:extLst>
                </a:hlinkClick>
              </a:rPr>
              <a:t>Slidesgo</a:t>
            </a:r>
            <a:r>
              <a:rPr lang="en" sz="1000">
                <a:solidFill>
                  <a:srgbClr val="435D74"/>
                </a:solidFill>
              </a:rPr>
              <a:t> </a:t>
            </a:r>
            <a:r>
              <a:rPr lang="en" sz="1000">
                <a:solidFill>
                  <a:srgbClr val="FFFFFF"/>
                </a:solidFill>
              </a:rPr>
              <a:t>by keeping the </a:t>
            </a:r>
            <a:r>
              <a:rPr b="1" lang="en" sz="1000" u="sng">
                <a:solidFill>
                  <a:srgbClr val="869FB2"/>
                </a:solidFill>
                <a:hlinkClick action="ppaction://hlinksldjump" r:id="rId6">
                  <a:extLst>
                    <a:ext uri="{A12FA001-AC4F-418D-AE19-62706E023703}">
                      <ahyp:hlinkClr val="tx"/>
                    </a:ext>
                  </a:extLst>
                </a:hlinkClick>
              </a:rPr>
              <a:t>Thanks</a:t>
            </a:r>
            <a:r>
              <a:rPr lang="en" sz="1000">
                <a:solidFill>
                  <a:srgbClr val="869FB2"/>
                </a:solidFill>
              </a:rPr>
              <a:t> </a:t>
            </a:r>
            <a:r>
              <a:rPr lang="en" sz="1000">
                <a:solidFill>
                  <a:srgbClr val="FFFFFF"/>
                </a:solidFill>
              </a:rPr>
              <a:t>slide. Please refer to the next slide to read the instructions for premium users.</a:t>
            </a:r>
            <a:endParaRPr sz="1000">
              <a:solidFill>
                <a:srgbClr val="FFFFFF"/>
              </a:solidFill>
            </a:endParaRPr>
          </a:p>
          <a:p>
            <a:pPr indent="0" lvl="0" marL="0" rtl="0" algn="l">
              <a:lnSpc>
                <a:spcPct val="115000"/>
              </a:lnSpc>
              <a:spcBef>
                <a:spcPts val="1400"/>
              </a:spcBef>
              <a:spcAft>
                <a:spcPts val="0"/>
              </a:spcAft>
              <a:buClr>
                <a:srgbClr val="000000"/>
              </a:buClr>
              <a:buSzPts val="1100"/>
              <a:buFont typeface="Arial"/>
              <a:buNone/>
            </a:pPr>
            <a:r>
              <a:rPr b="1" lang="en" sz="1000">
                <a:solidFill>
                  <a:srgbClr val="869FB2"/>
                </a:solidFill>
              </a:rPr>
              <a:t>As a Free user, you are allowed to:</a:t>
            </a:r>
            <a:endParaRPr b="1" sz="1000">
              <a:solidFill>
                <a:srgbClr val="869FB2"/>
              </a:solidFill>
            </a:endParaRPr>
          </a:p>
          <a:p>
            <a:pPr indent="0" lvl="0" marL="0" rtl="0" algn="l">
              <a:lnSpc>
                <a:spcPct val="115000"/>
              </a:lnSpc>
              <a:spcBef>
                <a:spcPts val="400"/>
              </a:spcBef>
              <a:spcAft>
                <a:spcPts val="0"/>
              </a:spcAft>
              <a:buClr>
                <a:srgbClr val="000000"/>
              </a:buClr>
              <a:buSzPts val="1100"/>
              <a:buFont typeface="Arial"/>
              <a:buNone/>
            </a:pPr>
            <a:r>
              <a:rPr lang="en" sz="1000">
                <a:solidFill>
                  <a:srgbClr val="FFFFFF"/>
                </a:solidFill>
              </a:rPr>
              <a:t>- Modify this template.</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Use it for both personal and commercial projects.</a:t>
            </a:r>
            <a:endParaRPr sz="1000">
              <a:solidFill>
                <a:srgbClr val="FFFFFF"/>
              </a:solidFill>
            </a:endParaRPr>
          </a:p>
          <a:p>
            <a:pPr indent="0" lvl="0" marL="0" rtl="0" algn="l">
              <a:lnSpc>
                <a:spcPct val="115000"/>
              </a:lnSpc>
              <a:spcBef>
                <a:spcPts val="1400"/>
              </a:spcBef>
              <a:spcAft>
                <a:spcPts val="0"/>
              </a:spcAft>
              <a:buClr>
                <a:srgbClr val="000000"/>
              </a:buClr>
              <a:buSzPts val="1100"/>
              <a:buFont typeface="Arial"/>
              <a:buNone/>
            </a:pPr>
            <a:r>
              <a:rPr b="1" lang="en" sz="1000">
                <a:solidFill>
                  <a:srgbClr val="869FB2"/>
                </a:solidFill>
              </a:rPr>
              <a:t>You are not allowed to:</a:t>
            </a:r>
            <a:endParaRPr b="1" sz="1000">
              <a:solidFill>
                <a:srgbClr val="869FB2"/>
              </a:solidFill>
            </a:endParaRPr>
          </a:p>
          <a:p>
            <a:pPr indent="0" lvl="0" marL="0" rtl="0" algn="l">
              <a:lnSpc>
                <a:spcPct val="115000"/>
              </a:lnSpc>
              <a:spcBef>
                <a:spcPts val="400"/>
              </a:spcBef>
              <a:spcAft>
                <a:spcPts val="0"/>
              </a:spcAft>
              <a:buClr>
                <a:srgbClr val="000000"/>
              </a:buClr>
              <a:buSzPts val="1100"/>
              <a:buFont typeface="Arial"/>
              <a:buNone/>
            </a:pPr>
            <a:r>
              <a:rPr lang="en" sz="1000">
                <a:solidFill>
                  <a:srgbClr val="FFFFFF"/>
                </a:solidFill>
              </a:rPr>
              <a:t>- Sublicense, sell or rent any of Slidesgo Content (or a modified version of Slidesgo Content).</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Distribute Slidesgo Content unless it has been expressly authorized by Slidesgo.</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Include Slidesgo Content in an online or offline database or file.</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Offer Slidesgo templates (or modified versions of Slidesgo templates) for download.</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Acquire the copyright of Slidesgo Content.</a:t>
            </a:r>
            <a:endParaRPr sz="1000">
              <a:solidFill>
                <a:srgbClr val="FFFFFF"/>
              </a:solidFill>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98" name="Shape 798"/>
        <p:cNvGrpSpPr/>
        <p:nvPr/>
      </p:nvGrpSpPr>
      <p:grpSpPr>
        <a:xfrm>
          <a:off x="0" y="0"/>
          <a:ext cx="0" cy="0"/>
          <a:chOff x="0" y="0"/>
          <a:chExt cx="0" cy="0"/>
        </a:xfrm>
      </p:grpSpPr>
      <p:sp>
        <p:nvSpPr>
          <p:cNvPr id="799" name="Google Shape;799;p68"/>
          <p:cNvSpPr txBox="1"/>
          <p:nvPr/>
        </p:nvSpPr>
        <p:spPr>
          <a:xfrm>
            <a:off x="1048350" y="902900"/>
            <a:ext cx="7047300" cy="3929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1400"/>
              </a:spcBef>
              <a:spcAft>
                <a:spcPts val="0"/>
              </a:spcAft>
              <a:buClr>
                <a:schemeClr val="dk1"/>
              </a:buClr>
              <a:buSzPts val="1100"/>
              <a:buFont typeface="Arial"/>
              <a:buNone/>
            </a:pPr>
            <a:r>
              <a:rPr lang="en" sz="1000">
                <a:solidFill>
                  <a:schemeClr val="lt1"/>
                </a:solidFill>
              </a:rPr>
              <a:t>As a Premium user, you can use this template without attributing </a:t>
            </a:r>
            <a:r>
              <a:rPr b="1" lang="en" sz="1000" u="sng">
                <a:solidFill>
                  <a:schemeClr val="hlink"/>
                </a:solidFill>
                <a:hlinkClick r:id="rId3"/>
              </a:rPr>
              <a:t>Slidesgo</a:t>
            </a:r>
            <a:r>
              <a:rPr lang="en" sz="1000">
                <a:solidFill>
                  <a:schemeClr val="lt1"/>
                </a:solidFill>
              </a:rPr>
              <a:t> or keeping the "</a:t>
            </a:r>
            <a:r>
              <a:rPr b="1" lang="en" sz="1000" u="sng">
                <a:solidFill>
                  <a:schemeClr val="hlink"/>
                </a:solidFill>
                <a:hlinkClick action="ppaction://hlinksldjump" r:id="rId4"/>
              </a:rPr>
              <a:t>Thanks</a:t>
            </a:r>
            <a:r>
              <a:rPr lang="en" sz="1000">
                <a:solidFill>
                  <a:schemeClr val="lt1"/>
                </a:solidFill>
              </a:rPr>
              <a:t>" slide.</a:t>
            </a:r>
            <a:endParaRPr sz="1000">
              <a:solidFill>
                <a:srgbClr val="FFFFFF"/>
              </a:solidFill>
            </a:endParaRPr>
          </a:p>
          <a:p>
            <a:pPr indent="0" lvl="0" marL="0" rtl="0" algn="l">
              <a:lnSpc>
                <a:spcPct val="115000"/>
              </a:lnSpc>
              <a:spcBef>
                <a:spcPts val="1400"/>
              </a:spcBef>
              <a:spcAft>
                <a:spcPts val="0"/>
              </a:spcAft>
              <a:buNone/>
            </a:pPr>
            <a:r>
              <a:rPr b="1" lang="en" sz="1000">
                <a:solidFill>
                  <a:srgbClr val="869FB2"/>
                </a:solidFill>
              </a:rPr>
              <a:t>You are allowed to:</a:t>
            </a:r>
            <a:endParaRPr b="1" sz="1000">
              <a:solidFill>
                <a:srgbClr val="869FB2"/>
              </a:solidFil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rPr>
              <a:t>Modify this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Use it for both personal and commercial purposes.</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Hide or delete the “Thanks” slide and the mention to Slidesgo in the credits.</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Share this template in an editable format with people who are not part of your team.</a:t>
            </a:r>
            <a:endParaRPr sz="1000">
              <a:solidFill>
                <a:srgbClr val="FFFFFF"/>
              </a:solidFill>
            </a:endParaRPr>
          </a:p>
          <a:p>
            <a:pPr indent="0" lvl="0" marL="0" rtl="0" algn="l">
              <a:lnSpc>
                <a:spcPct val="115000"/>
              </a:lnSpc>
              <a:spcBef>
                <a:spcPts val="1400"/>
              </a:spcBef>
              <a:spcAft>
                <a:spcPts val="0"/>
              </a:spcAft>
              <a:buNone/>
            </a:pPr>
            <a:r>
              <a:rPr b="1" lang="en" sz="1000">
                <a:solidFill>
                  <a:srgbClr val="869FB2"/>
                </a:solidFill>
              </a:rPr>
              <a:t>You are not allowed to:</a:t>
            </a:r>
            <a:endParaRPr b="1" sz="1000">
              <a:solidFill>
                <a:srgbClr val="869FB2"/>
              </a:solidFil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rPr>
              <a:t>Sublicense, sell or rent this Slidesgo Template (or a modified version of this Slidesgo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Use any of the elements that are part of this Slidesgo Template in an isolated and separated way from this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Register any of the elements that are part of this template as a trademark or logo, or register it as a work in an intellectual property registry or similar.</a:t>
            </a:r>
            <a:endParaRPr sz="1000">
              <a:solidFill>
                <a:srgbClr val="FFFFFF"/>
              </a:solidFill>
            </a:endParaRPr>
          </a:p>
          <a:p>
            <a:pPr indent="0" lvl="0" marL="0" rtl="0" algn="l">
              <a:lnSpc>
                <a:spcPct val="115000"/>
              </a:lnSpc>
              <a:spcBef>
                <a:spcPts val="0"/>
              </a:spcBef>
              <a:spcAft>
                <a:spcPts val="0"/>
              </a:spcAft>
              <a:buNone/>
            </a:pPr>
            <a:r>
              <a:t/>
            </a:r>
            <a:endParaRPr sz="1000">
              <a:solidFill>
                <a:srgbClr val="FFFFFF"/>
              </a:solidFill>
            </a:endParaRPr>
          </a:p>
          <a:p>
            <a:pPr indent="0" lvl="0" marL="0" rtl="0" algn="l">
              <a:lnSpc>
                <a:spcPct val="115000"/>
              </a:lnSpc>
              <a:spcBef>
                <a:spcPts val="0"/>
              </a:spcBef>
              <a:spcAft>
                <a:spcPts val="0"/>
              </a:spcAft>
              <a:buNone/>
            </a:pPr>
            <a:r>
              <a:t/>
            </a:r>
            <a:endParaRPr sz="1000">
              <a:solidFill>
                <a:srgbClr val="FFFFFF"/>
              </a:solidFill>
            </a:endParaRPr>
          </a:p>
        </p:txBody>
      </p:sp>
      <p:sp>
        <p:nvSpPr>
          <p:cNvPr id="800" name="Google Shape;800;p68"/>
          <p:cNvSpPr txBox="1"/>
          <p:nvPr/>
        </p:nvSpPr>
        <p:spPr>
          <a:xfrm>
            <a:off x="1048350" y="4314290"/>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000">
                <a:solidFill>
                  <a:srgbClr val="FFFFFF"/>
                </a:solidFill>
              </a:rPr>
              <a:t>For more information about editing slides, please read</a:t>
            </a:r>
            <a:r>
              <a:rPr lang="en" sz="900">
                <a:solidFill>
                  <a:srgbClr val="FFFFFF"/>
                </a:solidFill>
              </a:rPr>
              <a:t> </a:t>
            </a:r>
            <a:r>
              <a:rPr lang="en" sz="1000">
                <a:solidFill>
                  <a:srgbClr val="FFFFFF"/>
                </a:solidFill>
              </a:rPr>
              <a:t>our FAQs or visit Slidesgo School:</a:t>
            </a:r>
            <a:endParaRPr sz="1000">
              <a:solidFill>
                <a:srgbClr val="FFFFFF"/>
              </a:solidFill>
            </a:endParaRPr>
          </a:p>
          <a:p>
            <a:pPr indent="0" lvl="0" marL="0" rtl="0" algn="ctr">
              <a:lnSpc>
                <a:spcPct val="115000"/>
              </a:lnSpc>
              <a:spcBef>
                <a:spcPts val="0"/>
              </a:spcBef>
              <a:spcAft>
                <a:spcPts val="0"/>
              </a:spcAft>
              <a:buNone/>
            </a:pPr>
            <a:r>
              <a:rPr lang="en" sz="1000" u="sng">
                <a:solidFill>
                  <a:srgbClr val="869FB2"/>
                </a:solidFill>
                <a:hlinkClick r:id="rId5">
                  <a:extLst>
                    <a:ext uri="{A12FA001-AC4F-418D-AE19-62706E023703}">
                      <ahyp:hlinkCl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6">
                  <a:extLst>
                    <a:ext uri="{A12FA001-AC4F-418D-AE19-62706E023703}">
                      <ahyp:hlinkClr val="tx"/>
                    </a:ext>
                  </a:extLst>
                </a:hlinkClick>
              </a:rPr>
              <a:t>https://slidesgo.com/slidesgo-school</a:t>
            </a:r>
            <a:endParaRPr sz="1000" u="sng">
              <a:solidFill>
                <a:srgbClr val="869FB2"/>
              </a:solidFill>
            </a:endParaRPr>
          </a:p>
        </p:txBody>
      </p:sp>
      <p:sp>
        <p:nvSpPr>
          <p:cNvPr id="801" name="Google Shape;801;p68"/>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Instructions for use (premium users)</a:t>
            </a:r>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05" name="Shape 805"/>
        <p:cNvGrpSpPr/>
        <p:nvPr/>
      </p:nvGrpSpPr>
      <p:grpSpPr>
        <a:xfrm>
          <a:off x="0" y="0"/>
          <a:ext cx="0" cy="0"/>
          <a:chOff x="0" y="0"/>
          <a:chExt cx="0" cy="0"/>
        </a:xfrm>
      </p:grpSpPr>
      <p:sp>
        <p:nvSpPr>
          <p:cNvPr id="806" name="Google Shape;806;p69"/>
          <p:cNvSpPr txBox="1"/>
          <p:nvPr/>
        </p:nvSpPr>
        <p:spPr>
          <a:xfrm>
            <a:off x="1068100" y="1087849"/>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This presentation has been made using the following fonts:</a:t>
            </a:r>
            <a:endParaRPr sz="1100">
              <a:solidFill>
                <a:srgbClr val="FFFFFF"/>
              </a:solidFill>
            </a:endParaRPr>
          </a:p>
          <a:p>
            <a:pPr indent="0" lvl="0" marL="0" rtl="0" algn="l">
              <a:lnSpc>
                <a:spcPct val="115000"/>
              </a:lnSpc>
              <a:spcBef>
                <a:spcPts val="0"/>
              </a:spcBef>
              <a:spcAft>
                <a:spcPts val="0"/>
              </a:spcAft>
              <a:buNone/>
            </a:pPr>
            <a:r>
              <a:t/>
            </a:r>
            <a:endParaRPr sz="1300">
              <a:solidFill>
                <a:srgbClr val="435D74"/>
              </a:solidFill>
            </a:endParaRPr>
          </a:p>
        </p:txBody>
      </p:sp>
      <p:sp>
        <p:nvSpPr>
          <p:cNvPr id="807" name="Google Shape;807;p69"/>
          <p:cNvSpPr txBox="1"/>
          <p:nvPr/>
        </p:nvSpPr>
        <p:spPr>
          <a:xfrm>
            <a:off x="1068100" y="1610422"/>
            <a:ext cx="7047300" cy="12549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1100">
                <a:solidFill>
                  <a:schemeClr val="lt1"/>
                </a:solidFill>
              </a:rPr>
              <a:t>Libre Caslon Text</a:t>
            </a:r>
            <a:endParaRPr b="1" sz="1100">
              <a:solidFill>
                <a:schemeClr val="lt1"/>
              </a:solidFill>
            </a:endParaRPr>
          </a:p>
          <a:p>
            <a:pPr indent="0" lvl="0" marL="0" rtl="0" algn="ctr">
              <a:lnSpc>
                <a:spcPct val="115000"/>
              </a:lnSpc>
              <a:spcBef>
                <a:spcPts val="0"/>
              </a:spcBef>
              <a:spcAft>
                <a:spcPts val="0"/>
              </a:spcAft>
              <a:buNone/>
            </a:pPr>
            <a:r>
              <a:rPr lang="en" sz="1100">
                <a:solidFill>
                  <a:schemeClr val="lt1"/>
                </a:solidFill>
              </a:rPr>
              <a:t>(</a:t>
            </a:r>
            <a:r>
              <a:rPr lang="en" sz="1100">
                <a:solidFill>
                  <a:schemeClr val="lt1"/>
                </a:solidFill>
                <a:uFill>
                  <a:noFill/>
                </a:uFill>
                <a:hlinkClick r:id="rId3">
                  <a:extLst>
                    <a:ext uri="{A12FA001-AC4F-418D-AE19-62706E023703}">
                      <ahyp:hlinkClr val="tx"/>
                    </a:ext>
                  </a:extLst>
                </a:hlinkClick>
              </a:rPr>
              <a:t>https://fonts.google.com/specimen/Libre+Caslon+Text</a:t>
            </a:r>
            <a:r>
              <a:rPr lang="en" sz="1100">
                <a:solidFill>
                  <a:schemeClr val="lt1"/>
                </a:solidFill>
              </a:rPr>
              <a:t>)</a:t>
            </a:r>
            <a:endParaRPr sz="1100">
              <a:solidFill>
                <a:schemeClr val="lt1"/>
              </a:solidFill>
            </a:endParaRPr>
          </a:p>
          <a:p>
            <a:pPr indent="0" lvl="0" marL="0" rtl="0" algn="ctr">
              <a:lnSpc>
                <a:spcPct val="115000"/>
              </a:lnSpc>
              <a:spcBef>
                <a:spcPts val="0"/>
              </a:spcBef>
              <a:spcAft>
                <a:spcPts val="0"/>
              </a:spcAft>
              <a:buNone/>
            </a:pPr>
            <a:r>
              <a:t/>
            </a:r>
            <a:endParaRPr sz="800">
              <a:solidFill>
                <a:schemeClr val="lt1"/>
              </a:solidFill>
            </a:endParaRPr>
          </a:p>
          <a:p>
            <a:pPr indent="0" lvl="0" marL="0" rtl="0" algn="ctr">
              <a:lnSpc>
                <a:spcPct val="115000"/>
              </a:lnSpc>
              <a:spcBef>
                <a:spcPts val="0"/>
              </a:spcBef>
              <a:spcAft>
                <a:spcPts val="0"/>
              </a:spcAft>
              <a:buNone/>
            </a:pPr>
            <a:r>
              <a:rPr b="1" lang="en" sz="1100">
                <a:solidFill>
                  <a:schemeClr val="lt1"/>
                </a:solidFill>
              </a:rPr>
              <a:t>Assistant</a:t>
            </a:r>
            <a:endParaRPr b="1" sz="1100">
              <a:solidFill>
                <a:schemeClr val="lt1"/>
              </a:solidFill>
            </a:endParaRPr>
          </a:p>
          <a:p>
            <a:pPr indent="0" lvl="0" marL="0" rtl="0" algn="ctr">
              <a:lnSpc>
                <a:spcPct val="115000"/>
              </a:lnSpc>
              <a:spcBef>
                <a:spcPts val="0"/>
              </a:spcBef>
              <a:spcAft>
                <a:spcPts val="0"/>
              </a:spcAft>
              <a:buNone/>
            </a:pPr>
            <a:r>
              <a:rPr lang="en" sz="1100">
                <a:solidFill>
                  <a:schemeClr val="lt1"/>
                </a:solidFill>
              </a:rPr>
              <a:t>(</a:t>
            </a:r>
            <a:r>
              <a:rPr lang="en" sz="1100">
                <a:solidFill>
                  <a:schemeClr val="lt1"/>
                </a:solidFill>
                <a:uFill>
                  <a:noFill/>
                </a:uFill>
                <a:hlinkClick r:id="rId4">
                  <a:extLst>
                    <a:ext uri="{A12FA001-AC4F-418D-AE19-62706E023703}">
                      <ahyp:hlinkClr val="tx"/>
                    </a:ext>
                  </a:extLst>
                </a:hlinkClick>
              </a:rPr>
              <a:t>https://fonts.google.com/specimen/Assistant</a:t>
            </a:r>
            <a:r>
              <a:rPr lang="en" sz="1100">
                <a:solidFill>
                  <a:schemeClr val="lt1"/>
                </a:solidFill>
              </a:rPr>
              <a:t>)</a:t>
            </a:r>
            <a:endParaRPr sz="1100">
              <a:solidFill>
                <a:schemeClr val="lt1"/>
              </a:solidFill>
            </a:endParaRPr>
          </a:p>
        </p:txBody>
      </p:sp>
      <p:grpSp>
        <p:nvGrpSpPr>
          <p:cNvPr id="808" name="Google Shape;808;p69"/>
          <p:cNvGrpSpPr/>
          <p:nvPr/>
        </p:nvGrpSpPr>
        <p:grpSpPr>
          <a:xfrm>
            <a:off x="3645388" y="2988225"/>
            <a:ext cx="1853225" cy="1685300"/>
            <a:chOff x="2052650" y="2988225"/>
            <a:chExt cx="1853225" cy="1685300"/>
          </a:xfrm>
        </p:grpSpPr>
        <p:sp>
          <p:nvSpPr>
            <p:cNvPr id="809" name="Google Shape;809;p69"/>
            <p:cNvSpPr/>
            <p:nvPr/>
          </p:nvSpPr>
          <p:spPr>
            <a:xfrm>
              <a:off x="2052650" y="2988225"/>
              <a:ext cx="791400" cy="754200"/>
            </a:xfrm>
            <a:prstGeom prst="roundRect">
              <a:avLst>
                <a:gd fmla="val 16667" name="adj"/>
              </a:avLst>
            </a:pr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69"/>
            <p:cNvSpPr/>
            <p:nvPr/>
          </p:nvSpPr>
          <p:spPr>
            <a:xfrm>
              <a:off x="3114470" y="2988225"/>
              <a:ext cx="791400" cy="754200"/>
            </a:xfrm>
            <a:prstGeom prst="roundRect">
              <a:avLst>
                <a:gd fmla="val 16667" name="adj"/>
              </a:avLst>
            </a:prstGeom>
            <a:solidFill>
              <a:srgbClr val="19191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69"/>
            <p:cNvSpPr txBox="1"/>
            <p:nvPr/>
          </p:nvSpPr>
          <p:spPr>
            <a:xfrm>
              <a:off x="2052650"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#ffffff</a:t>
              </a:r>
              <a:endParaRPr sz="1000">
                <a:solidFill>
                  <a:schemeClr val="dk1"/>
                </a:solidFill>
              </a:endParaRPr>
            </a:p>
          </p:txBody>
        </p:sp>
        <p:sp>
          <p:nvSpPr>
            <p:cNvPr id="812" name="Google Shape;812;p69"/>
            <p:cNvSpPr txBox="1"/>
            <p:nvPr/>
          </p:nvSpPr>
          <p:spPr>
            <a:xfrm>
              <a:off x="3114475"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#191919</a:t>
              </a:r>
              <a:endParaRPr sz="1000">
                <a:solidFill>
                  <a:srgbClr val="FFFFFF"/>
                </a:solidFill>
              </a:endParaRPr>
            </a:p>
          </p:txBody>
        </p:sp>
        <p:sp>
          <p:nvSpPr>
            <p:cNvPr id="813" name="Google Shape;813;p69"/>
            <p:cNvSpPr/>
            <p:nvPr/>
          </p:nvSpPr>
          <p:spPr>
            <a:xfrm>
              <a:off x="2052650" y="3919325"/>
              <a:ext cx="791400" cy="754200"/>
            </a:xfrm>
            <a:prstGeom prst="roundRect">
              <a:avLst>
                <a:gd fmla="val 16667" name="adj"/>
              </a:avLst>
            </a:prstGeom>
            <a:solidFill>
              <a:srgbClr val="674EA7"/>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69"/>
            <p:cNvSpPr/>
            <p:nvPr/>
          </p:nvSpPr>
          <p:spPr>
            <a:xfrm>
              <a:off x="3114470" y="3919325"/>
              <a:ext cx="791400" cy="754200"/>
            </a:xfrm>
            <a:prstGeom prst="roundRect">
              <a:avLst>
                <a:gd fmla="val 16667" name="adj"/>
              </a:avLst>
            </a:prstGeom>
            <a:solidFill>
              <a:srgbClr val="DAB6C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69"/>
            <p:cNvSpPr txBox="1"/>
            <p:nvPr/>
          </p:nvSpPr>
          <p:spPr>
            <a:xfrm>
              <a:off x="2052650"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#674ea7</a:t>
              </a:r>
              <a:endParaRPr sz="1000">
                <a:solidFill>
                  <a:srgbClr val="FFFFFF"/>
                </a:solidFill>
              </a:endParaRPr>
            </a:p>
          </p:txBody>
        </p:sp>
        <p:sp>
          <p:nvSpPr>
            <p:cNvPr id="816" name="Google Shape;816;p69"/>
            <p:cNvSpPr txBox="1"/>
            <p:nvPr/>
          </p:nvSpPr>
          <p:spPr>
            <a:xfrm>
              <a:off x="3114475"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#dab6c6</a:t>
              </a:r>
              <a:endParaRPr sz="1000">
                <a:solidFill>
                  <a:schemeClr val="dk1"/>
                </a:solidFill>
              </a:endParaRPr>
            </a:p>
          </p:txBody>
        </p:sp>
      </p:grpSp>
      <p:sp>
        <p:nvSpPr>
          <p:cNvPr id="817" name="Google Shape;817;p69"/>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Fonts &amp; colors used</a:t>
            </a:r>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21" name="Shape 821"/>
        <p:cNvGrpSpPr/>
        <p:nvPr/>
      </p:nvGrpSpPr>
      <p:grpSpPr>
        <a:xfrm>
          <a:off x="0" y="0"/>
          <a:ext cx="0" cy="0"/>
          <a:chOff x="0" y="0"/>
          <a:chExt cx="0" cy="0"/>
        </a:xfrm>
      </p:grpSpPr>
      <p:sp>
        <p:nvSpPr>
          <p:cNvPr id="822" name="Google Shape;822;p70"/>
          <p:cNvSpPr txBox="1"/>
          <p:nvPr/>
        </p:nvSpPr>
        <p:spPr>
          <a:xfrm>
            <a:off x="1252425" y="1086401"/>
            <a:ext cx="6630900" cy="8526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n" sz="1100">
                <a:solidFill>
                  <a:srgbClr val="869FB2"/>
                </a:solidFill>
              </a:rPr>
              <a:t> </a:t>
            </a:r>
            <a:r>
              <a:rPr lang="en" sz="1100">
                <a:solidFill>
                  <a:srgbClr val="869FB2"/>
                </a:solidFill>
                <a:uFill>
                  <a:noFill/>
                </a:uFill>
                <a:hlinkClick r:id="rId3">
                  <a:extLst>
                    <a:ext uri="{A12FA001-AC4F-418D-AE19-62706E023703}">
                      <ahyp:hlinkClr val="tx"/>
                    </a:ext>
                  </a:extLst>
                </a:hlinkClick>
              </a:rPr>
              <a:t>how it works.</a:t>
            </a:r>
            <a:endParaRPr sz="1100">
              <a:solidFill>
                <a:srgbClr val="869FB2"/>
              </a:solidFill>
            </a:endParaRPr>
          </a:p>
        </p:txBody>
      </p:sp>
      <p:pic>
        <p:nvPicPr>
          <p:cNvPr id="823" name="Google Shape;823;p70"/>
          <p:cNvPicPr preferRelativeResize="0"/>
          <p:nvPr/>
        </p:nvPicPr>
        <p:blipFill rotWithShape="1">
          <a:blip r:embed="rId4">
            <a:alphaModFix/>
          </a:blip>
          <a:srcRect b="16547" l="0" r="0" t="16540"/>
          <a:stretch/>
        </p:blipFill>
        <p:spPr>
          <a:xfrm>
            <a:off x="510820" y="2688639"/>
            <a:ext cx="1606719" cy="1075073"/>
          </a:xfrm>
          <a:prstGeom prst="rect">
            <a:avLst/>
          </a:prstGeom>
          <a:noFill/>
          <a:ln>
            <a:noFill/>
          </a:ln>
        </p:spPr>
      </p:pic>
      <p:sp>
        <p:nvSpPr>
          <p:cNvPr id="824" name="Google Shape;824;p70">
            <a:hlinkClick r:id="rId5"/>
          </p:cNvPr>
          <p:cNvSpPr txBox="1"/>
          <p:nvPr/>
        </p:nvSpPr>
        <p:spPr>
          <a:xfrm>
            <a:off x="678041"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6">
                  <a:extLst>
                    <a:ext uri="{A12FA001-AC4F-418D-AE19-62706E023703}">
                      <ahyp:hlinkClr val="tx"/>
                    </a:ext>
                  </a:extLst>
                </a:hlinkClick>
              </a:rPr>
              <a:t>Pana</a:t>
            </a:r>
            <a:endParaRPr>
              <a:solidFill>
                <a:srgbClr val="869FB2"/>
              </a:solidFill>
            </a:endParaRPr>
          </a:p>
        </p:txBody>
      </p:sp>
      <p:sp>
        <p:nvSpPr>
          <p:cNvPr id="825" name="Google Shape;825;p70">
            <a:hlinkClick r:id="rId7"/>
          </p:cNvPr>
          <p:cNvSpPr txBox="1"/>
          <p:nvPr/>
        </p:nvSpPr>
        <p:spPr>
          <a:xfrm>
            <a:off x="2289219"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8">
                  <a:extLst>
                    <a:ext uri="{A12FA001-AC4F-418D-AE19-62706E023703}">
                      <ahyp:hlinkClr val="tx"/>
                    </a:ext>
                  </a:extLst>
                </a:hlinkClick>
              </a:rPr>
              <a:t>Amico</a:t>
            </a:r>
            <a:endParaRPr>
              <a:solidFill>
                <a:srgbClr val="869FB2"/>
              </a:solidFill>
            </a:endParaRPr>
          </a:p>
        </p:txBody>
      </p:sp>
      <p:sp>
        <p:nvSpPr>
          <p:cNvPr id="826" name="Google Shape;826;p70">
            <a:hlinkClick r:id="rId9"/>
          </p:cNvPr>
          <p:cNvSpPr txBox="1"/>
          <p:nvPr/>
        </p:nvSpPr>
        <p:spPr>
          <a:xfrm>
            <a:off x="3900404"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0">
                  <a:extLst>
                    <a:ext uri="{A12FA001-AC4F-418D-AE19-62706E023703}">
                      <ahyp:hlinkClr val="tx"/>
                    </a:ext>
                  </a:extLst>
                </a:hlinkClick>
              </a:rPr>
              <a:t>Bro</a:t>
            </a:r>
            <a:endParaRPr>
              <a:solidFill>
                <a:srgbClr val="869FB2"/>
              </a:solidFill>
            </a:endParaRPr>
          </a:p>
        </p:txBody>
      </p:sp>
      <p:sp>
        <p:nvSpPr>
          <p:cNvPr id="827" name="Google Shape;827;p70">
            <a:hlinkClick r:id="rId11"/>
          </p:cNvPr>
          <p:cNvSpPr txBox="1"/>
          <p:nvPr/>
        </p:nvSpPr>
        <p:spPr>
          <a:xfrm>
            <a:off x="5511563"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2">
                  <a:extLst>
                    <a:ext uri="{A12FA001-AC4F-418D-AE19-62706E023703}">
                      <ahyp:hlinkClr val="tx"/>
                    </a:ext>
                  </a:extLst>
                </a:hlinkClick>
              </a:rPr>
              <a:t>Rafiki</a:t>
            </a:r>
            <a:endParaRPr>
              <a:solidFill>
                <a:srgbClr val="869FB2"/>
              </a:solidFill>
            </a:endParaRPr>
          </a:p>
        </p:txBody>
      </p:sp>
      <p:pic>
        <p:nvPicPr>
          <p:cNvPr id="828" name="Google Shape;828;p70"/>
          <p:cNvPicPr preferRelativeResize="0"/>
          <p:nvPr/>
        </p:nvPicPr>
        <p:blipFill rotWithShape="1">
          <a:blip r:embed="rId13">
            <a:alphaModFix/>
          </a:blip>
          <a:srcRect b="0" l="0" r="0" t="0"/>
          <a:stretch/>
        </p:blipFill>
        <p:spPr>
          <a:xfrm>
            <a:off x="2255077" y="2410850"/>
            <a:ext cx="1340595" cy="1340603"/>
          </a:xfrm>
          <a:prstGeom prst="rect">
            <a:avLst/>
          </a:prstGeom>
          <a:noFill/>
          <a:ln>
            <a:noFill/>
          </a:ln>
        </p:spPr>
      </p:pic>
      <p:pic>
        <p:nvPicPr>
          <p:cNvPr id="829" name="Google Shape;829;p70"/>
          <p:cNvPicPr preferRelativeResize="0"/>
          <p:nvPr/>
        </p:nvPicPr>
        <p:blipFill rotWithShape="1">
          <a:blip r:embed="rId14">
            <a:alphaModFix/>
          </a:blip>
          <a:srcRect b="8854" l="4194" r="4213" t="11228"/>
          <a:stretch/>
        </p:blipFill>
        <p:spPr>
          <a:xfrm>
            <a:off x="3774275" y="2532512"/>
            <a:ext cx="1448304" cy="1263588"/>
          </a:xfrm>
          <a:prstGeom prst="rect">
            <a:avLst/>
          </a:prstGeom>
          <a:noFill/>
          <a:ln>
            <a:noFill/>
          </a:ln>
        </p:spPr>
      </p:pic>
      <p:pic>
        <p:nvPicPr>
          <p:cNvPr id="830" name="Google Shape;830;p70"/>
          <p:cNvPicPr preferRelativeResize="0"/>
          <p:nvPr/>
        </p:nvPicPr>
        <p:blipFill rotWithShape="1">
          <a:blip r:embed="rId15">
            <a:alphaModFix/>
          </a:blip>
          <a:srcRect b="11945" l="0" r="0" t="6567"/>
          <a:stretch/>
        </p:blipFill>
        <p:spPr>
          <a:xfrm>
            <a:off x="5347337" y="2581527"/>
            <a:ext cx="1448284" cy="1180164"/>
          </a:xfrm>
          <a:prstGeom prst="rect">
            <a:avLst/>
          </a:prstGeom>
          <a:noFill/>
          <a:ln>
            <a:noFill/>
          </a:ln>
        </p:spPr>
      </p:pic>
      <p:pic>
        <p:nvPicPr>
          <p:cNvPr id="831" name="Google Shape;831;p70"/>
          <p:cNvPicPr preferRelativeResize="0"/>
          <p:nvPr/>
        </p:nvPicPr>
        <p:blipFill rotWithShape="1">
          <a:blip r:embed="rId16">
            <a:alphaModFix/>
          </a:blip>
          <a:srcRect b="17967" l="0" r="0" t="11708"/>
          <a:stretch/>
        </p:blipFill>
        <p:spPr>
          <a:xfrm>
            <a:off x="6836257" y="2523903"/>
            <a:ext cx="1796923" cy="1263600"/>
          </a:xfrm>
          <a:prstGeom prst="rect">
            <a:avLst/>
          </a:prstGeom>
          <a:noFill/>
          <a:ln>
            <a:noFill/>
          </a:ln>
        </p:spPr>
      </p:pic>
      <p:sp>
        <p:nvSpPr>
          <p:cNvPr id="832" name="Google Shape;832;p70">
            <a:hlinkClick r:id="rId17"/>
          </p:cNvPr>
          <p:cNvSpPr txBox="1"/>
          <p:nvPr/>
        </p:nvSpPr>
        <p:spPr>
          <a:xfrm>
            <a:off x="7122738"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8">
                  <a:extLst>
                    <a:ext uri="{A12FA001-AC4F-418D-AE19-62706E023703}">
                      <ahyp:hlinkClr val="tx"/>
                    </a:ext>
                  </a:extLst>
                </a:hlinkClick>
              </a:rPr>
              <a:t>Cuate</a:t>
            </a:r>
            <a:endParaRPr>
              <a:solidFill>
                <a:srgbClr val="869FB2"/>
              </a:solidFill>
            </a:endParaRPr>
          </a:p>
        </p:txBody>
      </p:sp>
      <p:sp>
        <p:nvSpPr>
          <p:cNvPr id="833" name="Google Shape;833;p70"/>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Storyset</a:t>
            </a:r>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37" name="Shape 837"/>
        <p:cNvGrpSpPr/>
        <p:nvPr/>
      </p:nvGrpSpPr>
      <p:grpSpPr>
        <a:xfrm>
          <a:off x="0" y="0"/>
          <a:ext cx="0" cy="0"/>
          <a:chOff x="0" y="0"/>
          <a:chExt cx="0" cy="0"/>
        </a:xfrm>
      </p:grpSpPr>
      <p:sp>
        <p:nvSpPr>
          <p:cNvPr id="838" name="Google Shape;838;p71"/>
          <p:cNvSpPr txBox="1"/>
          <p:nvPr/>
        </p:nvSpPr>
        <p:spPr>
          <a:xfrm>
            <a:off x="1068100" y="1221875"/>
            <a:ext cx="7047300" cy="482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Group the resource again when you’re done. You can also look for more </a:t>
            </a:r>
            <a:r>
              <a:rPr lang="en" sz="1100">
                <a:solidFill>
                  <a:srgbClr val="869FB2"/>
                </a:solidFill>
                <a:uFill>
                  <a:noFill/>
                </a:uFill>
                <a:hlinkClick r:id="rId3">
                  <a:extLst>
                    <a:ext uri="{A12FA001-AC4F-418D-AE19-62706E023703}">
                      <ahyp:hlinkClr val="tx"/>
                    </a:ext>
                  </a:extLst>
                </a:hlinkClick>
              </a:rPr>
              <a:t>infographics</a:t>
            </a:r>
            <a:r>
              <a:rPr lang="en" sz="1100">
                <a:solidFill>
                  <a:srgbClr val="FFFFFF"/>
                </a:solidFill>
              </a:rPr>
              <a:t> on Slidesgo.</a:t>
            </a:r>
            <a:endParaRPr sz="1100">
              <a:solidFill>
                <a:srgbClr val="FFFFFF"/>
              </a:solidFill>
            </a:endParaRPr>
          </a:p>
        </p:txBody>
      </p:sp>
      <p:grpSp>
        <p:nvGrpSpPr>
          <p:cNvPr id="839" name="Google Shape;839;p71"/>
          <p:cNvGrpSpPr/>
          <p:nvPr/>
        </p:nvGrpSpPr>
        <p:grpSpPr>
          <a:xfrm>
            <a:off x="5156078" y="3085736"/>
            <a:ext cx="474294" cy="551291"/>
            <a:chOff x="4727025" y="1332775"/>
            <a:chExt cx="59900" cy="69625"/>
          </a:xfrm>
        </p:grpSpPr>
        <p:sp>
          <p:nvSpPr>
            <p:cNvPr id="840" name="Google Shape;840;p71"/>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71"/>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 name="Google Shape;842;p71"/>
          <p:cNvGrpSpPr/>
          <p:nvPr/>
        </p:nvGrpSpPr>
        <p:grpSpPr>
          <a:xfrm>
            <a:off x="5769734" y="2314340"/>
            <a:ext cx="555653" cy="557031"/>
            <a:chOff x="4820425" y="1329900"/>
            <a:chExt cx="70175" cy="70350"/>
          </a:xfrm>
        </p:grpSpPr>
        <p:sp>
          <p:nvSpPr>
            <p:cNvPr id="843" name="Google Shape;843;p71"/>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71"/>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71"/>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71"/>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 name="Google Shape;847;p71"/>
          <p:cNvGrpSpPr/>
          <p:nvPr/>
        </p:nvGrpSpPr>
        <p:grpSpPr>
          <a:xfrm>
            <a:off x="6396103" y="2318845"/>
            <a:ext cx="582574" cy="533871"/>
            <a:chOff x="4903200" y="1331525"/>
            <a:chExt cx="73575" cy="67425"/>
          </a:xfrm>
        </p:grpSpPr>
        <p:sp>
          <p:nvSpPr>
            <p:cNvPr id="848" name="Google Shape;848;p71"/>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71"/>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 name="Google Shape;850;p71"/>
          <p:cNvGrpSpPr/>
          <p:nvPr/>
        </p:nvGrpSpPr>
        <p:grpSpPr>
          <a:xfrm>
            <a:off x="5755581" y="3078709"/>
            <a:ext cx="583960" cy="565345"/>
            <a:chOff x="4815575" y="1416800"/>
            <a:chExt cx="73750" cy="71400"/>
          </a:xfrm>
        </p:grpSpPr>
        <p:sp>
          <p:nvSpPr>
            <p:cNvPr id="851" name="Google Shape;851;p71"/>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71"/>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71"/>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 name="Google Shape;854;p71"/>
          <p:cNvGrpSpPr/>
          <p:nvPr/>
        </p:nvGrpSpPr>
        <p:grpSpPr>
          <a:xfrm>
            <a:off x="6390362" y="3108896"/>
            <a:ext cx="589898" cy="504970"/>
            <a:chOff x="4902475" y="1418875"/>
            <a:chExt cx="74500" cy="63775"/>
          </a:xfrm>
        </p:grpSpPr>
        <p:sp>
          <p:nvSpPr>
            <p:cNvPr id="855" name="Google Shape;855;p71"/>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71"/>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 name="Google Shape;857;p71"/>
          <p:cNvGrpSpPr/>
          <p:nvPr/>
        </p:nvGrpSpPr>
        <p:grpSpPr>
          <a:xfrm>
            <a:off x="5765577" y="3826000"/>
            <a:ext cx="563967" cy="567127"/>
            <a:chOff x="4818100" y="1507675"/>
            <a:chExt cx="71225" cy="71625"/>
          </a:xfrm>
        </p:grpSpPr>
        <p:sp>
          <p:nvSpPr>
            <p:cNvPr id="858" name="Google Shape;858;p71"/>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71"/>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71"/>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71"/>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 name="Google Shape;862;p71"/>
          <p:cNvGrpSpPr/>
          <p:nvPr/>
        </p:nvGrpSpPr>
        <p:grpSpPr>
          <a:xfrm>
            <a:off x="5079075" y="3829461"/>
            <a:ext cx="628301" cy="588505"/>
            <a:chOff x="4721450" y="1509475"/>
            <a:chExt cx="79350" cy="74325"/>
          </a:xfrm>
        </p:grpSpPr>
        <p:sp>
          <p:nvSpPr>
            <p:cNvPr id="863" name="Google Shape;863;p71"/>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71"/>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71"/>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71"/>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 name="Google Shape;867;p71"/>
          <p:cNvGrpSpPr/>
          <p:nvPr/>
        </p:nvGrpSpPr>
        <p:grpSpPr>
          <a:xfrm>
            <a:off x="6424608" y="3814027"/>
            <a:ext cx="557038" cy="562772"/>
            <a:chOff x="4906800" y="1507500"/>
            <a:chExt cx="70350" cy="71075"/>
          </a:xfrm>
        </p:grpSpPr>
        <p:sp>
          <p:nvSpPr>
            <p:cNvPr id="868" name="Google Shape;868;p71"/>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71"/>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71"/>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71"/>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71"/>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 name="Google Shape;873;p71"/>
          <p:cNvGrpSpPr/>
          <p:nvPr/>
        </p:nvGrpSpPr>
        <p:grpSpPr>
          <a:xfrm>
            <a:off x="4462216" y="2340963"/>
            <a:ext cx="517934" cy="517934"/>
            <a:chOff x="3736598" y="2170606"/>
            <a:chExt cx="404889" cy="404889"/>
          </a:xfrm>
        </p:grpSpPr>
        <p:sp>
          <p:nvSpPr>
            <p:cNvPr id="874" name="Google Shape;874;p71"/>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71"/>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71"/>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71"/>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 name="Google Shape;878;p71"/>
          <p:cNvGrpSpPr/>
          <p:nvPr/>
        </p:nvGrpSpPr>
        <p:grpSpPr>
          <a:xfrm>
            <a:off x="3729277" y="2341061"/>
            <a:ext cx="586986" cy="517740"/>
            <a:chOff x="3161917" y="2170682"/>
            <a:chExt cx="458870" cy="404737"/>
          </a:xfrm>
        </p:grpSpPr>
        <p:sp>
          <p:nvSpPr>
            <p:cNvPr id="879" name="Google Shape;879;p71"/>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71"/>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71"/>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 name="Google Shape;882;p71"/>
          <p:cNvGrpSpPr/>
          <p:nvPr/>
        </p:nvGrpSpPr>
        <p:grpSpPr>
          <a:xfrm>
            <a:off x="3752299" y="3102400"/>
            <a:ext cx="540943" cy="517963"/>
            <a:chOff x="3179914" y="2889488"/>
            <a:chExt cx="422876" cy="404911"/>
          </a:xfrm>
        </p:grpSpPr>
        <p:sp>
          <p:nvSpPr>
            <p:cNvPr id="883" name="Google Shape;883;p71"/>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71"/>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71"/>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71"/>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71"/>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71"/>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 name="Google Shape;889;p71"/>
          <p:cNvGrpSpPr/>
          <p:nvPr/>
        </p:nvGrpSpPr>
        <p:grpSpPr>
          <a:xfrm>
            <a:off x="4453093" y="3102358"/>
            <a:ext cx="536180" cy="518047"/>
            <a:chOff x="3729467" y="2889422"/>
            <a:chExt cx="419153" cy="404977"/>
          </a:xfrm>
        </p:grpSpPr>
        <p:sp>
          <p:nvSpPr>
            <p:cNvPr id="890" name="Google Shape;890;p71"/>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71"/>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71"/>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71"/>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71"/>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71"/>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71"/>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 name="Google Shape;897;p71"/>
          <p:cNvGrpSpPr/>
          <p:nvPr/>
        </p:nvGrpSpPr>
        <p:grpSpPr>
          <a:xfrm>
            <a:off x="1990126" y="3445787"/>
            <a:ext cx="965351" cy="134611"/>
            <a:chOff x="4411970" y="2962952"/>
            <a:chExt cx="706544" cy="104212"/>
          </a:xfrm>
        </p:grpSpPr>
        <p:sp>
          <p:nvSpPr>
            <p:cNvPr id="898" name="Google Shape;898;p71"/>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71"/>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71"/>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71"/>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 name="Google Shape;902;p71"/>
          <p:cNvGrpSpPr/>
          <p:nvPr/>
        </p:nvGrpSpPr>
        <p:grpSpPr>
          <a:xfrm>
            <a:off x="1990126" y="3041077"/>
            <a:ext cx="960158" cy="289172"/>
            <a:chOff x="4411970" y="2726085"/>
            <a:chExt cx="643107" cy="193659"/>
          </a:xfrm>
        </p:grpSpPr>
        <p:sp>
          <p:nvSpPr>
            <p:cNvPr id="903" name="Google Shape;903;p71"/>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71"/>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71"/>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 name="Google Shape;906;p71"/>
          <p:cNvGrpSpPr/>
          <p:nvPr/>
        </p:nvGrpSpPr>
        <p:grpSpPr>
          <a:xfrm>
            <a:off x="998624" y="3295400"/>
            <a:ext cx="811503" cy="252584"/>
            <a:chOff x="4411970" y="4340222"/>
            <a:chExt cx="779467" cy="242683"/>
          </a:xfrm>
        </p:grpSpPr>
        <p:sp>
          <p:nvSpPr>
            <p:cNvPr id="907" name="Google Shape;907;p71"/>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71"/>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71"/>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 name="Google Shape;910;p71"/>
          <p:cNvGrpSpPr/>
          <p:nvPr/>
        </p:nvGrpSpPr>
        <p:grpSpPr>
          <a:xfrm>
            <a:off x="1990126" y="2709308"/>
            <a:ext cx="965160" cy="216230"/>
            <a:chOff x="4411970" y="2468674"/>
            <a:chExt cx="747317" cy="167425"/>
          </a:xfrm>
        </p:grpSpPr>
        <p:sp>
          <p:nvSpPr>
            <p:cNvPr id="911" name="Google Shape;911;p71"/>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71"/>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3" name="Google Shape;913;p71"/>
          <p:cNvSpPr/>
          <p:nvPr/>
        </p:nvSpPr>
        <p:spPr>
          <a:xfrm>
            <a:off x="996874"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4" name="Google Shape;914;p71"/>
          <p:cNvGrpSpPr/>
          <p:nvPr/>
        </p:nvGrpSpPr>
        <p:grpSpPr>
          <a:xfrm>
            <a:off x="997692" y="2334687"/>
            <a:ext cx="1959041" cy="208784"/>
            <a:chOff x="6336019" y="3733725"/>
            <a:chExt cx="2566206" cy="351310"/>
          </a:xfrm>
        </p:grpSpPr>
        <p:sp>
          <p:nvSpPr>
            <p:cNvPr id="915" name="Google Shape;915;p71"/>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71"/>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71"/>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71"/>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 name="Google Shape;919;p71"/>
          <p:cNvGrpSpPr/>
          <p:nvPr/>
        </p:nvGrpSpPr>
        <p:grpSpPr>
          <a:xfrm>
            <a:off x="1990126" y="3950602"/>
            <a:ext cx="946551" cy="153200"/>
            <a:chOff x="4404545" y="3301592"/>
            <a:chExt cx="782403" cy="129272"/>
          </a:xfrm>
        </p:grpSpPr>
        <p:sp>
          <p:nvSpPr>
            <p:cNvPr id="920" name="Google Shape;920;p71"/>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71"/>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 name="Google Shape;922;p71"/>
          <p:cNvGrpSpPr/>
          <p:nvPr/>
        </p:nvGrpSpPr>
        <p:grpSpPr>
          <a:xfrm>
            <a:off x="1990126" y="3695937"/>
            <a:ext cx="962257" cy="139127"/>
            <a:chOff x="4411970" y="3131459"/>
            <a:chExt cx="710520" cy="117397"/>
          </a:xfrm>
        </p:grpSpPr>
        <p:sp>
          <p:nvSpPr>
            <p:cNvPr id="923" name="Google Shape;923;p71"/>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71"/>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925" name="Google Shape;925;p71"/>
          <p:cNvSpPr/>
          <p:nvPr/>
        </p:nvSpPr>
        <p:spPr>
          <a:xfrm>
            <a:off x="1990126"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6" name="Google Shape;926;p71"/>
          <p:cNvGrpSpPr/>
          <p:nvPr/>
        </p:nvGrpSpPr>
        <p:grpSpPr>
          <a:xfrm>
            <a:off x="990271" y="3621603"/>
            <a:ext cx="823838" cy="458988"/>
            <a:chOff x="4411970" y="1801825"/>
            <a:chExt cx="734586" cy="409262"/>
          </a:xfrm>
        </p:grpSpPr>
        <p:sp>
          <p:nvSpPr>
            <p:cNvPr id="927" name="Google Shape;927;p71"/>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71"/>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 name="Google Shape;929;p71"/>
          <p:cNvGrpSpPr/>
          <p:nvPr/>
        </p:nvGrpSpPr>
        <p:grpSpPr>
          <a:xfrm>
            <a:off x="3095243" y="2339173"/>
            <a:ext cx="521514" cy="521514"/>
            <a:chOff x="5681300" y="2527788"/>
            <a:chExt cx="805800" cy="805800"/>
          </a:xfrm>
        </p:grpSpPr>
        <p:sp>
          <p:nvSpPr>
            <p:cNvPr id="930" name="Google Shape;930;p71"/>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71"/>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 name="Google Shape;932;p71"/>
          <p:cNvGrpSpPr/>
          <p:nvPr/>
        </p:nvGrpSpPr>
        <p:grpSpPr>
          <a:xfrm>
            <a:off x="3089483" y="3094865"/>
            <a:ext cx="533033" cy="533033"/>
            <a:chOff x="4049800" y="640400"/>
            <a:chExt cx="858900" cy="858900"/>
          </a:xfrm>
        </p:grpSpPr>
        <p:sp>
          <p:nvSpPr>
            <p:cNvPr id="933" name="Google Shape;933;p71"/>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71"/>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 name="Google Shape;935;p71"/>
          <p:cNvGrpSpPr/>
          <p:nvPr/>
        </p:nvGrpSpPr>
        <p:grpSpPr>
          <a:xfrm>
            <a:off x="3014966" y="3772543"/>
            <a:ext cx="682068" cy="682068"/>
            <a:chOff x="5080188" y="927900"/>
            <a:chExt cx="961200" cy="961200"/>
          </a:xfrm>
        </p:grpSpPr>
        <p:sp>
          <p:nvSpPr>
            <p:cNvPr id="936" name="Google Shape;936;p71"/>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71"/>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71"/>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71"/>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71"/>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71"/>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71"/>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71"/>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 name="Google Shape;944;p71"/>
          <p:cNvGrpSpPr/>
          <p:nvPr/>
        </p:nvGrpSpPr>
        <p:grpSpPr>
          <a:xfrm>
            <a:off x="4478465" y="3869234"/>
            <a:ext cx="505650" cy="504006"/>
            <a:chOff x="6039282" y="1042577"/>
            <a:chExt cx="734315" cy="731929"/>
          </a:xfrm>
        </p:grpSpPr>
        <p:sp>
          <p:nvSpPr>
            <p:cNvPr id="945" name="Google Shape;945;p71"/>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71"/>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71"/>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71"/>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71"/>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71"/>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71"/>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71"/>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71"/>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71"/>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71"/>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71"/>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71"/>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71"/>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71"/>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71"/>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71"/>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71"/>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71"/>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71"/>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71"/>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 name="Google Shape;966;p71"/>
          <p:cNvGrpSpPr/>
          <p:nvPr/>
        </p:nvGrpSpPr>
        <p:grpSpPr>
          <a:xfrm>
            <a:off x="5091067" y="2298862"/>
            <a:ext cx="567744" cy="602136"/>
            <a:chOff x="1825800" y="1651625"/>
            <a:chExt cx="539989" cy="571775"/>
          </a:xfrm>
        </p:grpSpPr>
        <p:sp>
          <p:nvSpPr>
            <p:cNvPr id="967" name="Google Shape;967;p71"/>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71"/>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71"/>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71"/>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 name="Google Shape;971;p71"/>
          <p:cNvGrpSpPr/>
          <p:nvPr/>
        </p:nvGrpSpPr>
        <p:grpSpPr>
          <a:xfrm>
            <a:off x="3765995" y="3855579"/>
            <a:ext cx="508123" cy="507955"/>
            <a:chOff x="1897577" y="2802432"/>
            <a:chExt cx="492176" cy="492014"/>
          </a:xfrm>
        </p:grpSpPr>
        <p:sp>
          <p:nvSpPr>
            <p:cNvPr id="972" name="Google Shape;972;p71"/>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71"/>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71"/>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71"/>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71"/>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71"/>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71"/>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71"/>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71"/>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71"/>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71"/>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71"/>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 name="Google Shape;984;p71"/>
          <p:cNvGrpSpPr/>
          <p:nvPr/>
        </p:nvGrpSpPr>
        <p:grpSpPr>
          <a:xfrm>
            <a:off x="997525" y="4169123"/>
            <a:ext cx="809227" cy="200842"/>
            <a:chOff x="2013045" y="4813233"/>
            <a:chExt cx="921986" cy="228854"/>
          </a:xfrm>
        </p:grpSpPr>
        <p:sp>
          <p:nvSpPr>
            <p:cNvPr id="985" name="Google Shape;985;p71"/>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71"/>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 name="Google Shape;987;p71"/>
          <p:cNvGrpSpPr/>
          <p:nvPr/>
        </p:nvGrpSpPr>
        <p:grpSpPr>
          <a:xfrm>
            <a:off x="1005985" y="2656004"/>
            <a:ext cx="792421" cy="269941"/>
            <a:chOff x="1046767" y="4756633"/>
            <a:chExt cx="859646" cy="292841"/>
          </a:xfrm>
        </p:grpSpPr>
        <p:sp>
          <p:nvSpPr>
            <p:cNvPr id="988" name="Google Shape;988;p71"/>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71"/>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71"/>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1" name="Google Shape;991;p71"/>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71"/>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71"/>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71"/>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5" name="Google Shape;995;p71"/>
          <p:cNvGrpSpPr/>
          <p:nvPr/>
        </p:nvGrpSpPr>
        <p:grpSpPr>
          <a:xfrm>
            <a:off x="7141841" y="2550562"/>
            <a:ext cx="166473" cy="141497"/>
            <a:chOff x="4660325" y="1866850"/>
            <a:chExt cx="68350" cy="58100"/>
          </a:xfrm>
        </p:grpSpPr>
        <p:sp>
          <p:nvSpPr>
            <p:cNvPr id="996" name="Google Shape;996;p71"/>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71"/>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 name="Google Shape;998;p71"/>
          <p:cNvGrpSpPr/>
          <p:nvPr/>
        </p:nvGrpSpPr>
        <p:grpSpPr>
          <a:xfrm>
            <a:off x="7451186" y="2576286"/>
            <a:ext cx="162515" cy="90049"/>
            <a:chOff x="4791775" y="1877500"/>
            <a:chExt cx="66725" cy="36975"/>
          </a:xfrm>
        </p:grpSpPr>
        <p:sp>
          <p:nvSpPr>
            <p:cNvPr id="999" name="Google Shape;999;p71"/>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71"/>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 name="Google Shape;1001;p71"/>
          <p:cNvGrpSpPr/>
          <p:nvPr/>
        </p:nvGrpSpPr>
        <p:grpSpPr>
          <a:xfrm>
            <a:off x="7772899" y="2576286"/>
            <a:ext cx="144979" cy="90049"/>
            <a:chOff x="4923925" y="1877500"/>
            <a:chExt cx="59525" cy="36975"/>
          </a:xfrm>
        </p:grpSpPr>
        <p:sp>
          <p:nvSpPr>
            <p:cNvPr id="1002" name="Google Shape;1002;p71"/>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71"/>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 name="Google Shape;1004;p71"/>
          <p:cNvGrpSpPr/>
          <p:nvPr/>
        </p:nvGrpSpPr>
        <p:grpSpPr>
          <a:xfrm>
            <a:off x="8067390" y="2558477"/>
            <a:ext cx="141447" cy="125667"/>
            <a:chOff x="5058450" y="1870100"/>
            <a:chExt cx="58075" cy="51600"/>
          </a:xfrm>
        </p:grpSpPr>
        <p:sp>
          <p:nvSpPr>
            <p:cNvPr id="1005" name="Google Shape;1005;p71"/>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71"/>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 name="Google Shape;1007;p71"/>
          <p:cNvGrpSpPr/>
          <p:nvPr/>
        </p:nvGrpSpPr>
        <p:grpSpPr>
          <a:xfrm>
            <a:off x="7481905" y="2980885"/>
            <a:ext cx="101077" cy="107645"/>
            <a:chOff x="4811425" y="2065025"/>
            <a:chExt cx="41500" cy="44200"/>
          </a:xfrm>
        </p:grpSpPr>
        <p:sp>
          <p:nvSpPr>
            <p:cNvPr id="1008" name="Google Shape;1008;p71"/>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71"/>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 name="Google Shape;1010;p71"/>
          <p:cNvGrpSpPr/>
          <p:nvPr/>
        </p:nvGrpSpPr>
        <p:grpSpPr>
          <a:xfrm>
            <a:off x="7774342" y="2981098"/>
            <a:ext cx="120867" cy="107218"/>
            <a:chOff x="4929875" y="2065025"/>
            <a:chExt cx="49625" cy="44025"/>
          </a:xfrm>
        </p:grpSpPr>
        <p:sp>
          <p:nvSpPr>
            <p:cNvPr id="1011" name="Google Shape;1011;p71"/>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71"/>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 name="Google Shape;1013;p71"/>
          <p:cNvGrpSpPr/>
          <p:nvPr/>
        </p:nvGrpSpPr>
        <p:grpSpPr>
          <a:xfrm>
            <a:off x="8103011" y="2984112"/>
            <a:ext cx="70206" cy="101191"/>
            <a:chOff x="5083925" y="2066350"/>
            <a:chExt cx="28825" cy="41550"/>
          </a:xfrm>
        </p:grpSpPr>
        <p:sp>
          <p:nvSpPr>
            <p:cNvPr id="1014" name="Google Shape;1014;p71"/>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71"/>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 name="Google Shape;1016;p71"/>
          <p:cNvGrpSpPr/>
          <p:nvPr/>
        </p:nvGrpSpPr>
        <p:grpSpPr>
          <a:xfrm>
            <a:off x="7134565" y="2999759"/>
            <a:ext cx="181026" cy="69896"/>
            <a:chOff x="4659775" y="2072775"/>
            <a:chExt cx="74325" cy="28700"/>
          </a:xfrm>
        </p:grpSpPr>
        <p:sp>
          <p:nvSpPr>
            <p:cNvPr id="1017" name="Google Shape;1017;p71"/>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71"/>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71"/>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 name="Google Shape;1020;p71"/>
          <p:cNvGrpSpPr/>
          <p:nvPr/>
        </p:nvGrpSpPr>
        <p:grpSpPr>
          <a:xfrm>
            <a:off x="8054421" y="2790324"/>
            <a:ext cx="167387" cy="89197"/>
            <a:chOff x="4662475" y="1976500"/>
            <a:chExt cx="68725" cy="36625"/>
          </a:xfrm>
        </p:grpSpPr>
        <p:sp>
          <p:nvSpPr>
            <p:cNvPr id="1021" name="Google Shape;1021;p71"/>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71"/>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71"/>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 name="Google Shape;1024;p71"/>
          <p:cNvGrpSpPr/>
          <p:nvPr/>
        </p:nvGrpSpPr>
        <p:grpSpPr>
          <a:xfrm>
            <a:off x="7751326" y="2793764"/>
            <a:ext cx="166899" cy="82317"/>
            <a:chOff x="4920150" y="1977875"/>
            <a:chExt cx="68525" cy="33800"/>
          </a:xfrm>
        </p:grpSpPr>
        <p:sp>
          <p:nvSpPr>
            <p:cNvPr id="1025" name="Google Shape;1025;p71"/>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71"/>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71"/>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 name="Google Shape;1028;p71"/>
          <p:cNvGrpSpPr/>
          <p:nvPr/>
        </p:nvGrpSpPr>
        <p:grpSpPr>
          <a:xfrm>
            <a:off x="7162483" y="3197682"/>
            <a:ext cx="125190" cy="127859"/>
            <a:chOff x="4676550" y="2160575"/>
            <a:chExt cx="51400" cy="52500"/>
          </a:xfrm>
        </p:grpSpPr>
        <p:sp>
          <p:nvSpPr>
            <p:cNvPr id="1029" name="Google Shape;1029;p71"/>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71"/>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71"/>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 name="Google Shape;1032;p71"/>
          <p:cNvGrpSpPr/>
          <p:nvPr/>
        </p:nvGrpSpPr>
        <p:grpSpPr>
          <a:xfrm>
            <a:off x="7459741" y="3204714"/>
            <a:ext cx="145405" cy="113794"/>
            <a:chOff x="4768325" y="2163475"/>
            <a:chExt cx="59700" cy="46725"/>
          </a:xfrm>
        </p:grpSpPr>
        <p:sp>
          <p:nvSpPr>
            <p:cNvPr id="1033" name="Google Shape;1033;p71"/>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71"/>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5" name="Google Shape;1035;p71"/>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71"/>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71"/>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71"/>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71"/>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71"/>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1" name="Google Shape;1041;p71"/>
          <p:cNvGrpSpPr/>
          <p:nvPr/>
        </p:nvGrpSpPr>
        <p:grpSpPr>
          <a:xfrm>
            <a:off x="7476059" y="3459808"/>
            <a:ext cx="112768" cy="106853"/>
            <a:chOff x="4768575" y="2253950"/>
            <a:chExt cx="46300" cy="43875"/>
          </a:xfrm>
        </p:grpSpPr>
        <p:sp>
          <p:nvSpPr>
            <p:cNvPr id="1042" name="Google Shape;1042;p71"/>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71"/>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 name="Google Shape;1044;p71"/>
          <p:cNvGrpSpPr/>
          <p:nvPr/>
        </p:nvGrpSpPr>
        <p:grpSpPr>
          <a:xfrm>
            <a:off x="7775682" y="3948834"/>
            <a:ext cx="118187" cy="146246"/>
            <a:chOff x="4960900" y="2433225"/>
            <a:chExt cx="48525" cy="60050"/>
          </a:xfrm>
        </p:grpSpPr>
        <p:sp>
          <p:nvSpPr>
            <p:cNvPr id="1045" name="Google Shape;1045;p71"/>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71"/>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 name="Google Shape;1047;p71"/>
          <p:cNvGrpSpPr/>
          <p:nvPr/>
        </p:nvGrpSpPr>
        <p:grpSpPr>
          <a:xfrm>
            <a:off x="7464247" y="4212895"/>
            <a:ext cx="136394" cy="143810"/>
            <a:chOff x="4854075" y="2527625"/>
            <a:chExt cx="56000" cy="59050"/>
          </a:xfrm>
        </p:grpSpPr>
        <p:sp>
          <p:nvSpPr>
            <p:cNvPr id="1048" name="Google Shape;1048;p71"/>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71"/>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0" name="Google Shape;1050;p71"/>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71"/>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71"/>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3" name="Google Shape;1053;p71"/>
          <p:cNvGrpSpPr/>
          <p:nvPr/>
        </p:nvGrpSpPr>
        <p:grpSpPr>
          <a:xfrm>
            <a:off x="8088458" y="3676639"/>
            <a:ext cx="99312" cy="160797"/>
            <a:chOff x="5059700" y="2334775"/>
            <a:chExt cx="40775" cy="66025"/>
          </a:xfrm>
        </p:grpSpPr>
        <p:sp>
          <p:nvSpPr>
            <p:cNvPr id="1054" name="Google Shape;1054;p71"/>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71"/>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71"/>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71"/>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71"/>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71"/>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71"/>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71"/>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71"/>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 name="Google Shape;1063;p71"/>
          <p:cNvGrpSpPr/>
          <p:nvPr/>
        </p:nvGrpSpPr>
        <p:grpSpPr>
          <a:xfrm>
            <a:off x="8045622" y="3941771"/>
            <a:ext cx="184984" cy="160371"/>
            <a:chOff x="5037700" y="2430325"/>
            <a:chExt cx="75950" cy="65850"/>
          </a:xfrm>
        </p:grpSpPr>
        <p:sp>
          <p:nvSpPr>
            <p:cNvPr id="1064" name="Google Shape;1064;p71"/>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71"/>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 name="Google Shape;1066;p71"/>
          <p:cNvGrpSpPr/>
          <p:nvPr/>
        </p:nvGrpSpPr>
        <p:grpSpPr>
          <a:xfrm>
            <a:off x="7465128" y="3708223"/>
            <a:ext cx="173014" cy="97629"/>
            <a:chOff x="4756975" y="2341800"/>
            <a:chExt cx="91975" cy="51925"/>
          </a:xfrm>
        </p:grpSpPr>
        <p:sp>
          <p:nvSpPr>
            <p:cNvPr id="1067" name="Google Shape;1067;p71"/>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71"/>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71"/>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71"/>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71"/>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71"/>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71"/>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71"/>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71"/>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71"/>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71"/>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71"/>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71"/>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71"/>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71"/>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71"/>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71"/>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71"/>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71"/>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71"/>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 name="Google Shape;1087;p71"/>
          <p:cNvGrpSpPr/>
          <p:nvPr/>
        </p:nvGrpSpPr>
        <p:grpSpPr>
          <a:xfrm>
            <a:off x="7732065" y="4196920"/>
            <a:ext cx="212497" cy="175761"/>
            <a:chOff x="4943575" y="2516350"/>
            <a:chExt cx="98675" cy="81700"/>
          </a:xfrm>
        </p:grpSpPr>
        <p:sp>
          <p:nvSpPr>
            <p:cNvPr id="1088" name="Google Shape;1088;p71"/>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71"/>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71"/>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71"/>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71"/>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71"/>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71"/>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71"/>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71"/>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71"/>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71"/>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71"/>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71"/>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71"/>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71"/>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71"/>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71"/>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71"/>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71"/>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71"/>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71"/>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71"/>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71"/>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71"/>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71"/>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71"/>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71"/>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71"/>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71"/>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71"/>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71"/>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71"/>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71"/>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71"/>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71"/>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71"/>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71"/>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71"/>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71"/>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71"/>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71"/>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71"/>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71"/>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71"/>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71"/>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71"/>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71"/>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71"/>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71"/>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71"/>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71"/>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71"/>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71"/>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71"/>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71"/>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71"/>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71"/>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71"/>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71"/>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71"/>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71"/>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71"/>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71"/>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71"/>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71"/>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71"/>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71"/>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71"/>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71"/>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71"/>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71"/>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71"/>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71"/>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71"/>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71"/>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71"/>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71"/>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71"/>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6" name="Google Shape;1166;p71"/>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71"/>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71"/>
          <p:cNvSpPr/>
          <p:nvPr/>
        </p:nvSpPr>
        <p:spPr>
          <a:xfrm>
            <a:off x="7165978"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71"/>
          <p:cNvSpPr/>
          <p:nvPr/>
        </p:nvSpPr>
        <p:spPr>
          <a:xfrm flipH="1">
            <a:off x="7473344"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71"/>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Use our editable graphic resources...</a:t>
            </a:r>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74" name="Shape 1174"/>
        <p:cNvGrpSpPr/>
        <p:nvPr/>
      </p:nvGrpSpPr>
      <p:grpSpPr>
        <a:xfrm>
          <a:off x="0" y="0"/>
          <a:ext cx="0" cy="0"/>
          <a:chOff x="0" y="0"/>
          <a:chExt cx="0" cy="0"/>
        </a:xfrm>
      </p:grpSpPr>
      <p:grpSp>
        <p:nvGrpSpPr>
          <p:cNvPr id="1175" name="Google Shape;1175;p72"/>
          <p:cNvGrpSpPr/>
          <p:nvPr/>
        </p:nvGrpSpPr>
        <p:grpSpPr>
          <a:xfrm>
            <a:off x="6647587" y="3567393"/>
            <a:ext cx="560636" cy="516497"/>
            <a:chOff x="6652051" y="3714143"/>
            <a:chExt cx="560636" cy="516497"/>
          </a:xfrm>
        </p:grpSpPr>
        <p:grpSp>
          <p:nvGrpSpPr>
            <p:cNvPr id="1176" name="Google Shape;1176;p72"/>
            <p:cNvGrpSpPr/>
            <p:nvPr/>
          </p:nvGrpSpPr>
          <p:grpSpPr>
            <a:xfrm>
              <a:off x="6669657" y="3716715"/>
              <a:ext cx="466768" cy="464314"/>
              <a:chOff x="3139766" y="765669"/>
              <a:chExt cx="886380" cy="881888"/>
            </a:xfrm>
          </p:grpSpPr>
          <p:grpSp>
            <p:nvGrpSpPr>
              <p:cNvPr id="1177" name="Google Shape;1177;p72"/>
              <p:cNvGrpSpPr/>
              <p:nvPr/>
            </p:nvGrpSpPr>
            <p:grpSpPr>
              <a:xfrm>
                <a:off x="3139766" y="765669"/>
                <a:ext cx="886380" cy="881888"/>
                <a:chOff x="3139766" y="765669"/>
                <a:chExt cx="886380" cy="881888"/>
              </a:xfrm>
            </p:grpSpPr>
            <p:sp>
              <p:nvSpPr>
                <p:cNvPr id="1178" name="Google Shape;1178;p72"/>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72"/>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72"/>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72"/>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72"/>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72"/>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72"/>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72"/>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72"/>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7" name="Google Shape;1187;p72"/>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72"/>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72"/>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72"/>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1" name="Google Shape;1191;p72"/>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 name="Google Shape;1192;p72"/>
          <p:cNvGrpSpPr/>
          <p:nvPr/>
        </p:nvGrpSpPr>
        <p:grpSpPr>
          <a:xfrm>
            <a:off x="7646296" y="3047976"/>
            <a:ext cx="104231" cy="320340"/>
            <a:chOff x="7564426" y="3224343"/>
            <a:chExt cx="119985" cy="368801"/>
          </a:xfrm>
        </p:grpSpPr>
        <p:sp>
          <p:nvSpPr>
            <p:cNvPr id="1193" name="Google Shape;1193;p72"/>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72"/>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 name="Google Shape;1195;p72"/>
          <p:cNvGrpSpPr/>
          <p:nvPr/>
        </p:nvGrpSpPr>
        <p:grpSpPr>
          <a:xfrm>
            <a:off x="7345785" y="3042077"/>
            <a:ext cx="189489" cy="332132"/>
            <a:chOff x="8370831" y="3202002"/>
            <a:chExt cx="218129" cy="382376"/>
          </a:xfrm>
        </p:grpSpPr>
        <p:sp>
          <p:nvSpPr>
            <p:cNvPr id="1196" name="Google Shape;1196;p72"/>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72"/>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 name="Google Shape;1198;p72"/>
          <p:cNvGrpSpPr/>
          <p:nvPr/>
        </p:nvGrpSpPr>
        <p:grpSpPr>
          <a:xfrm>
            <a:off x="8069174" y="3453209"/>
            <a:ext cx="309429" cy="267000"/>
            <a:chOff x="6742064" y="3750480"/>
            <a:chExt cx="399315" cy="344560"/>
          </a:xfrm>
        </p:grpSpPr>
        <p:sp>
          <p:nvSpPr>
            <p:cNvPr id="1199" name="Google Shape;1199;p72"/>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72"/>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 name="Google Shape;1201;p72"/>
          <p:cNvGrpSpPr/>
          <p:nvPr/>
        </p:nvGrpSpPr>
        <p:grpSpPr>
          <a:xfrm>
            <a:off x="7608193" y="3804257"/>
            <a:ext cx="180437" cy="281608"/>
            <a:chOff x="7248525" y="3739696"/>
            <a:chExt cx="230531" cy="359790"/>
          </a:xfrm>
        </p:grpSpPr>
        <p:sp>
          <p:nvSpPr>
            <p:cNvPr id="1202" name="Google Shape;1202;p72"/>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72"/>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 name="Google Shape;1204;p72"/>
          <p:cNvGrpSpPr/>
          <p:nvPr/>
        </p:nvGrpSpPr>
        <p:grpSpPr>
          <a:xfrm>
            <a:off x="7854113" y="3447481"/>
            <a:ext cx="162896" cy="278710"/>
            <a:chOff x="7601242" y="3729267"/>
            <a:chExt cx="222566" cy="380803"/>
          </a:xfrm>
        </p:grpSpPr>
        <p:sp>
          <p:nvSpPr>
            <p:cNvPr id="1205" name="Google Shape;1205;p72"/>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72"/>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7" name="Google Shape;1207;p72"/>
          <p:cNvSpPr/>
          <p:nvPr/>
        </p:nvSpPr>
        <p:spPr>
          <a:xfrm>
            <a:off x="7820139" y="3059838"/>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8" name="Google Shape;1208;p72"/>
          <p:cNvGrpSpPr/>
          <p:nvPr/>
        </p:nvGrpSpPr>
        <p:grpSpPr>
          <a:xfrm>
            <a:off x="7343758" y="3448622"/>
            <a:ext cx="193543" cy="275990"/>
            <a:chOff x="8304647" y="3738687"/>
            <a:chExt cx="225076" cy="320956"/>
          </a:xfrm>
        </p:grpSpPr>
        <p:sp>
          <p:nvSpPr>
            <p:cNvPr id="1209" name="Google Shape;1209;p72"/>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72"/>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72"/>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 name="Google Shape;1212;p72"/>
          <p:cNvGrpSpPr/>
          <p:nvPr/>
        </p:nvGrpSpPr>
        <p:grpSpPr>
          <a:xfrm>
            <a:off x="7616251" y="3448622"/>
            <a:ext cx="178492" cy="275990"/>
            <a:chOff x="8615101" y="3738687"/>
            <a:chExt cx="207573" cy="320956"/>
          </a:xfrm>
        </p:grpSpPr>
        <p:sp>
          <p:nvSpPr>
            <p:cNvPr id="1213" name="Google Shape;1213;p72"/>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72"/>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72"/>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6" name="Google Shape;1216;p72"/>
          <p:cNvSpPr/>
          <p:nvPr/>
        </p:nvSpPr>
        <p:spPr>
          <a:xfrm>
            <a:off x="8112690" y="3038505"/>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7" name="Google Shape;1217;p72"/>
          <p:cNvGrpSpPr/>
          <p:nvPr/>
        </p:nvGrpSpPr>
        <p:grpSpPr>
          <a:xfrm>
            <a:off x="7841782" y="3851282"/>
            <a:ext cx="187557" cy="187557"/>
            <a:chOff x="8565775" y="671075"/>
            <a:chExt cx="441000" cy="441000"/>
          </a:xfrm>
        </p:grpSpPr>
        <p:sp>
          <p:nvSpPr>
            <p:cNvPr id="1218" name="Google Shape;1218;p72"/>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72"/>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0" name="Google Shape;1220;p72"/>
          <p:cNvSpPr/>
          <p:nvPr/>
        </p:nvSpPr>
        <p:spPr>
          <a:xfrm>
            <a:off x="8127048" y="3847203"/>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72"/>
          <p:cNvSpPr/>
          <p:nvPr/>
        </p:nvSpPr>
        <p:spPr>
          <a:xfrm flipH="1">
            <a:off x="7351235" y="3813658"/>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2" name="Google Shape;1222;p72"/>
          <p:cNvGrpSpPr/>
          <p:nvPr/>
        </p:nvGrpSpPr>
        <p:grpSpPr>
          <a:xfrm>
            <a:off x="5996254" y="2923808"/>
            <a:ext cx="587865" cy="517731"/>
            <a:chOff x="6000718" y="3070557"/>
            <a:chExt cx="587865" cy="517731"/>
          </a:xfrm>
        </p:grpSpPr>
        <p:sp>
          <p:nvSpPr>
            <p:cNvPr id="1223" name="Google Shape;1223;p72"/>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72"/>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72"/>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72"/>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72"/>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72"/>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72"/>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72"/>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72"/>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72"/>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 name="Google Shape;1233;p72"/>
          <p:cNvGrpSpPr/>
          <p:nvPr/>
        </p:nvGrpSpPr>
        <p:grpSpPr>
          <a:xfrm>
            <a:off x="6011059" y="3567468"/>
            <a:ext cx="557665" cy="516387"/>
            <a:chOff x="6015523" y="3714217"/>
            <a:chExt cx="557665" cy="516387"/>
          </a:xfrm>
        </p:grpSpPr>
        <p:grpSp>
          <p:nvGrpSpPr>
            <p:cNvPr id="1234" name="Google Shape;1234;p72"/>
            <p:cNvGrpSpPr/>
            <p:nvPr/>
          </p:nvGrpSpPr>
          <p:grpSpPr>
            <a:xfrm>
              <a:off x="6036094" y="3716980"/>
              <a:ext cx="529822" cy="510480"/>
              <a:chOff x="3148311" y="-545634"/>
              <a:chExt cx="1006118" cy="969572"/>
            </a:xfrm>
          </p:grpSpPr>
          <p:sp>
            <p:nvSpPr>
              <p:cNvPr id="1235" name="Google Shape;1235;p72"/>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72"/>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72"/>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72"/>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72"/>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72"/>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72"/>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72"/>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72"/>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72"/>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5" name="Google Shape;1245;p72"/>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 name="Google Shape;1246;p72"/>
          <p:cNvGrpSpPr/>
          <p:nvPr/>
        </p:nvGrpSpPr>
        <p:grpSpPr>
          <a:xfrm>
            <a:off x="6639841" y="2926879"/>
            <a:ext cx="576302" cy="511871"/>
            <a:chOff x="6644304" y="3073628"/>
            <a:chExt cx="576302" cy="511871"/>
          </a:xfrm>
        </p:grpSpPr>
        <p:grpSp>
          <p:nvGrpSpPr>
            <p:cNvPr id="1247" name="Google Shape;1247;p72"/>
            <p:cNvGrpSpPr/>
            <p:nvPr/>
          </p:nvGrpSpPr>
          <p:grpSpPr>
            <a:xfrm>
              <a:off x="6712169" y="3073651"/>
              <a:ext cx="481611" cy="506713"/>
              <a:chOff x="1833536" y="-546641"/>
              <a:chExt cx="914567" cy="962419"/>
            </a:xfrm>
          </p:grpSpPr>
          <p:grpSp>
            <p:nvGrpSpPr>
              <p:cNvPr id="1248" name="Google Shape;1248;p72"/>
              <p:cNvGrpSpPr/>
              <p:nvPr/>
            </p:nvGrpSpPr>
            <p:grpSpPr>
              <a:xfrm>
                <a:off x="1833536" y="-524249"/>
                <a:ext cx="914567" cy="940027"/>
                <a:chOff x="1833536" y="-524249"/>
                <a:chExt cx="914567" cy="940027"/>
              </a:xfrm>
            </p:grpSpPr>
            <p:sp>
              <p:nvSpPr>
                <p:cNvPr id="1249" name="Google Shape;1249;p72"/>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72"/>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72"/>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72"/>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72"/>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4" name="Google Shape;1254;p72"/>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72"/>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72"/>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72"/>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8" name="Google Shape;1258;p72"/>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 name="Google Shape;1259;p72"/>
          <p:cNvGrpSpPr/>
          <p:nvPr/>
        </p:nvGrpSpPr>
        <p:grpSpPr>
          <a:xfrm>
            <a:off x="719115" y="2852867"/>
            <a:ext cx="2622876" cy="1333540"/>
            <a:chOff x="238125" y="1038125"/>
            <a:chExt cx="7146800" cy="3633625"/>
          </a:xfrm>
        </p:grpSpPr>
        <p:sp>
          <p:nvSpPr>
            <p:cNvPr id="1260" name="Google Shape;1260;p72"/>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72"/>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72"/>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72"/>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72"/>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72"/>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72"/>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72"/>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72"/>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72"/>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72"/>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72"/>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72"/>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72"/>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72"/>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72"/>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72"/>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72"/>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72"/>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72"/>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72"/>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72"/>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72"/>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72"/>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72"/>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72"/>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72"/>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72"/>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72"/>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72"/>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72"/>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72"/>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72"/>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72"/>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72"/>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72"/>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72"/>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72"/>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72"/>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72"/>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72"/>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72"/>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72"/>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72"/>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72"/>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72"/>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72"/>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72"/>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72"/>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72"/>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72"/>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72"/>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72"/>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72"/>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72"/>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72"/>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72"/>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72"/>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72"/>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72"/>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72"/>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72"/>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72"/>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72"/>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72"/>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72"/>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72"/>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72"/>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72"/>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72"/>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72"/>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72"/>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72"/>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72"/>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72"/>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72"/>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72"/>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72"/>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72"/>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72"/>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72"/>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72"/>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72"/>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72"/>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72"/>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72"/>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72"/>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72"/>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72"/>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72"/>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72"/>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72"/>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72"/>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72"/>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72"/>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72"/>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72"/>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72"/>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72"/>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72"/>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72"/>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72"/>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72"/>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72"/>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72"/>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72"/>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72"/>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72"/>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72"/>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72"/>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72"/>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72"/>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72"/>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72"/>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72"/>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72"/>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72"/>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72"/>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72"/>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72"/>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72"/>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72"/>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72"/>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72"/>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72"/>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72"/>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72"/>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72"/>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72"/>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72"/>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72"/>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72"/>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72"/>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72"/>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72"/>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72"/>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72"/>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72"/>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72"/>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72"/>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72"/>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72"/>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72"/>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72"/>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72"/>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72"/>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72"/>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72"/>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72"/>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72"/>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72"/>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72"/>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72"/>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72"/>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72"/>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72"/>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72"/>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72"/>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72"/>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72"/>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72"/>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72"/>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72"/>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72"/>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72"/>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72"/>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72"/>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72"/>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72"/>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72"/>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72"/>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72"/>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72"/>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72"/>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72"/>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72"/>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72"/>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72"/>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72"/>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72"/>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72"/>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72"/>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72"/>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72"/>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72"/>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72"/>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72"/>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72"/>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72"/>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72"/>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72"/>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72"/>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72"/>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72"/>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72"/>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72"/>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72"/>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72"/>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72"/>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72"/>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72"/>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72"/>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72"/>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72"/>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72"/>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72"/>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72"/>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72"/>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72"/>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72"/>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72"/>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72"/>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72"/>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72"/>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72"/>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72"/>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72"/>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72"/>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72"/>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72"/>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72"/>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72"/>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72"/>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72"/>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72"/>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72"/>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72"/>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72"/>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72"/>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72"/>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72"/>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72"/>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72"/>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72"/>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72"/>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72"/>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72"/>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72"/>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72"/>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72"/>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72"/>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72"/>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72"/>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72"/>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72"/>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72"/>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72"/>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72"/>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72"/>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72"/>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72"/>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72"/>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72"/>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72"/>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72"/>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72"/>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72"/>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72"/>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72"/>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72"/>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72"/>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72"/>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72"/>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72"/>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72"/>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72"/>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72"/>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72"/>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72"/>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72"/>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72"/>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72"/>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72"/>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72"/>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72"/>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72"/>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72"/>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72"/>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72"/>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72"/>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72"/>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72"/>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72"/>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72"/>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72"/>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72"/>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72"/>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72"/>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72"/>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72"/>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72"/>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72"/>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72"/>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72"/>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72"/>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72"/>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72"/>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72"/>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72"/>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72"/>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72"/>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72"/>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72"/>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72"/>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72"/>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72"/>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72"/>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72"/>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72"/>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72"/>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72"/>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72"/>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72"/>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72"/>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72"/>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72"/>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72"/>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72"/>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72"/>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72"/>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72"/>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72"/>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72"/>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72"/>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72"/>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72"/>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72"/>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72"/>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72"/>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72"/>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72"/>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72"/>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72"/>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72"/>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72"/>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72"/>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72"/>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72"/>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72"/>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72"/>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72"/>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72"/>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72"/>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72"/>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72"/>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72"/>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72"/>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72"/>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72"/>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72"/>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72"/>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72"/>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72"/>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72"/>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72"/>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72"/>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72"/>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72"/>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72"/>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72"/>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72"/>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72"/>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72"/>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72"/>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72"/>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72"/>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72"/>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72"/>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72"/>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72"/>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72"/>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72"/>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72"/>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72"/>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72"/>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72"/>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72"/>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72"/>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72"/>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72"/>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72"/>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72"/>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72"/>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72"/>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72"/>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72"/>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72"/>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72"/>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72"/>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72"/>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72"/>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72"/>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72"/>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72"/>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72"/>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72"/>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72"/>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72"/>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72"/>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72"/>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72"/>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72"/>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72"/>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72"/>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72"/>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72"/>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72"/>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72"/>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72"/>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72"/>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72"/>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72"/>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72"/>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72"/>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72"/>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72"/>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72"/>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72"/>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72"/>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72"/>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72"/>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72"/>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72"/>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72"/>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72"/>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72"/>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72"/>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72"/>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72"/>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72"/>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72"/>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72"/>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72"/>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72"/>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72"/>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72"/>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72"/>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72"/>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72"/>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72"/>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72"/>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72"/>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72"/>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72"/>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72"/>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72"/>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72"/>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72"/>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72"/>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72"/>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72"/>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72"/>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72"/>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72"/>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72"/>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72"/>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72"/>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72"/>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72"/>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72"/>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72"/>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72"/>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72"/>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72"/>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72"/>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72"/>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72"/>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72"/>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72"/>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72"/>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72"/>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72"/>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72"/>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72"/>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72"/>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72"/>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72"/>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72"/>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72"/>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72"/>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72"/>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72"/>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72"/>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72"/>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72"/>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72"/>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72"/>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72"/>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72"/>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72"/>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72"/>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72"/>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72"/>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72"/>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72"/>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72"/>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72"/>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72"/>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72"/>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72"/>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72"/>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72"/>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72"/>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72"/>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72"/>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72"/>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72"/>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72"/>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72"/>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72"/>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72"/>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72"/>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72"/>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72"/>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72"/>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72"/>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72"/>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72"/>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72"/>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72"/>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72"/>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72"/>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72"/>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72"/>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72"/>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72"/>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72"/>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72"/>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72"/>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72"/>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72"/>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72"/>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72"/>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72"/>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72"/>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72"/>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72"/>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72"/>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72"/>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72"/>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72"/>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72"/>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72"/>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72"/>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72"/>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72"/>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72"/>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72"/>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72"/>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72"/>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72"/>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72"/>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72"/>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72"/>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72"/>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72"/>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72"/>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72"/>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72"/>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72"/>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72"/>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72"/>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72"/>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72"/>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72"/>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72"/>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72"/>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72"/>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72"/>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72"/>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72"/>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72"/>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72"/>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72"/>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72"/>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72"/>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72"/>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72"/>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72"/>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72"/>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72"/>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72"/>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72"/>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72"/>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72"/>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72"/>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72"/>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72"/>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72"/>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72"/>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72"/>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72"/>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72"/>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72"/>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72"/>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72"/>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72"/>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72"/>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72"/>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72"/>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72"/>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72"/>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72"/>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72"/>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72"/>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72"/>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72"/>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72"/>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72"/>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72"/>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72"/>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72"/>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72"/>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72"/>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72"/>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72"/>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72"/>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72"/>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72"/>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72"/>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72"/>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72"/>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72"/>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72"/>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72"/>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72"/>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72"/>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72"/>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72"/>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72"/>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72"/>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72"/>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72"/>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72"/>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72"/>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72"/>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72"/>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72"/>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72"/>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72"/>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72"/>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72"/>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72"/>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72"/>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72"/>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72"/>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72"/>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72"/>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72"/>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72"/>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72"/>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72"/>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72"/>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72"/>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72"/>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72"/>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72"/>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72"/>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72"/>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72"/>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72"/>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72"/>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72"/>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72"/>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72"/>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72"/>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72"/>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72"/>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72"/>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72"/>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72"/>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72"/>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72"/>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72"/>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72"/>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72"/>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72"/>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72"/>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72"/>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72"/>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72"/>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72"/>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72"/>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72"/>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72"/>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72"/>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72"/>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72"/>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72"/>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72"/>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72"/>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72"/>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72"/>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72"/>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72"/>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72"/>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72"/>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72"/>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72"/>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72"/>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72"/>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72"/>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72"/>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72"/>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72"/>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72"/>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72"/>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72"/>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72"/>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72"/>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72"/>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72"/>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72"/>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72"/>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72"/>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72"/>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72"/>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72"/>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72"/>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72"/>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72"/>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72"/>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72"/>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72"/>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72"/>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72"/>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72"/>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72"/>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72"/>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72"/>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72"/>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72"/>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72"/>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72"/>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72"/>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72"/>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72"/>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72"/>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72"/>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72"/>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72"/>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72"/>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72"/>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72"/>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72"/>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72"/>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72"/>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72"/>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72"/>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72"/>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72"/>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72"/>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72"/>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72"/>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72"/>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72"/>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72"/>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72"/>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72"/>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72"/>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72"/>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72"/>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72"/>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72"/>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72"/>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72"/>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72"/>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72"/>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72"/>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72"/>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72"/>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72"/>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72"/>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72"/>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72"/>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72"/>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72"/>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72"/>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72"/>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72"/>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72"/>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72"/>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72"/>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72"/>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72"/>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72"/>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72"/>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72"/>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72"/>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72"/>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72"/>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72"/>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72"/>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72"/>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72"/>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72"/>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72"/>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72"/>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72"/>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72"/>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72"/>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72"/>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72"/>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72"/>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72"/>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72"/>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72"/>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72"/>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72"/>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72"/>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72"/>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72"/>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72"/>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72"/>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72"/>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72"/>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72"/>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72"/>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72"/>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72"/>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72"/>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72"/>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72"/>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72"/>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72"/>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72"/>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72"/>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72"/>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72"/>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72"/>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72"/>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72"/>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72"/>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72"/>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72"/>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72"/>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72"/>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72"/>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72"/>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72"/>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72"/>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72"/>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72"/>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72"/>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72"/>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72"/>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72"/>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72"/>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72"/>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72"/>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72"/>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72"/>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72"/>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72"/>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72"/>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72"/>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72"/>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72"/>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72"/>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72"/>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72"/>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72"/>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72"/>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72"/>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72"/>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72"/>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72"/>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72"/>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72"/>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72"/>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72"/>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72"/>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72"/>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72"/>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72"/>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72"/>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72"/>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72"/>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72"/>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72"/>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72"/>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72"/>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72"/>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72"/>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72"/>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72"/>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72"/>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72"/>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72"/>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72"/>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72"/>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72"/>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72"/>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72"/>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72"/>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72"/>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72"/>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72"/>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72"/>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72"/>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72"/>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72"/>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72"/>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72"/>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72"/>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72"/>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72"/>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72"/>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72"/>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72"/>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72"/>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72"/>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72"/>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72"/>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72"/>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72"/>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72"/>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72"/>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72"/>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72"/>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72"/>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72"/>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72"/>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72"/>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72"/>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72"/>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72"/>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72"/>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72"/>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72"/>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72"/>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72"/>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72"/>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72"/>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72"/>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72"/>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72"/>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72"/>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72"/>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72"/>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72"/>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72"/>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72"/>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72"/>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72"/>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72"/>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72"/>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72"/>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72"/>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72"/>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72"/>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72"/>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72"/>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72"/>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72"/>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72"/>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72"/>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72"/>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72"/>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72"/>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72"/>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72"/>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72"/>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72"/>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72"/>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72"/>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72"/>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72"/>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72"/>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72"/>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72"/>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72"/>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72"/>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72"/>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72"/>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72"/>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72"/>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72"/>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72"/>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72"/>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72"/>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72"/>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72"/>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72"/>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72"/>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72"/>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72"/>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72"/>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72"/>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72"/>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72"/>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72"/>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72"/>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72"/>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72"/>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72"/>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72"/>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72"/>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72"/>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72"/>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72"/>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72"/>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72"/>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72"/>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72"/>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72"/>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72"/>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72"/>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72"/>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72"/>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72"/>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72"/>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72"/>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72"/>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72"/>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72"/>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72"/>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72"/>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72"/>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72"/>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72"/>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72"/>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72"/>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72"/>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72"/>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72"/>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72"/>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72"/>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72"/>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72"/>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72"/>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72"/>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72"/>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72"/>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72"/>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72"/>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72"/>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72"/>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72"/>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72"/>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72"/>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72"/>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72"/>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72"/>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72"/>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72"/>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72"/>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72"/>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72"/>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72"/>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72"/>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72"/>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72"/>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72"/>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72"/>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72"/>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72"/>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72"/>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72"/>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72"/>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72"/>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72"/>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72"/>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72"/>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72"/>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72"/>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72"/>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72"/>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72"/>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72"/>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72"/>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72"/>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72"/>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72"/>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72"/>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72"/>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72"/>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72"/>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72"/>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72"/>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72"/>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72"/>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72"/>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72"/>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72"/>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72"/>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72"/>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72"/>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72"/>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72"/>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72"/>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72"/>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72"/>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72"/>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72"/>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72"/>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72"/>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72"/>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72"/>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72"/>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72"/>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72"/>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72"/>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72"/>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72"/>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72"/>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72"/>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72"/>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72"/>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72"/>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72"/>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72"/>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72"/>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72"/>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72"/>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72"/>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72"/>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72"/>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72"/>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72"/>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72"/>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72"/>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72"/>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72"/>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72"/>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72"/>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72"/>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72"/>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72"/>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72"/>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72"/>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72"/>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72"/>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72"/>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72"/>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72"/>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72"/>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72"/>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72"/>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72"/>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72"/>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72"/>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72"/>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72"/>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72"/>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72"/>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72"/>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72"/>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72"/>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72"/>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72"/>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72"/>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72"/>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72"/>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72"/>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72"/>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72"/>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72"/>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72"/>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72"/>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72"/>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72"/>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72"/>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72"/>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72"/>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72"/>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72"/>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72"/>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72"/>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72"/>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72"/>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72"/>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72"/>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72"/>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72"/>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72"/>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72"/>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72"/>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72"/>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72"/>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72"/>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72"/>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72"/>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72"/>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72"/>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72"/>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72"/>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72"/>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72"/>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72"/>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72"/>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72"/>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72"/>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72"/>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72"/>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72"/>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72"/>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72"/>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72"/>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72"/>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72"/>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72"/>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72"/>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72"/>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72"/>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72"/>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72"/>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72"/>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72"/>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72"/>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72"/>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72"/>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72"/>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72"/>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72"/>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72"/>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72"/>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72"/>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72"/>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72"/>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72"/>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72"/>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72"/>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72"/>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72"/>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72"/>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72"/>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72"/>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72"/>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72"/>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72"/>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72"/>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72"/>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72"/>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72"/>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72"/>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72"/>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72"/>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72"/>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72"/>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72"/>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72"/>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72"/>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72"/>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72"/>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72"/>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72"/>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72"/>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72"/>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72"/>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72"/>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72"/>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72"/>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72"/>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72"/>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72"/>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72"/>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72"/>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72"/>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72"/>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72"/>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72"/>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72"/>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72"/>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72"/>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72"/>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72"/>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72"/>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72"/>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72"/>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72"/>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72"/>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72"/>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72"/>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72"/>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72"/>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72"/>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72"/>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72"/>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72"/>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72"/>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72"/>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72"/>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72"/>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72"/>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72"/>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72"/>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72"/>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72"/>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72"/>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72"/>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72"/>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72"/>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72"/>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72"/>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72"/>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72"/>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72"/>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72"/>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72"/>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72"/>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72"/>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72"/>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72"/>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72"/>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72"/>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72"/>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72"/>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72"/>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72"/>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72"/>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72"/>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72"/>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72"/>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72"/>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72"/>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72"/>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72"/>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72"/>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72"/>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72"/>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72"/>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72"/>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72"/>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72"/>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72"/>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72"/>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72"/>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72"/>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72"/>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72"/>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72"/>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72"/>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72"/>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72"/>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72"/>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72"/>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72"/>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72"/>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72"/>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72"/>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72"/>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72"/>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72"/>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72"/>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72"/>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72"/>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72"/>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72"/>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72"/>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72"/>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72"/>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72"/>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72"/>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72"/>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72"/>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72"/>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72"/>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72"/>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72"/>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72"/>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72"/>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72"/>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72"/>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72"/>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72"/>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72"/>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72"/>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72"/>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72"/>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72"/>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72"/>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72"/>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72"/>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72"/>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72"/>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72"/>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72"/>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72"/>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72"/>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72"/>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72"/>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72"/>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72"/>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72"/>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72"/>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72"/>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72"/>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72"/>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72"/>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72"/>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72"/>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72"/>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72"/>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72"/>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72"/>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72"/>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72"/>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72"/>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72"/>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72"/>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72"/>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72"/>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72"/>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72"/>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72"/>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72"/>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72"/>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72"/>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72"/>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72"/>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72"/>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72"/>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72"/>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72"/>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72"/>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72"/>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72"/>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72"/>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72"/>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72"/>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72"/>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72"/>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72"/>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72"/>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72"/>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72"/>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72"/>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72"/>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72"/>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72"/>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72"/>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72"/>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72"/>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72"/>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72"/>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72"/>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72"/>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72"/>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72"/>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72"/>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72"/>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72"/>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72"/>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72"/>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72"/>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72"/>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72"/>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72"/>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72"/>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72"/>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72"/>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72"/>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72"/>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72"/>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72"/>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72"/>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72"/>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72"/>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72"/>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72"/>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72"/>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72"/>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72"/>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72"/>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72"/>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72"/>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72"/>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72"/>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72"/>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72"/>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72"/>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72"/>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72"/>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72"/>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72"/>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72"/>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72"/>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72"/>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72"/>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72"/>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72"/>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72"/>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72"/>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72"/>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72"/>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72"/>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72"/>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72"/>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72"/>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72"/>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72"/>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72"/>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72"/>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72"/>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72"/>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72"/>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72"/>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72"/>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72"/>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72"/>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72"/>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72"/>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72"/>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72"/>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72"/>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72"/>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72"/>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72"/>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72"/>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72"/>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72"/>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72"/>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72"/>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72"/>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72"/>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72"/>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72"/>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72"/>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72"/>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72"/>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72"/>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72"/>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72"/>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72"/>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72"/>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72"/>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72"/>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72"/>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72"/>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72"/>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72"/>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72"/>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72"/>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72"/>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72"/>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72"/>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72"/>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72"/>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72"/>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72"/>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72"/>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72"/>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72"/>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72"/>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72"/>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72"/>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72"/>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72"/>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72"/>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72"/>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72"/>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72"/>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72"/>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72"/>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72"/>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72"/>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72"/>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72"/>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72"/>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72"/>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72"/>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72"/>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72"/>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72"/>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72"/>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72"/>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72"/>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72"/>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72"/>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72"/>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72"/>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32" name="Google Shape;2832;p72"/>
          <p:cNvGrpSpPr/>
          <p:nvPr/>
        </p:nvGrpSpPr>
        <p:grpSpPr>
          <a:xfrm>
            <a:off x="5904877" y="1016248"/>
            <a:ext cx="2435960" cy="1297725"/>
            <a:chOff x="233350" y="949250"/>
            <a:chExt cx="7137300" cy="3802300"/>
          </a:xfrm>
        </p:grpSpPr>
        <p:sp>
          <p:nvSpPr>
            <p:cNvPr id="2833" name="Google Shape;2833;p72"/>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72"/>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72"/>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72"/>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72"/>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72"/>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72"/>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72"/>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72"/>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72"/>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72"/>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72"/>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72"/>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72"/>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72"/>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72"/>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72"/>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72"/>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72"/>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72"/>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72"/>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72"/>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72"/>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72"/>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72"/>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72"/>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72"/>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72"/>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72"/>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72"/>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72"/>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72"/>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72"/>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72"/>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72"/>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72"/>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72"/>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72"/>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72"/>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72"/>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72"/>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72"/>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72"/>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72"/>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72"/>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72"/>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72"/>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72"/>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72"/>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72"/>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72"/>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84" name="Google Shape;2884;p72"/>
          <p:cNvGrpSpPr/>
          <p:nvPr/>
        </p:nvGrpSpPr>
        <p:grpSpPr>
          <a:xfrm>
            <a:off x="698034" y="977939"/>
            <a:ext cx="2665073" cy="1317140"/>
            <a:chOff x="793334" y="1192826"/>
            <a:chExt cx="2665073" cy="1317140"/>
          </a:xfrm>
        </p:grpSpPr>
        <p:sp>
          <p:nvSpPr>
            <p:cNvPr id="2885" name="Google Shape;2885;p72"/>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72"/>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72"/>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72"/>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72"/>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72"/>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72"/>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72"/>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72"/>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72"/>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72"/>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72"/>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72"/>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72"/>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72"/>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72"/>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72"/>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72"/>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72"/>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72"/>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72"/>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72"/>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72"/>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72"/>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72"/>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72"/>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72"/>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72"/>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72"/>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72"/>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72"/>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72"/>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72"/>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72"/>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72"/>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72"/>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72"/>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72"/>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72"/>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72"/>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72"/>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72"/>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72"/>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72"/>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72"/>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72"/>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72"/>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72"/>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72"/>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72"/>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72"/>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72"/>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72"/>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72"/>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72"/>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72"/>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72"/>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72"/>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72"/>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72"/>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72"/>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72"/>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72"/>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72"/>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72"/>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72"/>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72"/>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72"/>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72"/>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72"/>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72"/>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72"/>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72"/>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72"/>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72"/>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72"/>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72"/>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72"/>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72"/>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72"/>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72"/>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72"/>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72"/>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72"/>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72"/>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72"/>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72"/>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72"/>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72"/>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72"/>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72"/>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72"/>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72"/>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72"/>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72"/>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72"/>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72"/>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72"/>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72"/>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72"/>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72"/>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72"/>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72"/>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72"/>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72"/>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72"/>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72"/>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72"/>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72"/>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72"/>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72"/>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72"/>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72"/>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72"/>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72"/>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72"/>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72"/>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72"/>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72"/>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72"/>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72"/>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72"/>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72"/>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72"/>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72"/>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72"/>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72"/>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72"/>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72"/>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72"/>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72"/>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72"/>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72"/>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72"/>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72"/>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72"/>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72"/>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72"/>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72"/>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72"/>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72"/>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72"/>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72"/>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72"/>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72"/>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72"/>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72"/>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72"/>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72"/>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72"/>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72"/>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72"/>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72"/>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72"/>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72"/>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72"/>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72"/>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72"/>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72"/>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72"/>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72"/>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72"/>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72"/>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72"/>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72"/>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72"/>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72"/>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72"/>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72"/>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72"/>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72"/>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72"/>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72"/>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72"/>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72"/>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72"/>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72"/>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72"/>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72"/>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72"/>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72"/>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72"/>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72"/>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72"/>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72"/>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72"/>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72"/>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72"/>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72"/>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72"/>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72"/>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72"/>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72"/>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72"/>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72"/>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72"/>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72"/>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72"/>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72"/>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72"/>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72"/>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72"/>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72"/>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72"/>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72"/>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72"/>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72"/>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72"/>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72"/>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72"/>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72"/>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72"/>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72"/>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72"/>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72"/>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72"/>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72"/>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72"/>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72"/>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72"/>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72"/>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72"/>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72"/>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72"/>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72"/>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72"/>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72"/>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72"/>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72"/>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72"/>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72"/>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72"/>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72"/>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72"/>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72"/>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72"/>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72"/>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72"/>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72"/>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72"/>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72"/>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72"/>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72"/>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72"/>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72"/>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72"/>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72"/>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72"/>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72"/>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72"/>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72"/>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72"/>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72"/>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72"/>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72"/>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72"/>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72"/>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72"/>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72"/>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72"/>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72"/>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72"/>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72"/>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72"/>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72"/>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72"/>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72"/>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72"/>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72"/>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72"/>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72"/>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72"/>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72"/>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72"/>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72"/>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72"/>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72"/>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72"/>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72"/>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72"/>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72"/>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72"/>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72"/>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72"/>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72"/>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72"/>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72"/>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72"/>
            <p:cNvSpPr/>
            <p:nvPr/>
          </p:nvSpPr>
          <p:spPr>
            <a:xfrm>
              <a:off x="2060373" y="1991414"/>
              <a:ext cx="0" cy="679"/>
            </a:xfrm>
            <a:custGeom>
              <a:rect b="b" l="l" r="r" t="t"/>
              <a:pathLst>
                <a:path extrusionOk="0" h="50" w="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72"/>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72"/>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72"/>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72"/>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72"/>
            <p:cNvSpPr/>
            <p:nvPr/>
          </p:nvSpPr>
          <p:spPr>
            <a:xfrm>
              <a:off x="2060088" y="1984435"/>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72"/>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72"/>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72"/>
            <p:cNvSpPr/>
            <p:nvPr/>
          </p:nvSpPr>
          <p:spPr>
            <a:xfrm>
              <a:off x="2060183" y="1986621"/>
              <a:ext cx="0" cy="584"/>
            </a:xfrm>
            <a:custGeom>
              <a:rect b="b" l="l" r="r" t="t"/>
              <a:pathLst>
                <a:path extrusionOk="0" h="43" w="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72"/>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72"/>
            <p:cNvSpPr/>
            <p:nvPr/>
          </p:nvSpPr>
          <p:spPr>
            <a:xfrm>
              <a:off x="2060088" y="1985101"/>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72"/>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72"/>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72"/>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72"/>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72"/>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72"/>
            <p:cNvSpPr/>
            <p:nvPr/>
          </p:nvSpPr>
          <p:spPr>
            <a:xfrm>
              <a:off x="2060278" y="1988427"/>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72"/>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72"/>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72"/>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72"/>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72"/>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72"/>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72"/>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72"/>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72"/>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72"/>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72"/>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72"/>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72"/>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72"/>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72"/>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72"/>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72"/>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72"/>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72"/>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72"/>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72"/>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72"/>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72"/>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72"/>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72"/>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72"/>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72"/>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72"/>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72"/>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72"/>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72"/>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72"/>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72"/>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72"/>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72"/>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72"/>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72"/>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72"/>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72"/>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72"/>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72"/>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72"/>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72"/>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72"/>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72"/>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72"/>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72"/>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72"/>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72"/>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72"/>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72"/>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72"/>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72"/>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72"/>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72"/>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72"/>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72"/>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72"/>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72"/>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72"/>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72"/>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72"/>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72"/>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72"/>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72"/>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72"/>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72"/>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72"/>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72"/>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72"/>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72"/>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72"/>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72"/>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72"/>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72"/>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72"/>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72"/>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72"/>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72"/>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72"/>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72"/>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72"/>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72"/>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72"/>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72"/>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72"/>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72"/>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72"/>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72"/>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72"/>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72"/>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72"/>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72"/>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72"/>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72"/>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72"/>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72"/>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72"/>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72"/>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72"/>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72"/>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72"/>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72"/>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72"/>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72"/>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72"/>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72"/>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72"/>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72"/>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72"/>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72"/>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72"/>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72"/>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72"/>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72"/>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72"/>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72"/>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72"/>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72"/>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72"/>
            <p:cNvSpPr/>
            <p:nvPr/>
          </p:nvSpPr>
          <p:spPr>
            <a:xfrm>
              <a:off x="1946960" y="1949595"/>
              <a:ext cx="0" cy="109"/>
            </a:xfrm>
            <a:custGeom>
              <a:rect b="b" l="l" r="r" t="t"/>
              <a:pathLst>
                <a:path extrusionOk="0" h="8" w="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72"/>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72"/>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72"/>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72"/>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72"/>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72"/>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72"/>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72"/>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72"/>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72"/>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72"/>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72"/>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72"/>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72"/>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72"/>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72"/>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72"/>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72"/>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72"/>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72"/>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72"/>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72"/>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72"/>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72"/>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72"/>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72"/>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72"/>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72"/>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72"/>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72"/>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72"/>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72"/>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72"/>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72"/>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72"/>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72"/>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72"/>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72"/>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72"/>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72"/>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72"/>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72"/>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72"/>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72"/>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72"/>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72"/>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72"/>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72"/>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72"/>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72"/>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72"/>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72"/>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72"/>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72"/>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72"/>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72"/>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72"/>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72"/>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72"/>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72"/>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72"/>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72"/>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72"/>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72"/>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72"/>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72"/>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72"/>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72"/>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72"/>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72"/>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72"/>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72"/>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72"/>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72"/>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72"/>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72"/>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72"/>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72"/>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72"/>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72"/>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72"/>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72"/>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72"/>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72"/>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72"/>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72"/>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72"/>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72"/>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72"/>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72"/>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72"/>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72"/>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72"/>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72"/>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72"/>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72"/>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72"/>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72"/>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72"/>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72"/>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72"/>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72"/>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72"/>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72"/>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72"/>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72"/>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72"/>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72"/>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72"/>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72"/>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72"/>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72"/>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72"/>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72"/>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72"/>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72"/>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72"/>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72"/>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72"/>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72"/>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72"/>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72"/>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72"/>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72"/>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72"/>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72"/>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72"/>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72"/>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72"/>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72"/>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72"/>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72"/>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72"/>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72"/>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72"/>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72"/>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72"/>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72"/>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72"/>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72"/>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72"/>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72"/>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72"/>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72"/>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72"/>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72"/>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72"/>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72"/>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72"/>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72"/>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72"/>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72"/>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72"/>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72"/>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72"/>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72"/>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72"/>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72"/>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72"/>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72"/>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72"/>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72"/>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72"/>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72"/>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72"/>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72"/>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72"/>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72"/>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72"/>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72"/>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72"/>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72"/>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72"/>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72"/>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72"/>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72"/>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72"/>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72"/>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72"/>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72"/>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72"/>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72"/>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72"/>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72"/>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72"/>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72"/>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72"/>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72"/>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72"/>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72"/>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72"/>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72"/>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72"/>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72"/>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72"/>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72"/>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72"/>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72"/>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72"/>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72"/>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72"/>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72"/>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72"/>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72"/>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72"/>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72"/>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72"/>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72"/>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72"/>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72"/>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72"/>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72"/>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72"/>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72"/>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72"/>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72"/>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72"/>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72"/>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72"/>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72"/>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72"/>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72"/>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72"/>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72"/>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72"/>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72"/>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72"/>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72"/>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72"/>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72"/>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72"/>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72"/>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72"/>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72"/>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72"/>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72"/>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72"/>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72"/>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72"/>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72"/>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72"/>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72"/>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72"/>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72"/>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72"/>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72"/>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72"/>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72"/>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72"/>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72"/>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72"/>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72"/>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72"/>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72"/>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72"/>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72"/>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72"/>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72"/>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72"/>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72"/>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72"/>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72"/>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72"/>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72"/>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72"/>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72"/>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72"/>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72"/>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72"/>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72"/>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72"/>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72"/>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72"/>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72"/>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72"/>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72"/>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72"/>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72"/>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72"/>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72"/>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72"/>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72"/>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72"/>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72"/>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72"/>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72"/>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72"/>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72"/>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72"/>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72"/>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72"/>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72"/>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72"/>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72"/>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72"/>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72"/>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72"/>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72"/>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72"/>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72"/>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72"/>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72"/>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72"/>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72"/>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72"/>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72"/>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72"/>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72"/>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72"/>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72"/>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72"/>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72"/>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72"/>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72"/>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72"/>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72"/>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72"/>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72"/>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72"/>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72"/>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72"/>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72"/>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72"/>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72"/>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72"/>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72"/>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72"/>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72"/>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72"/>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72"/>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72"/>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72"/>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72"/>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72"/>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72"/>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72"/>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72"/>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72"/>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72"/>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72"/>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72"/>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72"/>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72"/>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72"/>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72"/>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72"/>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72"/>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72"/>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72"/>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72"/>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72"/>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72"/>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72"/>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72"/>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72"/>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72"/>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72"/>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72"/>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72"/>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72"/>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72"/>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72"/>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72"/>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72"/>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72"/>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72"/>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72"/>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72"/>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72"/>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72"/>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72"/>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72"/>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72"/>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72"/>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72"/>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72"/>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72"/>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72"/>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72"/>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72"/>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72"/>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72"/>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72"/>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72"/>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72"/>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72"/>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72"/>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72"/>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72"/>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72"/>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72"/>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72"/>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72"/>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72"/>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72"/>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72"/>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72"/>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72"/>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72"/>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72"/>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72"/>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72"/>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72"/>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72"/>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72"/>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72"/>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72"/>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72"/>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72"/>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72"/>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72"/>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72"/>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72"/>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72"/>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72"/>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72"/>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72"/>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72"/>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72"/>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72"/>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72"/>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72"/>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72"/>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72"/>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72"/>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72"/>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72"/>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72"/>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72"/>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72"/>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72"/>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72"/>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72"/>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72"/>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72"/>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72"/>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72"/>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72"/>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72"/>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72"/>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72"/>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72"/>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72"/>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72"/>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72"/>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72"/>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72"/>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72"/>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72"/>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72"/>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72"/>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72"/>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72"/>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72"/>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72"/>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72"/>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72"/>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72"/>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72"/>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72"/>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72"/>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72"/>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72"/>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72"/>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72"/>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72"/>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72"/>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72"/>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72"/>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72"/>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72"/>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72"/>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72"/>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72"/>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72"/>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72"/>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72"/>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72"/>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72"/>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72"/>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72"/>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72"/>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72"/>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72"/>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72"/>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72"/>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72"/>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72"/>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72"/>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72"/>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72"/>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72"/>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72"/>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72"/>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72"/>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72"/>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72"/>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72"/>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72"/>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72"/>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72"/>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72"/>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72"/>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72"/>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72"/>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72"/>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72"/>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72"/>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72"/>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72"/>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72"/>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72"/>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72"/>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72"/>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72"/>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72"/>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72"/>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72"/>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72"/>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72"/>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72"/>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72"/>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72"/>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72"/>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72"/>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72"/>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72"/>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72"/>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72"/>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72"/>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72"/>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72"/>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72"/>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72"/>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72"/>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72"/>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72"/>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72"/>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72"/>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72"/>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72"/>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72"/>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72"/>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72"/>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72"/>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72"/>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72"/>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72"/>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72"/>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72"/>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72"/>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72"/>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72"/>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72"/>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72"/>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72"/>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72"/>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72"/>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72"/>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72"/>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72"/>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72"/>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72"/>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72"/>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72"/>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72"/>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72"/>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72"/>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72"/>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72"/>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72"/>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72"/>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72"/>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72"/>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72"/>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72"/>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72"/>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72"/>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72"/>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72"/>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72"/>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72"/>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72"/>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72"/>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72"/>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72"/>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72"/>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72"/>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72"/>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72"/>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72"/>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72"/>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72"/>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72"/>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72"/>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72"/>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72"/>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72"/>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72"/>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72"/>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72"/>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72"/>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72"/>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72"/>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72"/>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72"/>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72"/>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72"/>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72"/>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72"/>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72"/>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72"/>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72"/>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72"/>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72"/>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72"/>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72"/>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72"/>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72"/>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72"/>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72"/>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72"/>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72"/>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72"/>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72"/>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72"/>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72"/>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72"/>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72"/>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72"/>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72"/>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72"/>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72"/>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72"/>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72"/>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72"/>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72"/>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72"/>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72"/>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72"/>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72"/>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72"/>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72"/>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72"/>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72"/>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72"/>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72"/>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72"/>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72"/>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72"/>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72"/>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72"/>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72"/>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72"/>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72"/>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72"/>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72"/>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72"/>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72"/>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72"/>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72"/>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72"/>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72"/>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72"/>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72"/>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72"/>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72"/>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72"/>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72"/>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72"/>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72"/>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72"/>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72"/>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72"/>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72"/>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72"/>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72"/>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72"/>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72"/>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72"/>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72"/>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72"/>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72"/>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72"/>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72"/>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72"/>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72"/>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72"/>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72"/>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72"/>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72"/>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72"/>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72"/>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72"/>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72"/>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72"/>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72"/>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72"/>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72"/>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72"/>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72"/>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72"/>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72"/>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72"/>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72"/>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72"/>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72"/>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72"/>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72"/>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72"/>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72"/>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72"/>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72"/>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72"/>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72"/>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72"/>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72"/>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72"/>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72"/>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72"/>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72"/>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72"/>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72"/>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72"/>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72"/>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72"/>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72"/>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72"/>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72"/>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72"/>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72"/>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72"/>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72"/>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72"/>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72"/>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72"/>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72"/>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72"/>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72"/>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72"/>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72"/>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72"/>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72"/>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72"/>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72"/>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72"/>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72"/>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72"/>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72"/>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72"/>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72"/>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72"/>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72"/>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72"/>
            <p:cNvSpPr/>
            <p:nvPr/>
          </p:nvSpPr>
          <p:spPr>
            <a:xfrm>
              <a:off x="2821609" y="1933425"/>
              <a:ext cx="0" cy="109"/>
            </a:xfrm>
            <a:custGeom>
              <a:rect b="b" l="l" r="r" t="t"/>
              <a:pathLst>
                <a:path extrusionOk="0" h="8" w="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72"/>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72"/>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72"/>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72"/>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72"/>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72"/>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72"/>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72"/>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72"/>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72"/>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72"/>
            <p:cNvSpPr/>
            <p:nvPr/>
          </p:nvSpPr>
          <p:spPr>
            <a:xfrm>
              <a:off x="2821324" y="1935950"/>
              <a:ext cx="0" cy="14"/>
            </a:xfrm>
            <a:custGeom>
              <a:rect b="b" l="l" r="r" t="t"/>
              <a:pathLst>
                <a:path extrusionOk="0" h="1" w="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72"/>
            <p:cNvSpPr/>
            <p:nvPr/>
          </p:nvSpPr>
          <p:spPr>
            <a:xfrm>
              <a:off x="2821609" y="1934945"/>
              <a:ext cx="0" cy="68"/>
            </a:xfrm>
            <a:custGeom>
              <a:rect b="b" l="l" r="r" t="t"/>
              <a:pathLst>
                <a:path extrusionOk="0" h="5" w="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72"/>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72"/>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72"/>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72"/>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72"/>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72"/>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72"/>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72"/>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72"/>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72"/>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72"/>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72"/>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72"/>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72"/>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72"/>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72"/>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72"/>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72"/>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72"/>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72"/>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72"/>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72"/>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72"/>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72"/>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72"/>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72"/>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72"/>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72"/>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72"/>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72"/>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72"/>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72"/>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72"/>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72"/>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72"/>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72"/>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72"/>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72"/>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72"/>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72"/>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72"/>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72"/>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72"/>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72"/>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72"/>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72"/>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72"/>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72"/>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72"/>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72"/>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72"/>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72"/>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72"/>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72"/>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72"/>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72"/>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72"/>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72"/>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72"/>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72"/>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72"/>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72"/>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72"/>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72"/>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72"/>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72"/>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72"/>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72"/>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72"/>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72"/>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72"/>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72"/>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72"/>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72"/>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72"/>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72"/>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72"/>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72"/>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72"/>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72"/>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72"/>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72"/>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72"/>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72"/>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72"/>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72"/>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72"/>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72"/>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72"/>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72"/>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72"/>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72"/>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72"/>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72"/>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72"/>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72"/>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72"/>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72"/>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72"/>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72"/>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72"/>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72"/>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72"/>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72"/>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72"/>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72"/>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72"/>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72"/>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72"/>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72"/>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72"/>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72"/>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72"/>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72"/>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72"/>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72"/>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72"/>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72"/>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72"/>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72"/>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72"/>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72"/>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72"/>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72"/>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72"/>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72"/>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72"/>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72"/>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72"/>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72"/>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72"/>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72"/>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72"/>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72"/>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72"/>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72"/>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72"/>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72"/>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72"/>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72"/>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72"/>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72"/>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72"/>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72"/>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72"/>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72"/>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72"/>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72"/>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72"/>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72"/>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72"/>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72"/>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72"/>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72"/>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72"/>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72"/>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72"/>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72"/>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72"/>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72"/>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72"/>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72"/>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72"/>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72"/>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72"/>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72"/>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72"/>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72"/>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72"/>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72"/>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72"/>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72"/>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72"/>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72"/>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72"/>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72"/>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72"/>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72"/>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72"/>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72"/>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72"/>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72"/>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72"/>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72"/>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72"/>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72"/>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72"/>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72"/>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72"/>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72"/>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72"/>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72"/>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72"/>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72"/>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72"/>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72"/>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72"/>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72"/>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72"/>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72"/>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72"/>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72"/>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72"/>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72"/>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72"/>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72"/>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72"/>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72"/>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72"/>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72"/>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72"/>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72"/>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72"/>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72"/>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72"/>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72"/>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72"/>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72"/>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72"/>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72"/>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72"/>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72"/>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72"/>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72"/>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72"/>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72"/>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72"/>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72"/>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72"/>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72"/>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72"/>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72"/>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72"/>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72"/>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72"/>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72"/>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72"/>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72"/>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72"/>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72"/>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72"/>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72"/>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72"/>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72"/>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72"/>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72"/>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72"/>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72"/>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72"/>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72"/>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72"/>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72"/>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72"/>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72"/>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72"/>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72"/>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72"/>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72"/>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72"/>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72"/>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72"/>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72"/>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72"/>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72"/>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72"/>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72"/>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72"/>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72"/>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72"/>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72"/>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72"/>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72"/>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72"/>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72"/>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72"/>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72"/>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72"/>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72"/>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72"/>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72"/>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72"/>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72"/>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72"/>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72"/>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72"/>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72"/>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72"/>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72"/>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72"/>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72"/>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72"/>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72"/>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72"/>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72"/>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72"/>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72"/>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72"/>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72"/>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72"/>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72"/>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72"/>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72"/>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72"/>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72"/>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72"/>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72"/>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72"/>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72"/>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72"/>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72"/>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72"/>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72"/>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72"/>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72"/>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72"/>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72"/>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72"/>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72"/>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72"/>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72"/>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72"/>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72"/>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72"/>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72"/>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72"/>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72"/>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72"/>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72"/>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72"/>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72"/>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72"/>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72"/>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72"/>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72"/>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72"/>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72"/>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72"/>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72"/>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72"/>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72"/>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72"/>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72"/>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72"/>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72"/>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72"/>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72"/>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72"/>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72"/>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72"/>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72"/>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72"/>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72"/>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72"/>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72"/>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72"/>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72"/>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72"/>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72"/>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72"/>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72"/>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72"/>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72"/>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72"/>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72"/>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72"/>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72"/>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72"/>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72"/>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72"/>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72"/>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72"/>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72"/>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72"/>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72"/>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72"/>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72"/>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72"/>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72"/>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72"/>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72"/>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72"/>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72"/>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72"/>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72"/>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72"/>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72"/>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72"/>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72"/>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72"/>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72"/>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72"/>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72"/>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72"/>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72"/>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72"/>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72"/>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72"/>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72"/>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72"/>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72"/>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72"/>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72"/>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72"/>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72"/>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72"/>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72"/>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72"/>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72"/>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72"/>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72"/>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72"/>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72"/>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72"/>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72"/>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72"/>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72"/>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72"/>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72"/>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72"/>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72"/>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72"/>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72"/>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72"/>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72"/>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72"/>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72"/>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72"/>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72"/>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72"/>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72"/>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72"/>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72"/>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72"/>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72"/>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72"/>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72"/>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72"/>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72"/>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72"/>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72"/>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72"/>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72"/>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72"/>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72"/>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72"/>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72"/>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72"/>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72"/>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72"/>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72"/>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72"/>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72"/>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72"/>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72"/>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72"/>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72"/>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72"/>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72"/>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72"/>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72"/>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72"/>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72"/>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72"/>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72"/>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72"/>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72"/>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72"/>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72"/>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72"/>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72"/>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72"/>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72"/>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72"/>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72"/>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72"/>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72"/>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72"/>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72"/>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72"/>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72"/>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72"/>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72"/>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72"/>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72"/>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72"/>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72"/>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72"/>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72"/>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72"/>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72"/>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72"/>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72"/>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72"/>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72"/>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72"/>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72"/>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72"/>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72"/>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72"/>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72"/>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72"/>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72"/>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72"/>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72"/>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72"/>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72"/>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72"/>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72"/>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72"/>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72"/>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72"/>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72"/>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72"/>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72"/>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72"/>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72"/>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72"/>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72"/>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72"/>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72"/>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72"/>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72"/>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72"/>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72"/>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72"/>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72"/>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72"/>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72"/>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72"/>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72"/>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72"/>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72"/>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72"/>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72"/>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72"/>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72"/>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72"/>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72"/>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72"/>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72"/>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72"/>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72"/>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72"/>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72"/>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72"/>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72"/>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72"/>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72"/>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72"/>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72"/>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72"/>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72"/>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72"/>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72"/>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72"/>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72"/>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72"/>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72"/>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72"/>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72"/>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72"/>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72"/>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72"/>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72"/>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72"/>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72"/>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72"/>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72"/>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72"/>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72"/>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72"/>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72"/>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72"/>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72"/>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72"/>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72"/>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72"/>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72"/>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72"/>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72"/>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72"/>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72"/>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72"/>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72"/>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72"/>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72"/>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72"/>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72"/>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72"/>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72"/>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72"/>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72"/>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72"/>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72"/>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72"/>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72"/>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72"/>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72"/>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72"/>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72"/>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72"/>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72"/>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72"/>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72"/>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72"/>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72"/>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72"/>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72"/>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72"/>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72"/>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72"/>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72"/>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72"/>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72"/>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72"/>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72"/>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72"/>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72"/>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72"/>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72"/>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72"/>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72"/>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72"/>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72"/>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72"/>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72"/>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72"/>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72"/>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72"/>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72"/>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72"/>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72"/>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72"/>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72"/>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72"/>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72"/>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72"/>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72"/>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72"/>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72"/>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72"/>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72"/>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72"/>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72"/>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72"/>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72"/>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72"/>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72"/>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72"/>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72"/>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72"/>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72"/>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72"/>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72"/>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72"/>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72"/>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72"/>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72"/>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72"/>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72"/>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72"/>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72"/>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72"/>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72"/>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72"/>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72"/>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72"/>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72"/>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72"/>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72"/>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72"/>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72"/>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72"/>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72"/>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72"/>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72"/>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72"/>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72"/>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72"/>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72"/>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72"/>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72"/>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72"/>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72"/>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72"/>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72"/>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72"/>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72"/>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72"/>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72"/>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72"/>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72"/>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72"/>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72"/>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72"/>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72"/>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72"/>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72"/>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72"/>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72"/>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72"/>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72"/>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72"/>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72"/>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72"/>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72"/>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72"/>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72"/>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72"/>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72"/>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72"/>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72"/>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72"/>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72"/>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72"/>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72"/>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72"/>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72"/>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72"/>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72"/>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72"/>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72"/>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72"/>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72"/>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72"/>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72"/>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72"/>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72"/>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72"/>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72"/>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72"/>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72"/>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72"/>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72"/>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72"/>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72"/>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72"/>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72"/>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72"/>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72"/>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72"/>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72"/>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72"/>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72"/>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72"/>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72"/>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72"/>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72"/>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72"/>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72"/>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72"/>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72"/>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72"/>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72"/>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72"/>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72"/>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72"/>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72"/>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72"/>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72"/>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72"/>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72"/>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72"/>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72"/>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72"/>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72"/>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72"/>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72"/>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72"/>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72"/>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72"/>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72"/>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72"/>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72"/>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72"/>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72"/>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72"/>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72"/>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72"/>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72"/>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72"/>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72"/>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72"/>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72"/>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72"/>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72"/>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72"/>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72"/>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72"/>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72"/>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72"/>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72"/>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72"/>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72"/>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72"/>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72"/>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72"/>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72"/>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72"/>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72"/>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72"/>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72"/>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72"/>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72"/>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72"/>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72"/>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72"/>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72"/>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72"/>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72"/>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72"/>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72"/>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72"/>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72"/>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72"/>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72"/>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72"/>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72"/>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72"/>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72"/>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72"/>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72"/>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72"/>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72"/>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72"/>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72"/>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72"/>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72"/>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72"/>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72"/>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72"/>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72"/>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72"/>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72"/>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72"/>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72"/>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72"/>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72"/>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72"/>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72"/>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72"/>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72"/>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72"/>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72"/>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72"/>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72"/>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72"/>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72"/>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72"/>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72"/>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72"/>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72"/>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72"/>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72"/>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72"/>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72"/>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72"/>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72"/>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72"/>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72"/>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72"/>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72"/>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72"/>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72"/>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72"/>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72"/>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72"/>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72"/>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72"/>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72"/>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72"/>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72"/>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72"/>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72"/>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72"/>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72"/>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72"/>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72"/>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72"/>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72"/>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72"/>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72"/>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72"/>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72"/>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72"/>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72"/>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72"/>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72"/>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72"/>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72"/>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72"/>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72"/>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72"/>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72"/>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72"/>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72"/>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72"/>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72"/>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72"/>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72"/>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72"/>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72"/>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72"/>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72"/>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72"/>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72"/>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72"/>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72"/>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72"/>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72"/>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72"/>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72"/>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72"/>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72"/>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72"/>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72"/>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72"/>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72"/>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72"/>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72"/>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72"/>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72"/>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72"/>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72"/>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72"/>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72"/>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72"/>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72"/>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72"/>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72"/>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72"/>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72"/>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72"/>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72"/>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72"/>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72"/>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72"/>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72"/>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72"/>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72"/>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72"/>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72"/>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72"/>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72"/>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72"/>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72"/>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72"/>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72"/>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72"/>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72"/>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72"/>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72"/>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72"/>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72"/>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72"/>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72"/>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72"/>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72"/>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72"/>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72"/>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72"/>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72"/>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72"/>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72"/>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72"/>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72"/>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72"/>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72"/>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72"/>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72"/>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72"/>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72"/>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72"/>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72"/>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72"/>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72"/>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72"/>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72"/>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72"/>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72"/>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72"/>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72"/>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72"/>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72"/>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72"/>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72"/>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72"/>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72"/>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72"/>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72"/>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72"/>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72"/>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72"/>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72"/>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72"/>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72"/>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72"/>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72"/>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72"/>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72"/>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72"/>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72"/>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72"/>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72"/>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72"/>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72"/>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72"/>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72"/>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72"/>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72"/>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72"/>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72"/>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72"/>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72"/>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72"/>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72"/>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72"/>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72"/>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72"/>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72"/>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72"/>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72"/>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72"/>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72"/>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72"/>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72"/>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72"/>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72"/>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72"/>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72"/>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72"/>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72"/>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72"/>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72"/>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72"/>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72"/>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72"/>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72"/>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72"/>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72"/>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72"/>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72"/>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72"/>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72"/>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72"/>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72"/>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72"/>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72"/>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72"/>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72"/>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72"/>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72"/>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72"/>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72"/>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72"/>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72"/>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72"/>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72"/>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72"/>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72"/>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72"/>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72"/>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72"/>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72"/>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72"/>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72"/>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72"/>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72"/>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72"/>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72"/>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72"/>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72"/>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72"/>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72"/>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72"/>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72"/>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72"/>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72"/>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72"/>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72"/>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72"/>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72"/>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72"/>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72"/>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72"/>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72"/>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72"/>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72"/>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72"/>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72"/>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72"/>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72"/>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72"/>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72"/>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72"/>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72"/>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72"/>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72"/>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72"/>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72"/>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72"/>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72"/>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72"/>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72"/>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72"/>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72"/>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72"/>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72"/>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72"/>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72"/>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72"/>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72"/>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72"/>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72"/>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72"/>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72"/>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72"/>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72"/>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72"/>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72"/>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72"/>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72"/>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72"/>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72"/>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72"/>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72"/>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72"/>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72"/>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72"/>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72"/>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72"/>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72"/>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72"/>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72"/>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72"/>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72"/>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72"/>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72"/>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72"/>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72"/>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72"/>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72"/>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72"/>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72"/>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72"/>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72"/>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72"/>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72"/>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72"/>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72"/>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72"/>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72"/>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72"/>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72"/>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72"/>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72"/>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72"/>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72"/>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72"/>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72"/>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72"/>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72"/>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72"/>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72"/>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72"/>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72"/>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72"/>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72"/>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72"/>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72"/>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72"/>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72"/>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72"/>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72"/>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72"/>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72"/>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72"/>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72"/>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72"/>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72"/>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72"/>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72"/>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72"/>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72"/>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72"/>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72"/>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72"/>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72"/>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72"/>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72"/>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72"/>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72"/>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72"/>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72"/>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72"/>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72"/>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72"/>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72"/>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72"/>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72"/>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72"/>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72"/>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72"/>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72"/>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72"/>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72"/>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72"/>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72"/>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72"/>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72"/>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72"/>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72"/>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72"/>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72"/>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72"/>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72"/>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72"/>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72"/>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72"/>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72"/>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72"/>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72"/>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72"/>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72"/>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72"/>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72"/>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72"/>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72"/>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72"/>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72"/>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72"/>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72"/>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72"/>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72"/>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72"/>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72"/>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72"/>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72"/>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72"/>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72"/>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72"/>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72"/>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72"/>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72"/>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72"/>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72"/>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72"/>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72"/>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72"/>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72"/>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72"/>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72"/>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72"/>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72"/>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72"/>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72"/>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72"/>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72"/>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72"/>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72"/>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72"/>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72"/>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72"/>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72"/>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72"/>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72"/>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72"/>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72"/>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72"/>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72"/>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72"/>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72"/>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72"/>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72"/>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72"/>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72"/>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72"/>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72"/>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72"/>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72"/>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72"/>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72"/>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72"/>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72"/>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72"/>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72"/>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72"/>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72"/>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72"/>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72"/>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72"/>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72"/>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72"/>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72"/>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72"/>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72"/>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72"/>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72"/>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72"/>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72"/>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72"/>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72"/>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72"/>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72"/>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72"/>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72"/>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72"/>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72"/>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72"/>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72"/>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72"/>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72"/>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72"/>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72"/>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72"/>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72"/>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72"/>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72"/>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72"/>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72"/>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72"/>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72"/>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72"/>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72"/>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72"/>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72"/>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72"/>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72"/>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72"/>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72"/>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72"/>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72"/>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72"/>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72"/>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72"/>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72"/>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72"/>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72"/>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72"/>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72"/>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72"/>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72"/>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72"/>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72"/>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72"/>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72"/>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72"/>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72"/>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72"/>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72"/>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72"/>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72"/>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72"/>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72"/>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72"/>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72"/>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72"/>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72"/>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72"/>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72"/>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72"/>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72"/>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72"/>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72"/>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72"/>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72"/>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72"/>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72"/>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72"/>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72"/>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72"/>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72"/>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72"/>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72"/>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72"/>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72"/>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72"/>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72"/>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72"/>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72"/>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72"/>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72"/>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72"/>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72"/>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72"/>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72"/>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72"/>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72"/>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72"/>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72"/>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72"/>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72"/>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72"/>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72"/>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72"/>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72"/>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72"/>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72"/>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72"/>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72"/>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72"/>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72"/>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72"/>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72"/>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72"/>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72"/>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72"/>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72"/>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72"/>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72"/>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72"/>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72"/>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72"/>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72"/>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72"/>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72"/>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72"/>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72"/>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72"/>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72"/>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72"/>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72"/>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72"/>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72"/>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72"/>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72"/>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72"/>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72"/>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72"/>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72"/>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72"/>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72"/>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72"/>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72"/>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72"/>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72"/>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72"/>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72"/>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72"/>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72"/>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72"/>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72"/>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72"/>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72"/>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72"/>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72"/>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72"/>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72"/>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72"/>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72"/>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72"/>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72"/>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72"/>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72"/>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72"/>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72"/>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72"/>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72"/>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72"/>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72"/>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72"/>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72"/>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72"/>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72"/>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72"/>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72"/>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72"/>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72"/>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72"/>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72"/>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72"/>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72"/>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72"/>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72"/>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72"/>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72"/>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72"/>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72"/>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72"/>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72"/>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72"/>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72"/>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72"/>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72"/>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72"/>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72"/>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72"/>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72"/>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72"/>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72"/>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72"/>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72"/>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72"/>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72"/>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72"/>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72"/>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72"/>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72"/>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72"/>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72"/>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72"/>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72"/>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72"/>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72"/>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72"/>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72"/>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72"/>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72"/>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72"/>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72"/>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72"/>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72"/>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72"/>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72"/>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72"/>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72"/>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72"/>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72"/>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72"/>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72"/>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72"/>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72"/>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72"/>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72"/>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72"/>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72"/>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72"/>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72"/>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72"/>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72"/>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72"/>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72"/>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72"/>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72"/>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72"/>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72"/>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72"/>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72"/>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72"/>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72"/>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72"/>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72"/>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72"/>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72"/>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72"/>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72"/>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72"/>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72"/>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72"/>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72"/>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72"/>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72"/>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72"/>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72"/>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72"/>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72"/>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72"/>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72"/>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72"/>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72"/>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72"/>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72"/>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72"/>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72"/>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72"/>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72"/>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72"/>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72"/>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72"/>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72"/>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72"/>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72"/>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72"/>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72"/>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72"/>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72"/>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72"/>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72"/>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72"/>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72"/>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72"/>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72"/>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72"/>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72"/>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72"/>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72"/>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72"/>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72"/>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72"/>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72"/>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72"/>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72"/>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72"/>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72"/>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72"/>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72"/>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72"/>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72"/>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72"/>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72"/>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72"/>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72"/>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72"/>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72"/>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72"/>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72"/>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72"/>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72"/>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72"/>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72"/>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72"/>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72"/>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72"/>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72"/>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72"/>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72"/>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72"/>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72"/>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72"/>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72"/>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72"/>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72"/>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72"/>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72"/>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72"/>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72"/>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72"/>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72"/>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72"/>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72"/>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72"/>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72"/>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72"/>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72"/>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72"/>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72"/>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72"/>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72"/>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72"/>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72"/>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72"/>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72"/>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72"/>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72"/>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72"/>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72"/>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72"/>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72"/>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72"/>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72"/>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72"/>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72"/>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72"/>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72"/>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72"/>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72"/>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72"/>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72"/>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72"/>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72"/>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72"/>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72"/>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72"/>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72"/>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72"/>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72"/>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72"/>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72"/>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72"/>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72"/>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72"/>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72"/>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72"/>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72"/>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72"/>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72"/>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72"/>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72"/>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72"/>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72"/>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72"/>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72"/>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72"/>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72"/>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72"/>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72"/>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72"/>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72"/>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72"/>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72"/>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72"/>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72"/>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72"/>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72"/>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72"/>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72"/>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72"/>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72"/>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72"/>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72"/>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72"/>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72"/>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72"/>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72"/>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72"/>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72"/>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72"/>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72"/>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72"/>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72"/>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72"/>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72"/>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72"/>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72"/>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72"/>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72"/>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72"/>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72"/>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72"/>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72"/>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72"/>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72"/>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72"/>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72"/>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72"/>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72"/>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72"/>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72"/>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72"/>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72"/>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72"/>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72"/>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72"/>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72"/>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72"/>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72"/>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72"/>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72"/>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72"/>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72"/>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72"/>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72"/>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72"/>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72"/>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72"/>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72"/>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72"/>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72"/>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72"/>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72"/>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72"/>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72"/>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72"/>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72"/>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72"/>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72"/>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72"/>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72"/>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72"/>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72"/>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72"/>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72"/>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72"/>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72"/>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72"/>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72"/>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72"/>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72"/>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72"/>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72"/>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72"/>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72"/>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72"/>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72"/>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72"/>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72"/>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72"/>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72"/>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72"/>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72"/>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72"/>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72"/>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72"/>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72"/>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72"/>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72"/>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72"/>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72"/>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72"/>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72"/>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72"/>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72"/>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72"/>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72"/>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72"/>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72"/>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72"/>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72"/>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72"/>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72"/>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72"/>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72"/>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72"/>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72"/>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72"/>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72"/>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72"/>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72"/>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72"/>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72"/>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72"/>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72"/>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72"/>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72"/>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72"/>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72"/>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72"/>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72"/>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72"/>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72"/>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72"/>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72"/>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72"/>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72"/>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72"/>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72"/>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72"/>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72"/>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72"/>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72"/>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72"/>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72"/>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72"/>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72"/>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72"/>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72"/>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72"/>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72"/>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72"/>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72"/>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72"/>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72"/>
            <p:cNvSpPr/>
            <p:nvPr/>
          </p:nvSpPr>
          <p:spPr>
            <a:xfrm>
              <a:off x="2514119" y="1694678"/>
              <a:ext cx="149" cy="0"/>
            </a:xfrm>
            <a:custGeom>
              <a:rect b="b" l="l" r="r" t="t"/>
              <a:pathLst>
                <a:path extrusionOk="0" h="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72"/>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72"/>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72"/>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72"/>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72"/>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72"/>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72"/>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72"/>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72"/>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72"/>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72"/>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72"/>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72"/>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72"/>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72"/>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72"/>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72"/>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72"/>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72"/>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72"/>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72"/>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72"/>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72"/>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72"/>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72"/>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72"/>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72"/>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72"/>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72"/>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72"/>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72"/>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72"/>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72"/>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72"/>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72"/>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72"/>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72"/>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72"/>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72"/>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72"/>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72"/>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72"/>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72"/>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72"/>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72"/>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72"/>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72"/>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72"/>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72"/>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72"/>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72"/>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72"/>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72"/>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72"/>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72"/>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72"/>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72"/>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72"/>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72"/>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72"/>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72"/>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72"/>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72"/>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72"/>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72"/>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72"/>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72"/>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72"/>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72"/>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72"/>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72"/>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72"/>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72"/>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72"/>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72"/>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72"/>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72"/>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72"/>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72"/>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72"/>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72"/>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72"/>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72"/>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72"/>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72"/>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72"/>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72"/>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72"/>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72"/>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72"/>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72"/>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72"/>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72"/>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72"/>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72"/>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72"/>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72"/>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72"/>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72"/>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72"/>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72"/>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72"/>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72"/>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72"/>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72"/>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72"/>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72"/>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72"/>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72"/>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72"/>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72"/>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72"/>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72"/>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72"/>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72"/>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72"/>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72"/>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72"/>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72"/>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72"/>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72"/>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72"/>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72"/>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72"/>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72"/>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72"/>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72"/>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72"/>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72"/>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72"/>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72"/>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72"/>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72"/>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72"/>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72"/>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72"/>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72"/>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72"/>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72"/>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72"/>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72"/>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72"/>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72"/>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72"/>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72"/>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72"/>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72"/>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72"/>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72"/>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72"/>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72"/>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72"/>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72"/>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72"/>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72"/>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72"/>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72"/>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72"/>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72"/>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72"/>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72"/>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72"/>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72"/>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72"/>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72"/>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72"/>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72"/>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72"/>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72"/>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72"/>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72"/>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72"/>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72"/>
            <p:cNvSpPr/>
            <p:nvPr/>
          </p:nvSpPr>
          <p:spPr>
            <a:xfrm>
              <a:off x="2205720" y="1581265"/>
              <a:ext cx="14" cy="0"/>
            </a:xfrm>
            <a:custGeom>
              <a:rect b="b" l="l" r="r" t="t"/>
              <a:pathLst>
                <a:path extrusionOk="0" h="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72"/>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72"/>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72"/>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72"/>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72"/>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72"/>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72"/>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72"/>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72"/>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72"/>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72"/>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72"/>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72"/>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72"/>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72"/>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72"/>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72"/>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72"/>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72"/>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72"/>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72"/>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72"/>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72"/>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72"/>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72"/>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72"/>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72"/>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72"/>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72"/>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72"/>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72"/>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72"/>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72"/>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72"/>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72"/>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72"/>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72"/>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72"/>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72"/>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72"/>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72"/>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72"/>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72"/>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72"/>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72"/>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72"/>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72"/>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72"/>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72"/>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72"/>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72"/>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72"/>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72"/>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72"/>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72"/>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72"/>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72"/>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72"/>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72"/>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72"/>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72"/>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72"/>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72"/>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72"/>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72"/>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72"/>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72"/>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72"/>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72"/>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72"/>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72"/>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72"/>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72"/>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72"/>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72"/>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72"/>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72"/>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72"/>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72"/>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72"/>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72"/>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72"/>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72"/>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72"/>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72"/>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72"/>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72"/>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72"/>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72"/>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72"/>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72"/>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72"/>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72"/>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72"/>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72"/>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72"/>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72"/>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72"/>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72"/>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72"/>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72"/>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72"/>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72"/>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72"/>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72"/>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72"/>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72"/>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72"/>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72"/>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72"/>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72"/>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72"/>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72"/>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72"/>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72"/>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72"/>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72"/>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72"/>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72"/>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72"/>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72"/>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72"/>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72"/>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72"/>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72"/>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72"/>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72"/>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72"/>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72"/>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72"/>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72"/>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72"/>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72"/>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72"/>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72"/>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72"/>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72"/>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72"/>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72"/>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72"/>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72"/>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72"/>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72"/>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72"/>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72"/>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72"/>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72"/>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72"/>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72"/>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72"/>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72"/>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72"/>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72"/>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72"/>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72"/>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72"/>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72"/>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72"/>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72"/>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72"/>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72"/>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72"/>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72"/>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72"/>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72"/>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72"/>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72"/>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72"/>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72"/>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72"/>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72"/>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72"/>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72"/>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72"/>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72"/>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72"/>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72"/>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72"/>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72"/>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72"/>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72"/>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72"/>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72"/>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72"/>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72"/>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72"/>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72"/>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72"/>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72"/>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72"/>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72"/>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72"/>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72"/>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72"/>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72"/>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72"/>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72"/>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72"/>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72"/>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72"/>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72"/>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72"/>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72"/>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72"/>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72"/>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72"/>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72"/>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72"/>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72"/>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72"/>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72"/>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72"/>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72"/>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72"/>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72"/>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72"/>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72"/>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72"/>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72"/>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72"/>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72"/>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72"/>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72"/>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72"/>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72"/>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72"/>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72"/>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72"/>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72"/>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72"/>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72"/>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72"/>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72"/>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72"/>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72"/>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72"/>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72"/>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72"/>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72"/>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72"/>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72"/>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72"/>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72"/>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72"/>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72"/>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72"/>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72"/>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72"/>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72"/>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72"/>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72"/>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72"/>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72"/>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72"/>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72"/>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72"/>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72"/>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72"/>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72"/>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72"/>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72"/>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72"/>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72"/>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72"/>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72"/>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72"/>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72"/>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72"/>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72"/>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72"/>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72"/>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72"/>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72"/>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72"/>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72"/>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72"/>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72"/>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72"/>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72"/>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72"/>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72"/>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72"/>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72"/>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72"/>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72"/>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72"/>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72"/>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72"/>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72"/>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72"/>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72"/>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72"/>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72"/>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72"/>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72"/>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72"/>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72"/>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72"/>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72"/>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72"/>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72"/>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72"/>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72"/>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72"/>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72"/>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72"/>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72"/>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72"/>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72"/>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72"/>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72"/>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72"/>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72"/>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72"/>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72"/>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72"/>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72"/>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72"/>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72"/>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72"/>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72"/>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72"/>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72"/>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72"/>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72"/>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72"/>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72"/>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72"/>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72"/>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72"/>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72"/>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72"/>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72"/>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72"/>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72"/>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72"/>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72"/>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72"/>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72"/>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72"/>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72"/>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72"/>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72"/>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72"/>
            <p:cNvSpPr/>
            <p:nvPr/>
          </p:nvSpPr>
          <p:spPr>
            <a:xfrm>
              <a:off x="2291951" y="2116436"/>
              <a:ext cx="14" cy="0"/>
            </a:xfrm>
            <a:custGeom>
              <a:rect b="b" l="l" r="r" t="t"/>
              <a:pathLst>
                <a:path extrusionOk="0" h="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72"/>
            <p:cNvSpPr/>
            <p:nvPr/>
          </p:nvSpPr>
          <p:spPr>
            <a:xfrm>
              <a:off x="229256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72"/>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72"/>
            <p:cNvSpPr/>
            <p:nvPr/>
          </p:nvSpPr>
          <p:spPr>
            <a:xfrm>
              <a:off x="229313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72"/>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72"/>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72"/>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72"/>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72"/>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72"/>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72"/>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72"/>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72"/>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72"/>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72"/>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72"/>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72"/>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72"/>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72"/>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72"/>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72"/>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72"/>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72"/>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72"/>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72"/>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72"/>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72"/>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72"/>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72"/>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72"/>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72"/>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72"/>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72"/>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72"/>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72"/>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72"/>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72"/>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72"/>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72"/>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72"/>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72"/>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72"/>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72"/>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72"/>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72"/>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72"/>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72"/>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72"/>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72"/>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72"/>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72"/>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72"/>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72"/>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72"/>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72"/>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72"/>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72"/>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72"/>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72"/>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72"/>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72"/>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72"/>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72"/>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72"/>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72"/>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72"/>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72"/>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72"/>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72"/>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72"/>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72"/>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72"/>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72"/>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72"/>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72"/>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72"/>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72"/>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72"/>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72"/>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72"/>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72"/>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72"/>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72"/>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72"/>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72"/>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72"/>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72"/>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72"/>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72"/>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72"/>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72"/>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72"/>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72"/>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72"/>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72"/>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72"/>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72"/>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72"/>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72"/>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72"/>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72"/>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72"/>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72"/>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72"/>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72"/>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72"/>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72"/>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72"/>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72"/>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72"/>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72"/>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72"/>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72"/>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72"/>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72"/>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72"/>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72"/>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72"/>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72"/>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72"/>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72"/>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72"/>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72"/>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72"/>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72"/>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72"/>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72"/>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72"/>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72"/>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72"/>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72"/>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72"/>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72"/>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72"/>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72"/>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72"/>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72"/>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72"/>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72"/>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72"/>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72"/>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72"/>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72"/>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72"/>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72"/>
            <p:cNvSpPr/>
            <p:nvPr/>
          </p:nvSpPr>
          <p:spPr>
            <a:xfrm>
              <a:off x="2595449" y="1751378"/>
              <a:ext cx="0" cy="14"/>
            </a:xfrm>
            <a:custGeom>
              <a:rect b="b" l="l" r="r" t="t"/>
              <a:pathLst>
                <a:path extrusionOk="0" h="1" w="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72"/>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72"/>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72"/>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72"/>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72"/>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72"/>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72"/>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72"/>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72"/>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72"/>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72"/>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72"/>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72"/>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72"/>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72"/>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72"/>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72"/>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72"/>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72"/>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72"/>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72"/>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72"/>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72"/>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72"/>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72"/>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72"/>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72"/>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72"/>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72"/>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72"/>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72"/>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72"/>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72"/>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72"/>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72"/>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72"/>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72"/>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72"/>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72"/>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72"/>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72"/>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72"/>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72"/>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72"/>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72"/>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72"/>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72"/>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72"/>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72"/>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72"/>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72"/>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72"/>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72"/>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72"/>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72"/>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72"/>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72"/>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72"/>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72"/>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72"/>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72"/>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72"/>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72"/>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72"/>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72"/>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72"/>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72"/>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72"/>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72"/>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72"/>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72"/>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72"/>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72"/>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72"/>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72"/>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72"/>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72"/>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72"/>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72"/>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72"/>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72"/>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72"/>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72"/>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72"/>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72"/>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72"/>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72"/>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72"/>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72"/>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72"/>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72"/>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72"/>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72"/>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72"/>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72"/>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72"/>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72"/>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72"/>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72"/>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72"/>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72"/>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72"/>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72"/>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72"/>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72"/>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72"/>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72"/>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72"/>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72"/>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72"/>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72"/>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72"/>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72"/>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72"/>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72"/>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72"/>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72"/>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72"/>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72"/>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72"/>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72"/>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72"/>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72"/>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72"/>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72"/>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72"/>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72"/>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72"/>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72"/>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72"/>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72"/>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72"/>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72"/>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72"/>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72"/>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72"/>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72"/>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72"/>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72"/>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72"/>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72"/>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72"/>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72"/>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72"/>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72"/>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72"/>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72"/>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72"/>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72"/>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72"/>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72"/>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72"/>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72"/>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72"/>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72"/>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72"/>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72"/>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72"/>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72"/>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72"/>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72"/>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72"/>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72"/>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72"/>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72"/>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72"/>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72"/>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72"/>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72"/>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72"/>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72"/>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72"/>
            <p:cNvSpPr/>
            <p:nvPr/>
          </p:nvSpPr>
          <p:spPr>
            <a:xfrm>
              <a:off x="2962544" y="2114806"/>
              <a:ext cx="0" cy="14"/>
            </a:xfrm>
            <a:custGeom>
              <a:rect b="b" l="l" r="r" t="t"/>
              <a:pathLst>
                <a:path extrusionOk="0" h="1" w="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72"/>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72"/>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72"/>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72"/>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72"/>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72"/>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72"/>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72"/>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72"/>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72"/>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72"/>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72"/>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72"/>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72"/>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72"/>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72"/>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72"/>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72"/>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72"/>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72"/>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72"/>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72"/>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72"/>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72"/>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72"/>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72"/>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72"/>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72"/>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72"/>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72"/>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72"/>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72"/>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72"/>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72"/>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72"/>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72"/>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72"/>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72"/>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72"/>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72"/>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72"/>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72"/>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72"/>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72"/>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72"/>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72"/>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72"/>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72"/>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72"/>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72"/>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72"/>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72"/>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72"/>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72"/>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72"/>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72"/>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72"/>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72"/>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72"/>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72"/>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72"/>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72"/>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72"/>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72"/>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72"/>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72"/>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72"/>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72"/>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72"/>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72"/>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72"/>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72"/>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72"/>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72"/>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72"/>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72"/>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72"/>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72"/>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72"/>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72"/>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72"/>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72"/>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72"/>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72"/>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72"/>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72"/>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72"/>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72"/>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72"/>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72"/>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72"/>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72"/>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72"/>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72"/>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72"/>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72"/>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72"/>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72"/>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72"/>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72"/>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72"/>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72"/>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2" name="Google Shape;6852;p72"/>
          <p:cNvGrpSpPr/>
          <p:nvPr/>
        </p:nvGrpSpPr>
        <p:grpSpPr>
          <a:xfrm>
            <a:off x="3416804" y="902588"/>
            <a:ext cx="2310381" cy="1488888"/>
            <a:chOff x="229225" y="549050"/>
            <a:chExt cx="7161750" cy="4615275"/>
          </a:xfrm>
        </p:grpSpPr>
        <p:sp>
          <p:nvSpPr>
            <p:cNvPr id="6853" name="Google Shape;6853;p72"/>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72"/>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72"/>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72"/>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72"/>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72"/>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72"/>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72"/>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72"/>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72"/>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72"/>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72"/>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72"/>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72"/>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72"/>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72"/>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72"/>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72"/>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72"/>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72"/>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72"/>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72"/>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72"/>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72"/>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72"/>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72"/>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72"/>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72"/>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72"/>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72"/>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72"/>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72"/>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72"/>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72"/>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72"/>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72"/>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72"/>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72"/>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72"/>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72"/>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72"/>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72"/>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72"/>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72"/>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72"/>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72"/>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72"/>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72"/>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72"/>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72"/>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72"/>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72"/>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72"/>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72"/>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72"/>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72"/>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72"/>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72"/>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72"/>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72"/>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72"/>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72"/>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72"/>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72"/>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72"/>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72"/>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72"/>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72"/>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72"/>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72"/>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72"/>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72"/>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72"/>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72"/>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72"/>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72"/>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72"/>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72"/>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72"/>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72"/>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72"/>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72"/>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72"/>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72"/>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72"/>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72"/>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72"/>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72"/>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72"/>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72"/>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72"/>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72"/>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72"/>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72"/>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72"/>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72"/>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72"/>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72"/>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72"/>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72"/>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72"/>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72"/>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72"/>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72"/>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72"/>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72"/>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72"/>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72"/>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72"/>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72"/>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72"/>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72"/>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72"/>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72"/>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72"/>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72"/>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72"/>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0" name="Google Shape;6970;p72"/>
          <p:cNvGrpSpPr/>
          <p:nvPr/>
        </p:nvGrpSpPr>
        <p:grpSpPr>
          <a:xfrm>
            <a:off x="3514722" y="2832485"/>
            <a:ext cx="2310282" cy="1374222"/>
            <a:chOff x="238125" y="732525"/>
            <a:chExt cx="7130500" cy="4241425"/>
          </a:xfrm>
        </p:grpSpPr>
        <p:sp>
          <p:nvSpPr>
            <p:cNvPr id="6971" name="Google Shape;6971;p72"/>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72"/>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72"/>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72"/>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72"/>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72"/>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72"/>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72"/>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72"/>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72"/>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72"/>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72"/>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72"/>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72"/>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72"/>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72"/>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72"/>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72"/>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72"/>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72"/>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72"/>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72"/>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72"/>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72"/>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72"/>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72"/>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72"/>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72"/>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72"/>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72"/>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72"/>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72"/>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72"/>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72"/>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72"/>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72"/>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72"/>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72"/>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72"/>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72"/>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72"/>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72"/>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72"/>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72"/>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72"/>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72"/>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72"/>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72"/>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72"/>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72"/>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72"/>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72"/>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72"/>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72"/>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72"/>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72"/>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72"/>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72"/>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72"/>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72"/>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72"/>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72"/>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72"/>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72"/>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72"/>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72"/>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72"/>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72"/>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72"/>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72"/>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72"/>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72"/>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72"/>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72"/>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72"/>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72"/>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72"/>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72"/>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72"/>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72"/>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72"/>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72"/>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72"/>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72"/>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72"/>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72"/>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72"/>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72"/>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72"/>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72"/>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72"/>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72"/>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72"/>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72"/>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72"/>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72"/>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72"/>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72"/>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72"/>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72"/>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72"/>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72"/>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72"/>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72"/>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72"/>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72"/>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72"/>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72"/>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72"/>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72"/>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72"/>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72"/>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72"/>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72"/>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88" name="Shape 7088"/>
        <p:cNvGrpSpPr/>
        <p:nvPr/>
      </p:nvGrpSpPr>
      <p:grpSpPr>
        <a:xfrm>
          <a:off x="0" y="0"/>
          <a:ext cx="0" cy="0"/>
          <a:chOff x="0" y="0"/>
          <a:chExt cx="0" cy="0"/>
        </a:xfrm>
      </p:grpSpPr>
      <p:grpSp>
        <p:nvGrpSpPr>
          <p:cNvPr id="7089" name="Google Shape;7089;p73"/>
          <p:cNvGrpSpPr/>
          <p:nvPr/>
        </p:nvGrpSpPr>
        <p:grpSpPr>
          <a:xfrm>
            <a:off x="2100561" y="3398658"/>
            <a:ext cx="1102891" cy="760337"/>
            <a:chOff x="4967783" y="2151471"/>
            <a:chExt cx="3920692" cy="2702940"/>
          </a:xfrm>
        </p:grpSpPr>
        <p:grpSp>
          <p:nvGrpSpPr>
            <p:cNvPr id="7090" name="Google Shape;7090;p73"/>
            <p:cNvGrpSpPr/>
            <p:nvPr/>
          </p:nvGrpSpPr>
          <p:grpSpPr>
            <a:xfrm>
              <a:off x="5045709" y="2252109"/>
              <a:ext cx="3761071" cy="2501708"/>
              <a:chOff x="2691784" y="1805334"/>
              <a:chExt cx="3761071" cy="2501708"/>
            </a:xfrm>
          </p:grpSpPr>
          <p:sp>
            <p:nvSpPr>
              <p:cNvPr id="7091" name="Google Shape;7091;p73"/>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73"/>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73"/>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73"/>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73"/>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73"/>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73"/>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8" name="Google Shape;7098;p73"/>
            <p:cNvGrpSpPr/>
            <p:nvPr/>
          </p:nvGrpSpPr>
          <p:grpSpPr>
            <a:xfrm>
              <a:off x="4967783" y="2151471"/>
              <a:ext cx="3920692" cy="2702940"/>
              <a:chOff x="2613858" y="1704696"/>
              <a:chExt cx="3920692" cy="2702940"/>
            </a:xfrm>
          </p:grpSpPr>
          <p:sp>
            <p:nvSpPr>
              <p:cNvPr id="7099" name="Google Shape;7099;p73"/>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73"/>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73"/>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73"/>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73"/>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04" name="Google Shape;7104;p73"/>
          <p:cNvGrpSpPr/>
          <p:nvPr/>
        </p:nvGrpSpPr>
        <p:grpSpPr>
          <a:xfrm>
            <a:off x="3504470" y="1286935"/>
            <a:ext cx="1561911" cy="708580"/>
            <a:chOff x="3530532" y="1496185"/>
            <a:chExt cx="1561911" cy="708580"/>
          </a:xfrm>
        </p:grpSpPr>
        <p:grpSp>
          <p:nvGrpSpPr>
            <p:cNvPr id="7105" name="Google Shape;7105;p73"/>
            <p:cNvGrpSpPr/>
            <p:nvPr/>
          </p:nvGrpSpPr>
          <p:grpSpPr>
            <a:xfrm>
              <a:off x="3720318" y="1857562"/>
              <a:ext cx="1372125" cy="54"/>
              <a:chOff x="3720318" y="1857562"/>
              <a:chExt cx="1372125" cy="54"/>
            </a:xfrm>
          </p:grpSpPr>
          <p:cxnSp>
            <p:nvCxnSpPr>
              <p:cNvPr id="7106" name="Google Shape;7106;p73"/>
              <p:cNvCxnSpPr>
                <a:endCxn id="7107"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108" name="Google Shape;7108;p73"/>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109" name="Google Shape;7109;p73"/>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110" name="Google Shape;7110;p73"/>
              <p:cNvCxnSpPr>
                <a:stCxn id="7107"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7111" name="Google Shape;7111;p73"/>
            <p:cNvGrpSpPr/>
            <p:nvPr/>
          </p:nvGrpSpPr>
          <p:grpSpPr>
            <a:xfrm>
              <a:off x="3567462" y="1496185"/>
              <a:ext cx="286500" cy="272914"/>
              <a:chOff x="3567462" y="1496185"/>
              <a:chExt cx="286500" cy="272914"/>
            </a:xfrm>
          </p:grpSpPr>
          <p:cxnSp>
            <p:nvCxnSpPr>
              <p:cNvPr id="7112" name="Google Shape;7112;p73"/>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7113" name="Google Shape;7113;p73"/>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14" name="Google Shape;7114;p73"/>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73"/>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16" name="Google Shape;7116;p73"/>
            <p:cNvGrpSpPr/>
            <p:nvPr/>
          </p:nvGrpSpPr>
          <p:grpSpPr>
            <a:xfrm>
              <a:off x="3929014" y="1960574"/>
              <a:ext cx="286500" cy="242342"/>
              <a:chOff x="3929014" y="1960574"/>
              <a:chExt cx="286500" cy="242342"/>
            </a:xfrm>
          </p:grpSpPr>
          <p:cxnSp>
            <p:nvCxnSpPr>
              <p:cNvPr id="7117" name="Google Shape;7117;p73"/>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7118" name="Google Shape;7118;p73"/>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9" name="Google Shape;7119;p73"/>
            <p:cNvGrpSpPr/>
            <p:nvPr/>
          </p:nvGrpSpPr>
          <p:grpSpPr>
            <a:xfrm>
              <a:off x="4290828" y="1496185"/>
              <a:ext cx="286500" cy="272914"/>
              <a:chOff x="4290828" y="1496185"/>
              <a:chExt cx="286500" cy="272914"/>
            </a:xfrm>
          </p:grpSpPr>
          <p:cxnSp>
            <p:nvCxnSpPr>
              <p:cNvPr id="7120" name="Google Shape;7120;p73"/>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7121" name="Google Shape;7121;p73"/>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22" name="Google Shape;7122;p73"/>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73"/>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23" name="Google Shape;7123;p73"/>
            <p:cNvGrpSpPr/>
            <p:nvPr/>
          </p:nvGrpSpPr>
          <p:grpSpPr>
            <a:xfrm>
              <a:off x="4657726" y="1959674"/>
              <a:ext cx="286500" cy="245092"/>
              <a:chOff x="4657726" y="1959674"/>
              <a:chExt cx="286500" cy="245092"/>
            </a:xfrm>
          </p:grpSpPr>
          <p:cxnSp>
            <p:nvCxnSpPr>
              <p:cNvPr id="7124" name="Google Shape;7124;p73"/>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7125" name="Google Shape;7125;p73"/>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26" name="Google Shape;7126;p73"/>
          <p:cNvGrpSpPr/>
          <p:nvPr/>
        </p:nvGrpSpPr>
        <p:grpSpPr>
          <a:xfrm>
            <a:off x="3486489" y="2149032"/>
            <a:ext cx="1597032" cy="378649"/>
            <a:chOff x="3512551" y="2358282"/>
            <a:chExt cx="1597032" cy="378649"/>
          </a:xfrm>
        </p:grpSpPr>
        <p:grpSp>
          <p:nvGrpSpPr>
            <p:cNvPr id="7127" name="Google Shape;7127;p73"/>
            <p:cNvGrpSpPr/>
            <p:nvPr/>
          </p:nvGrpSpPr>
          <p:grpSpPr>
            <a:xfrm>
              <a:off x="3738198" y="2553002"/>
              <a:ext cx="1145834" cy="117"/>
              <a:chOff x="3738198" y="2553002"/>
              <a:chExt cx="1145834" cy="117"/>
            </a:xfrm>
          </p:grpSpPr>
          <p:cxnSp>
            <p:nvCxnSpPr>
              <p:cNvPr id="7128" name="Google Shape;7128;p73"/>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7129" name="Google Shape;7129;p73"/>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7130" name="Google Shape;7130;p73"/>
              <p:cNvCxnSpPr>
                <a:stCxn id="7131" idx="6"/>
                <a:endCxn id="7132"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7133" name="Google Shape;7133;p73"/>
            <p:cNvGrpSpPr/>
            <p:nvPr/>
          </p:nvGrpSpPr>
          <p:grpSpPr>
            <a:xfrm>
              <a:off x="3969644" y="2440153"/>
              <a:ext cx="225900" cy="296779"/>
              <a:chOff x="3969644" y="2440153"/>
              <a:chExt cx="225900" cy="296779"/>
            </a:xfrm>
          </p:grpSpPr>
          <p:cxnSp>
            <p:nvCxnSpPr>
              <p:cNvPr id="7134" name="Google Shape;7134;p73"/>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7132" name="Google Shape;7132;p73"/>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73"/>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6" name="Google Shape;7136;p73"/>
            <p:cNvGrpSpPr/>
            <p:nvPr/>
          </p:nvGrpSpPr>
          <p:grpSpPr>
            <a:xfrm>
              <a:off x="4426818" y="2358282"/>
              <a:ext cx="225600" cy="307471"/>
              <a:chOff x="4426818" y="2358282"/>
              <a:chExt cx="225600" cy="307471"/>
            </a:xfrm>
          </p:grpSpPr>
          <p:cxnSp>
            <p:nvCxnSpPr>
              <p:cNvPr id="7137" name="Google Shape;7137;p73"/>
              <p:cNvCxnSpPr>
                <a:stCxn id="7138"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7139" name="Google Shape;7139;p73"/>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73"/>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0" name="Google Shape;7140;p73"/>
            <p:cNvGrpSpPr/>
            <p:nvPr/>
          </p:nvGrpSpPr>
          <p:grpSpPr>
            <a:xfrm>
              <a:off x="4883984" y="2440153"/>
              <a:ext cx="225600" cy="296479"/>
              <a:chOff x="4883984" y="2440153"/>
              <a:chExt cx="225600" cy="296479"/>
            </a:xfrm>
          </p:grpSpPr>
          <p:cxnSp>
            <p:nvCxnSpPr>
              <p:cNvPr id="7141" name="Google Shape;7141;p73"/>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7142" name="Google Shape;7142;p73"/>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73"/>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4" name="Google Shape;7144;p73"/>
            <p:cNvGrpSpPr/>
            <p:nvPr/>
          </p:nvGrpSpPr>
          <p:grpSpPr>
            <a:xfrm>
              <a:off x="3512551" y="2358356"/>
              <a:ext cx="225647" cy="307629"/>
              <a:chOff x="2182679" y="2005014"/>
              <a:chExt cx="792300" cy="1080158"/>
            </a:xfrm>
          </p:grpSpPr>
          <p:cxnSp>
            <p:nvCxnSpPr>
              <p:cNvPr id="7145" name="Google Shape;7145;p73"/>
              <p:cNvCxnSpPr>
                <a:stCxn id="7146"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7131" name="Google Shape;7131;p73"/>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73"/>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47" name="Google Shape;7147;p73"/>
          <p:cNvGrpSpPr/>
          <p:nvPr/>
        </p:nvGrpSpPr>
        <p:grpSpPr>
          <a:xfrm>
            <a:off x="6846571" y="972829"/>
            <a:ext cx="1559809" cy="722610"/>
            <a:chOff x="634175" y="2986275"/>
            <a:chExt cx="3147949" cy="1458344"/>
          </a:xfrm>
        </p:grpSpPr>
        <p:cxnSp>
          <p:nvCxnSpPr>
            <p:cNvPr id="7148" name="Google Shape;7148;p73"/>
            <p:cNvCxnSpPr>
              <a:stCxn id="7149" idx="4"/>
              <a:endCxn id="7150"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7151" name="Google Shape;7151;p73"/>
            <p:cNvCxnSpPr>
              <a:stCxn id="7150" idx="0"/>
              <a:endCxn id="7152"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7153" name="Google Shape;7153;p73"/>
            <p:cNvCxnSpPr>
              <a:stCxn id="7152" idx="4"/>
              <a:endCxn id="7154"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7155" name="Google Shape;7155;p73"/>
            <p:cNvCxnSpPr>
              <a:stCxn id="7154" idx="0"/>
              <a:endCxn id="7156"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7156" name="Google Shape;7156;p73"/>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152" name="Google Shape;7152;p73"/>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149" name="Google Shape;7149;p73"/>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154" name="Google Shape;7154;p73"/>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150" name="Google Shape;7150;p73"/>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7157" name="Google Shape;7157;p73"/>
          <p:cNvGrpSpPr/>
          <p:nvPr/>
        </p:nvGrpSpPr>
        <p:grpSpPr>
          <a:xfrm>
            <a:off x="3500361" y="2682737"/>
            <a:ext cx="1570719" cy="294123"/>
            <a:chOff x="998425" y="1182125"/>
            <a:chExt cx="1065400" cy="199500"/>
          </a:xfrm>
        </p:grpSpPr>
        <p:sp>
          <p:nvSpPr>
            <p:cNvPr id="7158" name="Google Shape;7158;p73"/>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73"/>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73"/>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73"/>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73"/>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3" name="Google Shape;7163;p73"/>
          <p:cNvGrpSpPr/>
          <p:nvPr/>
        </p:nvGrpSpPr>
        <p:grpSpPr>
          <a:xfrm>
            <a:off x="6843617" y="1800224"/>
            <a:ext cx="1565716" cy="366729"/>
            <a:chOff x="1247650" y="2075423"/>
            <a:chExt cx="6648477" cy="1557238"/>
          </a:xfrm>
        </p:grpSpPr>
        <p:sp>
          <p:nvSpPr>
            <p:cNvPr id="7164" name="Google Shape;7164;p73"/>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73"/>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73"/>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73"/>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73"/>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73"/>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0" name="Google Shape;7170;p73"/>
          <p:cNvGrpSpPr/>
          <p:nvPr/>
        </p:nvGrpSpPr>
        <p:grpSpPr>
          <a:xfrm>
            <a:off x="6827929" y="2949039"/>
            <a:ext cx="1597061" cy="663440"/>
            <a:chOff x="6796238" y="3158297"/>
            <a:chExt cx="1630319" cy="677257"/>
          </a:xfrm>
        </p:grpSpPr>
        <p:cxnSp>
          <p:nvCxnSpPr>
            <p:cNvPr id="7171" name="Google Shape;7171;p73"/>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7172" name="Google Shape;7172;p73"/>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7173" name="Google Shape;7173;p73"/>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7174" name="Google Shape;7174;p73"/>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7175" name="Google Shape;7175;p73"/>
            <p:cNvGrpSpPr/>
            <p:nvPr/>
          </p:nvGrpSpPr>
          <p:grpSpPr>
            <a:xfrm>
              <a:off x="6796238" y="3311904"/>
              <a:ext cx="1630319" cy="377697"/>
              <a:chOff x="6796238" y="3311904"/>
              <a:chExt cx="1630319" cy="377697"/>
            </a:xfrm>
          </p:grpSpPr>
          <p:sp>
            <p:nvSpPr>
              <p:cNvPr id="7176" name="Google Shape;7176;p73"/>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73"/>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73"/>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79" name="Google Shape;7179;p73"/>
          <p:cNvGrpSpPr/>
          <p:nvPr/>
        </p:nvGrpSpPr>
        <p:grpSpPr>
          <a:xfrm>
            <a:off x="5349067" y="970431"/>
            <a:ext cx="1368606" cy="1593805"/>
            <a:chOff x="1839112" y="2209163"/>
            <a:chExt cx="1918159" cy="2233784"/>
          </a:xfrm>
        </p:grpSpPr>
        <p:sp>
          <p:nvSpPr>
            <p:cNvPr id="7180" name="Google Shape;7180;p73"/>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73"/>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73"/>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183" name="Google Shape;7183;p73"/>
            <p:cNvCxnSpPr>
              <a:stCxn id="7180" idx="6"/>
              <a:endCxn id="7181"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7184" name="Google Shape;7184;p73"/>
            <p:cNvCxnSpPr>
              <a:stCxn id="7181" idx="4"/>
              <a:endCxn id="7185"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7186" name="Google Shape;7186;p73"/>
            <p:cNvCxnSpPr>
              <a:stCxn id="7185" idx="6"/>
              <a:endCxn id="7182"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7187" name="Google Shape;7187;p73"/>
            <p:cNvCxnSpPr>
              <a:stCxn id="7182" idx="4"/>
              <a:endCxn id="7188"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7185" name="Google Shape;7185;p73"/>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73"/>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73"/>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190" name="Google Shape;7190;p73"/>
            <p:cNvCxnSpPr>
              <a:endCxn id="7189"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7191" name="Google Shape;7191;p73"/>
          <p:cNvGrpSpPr/>
          <p:nvPr/>
        </p:nvGrpSpPr>
        <p:grpSpPr>
          <a:xfrm>
            <a:off x="3481440" y="976667"/>
            <a:ext cx="1637968" cy="154942"/>
            <a:chOff x="238125" y="2506075"/>
            <a:chExt cx="7115411" cy="673075"/>
          </a:xfrm>
        </p:grpSpPr>
        <p:sp>
          <p:nvSpPr>
            <p:cNvPr id="7192" name="Google Shape;7192;p73"/>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73"/>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73"/>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73"/>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73"/>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7" name="Google Shape;7197;p73"/>
          <p:cNvGrpSpPr/>
          <p:nvPr/>
        </p:nvGrpSpPr>
        <p:grpSpPr>
          <a:xfrm>
            <a:off x="720125" y="1298264"/>
            <a:ext cx="2476762" cy="91743"/>
            <a:chOff x="1464850" y="436376"/>
            <a:chExt cx="6001362" cy="222300"/>
          </a:xfrm>
        </p:grpSpPr>
        <p:sp>
          <p:nvSpPr>
            <p:cNvPr id="7198" name="Google Shape;7198;p73"/>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73"/>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73"/>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73"/>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73"/>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203" name="Google Shape;7203;p73"/>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204" name="Google Shape;7204;p73"/>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205" name="Google Shape;7205;p73"/>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206" name="Google Shape;7206;p73"/>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7207" name="Google Shape;7207;p73"/>
          <p:cNvGrpSpPr/>
          <p:nvPr/>
        </p:nvGrpSpPr>
        <p:grpSpPr>
          <a:xfrm>
            <a:off x="706392" y="2533730"/>
            <a:ext cx="1452710" cy="651923"/>
            <a:chOff x="803162" y="2667727"/>
            <a:chExt cx="1411906" cy="633611"/>
          </a:xfrm>
        </p:grpSpPr>
        <p:cxnSp>
          <p:nvCxnSpPr>
            <p:cNvPr id="7208" name="Google Shape;7208;p73"/>
            <p:cNvCxnSpPr>
              <a:stCxn id="7209" idx="2"/>
              <a:endCxn id="7210"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211" name="Google Shape;7211;p73"/>
            <p:cNvCxnSpPr>
              <a:stCxn id="7212" idx="0"/>
              <a:endCxn id="7209"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213" name="Google Shape;7213;p73"/>
            <p:cNvCxnSpPr>
              <a:stCxn id="7212" idx="2"/>
              <a:endCxn id="7214"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215" name="Google Shape;7215;p73"/>
            <p:cNvCxnSpPr>
              <a:stCxn id="7216" idx="0"/>
              <a:endCxn id="7212"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217" name="Google Shape;7217;p73"/>
            <p:cNvCxnSpPr>
              <a:stCxn id="7210" idx="2"/>
              <a:endCxn id="7218"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219" name="Google Shape;7219;p73"/>
            <p:cNvCxnSpPr>
              <a:stCxn id="7220" idx="0"/>
              <a:endCxn id="7210"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7216" name="Google Shape;7216;p73"/>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214" name="Google Shape;7214;p73"/>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220" name="Google Shape;7220;p73"/>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218" name="Google Shape;7218;p73"/>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210" name="Google Shape;7210;p73"/>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212" name="Google Shape;7212;p73"/>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209" name="Google Shape;7209;p73"/>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7221" name="Google Shape;7221;p73"/>
          <p:cNvGrpSpPr/>
          <p:nvPr/>
        </p:nvGrpSpPr>
        <p:grpSpPr>
          <a:xfrm>
            <a:off x="706394" y="969268"/>
            <a:ext cx="2518541" cy="209309"/>
            <a:chOff x="803163" y="1111966"/>
            <a:chExt cx="2447800" cy="203430"/>
          </a:xfrm>
        </p:grpSpPr>
        <p:grpSp>
          <p:nvGrpSpPr>
            <p:cNvPr id="7222" name="Google Shape;7222;p73"/>
            <p:cNvGrpSpPr/>
            <p:nvPr/>
          </p:nvGrpSpPr>
          <p:grpSpPr>
            <a:xfrm>
              <a:off x="1958180" y="1111966"/>
              <a:ext cx="588019" cy="121396"/>
              <a:chOff x="4808316" y="2800065"/>
              <a:chExt cx="1999386" cy="412910"/>
            </a:xfrm>
          </p:grpSpPr>
          <p:sp>
            <p:nvSpPr>
              <p:cNvPr id="7223" name="Google Shape;7223;p73"/>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24" name="Google Shape;7224;p73"/>
              <p:cNvGrpSpPr/>
              <p:nvPr/>
            </p:nvGrpSpPr>
            <p:grpSpPr>
              <a:xfrm>
                <a:off x="4808316" y="2800065"/>
                <a:ext cx="92400" cy="411825"/>
                <a:chOff x="845575" y="2563700"/>
                <a:chExt cx="92400" cy="411825"/>
              </a:xfrm>
            </p:grpSpPr>
            <p:cxnSp>
              <p:nvCxnSpPr>
                <p:cNvPr id="7225" name="Google Shape;7225;p73"/>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226" name="Google Shape;7226;p73"/>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7227" name="Google Shape;7227;p73"/>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7228" name="Google Shape;7228;p73"/>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29" name="Google Shape;7229;p73"/>
            <p:cNvGrpSpPr/>
            <p:nvPr/>
          </p:nvGrpSpPr>
          <p:grpSpPr>
            <a:xfrm>
              <a:off x="803163" y="1111974"/>
              <a:ext cx="591158" cy="121545"/>
              <a:chOff x="803163" y="1111974"/>
              <a:chExt cx="591158" cy="121545"/>
            </a:xfrm>
          </p:grpSpPr>
          <p:grpSp>
            <p:nvGrpSpPr>
              <p:cNvPr id="7230" name="Google Shape;7230;p73"/>
              <p:cNvGrpSpPr/>
              <p:nvPr/>
            </p:nvGrpSpPr>
            <p:grpSpPr>
              <a:xfrm>
                <a:off x="803163" y="1111974"/>
                <a:ext cx="27175" cy="121077"/>
                <a:chOff x="845575" y="2563700"/>
                <a:chExt cx="92400" cy="411825"/>
              </a:xfrm>
            </p:grpSpPr>
            <p:cxnSp>
              <p:nvCxnSpPr>
                <p:cNvPr id="7231" name="Google Shape;7231;p73"/>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232" name="Google Shape;7232;p73"/>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33" name="Google Shape;7233;p73"/>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4" name="Google Shape;7234;p73"/>
            <p:cNvGrpSpPr/>
            <p:nvPr/>
          </p:nvGrpSpPr>
          <p:grpSpPr>
            <a:xfrm>
              <a:off x="1381910" y="1194219"/>
              <a:ext cx="588341" cy="121177"/>
              <a:chOff x="1381910" y="1194219"/>
              <a:chExt cx="588341" cy="121177"/>
            </a:xfrm>
          </p:grpSpPr>
          <p:grpSp>
            <p:nvGrpSpPr>
              <p:cNvPr id="7235" name="Google Shape;7235;p73"/>
              <p:cNvGrpSpPr/>
              <p:nvPr/>
            </p:nvGrpSpPr>
            <p:grpSpPr>
              <a:xfrm rot="10800000">
                <a:off x="1381910" y="1194319"/>
                <a:ext cx="27175" cy="121077"/>
                <a:chOff x="2070100" y="2563700"/>
                <a:chExt cx="92400" cy="411825"/>
              </a:xfrm>
            </p:grpSpPr>
            <p:cxnSp>
              <p:nvCxnSpPr>
                <p:cNvPr id="7236" name="Google Shape;7236;p73"/>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237" name="Google Shape;7237;p73"/>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38" name="Google Shape;7238;p73"/>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9" name="Google Shape;7239;p73"/>
            <p:cNvGrpSpPr/>
            <p:nvPr/>
          </p:nvGrpSpPr>
          <p:grpSpPr>
            <a:xfrm>
              <a:off x="2532079" y="1194219"/>
              <a:ext cx="704927" cy="121177"/>
              <a:chOff x="2532079" y="1194219"/>
              <a:chExt cx="704927" cy="121177"/>
            </a:xfrm>
          </p:grpSpPr>
          <p:grpSp>
            <p:nvGrpSpPr>
              <p:cNvPr id="7240" name="Google Shape;7240;p73"/>
              <p:cNvGrpSpPr/>
              <p:nvPr/>
            </p:nvGrpSpPr>
            <p:grpSpPr>
              <a:xfrm rot="10800000">
                <a:off x="2532079" y="1194319"/>
                <a:ext cx="27175" cy="121077"/>
                <a:chOff x="2070100" y="2563700"/>
                <a:chExt cx="92400" cy="411825"/>
              </a:xfrm>
            </p:grpSpPr>
            <p:cxnSp>
              <p:nvCxnSpPr>
                <p:cNvPr id="7241" name="Google Shape;7241;p73"/>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242" name="Google Shape;7242;p73"/>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43" name="Google Shape;7243;p73"/>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244" name="Google Shape;7244;p73"/>
          <p:cNvGrpSpPr/>
          <p:nvPr/>
        </p:nvGrpSpPr>
        <p:grpSpPr>
          <a:xfrm>
            <a:off x="3499404" y="3665900"/>
            <a:ext cx="1567778" cy="491677"/>
            <a:chOff x="5194708" y="3484366"/>
            <a:chExt cx="3148148" cy="987304"/>
          </a:xfrm>
        </p:grpSpPr>
        <p:grpSp>
          <p:nvGrpSpPr>
            <p:cNvPr id="7245" name="Google Shape;7245;p73"/>
            <p:cNvGrpSpPr/>
            <p:nvPr/>
          </p:nvGrpSpPr>
          <p:grpSpPr>
            <a:xfrm>
              <a:off x="7531521" y="3484366"/>
              <a:ext cx="811335" cy="987304"/>
              <a:chOff x="3379425" y="1617275"/>
              <a:chExt cx="1090650" cy="1327200"/>
            </a:xfrm>
          </p:grpSpPr>
          <p:sp>
            <p:nvSpPr>
              <p:cNvPr id="7246" name="Google Shape;7246;p73"/>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73"/>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73"/>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9" name="Google Shape;7249;p73"/>
            <p:cNvGrpSpPr/>
            <p:nvPr/>
          </p:nvGrpSpPr>
          <p:grpSpPr>
            <a:xfrm>
              <a:off x="6752546" y="3484366"/>
              <a:ext cx="811428" cy="987304"/>
              <a:chOff x="2332275" y="1617275"/>
              <a:chExt cx="1090775" cy="1327200"/>
            </a:xfrm>
          </p:grpSpPr>
          <p:sp>
            <p:nvSpPr>
              <p:cNvPr id="7250" name="Google Shape;7250;p73"/>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73"/>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73"/>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3" name="Google Shape;7253;p73"/>
            <p:cNvGrpSpPr/>
            <p:nvPr/>
          </p:nvGrpSpPr>
          <p:grpSpPr>
            <a:xfrm>
              <a:off x="5973664" y="3484366"/>
              <a:ext cx="811335" cy="987304"/>
              <a:chOff x="1285250" y="1617275"/>
              <a:chExt cx="1090650" cy="1327200"/>
            </a:xfrm>
          </p:grpSpPr>
          <p:sp>
            <p:nvSpPr>
              <p:cNvPr id="7254" name="Google Shape;7254;p73"/>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73"/>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73"/>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7" name="Google Shape;7257;p73"/>
            <p:cNvGrpSpPr/>
            <p:nvPr/>
          </p:nvGrpSpPr>
          <p:grpSpPr>
            <a:xfrm>
              <a:off x="5194708" y="3484366"/>
              <a:ext cx="811409" cy="987304"/>
              <a:chOff x="238125" y="1617275"/>
              <a:chExt cx="1090750" cy="1327200"/>
            </a:xfrm>
          </p:grpSpPr>
          <p:sp>
            <p:nvSpPr>
              <p:cNvPr id="7258" name="Google Shape;7258;p73"/>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73"/>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73"/>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261" name="Google Shape;7261;p73"/>
          <p:cNvGrpSpPr/>
          <p:nvPr/>
        </p:nvGrpSpPr>
        <p:grpSpPr>
          <a:xfrm>
            <a:off x="3460013" y="3146311"/>
            <a:ext cx="1616964" cy="346256"/>
            <a:chOff x="1808063" y="4294338"/>
            <a:chExt cx="3370782" cy="721817"/>
          </a:xfrm>
        </p:grpSpPr>
        <p:sp>
          <p:nvSpPr>
            <p:cNvPr id="7262" name="Google Shape;7262;p73"/>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73"/>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73"/>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73"/>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73"/>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73"/>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73"/>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73"/>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73"/>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73"/>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2" name="Google Shape;7272;p73"/>
          <p:cNvGrpSpPr/>
          <p:nvPr/>
        </p:nvGrpSpPr>
        <p:grpSpPr>
          <a:xfrm>
            <a:off x="738225" y="3432340"/>
            <a:ext cx="1295882" cy="646587"/>
            <a:chOff x="834100" y="3642869"/>
            <a:chExt cx="1259483" cy="628426"/>
          </a:xfrm>
        </p:grpSpPr>
        <p:sp>
          <p:nvSpPr>
            <p:cNvPr id="7273" name="Google Shape;7273;p73"/>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73"/>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73"/>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73"/>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73"/>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73"/>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73"/>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73"/>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73"/>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73"/>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73"/>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73"/>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73"/>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73"/>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73"/>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73"/>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73"/>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73"/>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73"/>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73"/>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73"/>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73"/>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73"/>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73"/>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73"/>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98" name="Google Shape;7298;p73"/>
            <p:cNvGrpSpPr/>
            <p:nvPr/>
          </p:nvGrpSpPr>
          <p:grpSpPr>
            <a:xfrm>
              <a:off x="1360364" y="3847835"/>
              <a:ext cx="208119" cy="224359"/>
              <a:chOff x="1360769" y="3847100"/>
              <a:chExt cx="208119" cy="224359"/>
            </a:xfrm>
          </p:grpSpPr>
          <p:sp>
            <p:nvSpPr>
              <p:cNvPr id="7299" name="Google Shape;7299;p73"/>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73"/>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73"/>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73"/>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73"/>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73"/>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73"/>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73"/>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73"/>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73"/>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73"/>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73"/>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73"/>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73"/>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73"/>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73"/>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73"/>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73"/>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73"/>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73"/>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19" name="Google Shape;7319;p73"/>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73"/>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73"/>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73"/>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73"/>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73"/>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73"/>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73"/>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73"/>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73"/>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73"/>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73"/>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73"/>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73"/>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3" name="Google Shape;7333;p73"/>
          <p:cNvGrpSpPr/>
          <p:nvPr/>
        </p:nvGrpSpPr>
        <p:grpSpPr>
          <a:xfrm rot="5400000">
            <a:off x="5951338" y="3228837"/>
            <a:ext cx="164064" cy="1414916"/>
            <a:chOff x="4428249" y="1369375"/>
            <a:chExt cx="36905" cy="429569"/>
          </a:xfrm>
        </p:grpSpPr>
        <p:sp>
          <p:nvSpPr>
            <p:cNvPr id="7334" name="Google Shape;7334;p73"/>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73"/>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73"/>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73"/>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73"/>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73"/>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73"/>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73"/>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73"/>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73"/>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73"/>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73"/>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73"/>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73"/>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73"/>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73"/>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73"/>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73"/>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73"/>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73"/>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73"/>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73"/>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73"/>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73"/>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73"/>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73"/>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73"/>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73"/>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73"/>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73"/>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73"/>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73"/>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6" name="Google Shape;7366;p73"/>
          <p:cNvGrpSpPr/>
          <p:nvPr/>
        </p:nvGrpSpPr>
        <p:grpSpPr>
          <a:xfrm flipH="1" rot="10800000">
            <a:off x="5323767" y="2817380"/>
            <a:ext cx="1419207" cy="24808"/>
            <a:chOff x="219558" y="4738465"/>
            <a:chExt cx="5852400" cy="102300"/>
          </a:xfrm>
        </p:grpSpPr>
        <p:cxnSp>
          <p:nvCxnSpPr>
            <p:cNvPr id="7367" name="Google Shape;7367;p73"/>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7368" name="Google Shape;7368;p73"/>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73"/>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73"/>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73"/>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73"/>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3" name="Google Shape;7373;p73"/>
          <p:cNvGrpSpPr/>
          <p:nvPr/>
        </p:nvGrpSpPr>
        <p:grpSpPr>
          <a:xfrm>
            <a:off x="5335086" y="3190444"/>
            <a:ext cx="1396570" cy="385016"/>
            <a:chOff x="5286284" y="2966544"/>
            <a:chExt cx="1396570" cy="385016"/>
          </a:xfrm>
        </p:grpSpPr>
        <p:cxnSp>
          <p:nvCxnSpPr>
            <p:cNvPr id="7374" name="Google Shape;7374;p73"/>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7375" name="Google Shape;7375;p73"/>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7376" name="Google Shape;7376;p73"/>
            <p:cNvGrpSpPr/>
            <p:nvPr/>
          </p:nvGrpSpPr>
          <p:grpSpPr>
            <a:xfrm>
              <a:off x="5287688" y="3173364"/>
              <a:ext cx="1395166" cy="74100"/>
              <a:chOff x="5287688" y="3173364"/>
              <a:chExt cx="1395166" cy="74100"/>
            </a:xfrm>
          </p:grpSpPr>
          <p:cxnSp>
            <p:nvCxnSpPr>
              <p:cNvPr id="7377" name="Google Shape;7377;p73"/>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7378" name="Google Shape;7378;p73"/>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7379" name="Google Shape;7379;p73"/>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380" name="Google Shape;7380;p73"/>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381" name="Google Shape;7381;p73"/>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382" name="Google Shape;7382;p73"/>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383" name="Google Shape;7383;p73"/>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384" name="Google Shape;7384;p73"/>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7385" name="Google Shape;7385;p73"/>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7386" name="Google Shape;7386;p73"/>
          <p:cNvGrpSpPr/>
          <p:nvPr/>
        </p:nvGrpSpPr>
        <p:grpSpPr>
          <a:xfrm>
            <a:off x="2021151" y="1609220"/>
            <a:ext cx="1182276" cy="662027"/>
            <a:chOff x="2029517" y="1732295"/>
            <a:chExt cx="1149068" cy="643432"/>
          </a:xfrm>
        </p:grpSpPr>
        <p:grpSp>
          <p:nvGrpSpPr>
            <p:cNvPr id="7387" name="Google Shape;7387;p73"/>
            <p:cNvGrpSpPr/>
            <p:nvPr/>
          </p:nvGrpSpPr>
          <p:grpSpPr>
            <a:xfrm>
              <a:off x="2708660" y="1746937"/>
              <a:ext cx="455427" cy="244429"/>
              <a:chOff x="2700693" y="1746937"/>
              <a:chExt cx="455427" cy="244429"/>
            </a:xfrm>
          </p:grpSpPr>
          <p:grpSp>
            <p:nvGrpSpPr>
              <p:cNvPr id="7388" name="Google Shape;7388;p73"/>
              <p:cNvGrpSpPr/>
              <p:nvPr/>
            </p:nvGrpSpPr>
            <p:grpSpPr>
              <a:xfrm>
                <a:off x="2905682" y="1782817"/>
                <a:ext cx="250438" cy="208549"/>
                <a:chOff x="2905682" y="1782817"/>
                <a:chExt cx="250438" cy="208549"/>
              </a:xfrm>
            </p:grpSpPr>
            <p:cxnSp>
              <p:nvCxnSpPr>
                <p:cNvPr id="7389" name="Google Shape;7389;p73"/>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390" name="Google Shape;7390;p73"/>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1" name="Google Shape;7391;p73"/>
              <p:cNvGrpSpPr/>
              <p:nvPr/>
            </p:nvGrpSpPr>
            <p:grpSpPr>
              <a:xfrm>
                <a:off x="2700693" y="1746937"/>
                <a:ext cx="449967" cy="72374"/>
                <a:chOff x="2700693" y="1746937"/>
                <a:chExt cx="449967" cy="72374"/>
              </a:xfrm>
            </p:grpSpPr>
            <p:cxnSp>
              <p:nvCxnSpPr>
                <p:cNvPr id="7392" name="Google Shape;7392;p73"/>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393" name="Google Shape;7393;p73"/>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94" name="Google Shape;7394;p73"/>
            <p:cNvGrpSpPr/>
            <p:nvPr/>
          </p:nvGrpSpPr>
          <p:grpSpPr>
            <a:xfrm>
              <a:off x="2029517" y="1732295"/>
              <a:ext cx="1149068" cy="643432"/>
              <a:chOff x="2029517" y="1732295"/>
              <a:chExt cx="1149068" cy="643432"/>
            </a:xfrm>
          </p:grpSpPr>
          <p:grpSp>
            <p:nvGrpSpPr>
              <p:cNvPr id="7395" name="Google Shape;7395;p73"/>
              <p:cNvGrpSpPr/>
              <p:nvPr/>
            </p:nvGrpSpPr>
            <p:grpSpPr>
              <a:xfrm>
                <a:off x="2703618" y="2103152"/>
                <a:ext cx="474966" cy="260017"/>
                <a:chOff x="2703618" y="2103152"/>
                <a:chExt cx="474966" cy="260017"/>
              </a:xfrm>
            </p:grpSpPr>
            <p:grpSp>
              <p:nvGrpSpPr>
                <p:cNvPr id="7396" name="Google Shape;7396;p73"/>
                <p:cNvGrpSpPr/>
                <p:nvPr/>
              </p:nvGrpSpPr>
              <p:grpSpPr>
                <a:xfrm>
                  <a:off x="2703618" y="2290640"/>
                  <a:ext cx="450291" cy="72529"/>
                  <a:chOff x="2703618" y="2290640"/>
                  <a:chExt cx="450291" cy="72529"/>
                </a:xfrm>
              </p:grpSpPr>
              <p:cxnSp>
                <p:nvCxnSpPr>
                  <p:cNvPr id="7397" name="Google Shape;7397;p73"/>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398" name="Google Shape;7398;p73"/>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9" name="Google Shape;7399;p73"/>
                <p:cNvGrpSpPr/>
                <p:nvPr/>
              </p:nvGrpSpPr>
              <p:grpSpPr>
                <a:xfrm>
                  <a:off x="2908607" y="2103152"/>
                  <a:ext cx="269977" cy="223538"/>
                  <a:chOff x="2908607" y="2103152"/>
                  <a:chExt cx="269977" cy="223538"/>
                </a:xfrm>
              </p:grpSpPr>
              <p:cxnSp>
                <p:nvCxnSpPr>
                  <p:cNvPr id="7400" name="Google Shape;7400;p73"/>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401" name="Google Shape;7401;p73"/>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02" name="Google Shape;7402;p73"/>
              <p:cNvGrpSpPr/>
              <p:nvPr/>
            </p:nvGrpSpPr>
            <p:grpSpPr>
              <a:xfrm>
                <a:off x="2029517" y="1732295"/>
                <a:ext cx="685827" cy="643432"/>
                <a:chOff x="2029517" y="1732295"/>
                <a:chExt cx="685827" cy="643432"/>
              </a:xfrm>
            </p:grpSpPr>
            <p:sp>
              <p:nvSpPr>
                <p:cNvPr id="7403" name="Google Shape;7403;p73"/>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04" name="Google Shape;7404;p73"/>
                <p:cNvGrpSpPr/>
                <p:nvPr/>
              </p:nvGrpSpPr>
              <p:grpSpPr>
                <a:xfrm>
                  <a:off x="2158948" y="1732295"/>
                  <a:ext cx="556396" cy="333108"/>
                  <a:chOff x="2158948" y="1732295"/>
                  <a:chExt cx="556396" cy="333108"/>
                </a:xfrm>
              </p:grpSpPr>
              <p:cxnSp>
                <p:nvCxnSpPr>
                  <p:cNvPr id="7405" name="Google Shape;7405;p73"/>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7406" name="Google Shape;7406;p73"/>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7" name="Google Shape;7407;p73"/>
                <p:cNvGrpSpPr/>
                <p:nvPr/>
              </p:nvGrpSpPr>
              <p:grpSpPr>
                <a:xfrm>
                  <a:off x="2159908" y="2065057"/>
                  <a:ext cx="550884" cy="310670"/>
                  <a:chOff x="2159908" y="2065057"/>
                  <a:chExt cx="550884" cy="310670"/>
                </a:xfrm>
              </p:grpSpPr>
              <p:cxnSp>
                <p:nvCxnSpPr>
                  <p:cNvPr id="7408" name="Google Shape;7408;p73"/>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7409" name="Google Shape;7409;p73"/>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7410" name="Google Shape;7410;p73"/>
          <p:cNvGrpSpPr/>
          <p:nvPr/>
        </p:nvGrpSpPr>
        <p:grpSpPr>
          <a:xfrm>
            <a:off x="706400" y="1556833"/>
            <a:ext cx="962651" cy="810058"/>
            <a:chOff x="844912" y="1681380"/>
            <a:chExt cx="935611" cy="787305"/>
          </a:xfrm>
        </p:grpSpPr>
        <p:grpSp>
          <p:nvGrpSpPr>
            <p:cNvPr id="7411" name="Google Shape;7411;p73"/>
            <p:cNvGrpSpPr/>
            <p:nvPr/>
          </p:nvGrpSpPr>
          <p:grpSpPr>
            <a:xfrm>
              <a:off x="844912" y="1819635"/>
              <a:ext cx="329836" cy="510016"/>
              <a:chOff x="844912" y="1819635"/>
              <a:chExt cx="329836" cy="510016"/>
            </a:xfrm>
          </p:grpSpPr>
          <p:sp>
            <p:nvSpPr>
              <p:cNvPr id="7412" name="Google Shape;7412;p73"/>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73"/>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73"/>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73"/>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73"/>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73"/>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8" name="Google Shape;7418;p73"/>
            <p:cNvGrpSpPr/>
            <p:nvPr/>
          </p:nvGrpSpPr>
          <p:grpSpPr>
            <a:xfrm>
              <a:off x="1284601" y="2158168"/>
              <a:ext cx="495923" cy="310517"/>
              <a:chOff x="1284601" y="2158168"/>
              <a:chExt cx="495923" cy="310517"/>
            </a:xfrm>
          </p:grpSpPr>
          <p:sp>
            <p:nvSpPr>
              <p:cNvPr id="7419" name="Google Shape;7419;p73"/>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20" name="Google Shape;7420;p73"/>
              <p:cNvGrpSpPr/>
              <p:nvPr/>
            </p:nvGrpSpPr>
            <p:grpSpPr>
              <a:xfrm>
                <a:off x="1507666" y="2158168"/>
                <a:ext cx="272858" cy="310517"/>
                <a:chOff x="1507666" y="2158168"/>
                <a:chExt cx="272858" cy="310517"/>
              </a:xfrm>
            </p:grpSpPr>
            <p:grpSp>
              <p:nvGrpSpPr>
                <p:cNvPr id="7421" name="Google Shape;7421;p73"/>
                <p:cNvGrpSpPr/>
                <p:nvPr/>
              </p:nvGrpSpPr>
              <p:grpSpPr>
                <a:xfrm>
                  <a:off x="1507666" y="2176104"/>
                  <a:ext cx="166395" cy="273149"/>
                  <a:chOff x="1507666" y="2176104"/>
                  <a:chExt cx="166395" cy="273149"/>
                </a:xfrm>
              </p:grpSpPr>
              <p:sp>
                <p:nvSpPr>
                  <p:cNvPr id="7422" name="Google Shape;7422;p73"/>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73"/>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73"/>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73"/>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73"/>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73"/>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73"/>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29" name="Google Shape;7429;p73"/>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73"/>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31" name="Google Shape;7431;p73"/>
            <p:cNvGrpSpPr/>
            <p:nvPr/>
          </p:nvGrpSpPr>
          <p:grpSpPr>
            <a:xfrm>
              <a:off x="1284601" y="1681380"/>
              <a:ext cx="495923" cy="310517"/>
              <a:chOff x="1284601" y="1681380"/>
              <a:chExt cx="495923" cy="310517"/>
            </a:xfrm>
          </p:grpSpPr>
          <p:sp>
            <p:nvSpPr>
              <p:cNvPr id="7432" name="Google Shape;7432;p73"/>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33" name="Google Shape;7433;p73"/>
              <p:cNvGrpSpPr/>
              <p:nvPr/>
            </p:nvGrpSpPr>
            <p:grpSpPr>
              <a:xfrm>
                <a:off x="1507666" y="1681380"/>
                <a:ext cx="272858" cy="310517"/>
                <a:chOff x="1507666" y="1681380"/>
                <a:chExt cx="272858" cy="310517"/>
              </a:xfrm>
            </p:grpSpPr>
            <p:grpSp>
              <p:nvGrpSpPr>
                <p:cNvPr id="7434" name="Google Shape;7434;p73"/>
                <p:cNvGrpSpPr/>
                <p:nvPr/>
              </p:nvGrpSpPr>
              <p:grpSpPr>
                <a:xfrm>
                  <a:off x="1507666" y="1700120"/>
                  <a:ext cx="166395" cy="272984"/>
                  <a:chOff x="1507666" y="1700120"/>
                  <a:chExt cx="166395" cy="272984"/>
                </a:xfrm>
              </p:grpSpPr>
              <p:sp>
                <p:nvSpPr>
                  <p:cNvPr id="7435" name="Google Shape;7435;p73"/>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73"/>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73"/>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73"/>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73"/>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73"/>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73"/>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42" name="Google Shape;7442;p73"/>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73"/>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444" name="Google Shape;7444;p73"/>
          <p:cNvGrpSpPr/>
          <p:nvPr/>
        </p:nvGrpSpPr>
        <p:grpSpPr>
          <a:xfrm>
            <a:off x="6815341" y="2324262"/>
            <a:ext cx="1622269" cy="552443"/>
            <a:chOff x="6894650" y="2574740"/>
            <a:chExt cx="1445100" cy="492111"/>
          </a:xfrm>
        </p:grpSpPr>
        <p:sp>
          <p:nvSpPr>
            <p:cNvPr id="7445" name="Google Shape;7445;p73"/>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73"/>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73"/>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73"/>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73"/>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450" name="Google Shape;7450;p73"/>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7451" name="Google Shape;7451;p73"/>
          <p:cNvGrpSpPr/>
          <p:nvPr/>
        </p:nvGrpSpPr>
        <p:grpSpPr>
          <a:xfrm>
            <a:off x="6834884" y="3698518"/>
            <a:ext cx="1583206" cy="475705"/>
            <a:chOff x="6953919" y="3907920"/>
            <a:chExt cx="1377300" cy="475705"/>
          </a:xfrm>
        </p:grpSpPr>
        <p:cxnSp>
          <p:nvCxnSpPr>
            <p:cNvPr id="7452" name="Google Shape;7452;p73"/>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7453" name="Google Shape;7453;p73"/>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7454" name="Google Shape;7454;p73"/>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7455" name="Google Shape;7455;p73"/>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7456" name="Google Shape;7456;p73"/>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7457" name="Google Shape;7457;p73"/>
          <p:cNvGrpSpPr/>
          <p:nvPr/>
        </p:nvGrpSpPr>
        <p:grpSpPr>
          <a:xfrm>
            <a:off x="2338472" y="2459663"/>
            <a:ext cx="836286" cy="824529"/>
            <a:chOff x="2389399" y="2595741"/>
            <a:chExt cx="812796" cy="801369"/>
          </a:xfrm>
        </p:grpSpPr>
        <p:grpSp>
          <p:nvGrpSpPr>
            <p:cNvPr id="7458" name="Google Shape;7458;p73"/>
            <p:cNvGrpSpPr/>
            <p:nvPr/>
          </p:nvGrpSpPr>
          <p:grpSpPr>
            <a:xfrm>
              <a:off x="2492145" y="2881565"/>
              <a:ext cx="607300" cy="229751"/>
              <a:chOff x="2492145" y="2881565"/>
              <a:chExt cx="607300" cy="229751"/>
            </a:xfrm>
          </p:grpSpPr>
          <p:sp>
            <p:nvSpPr>
              <p:cNvPr id="7459" name="Google Shape;7459;p73"/>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73"/>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73"/>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2" name="Google Shape;7462;p73"/>
            <p:cNvGrpSpPr/>
            <p:nvPr/>
          </p:nvGrpSpPr>
          <p:grpSpPr>
            <a:xfrm>
              <a:off x="2389399" y="2595741"/>
              <a:ext cx="812796" cy="296825"/>
              <a:chOff x="2389399" y="2595741"/>
              <a:chExt cx="812796" cy="296825"/>
            </a:xfrm>
          </p:grpSpPr>
          <p:grpSp>
            <p:nvGrpSpPr>
              <p:cNvPr id="7463" name="Google Shape;7463;p73"/>
              <p:cNvGrpSpPr/>
              <p:nvPr/>
            </p:nvGrpSpPr>
            <p:grpSpPr>
              <a:xfrm>
                <a:off x="2389399" y="2595741"/>
                <a:ext cx="363638" cy="296825"/>
                <a:chOff x="2389399" y="2595741"/>
                <a:chExt cx="363638" cy="296825"/>
              </a:xfrm>
            </p:grpSpPr>
            <p:grpSp>
              <p:nvGrpSpPr>
                <p:cNvPr id="7464" name="Google Shape;7464;p73"/>
                <p:cNvGrpSpPr/>
                <p:nvPr/>
              </p:nvGrpSpPr>
              <p:grpSpPr>
                <a:xfrm>
                  <a:off x="2493852" y="2794333"/>
                  <a:ext cx="259185" cy="98232"/>
                  <a:chOff x="2493852" y="2794333"/>
                  <a:chExt cx="259185" cy="98232"/>
                </a:xfrm>
              </p:grpSpPr>
              <p:sp>
                <p:nvSpPr>
                  <p:cNvPr id="7465" name="Google Shape;7465;p73"/>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73"/>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73"/>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8" name="Google Shape;7468;p73"/>
                <p:cNvGrpSpPr/>
                <p:nvPr/>
              </p:nvGrpSpPr>
              <p:grpSpPr>
                <a:xfrm>
                  <a:off x="2389399" y="2595741"/>
                  <a:ext cx="224343" cy="182054"/>
                  <a:chOff x="2389399" y="2595741"/>
                  <a:chExt cx="224343" cy="182054"/>
                </a:xfrm>
              </p:grpSpPr>
              <p:sp>
                <p:nvSpPr>
                  <p:cNvPr id="7469" name="Google Shape;7469;p73"/>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73"/>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71" name="Google Shape;7471;p73"/>
              <p:cNvGrpSpPr/>
              <p:nvPr/>
            </p:nvGrpSpPr>
            <p:grpSpPr>
              <a:xfrm>
                <a:off x="2683630" y="2595741"/>
                <a:ext cx="224334" cy="296825"/>
                <a:chOff x="2683630" y="2595741"/>
                <a:chExt cx="224334" cy="296825"/>
              </a:xfrm>
            </p:grpSpPr>
            <p:grpSp>
              <p:nvGrpSpPr>
                <p:cNvPr id="7472" name="Google Shape;7472;p73"/>
                <p:cNvGrpSpPr/>
                <p:nvPr/>
              </p:nvGrpSpPr>
              <p:grpSpPr>
                <a:xfrm>
                  <a:off x="2788083" y="2794333"/>
                  <a:ext cx="15356" cy="98232"/>
                  <a:chOff x="2788083" y="2794333"/>
                  <a:chExt cx="15356" cy="98232"/>
                </a:xfrm>
              </p:grpSpPr>
              <p:sp>
                <p:nvSpPr>
                  <p:cNvPr id="7473" name="Google Shape;7473;p73"/>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73"/>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73"/>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6" name="Google Shape;7476;p73"/>
                <p:cNvGrpSpPr/>
                <p:nvPr/>
              </p:nvGrpSpPr>
              <p:grpSpPr>
                <a:xfrm>
                  <a:off x="2683630" y="2595741"/>
                  <a:ext cx="224334" cy="182054"/>
                  <a:chOff x="2683630" y="2595741"/>
                  <a:chExt cx="224334" cy="182054"/>
                </a:xfrm>
              </p:grpSpPr>
              <p:sp>
                <p:nvSpPr>
                  <p:cNvPr id="7477" name="Google Shape;7477;p73"/>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73"/>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79" name="Google Shape;7479;p73"/>
              <p:cNvGrpSpPr/>
              <p:nvPr/>
            </p:nvGrpSpPr>
            <p:grpSpPr>
              <a:xfrm>
                <a:off x="2838475" y="2595741"/>
                <a:ext cx="363719" cy="296825"/>
                <a:chOff x="2838475" y="2595741"/>
                <a:chExt cx="363719" cy="296825"/>
              </a:xfrm>
            </p:grpSpPr>
            <p:grpSp>
              <p:nvGrpSpPr>
                <p:cNvPr id="7480" name="Google Shape;7480;p73"/>
                <p:cNvGrpSpPr/>
                <p:nvPr/>
              </p:nvGrpSpPr>
              <p:grpSpPr>
                <a:xfrm>
                  <a:off x="2838475" y="2794333"/>
                  <a:ext cx="259185" cy="98232"/>
                  <a:chOff x="2838475" y="2794333"/>
                  <a:chExt cx="259185" cy="98232"/>
                </a:xfrm>
              </p:grpSpPr>
              <p:sp>
                <p:nvSpPr>
                  <p:cNvPr id="7481" name="Google Shape;7481;p73"/>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73"/>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73"/>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4" name="Google Shape;7484;p73"/>
                <p:cNvGrpSpPr/>
                <p:nvPr/>
              </p:nvGrpSpPr>
              <p:grpSpPr>
                <a:xfrm>
                  <a:off x="2977852" y="2595741"/>
                  <a:ext cx="224343" cy="182054"/>
                  <a:chOff x="2977852" y="2595741"/>
                  <a:chExt cx="224343" cy="182054"/>
                </a:xfrm>
              </p:grpSpPr>
              <p:sp>
                <p:nvSpPr>
                  <p:cNvPr id="7485" name="Google Shape;7485;p73"/>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73"/>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487" name="Google Shape;7487;p73"/>
            <p:cNvGrpSpPr/>
            <p:nvPr/>
          </p:nvGrpSpPr>
          <p:grpSpPr>
            <a:xfrm>
              <a:off x="2389399" y="3100241"/>
              <a:ext cx="812796" cy="296869"/>
              <a:chOff x="2389399" y="3100241"/>
              <a:chExt cx="812796" cy="296869"/>
            </a:xfrm>
          </p:grpSpPr>
          <p:grpSp>
            <p:nvGrpSpPr>
              <p:cNvPr id="7488" name="Google Shape;7488;p73"/>
              <p:cNvGrpSpPr/>
              <p:nvPr/>
            </p:nvGrpSpPr>
            <p:grpSpPr>
              <a:xfrm>
                <a:off x="2683630" y="3100241"/>
                <a:ext cx="224334" cy="296869"/>
                <a:chOff x="2683630" y="3100241"/>
                <a:chExt cx="224334" cy="296869"/>
              </a:xfrm>
            </p:grpSpPr>
            <p:grpSp>
              <p:nvGrpSpPr>
                <p:cNvPr id="7489" name="Google Shape;7489;p73"/>
                <p:cNvGrpSpPr/>
                <p:nvPr/>
              </p:nvGrpSpPr>
              <p:grpSpPr>
                <a:xfrm>
                  <a:off x="2788083" y="3100241"/>
                  <a:ext cx="15356" cy="98237"/>
                  <a:chOff x="2788083" y="3100241"/>
                  <a:chExt cx="15356" cy="98237"/>
                </a:xfrm>
              </p:grpSpPr>
              <p:sp>
                <p:nvSpPr>
                  <p:cNvPr id="7490" name="Google Shape;7490;p73"/>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73"/>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73"/>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3" name="Google Shape;7493;p73"/>
                <p:cNvGrpSpPr/>
                <p:nvPr/>
              </p:nvGrpSpPr>
              <p:grpSpPr>
                <a:xfrm>
                  <a:off x="2683630" y="3215065"/>
                  <a:ext cx="224334" cy="182045"/>
                  <a:chOff x="2683630" y="3215065"/>
                  <a:chExt cx="224334" cy="182045"/>
                </a:xfrm>
              </p:grpSpPr>
              <p:sp>
                <p:nvSpPr>
                  <p:cNvPr id="7494" name="Google Shape;7494;p73"/>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73"/>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96" name="Google Shape;7496;p73"/>
              <p:cNvGrpSpPr/>
              <p:nvPr/>
            </p:nvGrpSpPr>
            <p:grpSpPr>
              <a:xfrm>
                <a:off x="2389399" y="3100241"/>
                <a:ext cx="363638" cy="296869"/>
                <a:chOff x="2389399" y="3100241"/>
                <a:chExt cx="363638" cy="296869"/>
              </a:xfrm>
            </p:grpSpPr>
            <p:grpSp>
              <p:nvGrpSpPr>
                <p:cNvPr id="7497" name="Google Shape;7497;p73"/>
                <p:cNvGrpSpPr/>
                <p:nvPr/>
              </p:nvGrpSpPr>
              <p:grpSpPr>
                <a:xfrm>
                  <a:off x="2493852" y="3100241"/>
                  <a:ext cx="259185" cy="98237"/>
                  <a:chOff x="2493852" y="3100241"/>
                  <a:chExt cx="259185" cy="98237"/>
                </a:xfrm>
              </p:grpSpPr>
              <p:sp>
                <p:nvSpPr>
                  <p:cNvPr id="7498" name="Google Shape;7498;p73"/>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73"/>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73"/>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1" name="Google Shape;7501;p73"/>
                <p:cNvGrpSpPr/>
                <p:nvPr/>
              </p:nvGrpSpPr>
              <p:grpSpPr>
                <a:xfrm>
                  <a:off x="2389399" y="3215065"/>
                  <a:ext cx="224343" cy="182045"/>
                  <a:chOff x="2389399" y="3215065"/>
                  <a:chExt cx="224343" cy="182045"/>
                </a:xfrm>
              </p:grpSpPr>
              <p:sp>
                <p:nvSpPr>
                  <p:cNvPr id="7502" name="Google Shape;7502;p73"/>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73"/>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04" name="Google Shape;7504;p73"/>
              <p:cNvGrpSpPr/>
              <p:nvPr/>
            </p:nvGrpSpPr>
            <p:grpSpPr>
              <a:xfrm>
                <a:off x="2838475" y="3100241"/>
                <a:ext cx="363719" cy="296869"/>
                <a:chOff x="2838475" y="3100241"/>
                <a:chExt cx="363719" cy="296869"/>
              </a:xfrm>
            </p:grpSpPr>
            <p:grpSp>
              <p:nvGrpSpPr>
                <p:cNvPr id="7505" name="Google Shape;7505;p73"/>
                <p:cNvGrpSpPr/>
                <p:nvPr/>
              </p:nvGrpSpPr>
              <p:grpSpPr>
                <a:xfrm>
                  <a:off x="2838475" y="3100241"/>
                  <a:ext cx="259185" cy="98237"/>
                  <a:chOff x="2838475" y="3100241"/>
                  <a:chExt cx="259185" cy="98237"/>
                </a:xfrm>
              </p:grpSpPr>
              <p:sp>
                <p:nvSpPr>
                  <p:cNvPr id="7506" name="Google Shape;7506;p73"/>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73"/>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73"/>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9" name="Google Shape;7509;p73"/>
                <p:cNvGrpSpPr/>
                <p:nvPr/>
              </p:nvGrpSpPr>
              <p:grpSpPr>
                <a:xfrm>
                  <a:off x="2977852" y="3215065"/>
                  <a:ext cx="224343" cy="182045"/>
                  <a:chOff x="2977852" y="3215065"/>
                  <a:chExt cx="224343" cy="182045"/>
                </a:xfrm>
              </p:grpSpPr>
              <p:sp>
                <p:nvSpPr>
                  <p:cNvPr id="7510" name="Google Shape;7510;p73"/>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73"/>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15" name="Shape 7515"/>
        <p:cNvGrpSpPr/>
        <p:nvPr/>
      </p:nvGrpSpPr>
      <p:grpSpPr>
        <a:xfrm>
          <a:off x="0" y="0"/>
          <a:ext cx="0" cy="0"/>
          <a:chOff x="0" y="0"/>
          <a:chExt cx="0" cy="0"/>
        </a:xfrm>
      </p:grpSpPr>
      <p:grpSp>
        <p:nvGrpSpPr>
          <p:cNvPr id="7516" name="Google Shape;7516;p74"/>
          <p:cNvGrpSpPr/>
          <p:nvPr/>
        </p:nvGrpSpPr>
        <p:grpSpPr>
          <a:xfrm>
            <a:off x="702075" y="3155925"/>
            <a:ext cx="2390414" cy="1024800"/>
            <a:chOff x="728925" y="3296613"/>
            <a:chExt cx="2390414" cy="1024800"/>
          </a:xfrm>
        </p:grpSpPr>
        <p:grpSp>
          <p:nvGrpSpPr>
            <p:cNvPr id="7517" name="Google Shape;7517;p74"/>
            <p:cNvGrpSpPr/>
            <p:nvPr/>
          </p:nvGrpSpPr>
          <p:grpSpPr>
            <a:xfrm>
              <a:off x="728925" y="3619800"/>
              <a:ext cx="2390414" cy="500893"/>
              <a:chOff x="728925" y="3619800"/>
              <a:chExt cx="2390414" cy="500893"/>
            </a:xfrm>
          </p:grpSpPr>
          <p:sp>
            <p:nvSpPr>
              <p:cNvPr id="7518" name="Google Shape;7518;p74"/>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519" name="Google Shape;7519;p74"/>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7520" name="Google Shape;7520;p74"/>
            <p:cNvGrpSpPr/>
            <p:nvPr/>
          </p:nvGrpSpPr>
          <p:grpSpPr>
            <a:xfrm>
              <a:off x="1348050" y="3296613"/>
              <a:ext cx="1706152" cy="1024800"/>
              <a:chOff x="1348050" y="3296613"/>
              <a:chExt cx="1706152" cy="1024800"/>
            </a:xfrm>
          </p:grpSpPr>
          <p:sp>
            <p:nvSpPr>
              <p:cNvPr id="7521" name="Google Shape;7521;p74"/>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522" name="Google Shape;7522;p74"/>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523" name="Google Shape;7523;p74"/>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524" name="Google Shape;7524;p74"/>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525" name="Google Shape;7525;p74"/>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7526" name="Google Shape;7526;p74"/>
            <p:cNvGrpSpPr/>
            <p:nvPr/>
          </p:nvGrpSpPr>
          <p:grpSpPr>
            <a:xfrm>
              <a:off x="1455707" y="3654858"/>
              <a:ext cx="1491150" cy="417657"/>
              <a:chOff x="1455707" y="3654858"/>
              <a:chExt cx="1491150" cy="417657"/>
            </a:xfrm>
          </p:grpSpPr>
          <p:sp>
            <p:nvSpPr>
              <p:cNvPr id="7527" name="Google Shape;7527;p74"/>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74"/>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74"/>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74"/>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74"/>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74"/>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74"/>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74"/>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74"/>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74"/>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74"/>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74"/>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74"/>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74"/>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74"/>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74"/>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74"/>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74"/>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74"/>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74"/>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7547" name="Google Shape;7547;p74"/>
          <p:cNvGraphicFramePr/>
          <p:nvPr/>
        </p:nvGraphicFramePr>
        <p:xfrm>
          <a:off x="5937775" y="2153837"/>
          <a:ext cx="3000000" cy="3000000"/>
        </p:xfrm>
        <a:graphic>
          <a:graphicData uri="http://schemas.openxmlformats.org/drawingml/2006/table">
            <a:tbl>
              <a:tblPr>
                <a:noFill/>
                <a:tableStyleId>{FF202CE9-8A72-434B-8F6F-3295CA98C065}</a:tableStyleId>
              </a:tblPr>
              <a:tblGrid>
                <a:gridCol w="626025"/>
                <a:gridCol w="626025"/>
                <a:gridCol w="626025"/>
                <a:gridCol w="626025"/>
              </a:tblGrid>
              <a:tr h="10000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7548" name="Google Shape;7548;p74"/>
          <p:cNvGrpSpPr/>
          <p:nvPr/>
        </p:nvGrpSpPr>
        <p:grpSpPr>
          <a:xfrm>
            <a:off x="710451" y="981601"/>
            <a:ext cx="2396505" cy="976502"/>
            <a:chOff x="749309" y="1112739"/>
            <a:chExt cx="2371603" cy="976502"/>
          </a:xfrm>
        </p:grpSpPr>
        <p:grpSp>
          <p:nvGrpSpPr>
            <p:cNvPr id="7549" name="Google Shape;7549;p74"/>
            <p:cNvGrpSpPr/>
            <p:nvPr/>
          </p:nvGrpSpPr>
          <p:grpSpPr>
            <a:xfrm>
              <a:off x="1092126" y="1112739"/>
              <a:ext cx="2028786" cy="975464"/>
              <a:chOff x="1092126" y="1112739"/>
              <a:chExt cx="2028786" cy="975464"/>
            </a:xfrm>
          </p:grpSpPr>
          <p:sp>
            <p:nvSpPr>
              <p:cNvPr id="7550" name="Google Shape;7550;p74"/>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74"/>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74"/>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74"/>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74"/>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74"/>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74"/>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74"/>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74"/>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74"/>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74"/>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74"/>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74"/>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74"/>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74"/>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74"/>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74"/>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74"/>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74"/>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74"/>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74"/>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74"/>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74"/>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74"/>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4" name="Google Shape;7574;p74"/>
            <p:cNvGrpSpPr/>
            <p:nvPr/>
          </p:nvGrpSpPr>
          <p:grpSpPr>
            <a:xfrm>
              <a:off x="749309" y="1112739"/>
              <a:ext cx="314700" cy="975464"/>
              <a:chOff x="749309" y="1112739"/>
              <a:chExt cx="314700" cy="975464"/>
            </a:xfrm>
          </p:grpSpPr>
          <p:sp>
            <p:nvSpPr>
              <p:cNvPr id="7575" name="Google Shape;7575;p74"/>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74"/>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74"/>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74"/>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79" name="Google Shape;7579;p74"/>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74"/>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74"/>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74"/>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7583" name="Google Shape;7583;p74"/>
          <p:cNvGraphicFramePr/>
          <p:nvPr/>
        </p:nvGraphicFramePr>
        <p:xfrm>
          <a:off x="5937800" y="981587"/>
          <a:ext cx="3000000" cy="3000000"/>
        </p:xfrm>
        <a:graphic>
          <a:graphicData uri="http://schemas.openxmlformats.org/drawingml/2006/table">
            <a:tbl>
              <a:tblPr>
                <a:noFill/>
                <a:tableStyleId>{FF202CE9-8A72-434B-8F6F-3295CA98C065}</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7584" name="Google Shape;7584;p74"/>
          <p:cNvGraphicFramePr/>
          <p:nvPr/>
        </p:nvGraphicFramePr>
        <p:xfrm>
          <a:off x="3358663" y="2153837"/>
          <a:ext cx="3000000" cy="3000000"/>
        </p:xfrm>
        <a:graphic>
          <a:graphicData uri="http://schemas.openxmlformats.org/drawingml/2006/table">
            <a:tbl>
              <a:tblPr>
                <a:noFill/>
                <a:tableStyleId>{FF202CE9-8A72-434B-8F6F-3295CA98C065}</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7585" name="Google Shape;7585;p74"/>
          <p:cNvGrpSpPr/>
          <p:nvPr/>
        </p:nvGrpSpPr>
        <p:grpSpPr>
          <a:xfrm>
            <a:off x="3360649" y="3144798"/>
            <a:ext cx="2363377" cy="1047062"/>
            <a:chOff x="3358399" y="3285485"/>
            <a:chExt cx="2363377" cy="1047062"/>
          </a:xfrm>
        </p:grpSpPr>
        <p:grpSp>
          <p:nvGrpSpPr>
            <p:cNvPr id="7586" name="Google Shape;7586;p74"/>
            <p:cNvGrpSpPr/>
            <p:nvPr/>
          </p:nvGrpSpPr>
          <p:grpSpPr>
            <a:xfrm>
              <a:off x="3358412" y="3285485"/>
              <a:ext cx="2363244" cy="139500"/>
              <a:chOff x="3358412" y="3285485"/>
              <a:chExt cx="2363244" cy="139500"/>
            </a:xfrm>
          </p:grpSpPr>
          <p:sp>
            <p:nvSpPr>
              <p:cNvPr id="7587" name="Google Shape;7587;p74"/>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74"/>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74"/>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74"/>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74"/>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2" name="Google Shape;7592;p74"/>
            <p:cNvGrpSpPr/>
            <p:nvPr/>
          </p:nvGrpSpPr>
          <p:grpSpPr>
            <a:xfrm>
              <a:off x="3358412" y="3466996"/>
              <a:ext cx="2363244" cy="139500"/>
              <a:chOff x="3358412" y="3466996"/>
              <a:chExt cx="2363244" cy="139500"/>
            </a:xfrm>
          </p:grpSpPr>
          <p:sp>
            <p:nvSpPr>
              <p:cNvPr id="7593" name="Google Shape;7593;p74"/>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74"/>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74"/>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74"/>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74"/>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8" name="Google Shape;7598;p74"/>
            <p:cNvGrpSpPr/>
            <p:nvPr/>
          </p:nvGrpSpPr>
          <p:grpSpPr>
            <a:xfrm>
              <a:off x="3358412" y="3648507"/>
              <a:ext cx="2363244" cy="139500"/>
              <a:chOff x="3358412" y="3648507"/>
              <a:chExt cx="2363244" cy="139500"/>
            </a:xfrm>
          </p:grpSpPr>
          <p:sp>
            <p:nvSpPr>
              <p:cNvPr id="7599" name="Google Shape;7599;p74"/>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74"/>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74"/>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74"/>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74"/>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4" name="Google Shape;7604;p74"/>
            <p:cNvGrpSpPr/>
            <p:nvPr/>
          </p:nvGrpSpPr>
          <p:grpSpPr>
            <a:xfrm>
              <a:off x="3358412" y="3830018"/>
              <a:ext cx="2363244" cy="139500"/>
              <a:chOff x="3358412" y="3830018"/>
              <a:chExt cx="2363244" cy="139500"/>
            </a:xfrm>
          </p:grpSpPr>
          <p:sp>
            <p:nvSpPr>
              <p:cNvPr id="7605" name="Google Shape;7605;p74"/>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74"/>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74"/>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74"/>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74"/>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0" name="Google Shape;7610;p74"/>
            <p:cNvGrpSpPr/>
            <p:nvPr/>
          </p:nvGrpSpPr>
          <p:grpSpPr>
            <a:xfrm>
              <a:off x="3358399" y="4011514"/>
              <a:ext cx="2363377" cy="139537"/>
              <a:chOff x="3294800" y="4134603"/>
              <a:chExt cx="2638876" cy="152400"/>
            </a:xfrm>
          </p:grpSpPr>
          <p:sp>
            <p:nvSpPr>
              <p:cNvPr id="7611" name="Google Shape;7611;p74"/>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74"/>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74"/>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74"/>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74"/>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6" name="Google Shape;7616;p74"/>
            <p:cNvGrpSpPr/>
            <p:nvPr/>
          </p:nvGrpSpPr>
          <p:grpSpPr>
            <a:xfrm>
              <a:off x="3358399" y="4193010"/>
              <a:ext cx="2363377" cy="139537"/>
              <a:chOff x="3294800" y="4134603"/>
              <a:chExt cx="2638876" cy="152400"/>
            </a:xfrm>
          </p:grpSpPr>
          <p:sp>
            <p:nvSpPr>
              <p:cNvPr id="7617" name="Google Shape;7617;p74"/>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74"/>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74"/>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74"/>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74"/>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7622" name="Google Shape;7622;p74"/>
          <p:cNvGraphicFramePr/>
          <p:nvPr/>
        </p:nvGraphicFramePr>
        <p:xfrm>
          <a:off x="711450" y="2153837"/>
          <a:ext cx="3000000" cy="3000000"/>
        </p:xfrm>
        <a:graphic>
          <a:graphicData uri="http://schemas.openxmlformats.org/drawingml/2006/table">
            <a:tbl>
              <a:tblPr>
                <a:noFill/>
                <a:tableStyleId>{FF202CE9-8A72-434B-8F6F-3295CA98C065}</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7623" name="Google Shape;7623;p74"/>
          <p:cNvGrpSpPr/>
          <p:nvPr/>
        </p:nvGrpSpPr>
        <p:grpSpPr>
          <a:xfrm>
            <a:off x="4161119" y="2557652"/>
            <a:ext cx="1302095" cy="60959"/>
            <a:chOff x="3558802" y="4011427"/>
            <a:chExt cx="1866000" cy="111300"/>
          </a:xfrm>
        </p:grpSpPr>
        <p:sp>
          <p:nvSpPr>
            <p:cNvPr id="7624" name="Google Shape;7624;p74"/>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74"/>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6" name="Google Shape;7626;p74"/>
          <p:cNvGrpSpPr/>
          <p:nvPr/>
        </p:nvGrpSpPr>
        <p:grpSpPr>
          <a:xfrm>
            <a:off x="4706607" y="2839811"/>
            <a:ext cx="914340" cy="60959"/>
            <a:chOff x="3558802" y="4011427"/>
            <a:chExt cx="1866000" cy="111300"/>
          </a:xfrm>
        </p:grpSpPr>
        <p:sp>
          <p:nvSpPr>
            <p:cNvPr id="7627" name="Google Shape;7627;p74"/>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74"/>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9" name="Google Shape;7629;p74"/>
          <p:cNvGrpSpPr/>
          <p:nvPr/>
        </p:nvGrpSpPr>
        <p:grpSpPr>
          <a:xfrm>
            <a:off x="5874449" y="3167609"/>
            <a:ext cx="2519825" cy="1001454"/>
            <a:chOff x="1906114" y="789980"/>
            <a:chExt cx="1487676" cy="606868"/>
          </a:xfrm>
        </p:grpSpPr>
        <p:cxnSp>
          <p:nvCxnSpPr>
            <p:cNvPr id="7630" name="Google Shape;7630;p74"/>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7631" name="Google Shape;7631;p74"/>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7632" name="Google Shape;7632;p74"/>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7633" name="Google Shape;7633;p74"/>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7634" name="Google Shape;7634;p74"/>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7635" name="Google Shape;7635;p74"/>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7636" name="Google Shape;7636;p74"/>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7637" name="Google Shape;7637;p74"/>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74"/>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74"/>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74"/>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74"/>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74"/>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74"/>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7644" name="Google Shape;7644;p74"/>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7645" name="Google Shape;7645;p74"/>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7646" name="Google Shape;7646;p74"/>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7" name="Google Shape;7647;p74"/>
          <p:cNvGrpSpPr/>
          <p:nvPr/>
        </p:nvGrpSpPr>
        <p:grpSpPr>
          <a:xfrm>
            <a:off x="3355812" y="951645"/>
            <a:ext cx="2363393" cy="1005865"/>
            <a:chOff x="3292400" y="1193188"/>
            <a:chExt cx="2615240" cy="1131075"/>
          </a:xfrm>
        </p:grpSpPr>
        <p:sp>
          <p:nvSpPr>
            <p:cNvPr id="7648" name="Google Shape;7648;p74"/>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649" name="Google Shape;7649;p74"/>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650" name="Google Shape;7650;p74"/>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7651" name="Google Shape;7651;p74"/>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7652" name="Google Shape;7652;p74"/>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7653" name="Google Shape;7653;p74"/>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7654" name="Google Shape;7654;p74"/>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7655" name="Google Shape;7655;p74"/>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7656" name="Google Shape;7656;p74"/>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7657" name="Google Shape;7657;p74"/>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7658" name="Google Shape;7658;p74"/>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7659" name="Google Shape;7659;p74"/>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7660" name="Google Shape;7660;p74"/>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7661" name="Google Shape;7661;p74"/>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7662" name="Google Shape;7662;p74"/>
            <p:cNvGrpSpPr/>
            <p:nvPr/>
          </p:nvGrpSpPr>
          <p:grpSpPr>
            <a:xfrm>
              <a:off x="3748438" y="1378608"/>
              <a:ext cx="2159202" cy="903971"/>
              <a:chOff x="1683525" y="2179850"/>
              <a:chExt cx="4519050" cy="2134525"/>
            </a:xfrm>
          </p:grpSpPr>
          <p:sp>
            <p:nvSpPr>
              <p:cNvPr id="7663" name="Google Shape;7663;p74"/>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664" name="Google Shape;7664;p74"/>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665" name="Google Shape;7665;p74"/>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666" name="Google Shape;7666;p74"/>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667" name="Google Shape;7667;p74"/>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668" name="Google Shape;7668;p74"/>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669" name="Google Shape;7669;p74"/>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670" name="Google Shape;7670;p74"/>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671" name="Google Shape;7671;p74"/>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672" name="Google Shape;7672;p74"/>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673" name="Google Shape;7673;p74"/>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674" name="Google Shape;7674;p74"/>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78" name="Shape 7678"/>
        <p:cNvGrpSpPr/>
        <p:nvPr/>
      </p:nvGrpSpPr>
      <p:grpSpPr>
        <a:xfrm>
          <a:off x="0" y="0"/>
          <a:ext cx="0" cy="0"/>
          <a:chOff x="0" y="0"/>
          <a:chExt cx="0" cy="0"/>
        </a:xfrm>
      </p:grpSpPr>
      <p:grpSp>
        <p:nvGrpSpPr>
          <p:cNvPr id="7679" name="Google Shape;7679;p75"/>
          <p:cNvGrpSpPr/>
          <p:nvPr/>
        </p:nvGrpSpPr>
        <p:grpSpPr>
          <a:xfrm>
            <a:off x="4796684" y="970941"/>
            <a:ext cx="745431" cy="718863"/>
            <a:chOff x="4249973" y="1201875"/>
            <a:chExt cx="1958568" cy="1888762"/>
          </a:xfrm>
        </p:grpSpPr>
        <p:sp>
          <p:nvSpPr>
            <p:cNvPr id="7680" name="Google Shape;7680;p75"/>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81" name="Google Shape;7681;p75"/>
            <p:cNvGrpSpPr/>
            <p:nvPr/>
          </p:nvGrpSpPr>
          <p:grpSpPr>
            <a:xfrm>
              <a:off x="5853086" y="1789142"/>
              <a:ext cx="355454" cy="1048099"/>
              <a:chOff x="5576108" y="2016725"/>
              <a:chExt cx="565200" cy="1666560"/>
            </a:xfrm>
          </p:grpSpPr>
          <p:sp>
            <p:nvSpPr>
              <p:cNvPr id="7682" name="Google Shape;7682;p75"/>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683" name="Google Shape;7683;p75"/>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4" name="Google Shape;7684;p75"/>
            <p:cNvGrpSpPr/>
            <p:nvPr/>
          </p:nvGrpSpPr>
          <p:grpSpPr>
            <a:xfrm>
              <a:off x="4869455" y="2691676"/>
              <a:ext cx="1013897" cy="398961"/>
              <a:chOff x="4012057" y="3451825"/>
              <a:chExt cx="1612175" cy="634379"/>
            </a:xfrm>
          </p:grpSpPr>
          <p:sp>
            <p:nvSpPr>
              <p:cNvPr id="7685" name="Google Shape;7685;p75"/>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686" name="Google Shape;7686;p75"/>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7" name="Google Shape;7687;p75"/>
            <p:cNvGrpSpPr/>
            <p:nvPr/>
          </p:nvGrpSpPr>
          <p:grpSpPr>
            <a:xfrm>
              <a:off x="4276937" y="2155961"/>
              <a:ext cx="651965" cy="891358"/>
              <a:chOff x="3069908" y="2599997"/>
              <a:chExt cx="1036675" cy="1417328"/>
            </a:xfrm>
          </p:grpSpPr>
          <p:sp>
            <p:nvSpPr>
              <p:cNvPr id="7688" name="Google Shape;7688;p75"/>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689" name="Google Shape;7689;p75"/>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0" name="Google Shape;7690;p75"/>
            <p:cNvGrpSpPr/>
            <p:nvPr/>
          </p:nvGrpSpPr>
          <p:grpSpPr>
            <a:xfrm>
              <a:off x="5054918" y="1201875"/>
              <a:ext cx="999548" cy="602711"/>
              <a:chOff x="4306958" y="1082925"/>
              <a:chExt cx="1589359" cy="958358"/>
            </a:xfrm>
          </p:grpSpPr>
          <p:sp>
            <p:nvSpPr>
              <p:cNvPr id="7691" name="Google Shape;7691;p75"/>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692" name="Google Shape;7692;p75"/>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3" name="Google Shape;7693;p75"/>
            <p:cNvGrpSpPr/>
            <p:nvPr/>
          </p:nvGrpSpPr>
          <p:grpSpPr>
            <a:xfrm>
              <a:off x="4249973" y="1303451"/>
              <a:ext cx="799317" cy="841334"/>
              <a:chOff x="3027033" y="1244439"/>
              <a:chExt cx="1270977" cy="1337786"/>
            </a:xfrm>
          </p:grpSpPr>
          <p:sp>
            <p:nvSpPr>
              <p:cNvPr id="7694" name="Google Shape;7694;p75"/>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695" name="Google Shape;7695;p75"/>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96" name="Google Shape;7696;p75"/>
          <p:cNvGrpSpPr/>
          <p:nvPr/>
        </p:nvGrpSpPr>
        <p:grpSpPr>
          <a:xfrm>
            <a:off x="713057" y="1849390"/>
            <a:ext cx="761767" cy="729896"/>
            <a:chOff x="2657744" y="2337745"/>
            <a:chExt cx="832987" cy="798137"/>
          </a:xfrm>
        </p:grpSpPr>
        <p:sp>
          <p:nvSpPr>
            <p:cNvPr id="7697" name="Google Shape;7697;p75"/>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75"/>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75"/>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75"/>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75"/>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75"/>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3" name="Google Shape;7703;p75"/>
          <p:cNvGrpSpPr/>
          <p:nvPr/>
        </p:nvGrpSpPr>
        <p:grpSpPr>
          <a:xfrm>
            <a:off x="3224022" y="1852597"/>
            <a:ext cx="685569" cy="723586"/>
            <a:chOff x="3398134" y="2057755"/>
            <a:chExt cx="704087" cy="743130"/>
          </a:xfrm>
        </p:grpSpPr>
        <p:grpSp>
          <p:nvGrpSpPr>
            <p:cNvPr id="7704" name="Google Shape;7704;p75"/>
            <p:cNvGrpSpPr/>
            <p:nvPr/>
          </p:nvGrpSpPr>
          <p:grpSpPr>
            <a:xfrm>
              <a:off x="3398134" y="2290183"/>
              <a:ext cx="315300" cy="219900"/>
              <a:chOff x="3398134" y="2290183"/>
              <a:chExt cx="315300" cy="219900"/>
            </a:xfrm>
          </p:grpSpPr>
          <p:sp>
            <p:nvSpPr>
              <p:cNvPr id="7705" name="Google Shape;7705;p75"/>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706" name="Google Shape;7706;p75"/>
              <p:cNvCxnSpPr>
                <a:stCxn id="7705"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7707" name="Google Shape;7707;p75"/>
            <p:cNvGrpSpPr/>
            <p:nvPr/>
          </p:nvGrpSpPr>
          <p:grpSpPr>
            <a:xfrm>
              <a:off x="3547823" y="2467358"/>
              <a:ext cx="219900" cy="333527"/>
              <a:chOff x="3547823" y="2467358"/>
              <a:chExt cx="219900" cy="333527"/>
            </a:xfrm>
          </p:grpSpPr>
          <p:sp>
            <p:nvSpPr>
              <p:cNvPr id="7708" name="Google Shape;7708;p75"/>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709" name="Google Shape;7709;p75"/>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7710" name="Google Shape;7710;p75"/>
            <p:cNvGrpSpPr/>
            <p:nvPr/>
          </p:nvGrpSpPr>
          <p:grpSpPr>
            <a:xfrm>
              <a:off x="3734138" y="2467358"/>
              <a:ext cx="219900" cy="333527"/>
              <a:chOff x="3734138" y="2467358"/>
              <a:chExt cx="219900" cy="333527"/>
            </a:xfrm>
          </p:grpSpPr>
          <p:sp>
            <p:nvSpPr>
              <p:cNvPr id="7711" name="Google Shape;7711;p75"/>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712" name="Google Shape;7712;p75"/>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7713" name="Google Shape;7713;p75"/>
            <p:cNvGrpSpPr/>
            <p:nvPr/>
          </p:nvGrpSpPr>
          <p:grpSpPr>
            <a:xfrm>
              <a:off x="3787560" y="2288011"/>
              <a:ext cx="314661" cy="219900"/>
              <a:chOff x="3787560" y="2288011"/>
              <a:chExt cx="314661" cy="219900"/>
            </a:xfrm>
          </p:grpSpPr>
          <p:sp>
            <p:nvSpPr>
              <p:cNvPr id="7714" name="Google Shape;7714;p75"/>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715" name="Google Shape;7715;p75"/>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7716" name="Google Shape;7716;p75"/>
            <p:cNvGrpSpPr/>
            <p:nvPr/>
          </p:nvGrpSpPr>
          <p:grpSpPr>
            <a:xfrm>
              <a:off x="3637290" y="2057755"/>
              <a:ext cx="219900" cy="335499"/>
              <a:chOff x="3637290" y="2057755"/>
              <a:chExt cx="219900" cy="335499"/>
            </a:xfrm>
          </p:grpSpPr>
          <p:sp>
            <p:nvSpPr>
              <p:cNvPr id="7717" name="Google Shape;7717;p75"/>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7718" name="Google Shape;7718;p75"/>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7719" name="Google Shape;7719;p75"/>
          <p:cNvGrpSpPr/>
          <p:nvPr/>
        </p:nvGrpSpPr>
        <p:grpSpPr>
          <a:xfrm>
            <a:off x="4899244" y="1859292"/>
            <a:ext cx="710153" cy="710153"/>
            <a:chOff x="5007123" y="2079403"/>
            <a:chExt cx="687600" cy="687600"/>
          </a:xfrm>
        </p:grpSpPr>
        <p:sp>
          <p:nvSpPr>
            <p:cNvPr id="7720" name="Google Shape;7720;p75"/>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75"/>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75"/>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75"/>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4" name="Google Shape;7724;p75"/>
          <p:cNvGrpSpPr/>
          <p:nvPr/>
        </p:nvGrpSpPr>
        <p:grpSpPr>
          <a:xfrm>
            <a:off x="5708681" y="1853799"/>
            <a:ext cx="720998" cy="721183"/>
            <a:chOff x="5797446" y="2063053"/>
            <a:chExt cx="698100" cy="698280"/>
          </a:xfrm>
        </p:grpSpPr>
        <p:sp>
          <p:nvSpPr>
            <p:cNvPr id="7725" name="Google Shape;7725;p75"/>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75"/>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75"/>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75"/>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9" name="Google Shape;7729;p75"/>
          <p:cNvGrpSpPr/>
          <p:nvPr/>
        </p:nvGrpSpPr>
        <p:grpSpPr>
          <a:xfrm>
            <a:off x="8153828" y="3499404"/>
            <a:ext cx="280585" cy="673164"/>
            <a:chOff x="8075075" y="3754290"/>
            <a:chExt cx="255612" cy="613194"/>
          </a:xfrm>
        </p:grpSpPr>
        <p:grpSp>
          <p:nvGrpSpPr>
            <p:cNvPr id="7730" name="Google Shape;7730;p75"/>
            <p:cNvGrpSpPr/>
            <p:nvPr/>
          </p:nvGrpSpPr>
          <p:grpSpPr>
            <a:xfrm>
              <a:off x="8075075" y="3754290"/>
              <a:ext cx="255612" cy="613194"/>
              <a:chOff x="8075075" y="3754290"/>
              <a:chExt cx="255612" cy="613194"/>
            </a:xfrm>
          </p:grpSpPr>
          <p:sp>
            <p:nvSpPr>
              <p:cNvPr id="7731" name="Google Shape;7731;p75"/>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75"/>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33" name="Google Shape;7733;p75"/>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4" name="Google Shape;7734;p75"/>
          <p:cNvGrpSpPr/>
          <p:nvPr/>
        </p:nvGrpSpPr>
        <p:grpSpPr>
          <a:xfrm>
            <a:off x="5270887" y="3488200"/>
            <a:ext cx="470352" cy="683745"/>
            <a:chOff x="1697726" y="3244179"/>
            <a:chExt cx="788124" cy="1146069"/>
          </a:xfrm>
        </p:grpSpPr>
        <p:sp>
          <p:nvSpPr>
            <p:cNvPr id="7735" name="Google Shape;7735;p75"/>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75"/>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37" name="Google Shape;7737;p75"/>
          <p:cNvSpPr/>
          <p:nvPr/>
        </p:nvSpPr>
        <p:spPr>
          <a:xfrm>
            <a:off x="8128351" y="340220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38" name="Google Shape;7738;p75"/>
          <p:cNvGrpSpPr/>
          <p:nvPr/>
        </p:nvGrpSpPr>
        <p:grpSpPr>
          <a:xfrm>
            <a:off x="5892037" y="3499402"/>
            <a:ext cx="293891" cy="293845"/>
            <a:chOff x="6134814" y="3754290"/>
            <a:chExt cx="293891" cy="293845"/>
          </a:xfrm>
        </p:grpSpPr>
        <p:sp>
          <p:nvSpPr>
            <p:cNvPr id="7739" name="Google Shape;7739;p75"/>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75"/>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1" name="Google Shape;7741;p75"/>
          <p:cNvGrpSpPr/>
          <p:nvPr/>
        </p:nvGrpSpPr>
        <p:grpSpPr>
          <a:xfrm>
            <a:off x="5892037" y="3878074"/>
            <a:ext cx="293891" cy="293891"/>
            <a:chOff x="6134814" y="4086186"/>
            <a:chExt cx="293891" cy="293891"/>
          </a:xfrm>
        </p:grpSpPr>
        <p:sp>
          <p:nvSpPr>
            <p:cNvPr id="7742" name="Google Shape;7742;p75"/>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75"/>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44" name="Google Shape;7744;p75"/>
          <p:cNvSpPr/>
          <p:nvPr/>
        </p:nvSpPr>
        <p:spPr>
          <a:xfrm>
            <a:off x="6930464" y="3498600"/>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75"/>
          <p:cNvSpPr/>
          <p:nvPr/>
        </p:nvSpPr>
        <p:spPr>
          <a:xfrm rot="10800000">
            <a:off x="6336727" y="3496337"/>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46" name="Google Shape;7746;p75"/>
          <p:cNvGrpSpPr/>
          <p:nvPr/>
        </p:nvGrpSpPr>
        <p:grpSpPr>
          <a:xfrm>
            <a:off x="7817013" y="2706766"/>
            <a:ext cx="622883" cy="621944"/>
            <a:chOff x="1187048" y="238125"/>
            <a:chExt cx="5256397" cy="5248476"/>
          </a:xfrm>
        </p:grpSpPr>
        <p:sp>
          <p:nvSpPr>
            <p:cNvPr id="7747" name="Google Shape;7747;p75"/>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75"/>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75"/>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75"/>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1" name="Google Shape;7751;p75"/>
          <p:cNvGrpSpPr/>
          <p:nvPr/>
        </p:nvGrpSpPr>
        <p:grpSpPr>
          <a:xfrm>
            <a:off x="2274118" y="2716375"/>
            <a:ext cx="1310987" cy="612407"/>
            <a:chOff x="238125" y="1188750"/>
            <a:chExt cx="7140450" cy="3335550"/>
          </a:xfrm>
        </p:grpSpPr>
        <p:sp>
          <p:nvSpPr>
            <p:cNvPr id="7752" name="Google Shape;7752;p75"/>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75"/>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75"/>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75"/>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75"/>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7" name="Google Shape;7757;p75"/>
          <p:cNvGrpSpPr/>
          <p:nvPr/>
        </p:nvGrpSpPr>
        <p:grpSpPr>
          <a:xfrm>
            <a:off x="6599990" y="2706930"/>
            <a:ext cx="1110299" cy="621702"/>
            <a:chOff x="238125" y="1335475"/>
            <a:chExt cx="5418735" cy="3034175"/>
          </a:xfrm>
        </p:grpSpPr>
        <p:sp>
          <p:nvSpPr>
            <p:cNvPr id="7758" name="Google Shape;7758;p75"/>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75"/>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75"/>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1" name="Google Shape;7761;p75"/>
          <p:cNvGrpSpPr/>
          <p:nvPr/>
        </p:nvGrpSpPr>
        <p:grpSpPr>
          <a:xfrm>
            <a:off x="5417649" y="2703827"/>
            <a:ext cx="1074451" cy="627181"/>
            <a:chOff x="5359127" y="2910889"/>
            <a:chExt cx="1097723" cy="640831"/>
          </a:xfrm>
        </p:grpSpPr>
        <p:grpSp>
          <p:nvGrpSpPr>
            <p:cNvPr id="7762" name="Google Shape;7762;p75"/>
            <p:cNvGrpSpPr/>
            <p:nvPr/>
          </p:nvGrpSpPr>
          <p:grpSpPr>
            <a:xfrm>
              <a:off x="5929791" y="3263088"/>
              <a:ext cx="527060" cy="287097"/>
              <a:chOff x="5929791" y="3263088"/>
              <a:chExt cx="527060" cy="287097"/>
            </a:xfrm>
          </p:grpSpPr>
          <p:sp>
            <p:nvSpPr>
              <p:cNvPr id="7763" name="Google Shape;7763;p75"/>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764" name="Google Shape;7764;p75"/>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7765" name="Google Shape;7765;p75"/>
            <p:cNvGrpSpPr/>
            <p:nvPr/>
          </p:nvGrpSpPr>
          <p:grpSpPr>
            <a:xfrm>
              <a:off x="5359127" y="3263089"/>
              <a:ext cx="526428" cy="288631"/>
              <a:chOff x="5359127" y="3263089"/>
              <a:chExt cx="526428" cy="288631"/>
            </a:xfrm>
          </p:grpSpPr>
          <p:sp>
            <p:nvSpPr>
              <p:cNvPr id="7766" name="Google Shape;7766;p75"/>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767" name="Google Shape;7767;p75"/>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7768" name="Google Shape;7768;p75"/>
            <p:cNvGrpSpPr/>
            <p:nvPr/>
          </p:nvGrpSpPr>
          <p:grpSpPr>
            <a:xfrm>
              <a:off x="5551525" y="2910889"/>
              <a:ext cx="520901" cy="610283"/>
              <a:chOff x="5551525" y="2910889"/>
              <a:chExt cx="520901" cy="610283"/>
            </a:xfrm>
          </p:grpSpPr>
          <p:sp>
            <p:nvSpPr>
              <p:cNvPr id="7769" name="Google Shape;7769;p75"/>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770" name="Google Shape;7770;p75"/>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7771" name="Google Shape;7771;p75"/>
            <p:cNvGrpSpPr/>
            <p:nvPr/>
          </p:nvGrpSpPr>
          <p:grpSpPr>
            <a:xfrm>
              <a:off x="5743962" y="2919100"/>
              <a:ext cx="623674" cy="284502"/>
              <a:chOff x="5743962" y="2919100"/>
              <a:chExt cx="623674" cy="284502"/>
            </a:xfrm>
          </p:grpSpPr>
          <p:sp>
            <p:nvSpPr>
              <p:cNvPr id="7772" name="Google Shape;7772;p75"/>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773" name="Google Shape;7773;p75"/>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7774" name="Google Shape;7774;p75"/>
          <p:cNvGrpSpPr/>
          <p:nvPr/>
        </p:nvGrpSpPr>
        <p:grpSpPr>
          <a:xfrm>
            <a:off x="7568863" y="1854538"/>
            <a:ext cx="874976" cy="719600"/>
            <a:chOff x="7608988" y="2093194"/>
            <a:chExt cx="817276" cy="672147"/>
          </a:xfrm>
        </p:grpSpPr>
        <p:cxnSp>
          <p:nvCxnSpPr>
            <p:cNvPr id="7775" name="Google Shape;7775;p75"/>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776" name="Google Shape;7776;p75"/>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777" name="Google Shape;7777;p75"/>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778" name="Google Shape;7778;p75"/>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779" name="Google Shape;7779;p75"/>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7780" name="Google Shape;7780;p75"/>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7781" name="Google Shape;7781;p75"/>
            <p:cNvGrpSpPr/>
            <p:nvPr/>
          </p:nvGrpSpPr>
          <p:grpSpPr>
            <a:xfrm>
              <a:off x="7721175" y="2093194"/>
              <a:ext cx="599587" cy="623846"/>
              <a:chOff x="7721175" y="2093194"/>
              <a:chExt cx="599587" cy="623846"/>
            </a:xfrm>
          </p:grpSpPr>
          <p:grpSp>
            <p:nvGrpSpPr>
              <p:cNvPr id="7782" name="Google Shape;7782;p75"/>
              <p:cNvGrpSpPr/>
              <p:nvPr/>
            </p:nvGrpSpPr>
            <p:grpSpPr>
              <a:xfrm>
                <a:off x="7721175" y="2093194"/>
                <a:ext cx="291605" cy="623846"/>
                <a:chOff x="9405575" y="2061418"/>
                <a:chExt cx="291605" cy="623846"/>
              </a:xfrm>
            </p:grpSpPr>
            <p:sp>
              <p:nvSpPr>
                <p:cNvPr id="7783" name="Google Shape;7783;p75"/>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75"/>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75"/>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75"/>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75"/>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75"/>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75"/>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0" name="Google Shape;7790;p75"/>
              <p:cNvGrpSpPr/>
              <p:nvPr/>
            </p:nvGrpSpPr>
            <p:grpSpPr>
              <a:xfrm flipH="1">
                <a:off x="8029157" y="2093194"/>
                <a:ext cx="291605" cy="623846"/>
                <a:chOff x="9405575" y="2061418"/>
                <a:chExt cx="291605" cy="623846"/>
              </a:xfrm>
            </p:grpSpPr>
            <p:sp>
              <p:nvSpPr>
                <p:cNvPr id="7791" name="Google Shape;7791;p75"/>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75"/>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75"/>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75"/>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75"/>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75"/>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75"/>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798" name="Google Shape;7798;p75"/>
          <p:cNvGrpSpPr/>
          <p:nvPr/>
        </p:nvGrpSpPr>
        <p:grpSpPr>
          <a:xfrm>
            <a:off x="4013299" y="970941"/>
            <a:ext cx="712557" cy="785901"/>
            <a:chOff x="4206459" y="1191441"/>
            <a:chExt cx="712557" cy="785901"/>
          </a:xfrm>
        </p:grpSpPr>
        <p:sp>
          <p:nvSpPr>
            <p:cNvPr id="7799" name="Google Shape;7799;p75"/>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75"/>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75"/>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75"/>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03" name="Google Shape;7803;p75"/>
            <p:cNvGrpSpPr/>
            <p:nvPr/>
          </p:nvGrpSpPr>
          <p:grpSpPr>
            <a:xfrm>
              <a:off x="4644280" y="1290523"/>
              <a:ext cx="143716" cy="29463"/>
              <a:chOff x="4644280" y="1290523"/>
              <a:chExt cx="143716" cy="29463"/>
            </a:xfrm>
          </p:grpSpPr>
          <p:sp>
            <p:nvSpPr>
              <p:cNvPr id="7804" name="Google Shape;7804;p75"/>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75"/>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75"/>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75"/>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8" name="Google Shape;7808;p75"/>
            <p:cNvGrpSpPr/>
            <p:nvPr/>
          </p:nvGrpSpPr>
          <p:grpSpPr>
            <a:xfrm>
              <a:off x="4356567" y="1191441"/>
              <a:ext cx="143690" cy="29488"/>
              <a:chOff x="4356567" y="1191441"/>
              <a:chExt cx="143690" cy="29488"/>
            </a:xfrm>
          </p:grpSpPr>
          <p:sp>
            <p:nvSpPr>
              <p:cNvPr id="7809" name="Google Shape;7809;p75"/>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75"/>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75"/>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75"/>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3" name="Google Shape;7813;p75"/>
            <p:cNvGrpSpPr/>
            <p:nvPr/>
          </p:nvGrpSpPr>
          <p:grpSpPr>
            <a:xfrm>
              <a:off x="4339009" y="1863727"/>
              <a:ext cx="143703" cy="29476"/>
              <a:chOff x="4339009" y="1863727"/>
              <a:chExt cx="143703" cy="29476"/>
            </a:xfrm>
          </p:grpSpPr>
          <p:sp>
            <p:nvSpPr>
              <p:cNvPr id="7814" name="Google Shape;7814;p75"/>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75"/>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75"/>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75"/>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8" name="Google Shape;7818;p75"/>
            <p:cNvGrpSpPr/>
            <p:nvPr/>
          </p:nvGrpSpPr>
          <p:grpSpPr>
            <a:xfrm>
              <a:off x="4206459" y="1607315"/>
              <a:ext cx="29539" cy="142899"/>
              <a:chOff x="4206459" y="1607315"/>
              <a:chExt cx="29539" cy="142899"/>
            </a:xfrm>
          </p:grpSpPr>
          <p:sp>
            <p:nvSpPr>
              <p:cNvPr id="7819" name="Google Shape;7819;p75"/>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75"/>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75"/>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75"/>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23" name="Google Shape;7823;p75"/>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75"/>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75"/>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75"/>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27" name="Google Shape;7827;p75"/>
            <p:cNvGrpSpPr/>
            <p:nvPr/>
          </p:nvGrpSpPr>
          <p:grpSpPr>
            <a:xfrm>
              <a:off x="4889463" y="1423737"/>
              <a:ext cx="29552" cy="142899"/>
              <a:chOff x="4889463" y="1423737"/>
              <a:chExt cx="29552" cy="142899"/>
            </a:xfrm>
          </p:grpSpPr>
          <p:sp>
            <p:nvSpPr>
              <p:cNvPr id="7828" name="Google Shape;7828;p75"/>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75"/>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75"/>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75"/>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2" name="Google Shape;7832;p75"/>
            <p:cNvGrpSpPr/>
            <p:nvPr/>
          </p:nvGrpSpPr>
          <p:grpSpPr>
            <a:xfrm>
              <a:off x="4771663" y="1876896"/>
              <a:ext cx="108651" cy="100447"/>
              <a:chOff x="4771663" y="1876896"/>
              <a:chExt cx="108651" cy="100447"/>
            </a:xfrm>
          </p:grpSpPr>
          <p:sp>
            <p:nvSpPr>
              <p:cNvPr id="7833" name="Google Shape;7833;p75"/>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75"/>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75"/>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75"/>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37" name="Google Shape;7837;p75"/>
          <p:cNvGrpSpPr/>
          <p:nvPr/>
        </p:nvGrpSpPr>
        <p:grpSpPr>
          <a:xfrm>
            <a:off x="4008774" y="1854164"/>
            <a:ext cx="791287" cy="720350"/>
            <a:chOff x="267375" y="1071875"/>
            <a:chExt cx="470500" cy="428550"/>
          </a:xfrm>
        </p:grpSpPr>
        <p:sp>
          <p:nvSpPr>
            <p:cNvPr id="7838" name="Google Shape;7838;p75"/>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75"/>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75"/>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75"/>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75"/>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75"/>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75"/>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75"/>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6" name="Google Shape;7846;p75"/>
          <p:cNvGrpSpPr/>
          <p:nvPr/>
        </p:nvGrpSpPr>
        <p:grpSpPr>
          <a:xfrm>
            <a:off x="709269" y="3498794"/>
            <a:ext cx="1408444" cy="673166"/>
            <a:chOff x="712664" y="3693287"/>
            <a:chExt cx="1460738" cy="698160"/>
          </a:xfrm>
        </p:grpSpPr>
        <p:grpSp>
          <p:nvGrpSpPr>
            <p:cNvPr id="7847" name="Google Shape;7847;p75"/>
            <p:cNvGrpSpPr/>
            <p:nvPr/>
          </p:nvGrpSpPr>
          <p:grpSpPr>
            <a:xfrm>
              <a:off x="1380079" y="4133090"/>
              <a:ext cx="234048" cy="258099"/>
              <a:chOff x="1380079" y="4133090"/>
              <a:chExt cx="234048" cy="258099"/>
            </a:xfrm>
          </p:grpSpPr>
          <p:sp>
            <p:nvSpPr>
              <p:cNvPr id="7848" name="Google Shape;7848;p75"/>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75"/>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75"/>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1" name="Google Shape;7851;p75"/>
            <p:cNvGrpSpPr/>
            <p:nvPr/>
          </p:nvGrpSpPr>
          <p:grpSpPr>
            <a:xfrm>
              <a:off x="884610" y="3864082"/>
              <a:ext cx="1118566" cy="527275"/>
              <a:chOff x="890961" y="3865463"/>
              <a:chExt cx="1115221" cy="525698"/>
            </a:xfrm>
          </p:grpSpPr>
          <p:sp>
            <p:nvSpPr>
              <p:cNvPr id="7852" name="Google Shape;7852;p75"/>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75"/>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75"/>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5" name="Google Shape;7855;p75"/>
            <p:cNvGrpSpPr/>
            <p:nvPr/>
          </p:nvGrpSpPr>
          <p:grpSpPr>
            <a:xfrm>
              <a:off x="712664" y="3693287"/>
              <a:ext cx="1460738" cy="698160"/>
              <a:chOff x="712664" y="3693025"/>
              <a:chExt cx="1460738" cy="698160"/>
            </a:xfrm>
          </p:grpSpPr>
          <p:sp>
            <p:nvSpPr>
              <p:cNvPr id="7856" name="Google Shape;7856;p75"/>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75"/>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75"/>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75"/>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75"/>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75"/>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62" name="Google Shape;7862;p75"/>
          <p:cNvGrpSpPr/>
          <p:nvPr/>
        </p:nvGrpSpPr>
        <p:grpSpPr>
          <a:xfrm>
            <a:off x="3146985" y="970941"/>
            <a:ext cx="795485" cy="738831"/>
            <a:chOff x="3348603" y="1236445"/>
            <a:chExt cx="749256" cy="695894"/>
          </a:xfrm>
        </p:grpSpPr>
        <p:grpSp>
          <p:nvGrpSpPr>
            <p:cNvPr id="7863" name="Google Shape;7863;p75"/>
            <p:cNvGrpSpPr/>
            <p:nvPr/>
          </p:nvGrpSpPr>
          <p:grpSpPr>
            <a:xfrm>
              <a:off x="3583779" y="1236445"/>
              <a:ext cx="293795" cy="285811"/>
              <a:chOff x="3750225" y="1774000"/>
              <a:chExt cx="149575" cy="145525"/>
            </a:xfrm>
          </p:grpSpPr>
          <p:sp>
            <p:nvSpPr>
              <p:cNvPr id="7864" name="Google Shape;7864;p75"/>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75"/>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6" name="Google Shape;7866;p75"/>
            <p:cNvGrpSpPr/>
            <p:nvPr/>
          </p:nvGrpSpPr>
          <p:grpSpPr>
            <a:xfrm>
              <a:off x="3775534" y="1462599"/>
              <a:ext cx="322325" cy="285958"/>
              <a:chOff x="3847850" y="1889150"/>
              <a:chExt cx="164100" cy="145600"/>
            </a:xfrm>
          </p:grpSpPr>
          <p:sp>
            <p:nvSpPr>
              <p:cNvPr id="7867" name="Google Shape;7867;p75"/>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75"/>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9" name="Google Shape;7869;p75"/>
            <p:cNvGrpSpPr/>
            <p:nvPr/>
          </p:nvGrpSpPr>
          <p:grpSpPr>
            <a:xfrm>
              <a:off x="3545329" y="1646528"/>
              <a:ext cx="293746" cy="285811"/>
              <a:chOff x="3730650" y="1982800"/>
              <a:chExt cx="149550" cy="145525"/>
            </a:xfrm>
          </p:grpSpPr>
          <p:sp>
            <p:nvSpPr>
              <p:cNvPr id="7870" name="Google Shape;7870;p75"/>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75"/>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2" name="Google Shape;7872;p75"/>
            <p:cNvGrpSpPr/>
            <p:nvPr/>
          </p:nvGrpSpPr>
          <p:grpSpPr>
            <a:xfrm>
              <a:off x="3348603" y="1415046"/>
              <a:ext cx="294384" cy="284387"/>
              <a:chOff x="3630494" y="1864938"/>
              <a:chExt cx="149875" cy="144800"/>
            </a:xfrm>
          </p:grpSpPr>
          <p:sp>
            <p:nvSpPr>
              <p:cNvPr id="7873" name="Google Shape;7873;p75"/>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75"/>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75" name="Google Shape;7875;p75"/>
          <p:cNvGrpSpPr/>
          <p:nvPr/>
        </p:nvGrpSpPr>
        <p:grpSpPr>
          <a:xfrm>
            <a:off x="2268512" y="3493837"/>
            <a:ext cx="1324924" cy="678083"/>
            <a:chOff x="2413923" y="3711366"/>
            <a:chExt cx="1374117" cy="703260"/>
          </a:xfrm>
        </p:grpSpPr>
        <p:grpSp>
          <p:nvGrpSpPr>
            <p:cNvPr id="7876" name="Google Shape;7876;p75"/>
            <p:cNvGrpSpPr/>
            <p:nvPr/>
          </p:nvGrpSpPr>
          <p:grpSpPr>
            <a:xfrm>
              <a:off x="2413923" y="3711366"/>
              <a:ext cx="1374117" cy="703260"/>
              <a:chOff x="2413923" y="3711366"/>
              <a:chExt cx="1374117" cy="703260"/>
            </a:xfrm>
          </p:grpSpPr>
          <p:sp>
            <p:nvSpPr>
              <p:cNvPr id="7877" name="Google Shape;7877;p75"/>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78" name="Google Shape;7878;p75"/>
              <p:cNvGrpSpPr/>
              <p:nvPr/>
            </p:nvGrpSpPr>
            <p:grpSpPr>
              <a:xfrm>
                <a:off x="2600284" y="3808654"/>
                <a:ext cx="234506" cy="138009"/>
                <a:chOff x="2600284" y="3808654"/>
                <a:chExt cx="234506" cy="138009"/>
              </a:xfrm>
            </p:grpSpPr>
            <p:sp>
              <p:nvSpPr>
                <p:cNvPr id="7879" name="Google Shape;7879;p75"/>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880" name="Google Shape;7880;p75"/>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7881" name="Google Shape;7881;p75"/>
              <p:cNvGrpSpPr/>
              <p:nvPr/>
            </p:nvGrpSpPr>
            <p:grpSpPr>
              <a:xfrm>
                <a:off x="3359659" y="3805664"/>
                <a:ext cx="232294" cy="141000"/>
                <a:chOff x="3359659" y="3805664"/>
                <a:chExt cx="232294" cy="141000"/>
              </a:xfrm>
            </p:grpSpPr>
            <p:sp>
              <p:nvSpPr>
                <p:cNvPr id="7882" name="Google Shape;7882;p75"/>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883" name="Google Shape;7883;p75"/>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7884" name="Google Shape;7884;p75"/>
              <p:cNvGrpSpPr/>
              <p:nvPr/>
            </p:nvGrpSpPr>
            <p:grpSpPr>
              <a:xfrm>
                <a:off x="3067316" y="3711366"/>
                <a:ext cx="66900" cy="166809"/>
                <a:chOff x="3067316" y="3711366"/>
                <a:chExt cx="66900" cy="166809"/>
              </a:xfrm>
            </p:grpSpPr>
            <p:sp>
              <p:nvSpPr>
                <p:cNvPr id="7885" name="Google Shape;7885;p75"/>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886" name="Google Shape;7886;p75"/>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7887" name="Google Shape;7887;p75"/>
              <p:cNvGrpSpPr/>
              <p:nvPr/>
            </p:nvGrpSpPr>
            <p:grpSpPr>
              <a:xfrm>
                <a:off x="2413923" y="4058666"/>
                <a:ext cx="224119" cy="66900"/>
                <a:chOff x="2413923" y="4058666"/>
                <a:chExt cx="224119" cy="66900"/>
              </a:xfrm>
            </p:grpSpPr>
            <p:sp>
              <p:nvSpPr>
                <p:cNvPr id="7888" name="Google Shape;7888;p75"/>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889" name="Google Shape;7889;p75"/>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7890" name="Google Shape;7890;p75"/>
              <p:cNvGrpSpPr/>
              <p:nvPr/>
            </p:nvGrpSpPr>
            <p:grpSpPr>
              <a:xfrm>
                <a:off x="3564643" y="4058666"/>
                <a:ext cx="223397" cy="66900"/>
                <a:chOff x="3564643" y="4058666"/>
                <a:chExt cx="223397" cy="66900"/>
              </a:xfrm>
            </p:grpSpPr>
            <p:sp>
              <p:nvSpPr>
                <p:cNvPr id="7891" name="Google Shape;7891;p75"/>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892" name="Google Shape;7892;p75"/>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7893" name="Google Shape;7893;p75"/>
            <p:cNvGrpSpPr/>
            <p:nvPr/>
          </p:nvGrpSpPr>
          <p:grpSpPr>
            <a:xfrm>
              <a:off x="2633353" y="3965763"/>
              <a:ext cx="933975" cy="445687"/>
              <a:chOff x="2633353" y="3965763"/>
              <a:chExt cx="933975" cy="445687"/>
            </a:xfrm>
          </p:grpSpPr>
          <p:sp>
            <p:nvSpPr>
              <p:cNvPr id="7894" name="Google Shape;7894;p75"/>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75"/>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96" name="Google Shape;7896;p75"/>
          <p:cNvGrpSpPr/>
          <p:nvPr/>
        </p:nvGrpSpPr>
        <p:grpSpPr>
          <a:xfrm>
            <a:off x="6392784" y="1044384"/>
            <a:ext cx="1131087" cy="587383"/>
            <a:chOff x="238125" y="999450"/>
            <a:chExt cx="7140700" cy="3708225"/>
          </a:xfrm>
        </p:grpSpPr>
        <p:sp>
          <p:nvSpPr>
            <p:cNvPr id="7897" name="Google Shape;7897;p75"/>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75"/>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75"/>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75"/>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75"/>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75"/>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75"/>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75"/>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75"/>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6" name="Google Shape;7906;p75"/>
          <p:cNvGrpSpPr/>
          <p:nvPr/>
        </p:nvGrpSpPr>
        <p:grpSpPr>
          <a:xfrm>
            <a:off x="3744234" y="3493879"/>
            <a:ext cx="1375854" cy="678131"/>
            <a:chOff x="3913765" y="3641905"/>
            <a:chExt cx="1522805" cy="750560"/>
          </a:xfrm>
        </p:grpSpPr>
        <p:grpSp>
          <p:nvGrpSpPr>
            <p:cNvPr id="7907" name="Google Shape;7907;p75"/>
            <p:cNvGrpSpPr/>
            <p:nvPr/>
          </p:nvGrpSpPr>
          <p:grpSpPr>
            <a:xfrm>
              <a:off x="3913765" y="3997002"/>
              <a:ext cx="1522805" cy="395463"/>
              <a:chOff x="3913765" y="3997002"/>
              <a:chExt cx="1522805" cy="395463"/>
            </a:xfrm>
          </p:grpSpPr>
          <p:grpSp>
            <p:nvGrpSpPr>
              <p:cNvPr id="7908" name="Google Shape;7908;p75"/>
              <p:cNvGrpSpPr/>
              <p:nvPr/>
            </p:nvGrpSpPr>
            <p:grpSpPr>
              <a:xfrm>
                <a:off x="3913765" y="4138659"/>
                <a:ext cx="507602" cy="253806"/>
                <a:chOff x="3913765" y="4138659"/>
                <a:chExt cx="507602" cy="253806"/>
              </a:xfrm>
            </p:grpSpPr>
            <p:sp>
              <p:nvSpPr>
                <p:cNvPr id="7909" name="Google Shape;7909;p75"/>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75"/>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7911" name="Google Shape;7911;p75"/>
              <p:cNvGrpSpPr/>
              <p:nvPr/>
            </p:nvGrpSpPr>
            <p:grpSpPr>
              <a:xfrm>
                <a:off x="4421361" y="3997002"/>
                <a:ext cx="507618" cy="395463"/>
                <a:chOff x="4421361" y="3997002"/>
                <a:chExt cx="507618" cy="395463"/>
              </a:xfrm>
            </p:grpSpPr>
            <p:sp>
              <p:nvSpPr>
                <p:cNvPr id="7912" name="Google Shape;7912;p75"/>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75"/>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4" name="Google Shape;7914;p75"/>
              <p:cNvGrpSpPr/>
              <p:nvPr/>
            </p:nvGrpSpPr>
            <p:grpSpPr>
              <a:xfrm>
                <a:off x="4928973" y="4189418"/>
                <a:ext cx="507596" cy="203047"/>
                <a:chOff x="4928973" y="4189418"/>
                <a:chExt cx="507596" cy="203047"/>
              </a:xfrm>
            </p:grpSpPr>
            <p:sp>
              <p:nvSpPr>
                <p:cNvPr id="7915" name="Google Shape;7915;p75"/>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75"/>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17" name="Google Shape;7917;p75"/>
            <p:cNvGrpSpPr/>
            <p:nvPr/>
          </p:nvGrpSpPr>
          <p:grpSpPr>
            <a:xfrm>
              <a:off x="4482186" y="3641905"/>
              <a:ext cx="397605" cy="349784"/>
              <a:chOff x="2906375" y="1159725"/>
              <a:chExt cx="1860575" cy="1636800"/>
            </a:xfrm>
          </p:grpSpPr>
          <p:sp>
            <p:nvSpPr>
              <p:cNvPr id="7918" name="Google Shape;7918;p75"/>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75"/>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75"/>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75"/>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22" name="Google Shape;7922;p75"/>
          <p:cNvGrpSpPr/>
          <p:nvPr/>
        </p:nvGrpSpPr>
        <p:grpSpPr>
          <a:xfrm>
            <a:off x="6528943" y="1853805"/>
            <a:ext cx="940737" cy="721067"/>
            <a:chOff x="6599718" y="2068734"/>
            <a:chExt cx="940737" cy="721067"/>
          </a:xfrm>
        </p:grpSpPr>
        <p:sp>
          <p:nvSpPr>
            <p:cNvPr id="7923" name="Google Shape;7923;p75"/>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75"/>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75"/>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75"/>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75"/>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75"/>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29" name="Google Shape;7929;p75"/>
            <p:cNvGrpSpPr/>
            <p:nvPr/>
          </p:nvGrpSpPr>
          <p:grpSpPr>
            <a:xfrm>
              <a:off x="6836957" y="2068734"/>
              <a:ext cx="461892" cy="721067"/>
              <a:chOff x="6836957" y="2068734"/>
              <a:chExt cx="461892" cy="721067"/>
            </a:xfrm>
          </p:grpSpPr>
          <p:sp>
            <p:nvSpPr>
              <p:cNvPr id="7930" name="Google Shape;7930;p75"/>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75"/>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75"/>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75"/>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75"/>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75"/>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36" name="Google Shape;7936;p75"/>
              <p:cNvGrpSpPr/>
              <p:nvPr/>
            </p:nvGrpSpPr>
            <p:grpSpPr>
              <a:xfrm>
                <a:off x="6836957" y="2068734"/>
                <a:ext cx="461892" cy="721067"/>
                <a:chOff x="6836957" y="2068734"/>
                <a:chExt cx="461892" cy="721067"/>
              </a:xfrm>
            </p:grpSpPr>
            <p:sp>
              <p:nvSpPr>
                <p:cNvPr id="7937" name="Google Shape;7937;p75"/>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75"/>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75"/>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75"/>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75"/>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75"/>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75"/>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944" name="Google Shape;7944;p75"/>
          <p:cNvGrpSpPr/>
          <p:nvPr/>
        </p:nvGrpSpPr>
        <p:grpSpPr>
          <a:xfrm>
            <a:off x="2412262" y="1858152"/>
            <a:ext cx="712577" cy="712374"/>
            <a:chOff x="2559249" y="2069323"/>
            <a:chExt cx="685566" cy="685634"/>
          </a:xfrm>
        </p:grpSpPr>
        <p:sp>
          <p:nvSpPr>
            <p:cNvPr id="7945" name="Google Shape;7945;p75"/>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75"/>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75"/>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75"/>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75"/>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75"/>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75"/>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75"/>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75"/>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75"/>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75"/>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75"/>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75"/>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8" name="Google Shape;7958;p75"/>
          <p:cNvGrpSpPr/>
          <p:nvPr/>
        </p:nvGrpSpPr>
        <p:grpSpPr>
          <a:xfrm>
            <a:off x="7594699" y="970941"/>
            <a:ext cx="845645" cy="711911"/>
            <a:chOff x="951975" y="315800"/>
            <a:chExt cx="5860325" cy="4933550"/>
          </a:xfrm>
        </p:grpSpPr>
        <p:sp>
          <p:nvSpPr>
            <p:cNvPr id="7959" name="Google Shape;7959;p75"/>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75"/>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75"/>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75"/>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75"/>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75"/>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75"/>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75"/>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7" name="Google Shape;7967;p75"/>
          <p:cNvGrpSpPr/>
          <p:nvPr/>
        </p:nvGrpSpPr>
        <p:grpSpPr>
          <a:xfrm>
            <a:off x="3691828" y="2707050"/>
            <a:ext cx="1617932" cy="621724"/>
            <a:chOff x="3862800" y="3038525"/>
            <a:chExt cx="1329006" cy="510698"/>
          </a:xfrm>
        </p:grpSpPr>
        <p:sp>
          <p:nvSpPr>
            <p:cNvPr id="7968" name="Google Shape;7968;p75"/>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75"/>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70" name="Google Shape;7970;p75"/>
            <p:cNvGrpSpPr/>
            <p:nvPr/>
          </p:nvGrpSpPr>
          <p:grpSpPr>
            <a:xfrm>
              <a:off x="3967075" y="3040337"/>
              <a:ext cx="1019927" cy="402126"/>
              <a:chOff x="3967075" y="3040337"/>
              <a:chExt cx="1019927" cy="402126"/>
            </a:xfrm>
          </p:grpSpPr>
          <p:sp>
            <p:nvSpPr>
              <p:cNvPr id="7971" name="Google Shape;7971;p75"/>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75"/>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3" name="Google Shape;7973;p75"/>
            <p:cNvGrpSpPr/>
            <p:nvPr/>
          </p:nvGrpSpPr>
          <p:grpSpPr>
            <a:xfrm>
              <a:off x="4186700" y="3040337"/>
              <a:ext cx="390475" cy="183289"/>
              <a:chOff x="4186700" y="3040337"/>
              <a:chExt cx="390475" cy="183289"/>
            </a:xfrm>
          </p:grpSpPr>
          <p:sp>
            <p:nvSpPr>
              <p:cNvPr id="7974" name="Google Shape;7974;p75"/>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75"/>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6" name="Google Shape;7976;p75"/>
            <p:cNvGrpSpPr/>
            <p:nvPr/>
          </p:nvGrpSpPr>
          <p:grpSpPr>
            <a:xfrm>
              <a:off x="4073727" y="3040337"/>
              <a:ext cx="697794" cy="296263"/>
              <a:chOff x="4073727" y="3040337"/>
              <a:chExt cx="697794" cy="296263"/>
            </a:xfrm>
          </p:grpSpPr>
          <p:sp>
            <p:nvSpPr>
              <p:cNvPr id="7977" name="Google Shape;7977;p75"/>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75"/>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9" name="Google Shape;7979;p75"/>
            <p:cNvGrpSpPr/>
            <p:nvPr/>
          </p:nvGrpSpPr>
          <p:grpSpPr>
            <a:xfrm>
              <a:off x="3862800" y="3038525"/>
              <a:ext cx="1329006" cy="510698"/>
              <a:chOff x="3862800" y="3038525"/>
              <a:chExt cx="1329006" cy="510698"/>
            </a:xfrm>
          </p:grpSpPr>
          <p:sp>
            <p:nvSpPr>
              <p:cNvPr id="7980" name="Google Shape;7980;p75"/>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75"/>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82" name="Google Shape;7982;p75"/>
          <p:cNvGrpSpPr/>
          <p:nvPr/>
        </p:nvGrpSpPr>
        <p:grpSpPr>
          <a:xfrm>
            <a:off x="700150" y="970941"/>
            <a:ext cx="883205" cy="775176"/>
            <a:chOff x="649648" y="271400"/>
            <a:chExt cx="6215377" cy="5455143"/>
          </a:xfrm>
        </p:grpSpPr>
        <p:sp>
          <p:nvSpPr>
            <p:cNvPr id="7983" name="Google Shape;7983;p75"/>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75"/>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75"/>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75"/>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75"/>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75"/>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75"/>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75"/>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75"/>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75"/>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75"/>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75"/>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5" name="Google Shape;7995;p75"/>
          <p:cNvGrpSpPr/>
          <p:nvPr/>
        </p:nvGrpSpPr>
        <p:grpSpPr>
          <a:xfrm>
            <a:off x="2308452" y="970941"/>
            <a:ext cx="767704" cy="815489"/>
            <a:chOff x="2499700" y="1135950"/>
            <a:chExt cx="732402" cy="777990"/>
          </a:xfrm>
        </p:grpSpPr>
        <p:grpSp>
          <p:nvGrpSpPr>
            <p:cNvPr id="7996" name="Google Shape;7996;p75"/>
            <p:cNvGrpSpPr/>
            <p:nvPr/>
          </p:nvGrpSpPr>
          <p:grpSpPr>
            <a:xfrm>
              <a:off x="2499700" y="1135950"/>
              <a:ext cx="732402" cy="694705"/>
              <a:chOff x="2499700" y="1135950"/>
              <a:chExt cx="732402" cy="694705"/>
            </a:xfrm>
          </p:grpSpPr>
          <p:sp>
            <p:nvSpPr>
              <p:cNvPr id="7997" name="Google Shape;7997;p75"/>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75"/>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75"/>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75"/>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75"/>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75"/>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75"/>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75"/>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75"/>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75"/>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75"/>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75"/>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75"/>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75"/>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75"/>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75"/>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75"/>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75"/>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75"/>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75"/>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75"/>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75"/>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75"/>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75"/>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75"/>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75"/>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75"/>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4" name="Google Shape;8024;p75"/>
            <p:cNvGrpSpPr/>
            <p:nvPr/>
          </p:nvGrpSpPr>
          <p:grpSpPr>
            <a:xfrm>
              <a:off x="2517909" y="1188726"/>
              <a:ext cx="702702" cy="725214"/>
              <a:chOff x="2517909" y="1188726"/>
              <a:chExt cx="702702" cy="725214"/>
            </a:xfrm>
          </p:grpSpPr>
          <p:sp>
            <p:nvSpPr>
              <p:cNvPr id="8025" name="Google Shape;8025;p75"/>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75"/>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75"/>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75"/>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75"/>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30" name="Google Shape;8030;p75"/>
          <p:cNvGrpSpPr/>
          <p:nvPr/>
        </p:nvGrpSpPr>
        <p:grpSpPr>
          <a:xfrm>
            <a:off x="1654184" y="970941"/>
            <a:ext cx="583439" cy="870229"/>
            <a:chOff x="1716825" y="1121550"/>
            <a:chExt cx="622800" cy="928938"/>
          </a:xfrm>
        </p:grpSpPr>
        <p:grpSp>
          <p:nvGrpSpPr>
            <p:cNvPr id="8031" name="Google Shape;8031;p75"/>
            <p:cNvGrpSpPr/>
            <p:nvPr/>
          </p:nvGrpSpPr>
          <p:grpSpPr>
            <a:xfrm>
              <a:off x="1716825" y="1121550"/>
              <a:ext cx="622800" cy="928938"/>
              <a:chOff x="1716825" y="1121550"/>
              <a:chExt cx="622800" cy="928938"/>
            </a:xfrm>
          </p:grpSpPr>
          <p:cxnSp>
            <p:nvCxnSpPr>
              <p:cNvPr id="8032" name="Google Shape;8032;p75"/>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8033" name="Google Shape;8033;p75"/>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4" name="Google Shape;8034;p75"/>
            <p:cNvGrpSpPr/>
            <p:nvPr/>
          </p:nvGrpSpPr>
          <p:grpSpPr>
            <a:xfrm>
              <a:off x="1768050" y="1172775"/>
              <a:ext cx="520200" cy="832000"/>
              <a:chOff x="1768050" y="1172775"/>
              <a:chExt cx="520200" cy="832000"/>
            </a:xfrm>
          </p:grpSpPr>
          <p:cxnSp>
            <p:nvCxnSpPr>
              <p:cNvPr id="8035" name="Google Shape;8035;p75"/>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8036" name="Google Shape;8036;p75"/>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7" name="Google Shape;8037;p75"/>
            <p:cNvGrpSpPr/>
            <p:nvPr/>
          </p:nvGrpSpPr>
          <p:grpSpPr>
            <a:xfrm>
              <a:off x="1820100" y="1225475"/>
              <a:ext cx="416400" cy="729575"/>
              <a:chOff x="1820100" y="1225475"/>
              <a:chExt cx="416400" cy="729575"/>
            </a:xfrm>
          </p:grpSpPr>
          <p:cxnSp>
            <p:nvCxnSpPr>
              <p:cNvPr id="8038" name="Google Shape;8038;p75"/>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8039" name="Google Shape;8039;p75"/>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0" name="Google Shape;8040;p75"/>
            <p:cNvGrpSpPr/>
            <p:nvPr/>
          </p:nvGrpSpPr>
          <p:grpSpPr>
            <a:xfrm>
              <a:off x="1874250" y="1278825"/>
              <a:ext cx="308100" cy="605275"/>
              <a:chOff x="1874250" y="1278825"/>
              <a:chExt cx="308100" cy="605275"/>
            </a:xfrm>
          </p:grpSpPr>
          <p:cxnSp>
            <p:nvCxnSpPr>
              <p:cNvPr id="8041" name="Google Shape;8041;p75"/>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8042" name="Google Shape;8042;p75"/>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43" name="Google Shape;8043;p75"/>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4" name="Google Shape;8044;p75"/>
          <p:cNvGrpSpPr/>
          <p:nvPr/>
        </p:nvGrpSpPr>
        <p:grpSpPr>
          <a:xfrm>
            <a:off x="1574007" y="1857263"/>
            <a:ext cx="739072" cy="714152"/>
            <a:chOff x="4334725" y="1355875"/>
            <a:chExt cx="3106650" cy="3001900"/>
          </a:xfrm>
        </p:grpSpPr>
        <p:grpSp>
          <p:nvGrpSpPr>
            <p:cNvPr id="8045" name="Google Shape;8045;p75"/>
            <p:cNvGrpSpPr/>
            <p:nvPr/>
          </p:nvGrpSpPr>
          <p:grpSpPr>
            <a:xfrm>
              <a:off x="4516050" y="1724875"/>
              <a:ext cx="2693725" cy="2632900"/>
              <a:chOff x="4516050" y="1724875"/>
              <a:chExt cx="2693725" cy="2632900"/>
            </a:xfrm>
          </p:grpSpPr>
          <p:sp>
            <p:nvSpPr>
              <p:cNvPr id="8046" name="Google Shape;8046;p75"/>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75"/>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75"/>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9" name="Google Shape;8049;p75"/>
            <p:cNvGrpSpPr/>
            <p:nvPr/>
          </p:nvGrpSpPr>
          <p:grpSpPr>
            <a:xfrm>
              <a:off x="4334725" y="1355875"/>
              <a:ext cx="3106650" cy="2709650"/>
              <a:chOff x="4334725" y="1355875"/>
              <a:chExt cx="3106650" cy="2709650"/>
            </a:xfrm>
          </p:grpSpPr>
          <p:sp>
            <p:nvSpPr>
              <p:cNvPr id="8050" name="Google Shape;8050;p75"/>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75"/>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75"/>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53" name="Google Shape;8053;p75"/>
          <p:cNvGrpSpPr/>
          <p:nvPr/>
        </p:nvGrpSpPr>
        <p:grpSpPr>
          <a:xfrm>
            <a:off x="7690956" y="3488034"/>
            <a:ext cx="312074" cy="684173"/>
            <a:chOff x="7645573" y="3754300"/>
            <a:chExt cx="293855" cy="644170"/>
          </a:xfrm>
        </p:grpSpPr>
        <p:sp>
          <p:nvSpPr>
            <p:cNvPr id="8054" name="Google Shape;8054;p75"/>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75"/>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6" name="Google Shape;8056;p75"/>
          <p:cNvGrpSpPr/>
          <p:nvPr/>
        </p:nvGrpSpPr>
        <p:grpSpPr>
          <a:xfrm>
            <a:off x="5612944" y="970941"/>
            <a:ext cx="709011" cy="739359"/>
            <a:chOff x="5830645" y="1256617"/>
            <a:chExt cx="530340" cy="553040"/>
          </a:xfrm>
        </p:grpSpPr>
        <p:grpSp>
          <p:nvGrpSpPr>
            <p:cNvPr id="8057" name="Google Shape;8057;p75"/>
            <p:cNvGrpSpPr/>
            <p:nvPr/>
          </p:nvGrpSpPr>
          <p:grpSpPr>
            <a:xfrm>
              <a:off x="5830645" y="1256617"/>
              <a:ext cx="259743" cy="269909"/>
              <a:chOff x="5830645" y="1256617"/>
              <a:chExt cx="259743" cy="269909"/>
            </a:xfrm>
          </p:grpSpPr>
          <p:sp>
            <p:nvSpPr>
              <p:cNvPr id="8058" name="Google Shape;8058;p75"/>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75"/>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0" name="Google Shape;8060;p75"/>
            <p:cNvGrpSpPr/>
            <p:nvPr/>
          </p:nvGrpSpPr>
          <p:grpSpPr>
            <a:xfrm>
              <a:off x="6101293" y="1256617"/>
              <a:ext cx="259692" cy="269909"/>
              <a:chOff x="6101293" y="1256617"/>
              <a:chExt cx="259692" cy="269909"/>
            </a:xfrm>
          </p:grpSpPr>
          <p:sp>
            <p:nvSpPr>
              <p:cNvPr id="8061" name="Google Shape;8061;p75"/>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75"/>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3" name="Google Shape;8063;p75"/>
            <p:cNvGrpSpPr/>
            <p:nvPr/>
          </p:nvGrpSpPr>
          <p:grpSpPr>
            <a:xfrm>
              <a:off x="5830645" y="1539749"/>
              <a:ext cx="259692" cy="269909"/>
              <a:chOff x="5830645" y="1539749"/>
              <a:chExt cx="259692" cy="269909"/>
            </a:xfrm>
          </p:grpSpPr>
          <p:sp>
            <p:nvSpPr>
              <p:cNvPr id="8064" name="Google Shape;8064;p75"/>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75"/>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6" name="Google Shape;8066;p75"/>
            <p:cNvGrpSpPr/>
            <p:nvPr/>
          </p:nvGrpSpPr>
          <p:grpSpPr>
            <a:xfrm>
              <a:off x="6101293" y="1539749"/>
              <a:ext cx="259692" cy="269909"/>
              <a:chOff x="6101293" y="1539749"/>
              <a:chExt cx="259692" cy="269909"/>
            </a:xfrm>
          </p:grpSpPr>
          <p:sp>
            <p:nvSpPr>
              <p:cNvPr id="8067" name="Google Shape;8067;p75"/>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75"/>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69" name="Google Shape;8069;p75"/>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0" name="Google Shape;8070;p75"/>
          <p:cNvGrpSpPr/>
          <p:nvPr/>
        </p:nvGrpSpPr>
        <p:grpSpPr>
          <a:xfrm>
            <a:off x="714438" y="2707057"/>
            <a:ext cx="1452955" cy="621360"/>
            <a:chOff x="732422" y="2990152"/>
            <a:chExt cx="1337773" cy="572102"/>
          </a:xfrm>
        </p:grpSpPr>
        <p:sp>
          <p:nvSpPr>
            <p:cNvPr id="8071" name="Google Shape;8071;p75"/>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75"/>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75"/>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75"/>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75"/>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75"/>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80" name="Shape 8080"/>
        <p:cNvGrpSpPr/>
        <p:nvPr/>
      </p:nvGrpSpPr>
      <p:grpSpPr>
        <a:xfrm>
          <a:off x="0" y="0"/>
          <a:ext cx="0" cy="0"/>
          <a:chOff x="0" y="0"/>
          <a:chExt cx="0" cy="0"/>
        </a:xfrm>
      </p:grpSpPr>
      <p:grpSp>
        <p:nvGrpSpPr>
          <p:cNvPr id="8081" name="Google Shape;8081;p76"/>
          <p:cNvGrpSpPr/>
          <p:nvPr/>
        </p:nvGrpSpPr>
        <p:grpSpPr>
          <a:xfrm>
            <a:off x="708575" y="965865"/>
            <a:ext cx="1636117" cy="1526144"/>
            <a:chOff x="729238" y="1179665"/>
            <a:chExt cx="1636117" cy="1526144"/>
          </a:xfrm>
        </p:grpSpPr>
        <p:grpSp>
          <p:nvGrpSpPr>
            <p:cNvPr id="8082" name="Google Shape;8082;p76"/>
            <p:cNvGrpSpPr/>
            <p:nvPr/>
          </p:nvGrpSpPr>
          <p:grpSpPr>
            <a:xfrm>
              <a:off x="729238" y="1179665"/>
              <a:ext cx="80700" cy="1526144"/>
              <a:chOff x="729238" y="1179665"/>
              <a:chExt cx="80700" cy="1526144"/>
            </a:xfrm>
          </p:grpSpPr>
          <p:sp>
            <p:nvSpPr>
              <p:cNvPr id="8083" name="Google Shape;8083;p76"/>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76"/>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76"/>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76"/>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76"/>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76"/>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76"/>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76"/>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76"/>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76"/>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3" name="Google Shape;8093;p76"/>
            <p:cNvGrpSpPr/>
            <p:nvPr/>
          </p:nvGrpSpPr>
          <p:grpSpPr>
            <a:xfrm>
              <a:off x="903098" y="1179665"/>
              <a:ext cx="80700" cy="1526144"/>
              <a:chOff x="903098" y="1179665"/>
              <a:chExt cx="80700" cy="1526144"/>
            </a:xfrm>
          </p:grpSpPr>
          <p:sp>
            <p:nvSpPr>
              <p:cNvPr id="8094" name="Google Shape;8094;p76"/>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76"/>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76"/>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76"/>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76"/>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76"/>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76"/>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76"/>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76"/>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76"/>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4" name="Google Shape;8104;p76"/>
            <p:cNvGrpSpPr/>
            <p:nvPr/>
          </p:nvGrpSpPr>
          <p:grpSpPr>
            <a:xfrm>
              <a:off x="1076958" y="1179665"/>
              <a:ext cx="80700" cy="1526144"/>
              <a:chOff x="1076958" y="1179665"/>
              <a:chExt cx="80700" cy="1526144"/>
            </a:xfrm>
          </p:grpSpPr>
          <p:sp>
            <p:nvSpPr>
              <p:cNvPr id="8105" name="Google Shape;8105;p76"/>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76"/>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76"/>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76"/>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76"/>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76"/>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76"/>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76"/>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76"/>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76"/>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5" name="Google Shape;8115;p76"/>
            <p:cNvGrpSpPr/>
            <p:nvPr/>
          </p:nvGrpSpPr>
          <p:grpSpPr>
            <a:xfrm>
              <a:off x="1247707" y="1179665"/>
              <a:ext cx="80700" cy="1526144"/>
              <a:chOff x="1247707" y="1179665"/>
              <a:chExt cx="80700" cy="1526144"/>
            </a:xfrm>
          </p:grpSpPr>
          <p:sp>
            <p:nvSpPr>
              <p:cNvPr id="8116" name="Google Shape;8116;p76"/>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76"/>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76"/>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76"/>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76"/>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76"/>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76"/>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76"/>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76"/>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76"/>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6" name="Google Shape;8126;p76"/>
            <p:cNvGrpSpPr/>
            <p:nvPr/>
          </p:nvGrpSpPr>
          <p:grpSpPr>
            <a:xfrm>
              <a:off x="1421567" y="1179665"/>
              <a:ext cx="80700" cy="1526144"/>
              <a:chOff x="1421567" y="1179665"/>
              <a:chExt cx="80700" cy="1526144"/>
            </a:xfrm>
          </p:grpSpPr>
          <p:sp>
            <p:nvSpPr>
              <p:cNvPr id="8127" name="Google Shape;8127;p76"/>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76"/>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76"/>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76"/>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76"/>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76"/>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76"/>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76"/>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76"/>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76"/>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7" name="Google Shape;8137;p76"/>
            <p:cNvGrpSpPr/>
            <p:nvPr/>
          </p:nvGrpSpPr>
          <p:grpSpPr>
            <a:xfrm>
              <a:off x="1592327" y="1179665"/>
              <a:ext cx="80700" cy="1526144"/>
              <a:chOff x="1592327" y="1179665"/>
              <a:chExt cx="80700" cy="1526144"/>
            </a:xfrm>
          </p:grpSpPr>
          <p:sp>
            <p:nvSpPr>
              <p:cNvPr id="8138" name="Google Shape;8138;p76"/>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76"/>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76"/>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76"/>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76"/>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76"/>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76"/>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76"/>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76"/>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76"/>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8" name="Google Shape;8148;p76"/>
            <p:cNvGrpSpPr/>
            <p:nvPr/>
          </p:nvGrpSpPr>
          <p:grpSpPr>
            <a:xfrm>
              <a:off x="1766187" y="1179665"/>
              <a:ext cx="80700" cy="1526144"/>
              <a:chOff x="1766187" y="1179665"/>
              <a:chExt cx="80700" cy="1526144"/>
            </a:xfrm>
          </p:grpSpPr>
          <p:sp>
            <p:nvSpPr>
              <p:cNvPr id="8149" name="Google Shape;8149;p76"/>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76"/>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76"/>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76"/>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76"/>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76"/>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76"/>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76"/>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76"/>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76"/>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9" name="Google Shape;8159;p76"/>
            <p:cNvGrpSpPr/>
            <p:nvPr/>
          </p:nvGrpSpPr>
          <p:grpSpPr>
            <a:xfrm>
              <a:off x="1936935" y="1179665"/>
              <a:ext cx="80700" cy="1526144"/>
              <a:chOff x="1936935" y="1179665"/>
              <a:chExt cx="80700" cy="1526144"/>
            </a:xfrm>
          </p:grpSpPr>
          <p:sp>
            <p:nvSpPr>
              <p:cNvPr id="8160" name="Google Shape;8160;p76"/>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76"/>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76"/>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76"/>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76"/>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76"/>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76"/>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76"/>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76"/>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76"/>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0" name="Google Shape;8170;p76"/>
            <p:cNvGrpSpPr/>
            <p:nvPr/>
          </p:nvGrpSpPr>
          <p:grpSpPr>
            <a:xfrm>
              <a:off x="2110795" y="1179665"/>
              <a:ext cx="80700" cy="1526144"/>
              <a:chOff x="2110795" y="1179665"/>
              <a:chExt cx="80700" cy="1526144"/>
            </a:xfrm>
          </p:grpSpPr>
          <p:sp>
            <p:nvSpPr>
              <p:cNvPr id="8171" name="Google Shape;8171;p76"/>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76"/>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76"/>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76"/>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76"/>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76"/>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76"/>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76"/>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76"/>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76"/>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1" name="Google Shape;8181;p76"/>
            <p:cNvGrpSpPr/>
            <p:nvPr/>
          </p:nvGrpSpPr>
          <p:grpSpPr>
            <a:xfrm>
              <a:off x="2284655" y="1179665"/>
              <a:ext cx="80700" cy="1526144"/>
              <a:chOff x="2284655" y="1179665"/>
              <a:chExt cx="80700" cy="1526144"/>
            </a:xfrm>
          </p:grpSpPr>
          <p:sp>
            <p:nvSpPr>
              <p:cNvPr id="8182" name="Google Shape;8182;p76"/>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76"/>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76"/>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76"/>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76"/>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76"/>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76"/>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76"/>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76"/>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76"/>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92" name="Google Shape;8192;p76"/>
          <p:cNvGrpSpPr/>
          <p:nvPr/>
        </p:nvGrpSpPr>
        <p:grpSpPr>
          <a:xfrm>
            <a:off x="2603242" y="985003"/>
            <a:ext cx="1364248" cy="1102133"/>
            <a:chOff x="2623904" y="1198803"/>
            <a:chExt cx="1364248" cy="1102133"/>
          </a:xfrm>
        </p:grpSpPr>
        <p:grpSp>
          <p:nvGrpSpPr>
            <p:cNvPr id="8193" name="Google Shape;8193;p76"/>
            <p:cNvGrpSpPr/>
            <p:nvPr/>
          </p:nvGrpSpPr>
          <p:grpSpPr>
            <a:xfrm>
              <a:off x="2623907" y="1198803"/>
              <a:ext cx="1364245" cy="273000"/>
              <a:chOff x="2623907" y="1198803"/>
              <a:chExt cx="1364245" cy="273000"/>
            </a:xfrm>
          </p:grpSpPr>
          <p:sp>
            <p:nvSpPr>
              <p:cNvPr id="8194" name="Google Shape;8194;p76"/>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76"/>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76"/>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76"/>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76"/>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9" name="Google Shape;8199;p76"/>
            <p:cNvGrpSpPr/>
            <p:nvPr/>
          </p:nvGrpSpPr>
          <p:grpSpPr>
            <a:xfrm>
              <a:off x="2623904" y="1476964"/>
              <a:ext cx="1364245" cy="273000"/>
              <a:chOff x="2623904" y="1476964"/>
              <a:chExt cx="1364245" cy="273000"/>
            </a:xfrm>
          </p:grpSpPr>
          <p:sp>
            <p:nvSpPr>
              <p:cNvPr id="8200" name="Google Shape;8200;p76"/>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76"/>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76"/>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76"/>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76"/>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5" name="Google Shape;8205;p76"/>
            <p:cNvGrpSpPr/>
            <p:nvPr/>
          </p:nvGrpSpPr>
          <p:grpSpPr>
            <a:xfrm>
              <a:off x="2623907" y="1749775"/>
              <a:ext cx="1364245" cy="273000"/>
              <a:chOff x="2623907" y="1749775"/>
              <a:chExt cx="1364245" cy="273000"/>
            </a:xfrm>
          </p:grpSpPr>
          <p:sp>
            <p:nvSpPr>
              <p:cNvPr id="8206" name="Google Shape;8206;p76"/>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76"/>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76"/>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76"/>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76"/>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1" name="Google Shape;8211;p76"/>
            <p:cNvGrpSpPr/>
            <p:nvPr/>
          </p:nvGrpSpPr>
          <p:grpSpPr>
            <a:xfrm>
              <a:off x="2623904" y="2027936"/>
              <a:ext cx="1364245" cy="273000"/>
              <a:chOff x="2623904" y="2027936"/>
              <a:chExt cx="1364245" cy="273000"/>
            </a:xfrm>
          </p:grpSpPr>
          <p:sp>
            <p:nvSpPr>
              <p:cNvPr id="8212" name="Google Shape;8212;p76"/>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76"/>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76"/>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76"/>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76"/>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17" name="Google Shape;8217;p76"/>
          <p:cNvGrpSpPr/>
          <p:nvPr/>
        </p:nvGrpSpPr>
        <p:grpSpPr>
          <a:xfrm>
            <a:off x="2592703" y="2444186"/>
            <a:ext cx="1387541" cy="159124"/>
            <a:chOff x="3200660" y="2180272"/>
            <a:chExt cx="2563824" cy="378237"/>
          </a:xfrm>
        </p:grpSpPr>
        <p:sp>
          <p:nvSpPr>
            <p:cNvPr id="8218" name="Google Shape;8218;p76"/>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76"/>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76"/>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76"/>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76"/>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76"/>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76"/>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76"/>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76"/>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76"/>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76"/>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76"/>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76"/>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76"/>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76"/>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76"/>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76"/>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76"/>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6" name="Google Shape;8236;p76"/>
          <p:cNvGrpSpPr/>
          <p:nvPr/>
        </p:nvGrpSpPr>
        <p:grpSpPr>
          <a:xfrm>
            <a:off x="2589227" y="2722011"/>
            <a:ext cx="1390502" cy="159625"/>
            <a:chOff x="3530150" y="2790075"/>
            <a:chExt cx="1962600" cy="225300"/>
          </a:xfrm>
        </p:grpSpPr>
        <p:sp>
          <p:nvSpPr>
            <p:cNvPr id="8237" name="Google Shape;8237;p76"/>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76"/>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9" name="Google Shape;8239;p76"/>
          <p:cNvGrpSpPr/>
          <p:nvPr/>
        </p:nvGrpSpPr>
        <p:grpSpPr>
          <a:xfrm>
            <a:off x="2589880" y="3000337"/>
            <a:ext cx="1411629" cy="153761"/>
            <a:chOff x="3558802" y="4011427"/>
            <a:chExt cx="1866000" cy="111300"/>
          </a:xfrm>
        </p:grpSpPr>
        <p:sp>
          <p:nvSpPr>
            <p:cNvPr id="8240" name="Google Shape;8240;p76"/>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76"/>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2" name="Google Shape;8242;p76"/>
          <p:cNvGrpSpPr/>
          <p:nvPr/>
        </p:nvGrpSpPr>
        <p:grpSpPr>
          <a:xfrm>
            <a:off x="2589573" y="2205736"/>
            <a:ext cx="1383503" cy="119749"/>
            <a:chOff x="3465975" y="2270276"/>
            <a:chExt cx="1986364" cy="171929"/>
          </a:xfrm>
        </p:grpSpPr>
        <p:sp>
          <p:nvSpPr>
            <p:cNvPr id="8243" name="Google Shape;8243;p76"/>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76"/>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76"/>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76"/>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76"/>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76"/>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76"/>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76"/>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1" name="Google Shape;8251;p76"/>
          <p:cNvGrpSpPr/>
          <p:nvPr/>
        </p:nvGrpSpPr>
        <p:grpSpPr>
          <a:xfrm>
            <a:off x="2600580" y="3569387"/>
            <a:ext cx="1369531" cy="195460"/>
            <a:chOff x="723300" y="4253549"/>
            <a:chExt cx="2276482" cy="324900"/>
          </a:xfrm>
        </p:grpSpPr>
        <p:sp>
          <p:nvSpPr>
            <p:cNvPr id="8252" name="Google Shape;8252;p76"/>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76"/>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76"/>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76"/>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76"/>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7" name="Google Shape;8257;p76"/>
          <p:cNvGrpSpPr/>
          <p:nvPr/>
        </p:nvGrpSpPr>
        <p:grpSpPr>
          <a:xfrm>
            <a:off x="2590141" y="3270567"/>
            <a:ext cx="1389066" cy="180119"/>
            <a:chOff x="705948" y="3788465"/>
            <a:chExt cx="2308953" cy="299400"/>
          </a:xfrm>
        </p:grpSpPr>
        <p:sp>
          <p:nvSpPr>
            <p:cNvPr id="8258" name="Google Shape;8258;p76"/>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76"/>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76"/>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76"/>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76"/>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3" name="Google Shape;8263;p76"/>
          <p:cNvGrpSpPr/>
          <p:nvPr/>
        </p:nvGrpSpPr>
        <p:grpSpPr>
          <a:xfrm>
            <a:off x="2638078" y="3883547"/>
            <a:ext cx="1304609" cy="294074"/>
            <a:chOff x="2658741" y="4097347"/>
            <a:chExt cx="1304609" cy="294074"/>
          </a:xfrm>
        </p:grpSpPr>
        <p:grpSp>
          <p:nvGrpSpPr>
            <p:cNvPr id="8264" name="Google Shape;8264;p76"/>
            <p:cNvGrpSpPr/>
            <p:nvPr/>
          </p:nvGrpSpPr>
          <p:grpSpPr>
            <a:xfrm>
              <a:off x="2658741" y="4097347"/>
              <a:ext cx="118572" cy="294074"/>
              <a:chOff x="3343310" y="4475555"/>
              <a:chExt cx="127717" cy="316753"/>
            </a:xfrm>
          </p:grpSpPr>
          <p:sp>
            <p:nvSpPr>
              <p:cNvPr id="8265" name="Google Shape;8265;p76"/>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76"/>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7" name="Google Shape;8267;p76"/>
            <p:cNvGrpSpPr/>
            <p:nvPr/>
          </p:nvGrpSpPr>
          <p:grpSpPr>
            <a:xfrm>
              <a:off x="3815519" y="4098388"/>
              <a:ext cx="147831" cy="291991"/>
              <a:chOff x="3527539" y="4476677"/>
              <a:chExt cx="159232" cy="314510"/>
            </a:xfrm>
          </p:grpSpPr>
          <p:sp>
            <p:nvSpPr>
              <p:cNvPr id="8268" name="Google Shape;8268;p76"/>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76"/>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0" name="Google Shape;8270;p76"/>
            <p:cNvGrpSpPr/>
            <p:nvPr/>
          </p:nvGrpSpPr>
          <p:grpSpPr>
            <a:xfrm>
              <a:off x="3511696" y="4098388"/>
              <a:ext cx="147831" cy="291991"/>
              <a:chOff x="3527539" y="4476677"/>
              <a:chExt cx="159232" cy="314510"/>
            </a:xfrm>
          </p:grpSpPr>
          <p:sp>
            <p:nvSpPr>
              <p:cNvPr id="8271" name="Google Shape;8271;p76"/>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76"/>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3" name="Google Shape;8273;p76"/>
            <p:cNvGrpSpPr/>
            <p:nvPr/>
          </p:nvGrpSpPr>
          <p:grpSpPr>
            <a:xfrm>
              <a:off x="3207874" y="4098388"/>
              <a:ext cx="147831" cy="291991"/>
              <a:chOff x="3527539" y="4476677"/>
              <a:chExt cx="159232" cy="314510"/>
            </a:xfrm>
          </p:grpSpPr>
          <p:sp>
            <p:nvSpPr>
              <p:cNvPr id="8274" name="Google Shape;8274;p76"/>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76"/>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6" name="Google Shape;8276;p76"/>
            <p:cNvGrpSpPr/>
            <p:nvPr/>
          </p:nvGrpSpPr>
          <p:grpSpPr>
            <a:xfrm>
              <a:off x="2933305" y="4097347"/>
              <a:ext cx="118572" cy="294074"/>
              <a:chOff x="3343310" y="4475555"/>
              <a:chExt cx="127717" cy="316753"/>
            </a:xfrm>
          </p:grpSpPr>
          <p:sp>
            <p:nvSpPr>
              <p:cNvPr id="8277" name="Google Shape;8277;p76"/>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76"/>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79" name="Google Shape;8279;p76"/>
          <p:cNvGrpSpPr/>
          <p:nvPr/>
        </p:nvGrpSpPr>
        <p:grpSpPr>
          <a:xfrm>
            <a:off x="4256908" y="1866669"/>
            <a:ext cx="1433821" cy="191501"/>
            <a:chOff x="4273350" y="2080469"/>
            <a:chExt cx="1433821" cy="191501"/>
          </a:xfrm>
        </p:grpSpPr>
        <p:grpSp>
          <p:nvGrpSpPr>
            <p:cNvPr id="8280" name="Google Shape;8280;p76"/>
            <p:cNvGrpSpPr/>
            <p:nvPr/>
          </p:nvGrpSpPr>
          <p:grpSpPr>
            <a:xfrm>
              <a:off x="4273350" y="2080469"/>
              <a:ext cx="1433821" cy="0"/>
              <a:chOff x="5224975" y="2962250"/>
              <a:chExt cx="1544400" cy="0"/>
            </a:xfrm>
          </p:grpSpPr>
          <p:cxnSp>
            <p:nvCxnSpPr>
              <p:cNvPr id="8281" name="Google Shape;8281;p76"/>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8282" name="Google Shape;8282;p76"/>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8283" name="Google Shape;8283;p76"/>
            <p:cNvGrpSpPr/>
            <p:nvPr/>
          </p:nvGrpSpPr>
          <p:grpSpPr>
            <a:xfrm>
              <a:off x="4273350" y="2271969"/>
              <a:ext cx="1433821" cy="0"/>
              <a:chOff x="5224975" y="2962250"/>
              <a:chExt cx="1544400" cy="0"/>
            </a:xfrm>
          </p:grpSpPr>
          <p:cxnSp>
            <p:nvCxnSpPr>
              <p:cNvPr id="8284" name="Google Shape;8284;p76"/>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8285" name="Google Shape;8285;p76"/>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8286" name="Google Shape;8286;p76"/>
          <p:cNvGrpSpPr/>
          <p:nvPr/>
        </p:nvGrpSpPr>
        <p:grpSpPr>
          <a:xfrm>
            <a:off x="4258463" y="969236"/>
            <a:ext cx="1430711" cy="743389"/>
            <a:chOff x="5159450" y="1919950"/>
            <a:chExt cx="1541050" cy="862500"/>
          </a:xfrm>
        </p:grpSpPr>
        <p:sp>
          <p:nvSpPr>
            <p:cNvPr id="8287" name="Google Shape;8287;p76"/>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8288" name="Google Shape;8288;p76"/>
            <p:cNvGrpSpPr/>
            <p:nvPr/>
          </p:nvGrpSpPr>
          <p:grpSpPr>
            <a:xfrm>
              <a:off x="5159450" y="1919950"/>
              <a:ext cx="1541050" cy="862500"/>
              <a:chOff x="5159450" y="1919950"/>
              <a:chExt cx="1541050" cy="862500"/>
            </a:xfrm>
          </p:grpSpPr>
          <p:cxnSp>
            <p:nvCxnSpPr>
              <p:cNvPr id="8289" name="Google Shape;8289;p76"/>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8290" name="Google Shape;8290;p76"/>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8291" name="Google Shape;8291;p76"/>
          <p:cNvGrpSpPr/>
          <p:nvPr/>
        </p:nvGrpSpPr>
        <p:grpSpPr>
          <a:xfrm>
            <a:off x="4248577" y="2192564"/>
            <a:ext cx="1450484" cy="1052087"/>
            <a:chOff x="5230575" y="1554475"/>
            <a:chExt cx="2137150" cy="1550150"/>
          </a:xfrm>
        </p:grpSpPr>
        <p:sp>
          <p:nvSpPr>
            <p:cNvPr id="8292" name="Google Shape;8292;p76"/>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76"/>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76"/>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76"/>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76"/>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76"/>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76"/>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76"/>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76"/>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76"/>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76"/>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76"/>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76"/>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5" name="Google Shape;8305;p76"/>
          <p:cNvGrpSpPr/>
          <p:nvPr/>
        </p:nvGrpSpPr>
        <p:grpSpPr>
          <a:xfrm rot="10800000">
            <a:off x="4265127" y="3284753"/>
            <a:ext cx="1417383" cy="887946"/>
            <a:chOff x="5645403" y="2920021"/>
            <a:chExt cx="2650800" cy="2180614"/>
          </a:xfrm>
        </p:grpSpPr>
        <p:sp>
          <p:nvSpPr>
            <p:cNvPr id="8306" name="Google Shape;8306;p76"/>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07" name="Google Shape;8307;p76"/>
            <p:cNvCxnSpPr>
              <a:stCxn id="8306"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8308" name="Google Shape;8308;p76"/>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09" name="Google Shape;8309;p76"/>
            <p:cNvCxnSpPr>
              <a:endCxn id="8308" idx="3"/>
            </p:cNvCxnSpPr>
            <p:nvPr/>
          </p:nvCxnSpPr>
          <p:spPr>
            <a:xfrm rot="10800000">
              <a:off x="8059040" y="3735532"/>
              <a:ext cx="135300" cy="0"/>
            </a:xfrm>
            <a:prstGeom prst="straightConnector1">
              <a:avLst/>
            </a:prstGeom>
            <a:noFill/>
            <a:ln cap="flat" cmpd="sng" w="9525">
              <a:solidFill>
                <a:srgbClr val="5F7D95"/>
              </a:solidFill>
              <a:prstDash val="solid"/>
              <a:round/>
              <a:headEnd len="med" w="med" type="none"/>
              <a:tailEnd len="med" w="med" type="none"/>
            </a:ln>
          </p:spPr>
        </p:cxnSp>
        <p:sp>
          <p:nvSpPr>
            <p:cNvPr id="8310" name="Google Shape;8310;p76"/>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11" name="Google Shape;8311;p76"/>
            <p:cNvCxnSpPr>
              <a:stCxn id="8310" idx="1"/>
            </p:cNvCxnSpPr>
            <p:nvPr/>
          </p:nvCxnSpPr>
          <p:spPr>
            <a:xfrm rot="10800000">
              <a:off x="6175223"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8312" name="Google Shape;8312;p76"/>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13" name="Google Shape;8313;p76"/>
            <p:cNvCxnSpPr>
              <a:endCxn id="8312"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8314" name="Google Shape;8314;p76"/>
          <p:cNvGrpSpPr/>
          <p:nvPr/>
        </p:nvGrpSpPr>
        <p:grpSpPr>
          <a:xfrm>
            <a:off x="7365487" y="2188108"/>
            <a:ext cx="1071743" cy="1021579"/>
            <a:chOff x="7189833" y="2022667"/>
            <a:chExt cx="1251159" cy="1192597"/>
          </a:xfrm>
        </p:grpSpPr>
        <p:sp>
          <p:nvSpPr>
            <p:cNvPr id="8315" name="Google Shape;8315;p76"/>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76"/>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76"/>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76"/>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9" name="Google Shape;8319;p76"/>
          <p:cNvGrpSpPr/>
          <p:nvPr/>
        </p:nvGrpSpPr>
        <p:grpSpPr>
          <a:xfrm>
            <a:off x="706758" y="2614515"/>
            <a:ext cx="1695374" cy="1560837"/>
            <a:chOff x="727421" y="2828315"/>
            <a:chExt cx="1695374" cy="1560837"/>
          </a:xfrm>
        </p:grpSpPr>
        <p:grpSp>
          <p:nvGrpSpPr>
            <p:cNvPr id="8320" name="Google Shape;8320;p76"/>
            <p:cNvGrpSpPr/>
            <p:nvPr/>
          </p:nvGrpSpPr>
          <p:grpSpPr>
            <a:xfrm>
              <a:off x="819108" y="2882501"/>
              <a:ext cx="103104" cy="1426186"/>
              <a:chOff x="4674013" y="3100904"/>
              <a:chExt cx="122758" cy="1698043"/>
            </a:xfrm>
          </p:grpSpPr>
          <p:sp>
            <p:nvSpPr>
              <p:cNvPr id="8321" name="Google Shape;8321;p76"/>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76"/>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76"/>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76"/>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76"/>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76"/>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76"/>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8" name="Google Shape;8328;p76"/>
            <p:cNvGrpSpPr/>
            <p:nvPr/>
          </p:nvGrpSpPr>
          <p:grpSpPr>
            <a:xfrm>
              <a:off x="1062475" y="2882501"/>
              <a:ext cx="103104" cy="1426186"/>
              <a:chOff x="4940438" y="3100904"/>
              <a:chExt cx="122758" cy="1698043"/>
            </a:xfrm>
          </p:grpSpPr>
          <p:sp>
            <p:nvSpPr>
              <p:cNvPr id="8329" name="Google Shape;8329;p76"/>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76"/>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76"/>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76"/>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76"/>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76"/>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76"/>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6" name="Google Shape;8336;p76"/>
            <p:cNvGrpSpPr/>
            <p:nvPr/>
          </p:nvGrpSpPr>
          <p:grpSpPr>
            <a:xfrm>
              <a:off x="1299324" y="2882501"/>
              <a:ext cx="103104" cy="1426186"/>
              <a:chOff x="5206863" y="3100904"/>
              <a:chExt cx="122758" cy="1698043"/>
            </a:xfrm>
          </p:grpSpPr>
          <p:sp>
            <p:nvSpPr>
              <p:cNvPr id="8337" name="Google Shape;8337;p76"/>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76"/>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76"/>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76"/>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76"/>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76"/>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76"/>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4" name="Google Shape;8344;p76"/>
            <p:cNvGrpSpPr/>
            <p:nvPr/>
          </p:nvGrpSpPr>
          <p:grpSpPr>
            <a:xfrm>
              <a:off x="1786057" y="2882501"/>
              <a:ext cx="103104" cy="1426186"/>
              <a:chOff x="6006138" y="3143629"/>
              <a:chExt cx="122758" cy="1698043"/>
            </a:xfrm>
          </p:grpSpPr>
          <p:sp>
            <p:nvSpPr>
              <p:cNvPr id="8345" name="Google Shape;8345;p76"/>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76"/>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76"/>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76"/>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76"/>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76"/>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76"/>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2" name="Google Shape;8352;p76"/>
            <p:cNvGrpSpPr/>
            <p:nvPr/>
          </p:nvGrpSpPr>
          <p:grpSpPr>
            <a:xfrm>
              <a:off x="2029422" y="2882501"/>
              <a:ext cx="103104" cy="1426186"/>
              <a:chOff x="6805413" y="3100904"/>
              <a:chExt cx="122758" cy="1698043"/>
            </a:xfrm>
          </p:grpSpPr>
          <p:sp>
            <p:nvSpPr>
              <p:cNvPr id="8353" name="Google Shape;8353;p76"/>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76"/>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76"/>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76"/>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76"/>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76"/>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76"/>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0" name="Google Shape;8360;p76"/>
            <p:cNvGrpSpPr/>
            <p:nvPr/>
          </p:nvGrpSpPr>
          <p:grpSpPr>
            <a:xfrm>
              <a:off x="727421" y="2828315"/>
              <a:ext cx="1695374" cy="1560837"/>
              <a:chOff x="734799" y="2782450"/>
              <a:chExt cx="1571100" cy="1577400"/>
            </a:xfrm>
          </p:grpSpPr>
          <p:cxnSp>
            <p:nvCxnSpPr>
              <p:cNvPr id="8361" name="Google Shape;8361;p76"/>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8362" name="Google Shape;8362;p76"/>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8363" name="Google Shape;8363;p76"/>
            <p:cNvGrpSpPr/>
            <p:nvPr/>
          </p:nvGrpSpPr>
          <p:grpSpPr>
            <a:xfrm>
              <a:off x="2272795" y="2882501"/>
              <a:ext cx="103104" cy="1426186"/>
              <a:chOff x="5206863" y="3100904"/>
              <a:chExt cx="122758" cy="1698043"/>
            </a:xfrm>
          </p:grpSpPr>
          <p:sp>
            <p:nvSpPr>
              <p:cNvPr id="8364" name="Google Shape;8364;p76"/>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76"/>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76"/>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76"/>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76"/>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76"/>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76"/>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1" name="Google Shape;8371;p76"/>
            <p:cNvGrpSpPr/>
            <p:nvPr/>
          </p:nvGrpSpPr>
          <p:grpSpPr>
            <a:xfrm>
              <a:off x="1542694" y="2882501"/>
              <a:ext cx="103104" cy="1426186"/>
              <a:chOff x="6006138" y="3143629"/>
              <a:chExt cx="122758" cy="1698043"/>
            </a:xfrm>
          </p:grpSpPr>
          <p:sp>
            <p:nvSpPr>
              <p:cNvPr id="8372" name="Google Shape;8372;p76"/>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76"/>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76"/>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76"/>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76"/>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76"/>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76"/>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79" name="Google Shape;8379;p76"/>
          <p:cNvGrpSpPr/>
          <p:nvPr/>
        </p:nvGrpSpPr>
        <p:grpSpPr>
          <a:xfrm>
            <a:off x="5915338" y="2192087"/>
            <a:ext cx="1248543" cy="1025319"/>
            <a:chOff x="5183758" y="1210600"/>
            <a:chExt cx="3605380" cy="2960783"/>
          </a:xfrm>
        </p:grpSpPr>
        <p:sp>
          <p:nvSpPr>
            <p:cNvPr id="8380" name="Google Shape;8380;p76"/>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76"/>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76"/>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76"/>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84" name="Google Shape;8384;p76"/>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8385" name="Google Shape;8385;p76"/>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8386" name="Google Shape;8386;p76"/>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8387" name="Google Shape;8387;p76"/>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8388" name="Google Shape;8388;p76"/>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9" name="Google Shape;8389;p76"/>
          <p:cNvGrpSpPr/>
          <p:nvPr/>
        </p:nvGrpSpPr>
        <p:grpSpPr>
          <a:xfrm>
            <a:off x="5772399" y="3330404"/>
            <a:ext cx="2664831" cy="843440"/>
            <a:chOff x="5916567" y="1099697"/>
            <a:chExt cx="2556683" cy="809211"/>
          </a:xfrm>
        </p:grpSpPr>
        <p:sp>
          <p:nvSpPr>
            <p:cNvPr id="8390" name="Google Shape;8390;p76"/>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76"/>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76"/>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76"/>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76"/>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76"/>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76"/>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76"/>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8" name="Google Shape;8398;p76"/>
          <p:cNvGrpSpPr/>
          <p:nvPr/>
        </p:nvGrpSpPr>
        <p:grpSpPr>
          <a:xfrm>
            <a:off x="5879940" y="979263"/>
            <a:ext cx="1299851" cy="1023338"/>
            <a:chOff x="5900602" y="1193063"/>
            <a:chExt cx="1299851" cy="1023338"/>
          </a:xfrm>
        </p:grpSpPr>
        <p:grpSp>
          <p:nvGrpSpPr>
            <p:cNvPr id="8399" name="Google Shape;8399;p76"/>
            <p:cNvGrpSpPr/>
            <p:nvPr/>
          </p:nvGrpSpPr>
          <p:grpSpPr>
            <a:xfrm>
              <a:off x="6743564" y="1193063"/>
              <a:ext cx="456889" cy="700379"/>
              <a:chOff x="6743564" y="1193063"/>
              <a:chExt cx="456889" cy="700379"/>
            </a:xfrm>
          </p:grpSpPr>
          <p:grpSp>
            <p:nvGrpSpPr>
              <p:cNvPr id="8400" name="Google Shape;8400;p76"/>
              <p:cNvGrpSpPr/>
              <p:nvPr/>
            </p:nvGrpSpPr>
            <p:grpSpPr>
              <a:xfrm>
                <a:off x="6743564" y="1690731"/>
                <a:ext cx="214402" cy="202710"/>
                <a:chOff x="6743564" y="1690731"/>
                <a:chExt cx="214402" cy="202710"/>
              </a:xfrm>
            </p:grpSpPr>
            <p:sp>
              <p:nvSpPr>
                <p:cNvPr id="8401" name="Google Shape;8401;p76"/>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76"/>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3" name="Google Shape;8403;p76"/>
              <p:cNvGrpSpPr/>
              <p:nvPr/>
            </p:nvGrpSpPr>
            <p:grpSpPr>
              <a:xfrm>
                <a:off x="6915505" y="1193063"/>
                <a:ext cx="284947" cy="589637"/>
                <a:chOff x="6915505" y="1193063"/>
                <a:chExt cx="284947" cy="589637"/>
              </a:xfrm>
            </p:grpSpPr>
            <p:sp>
              <p:nvSpPr>
                <p:cNvPr id="8404" name="Google Shape;8404;p76"/>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05" name="Google Shape;8405;p76"/>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8406" name="Google Shape;8406;p76"/>
            <p:cNvGrpSpPr/>
            <p:nvPr/>
          </p:nvGrpSpPr>
          <p:grpSpPr>
            <a:xfrm>
              <a:off x="6520337" y="1193063"/>
              <a:ext cx="341815" cy="801589"/>
              <a:chOff x="6520337" y="1193063"/>
              <a:chExt cx="341815" cy="801589"/>
            </a:xfrm>
          </p:grpSpPr>
          <p:grpSp>
            <p:nvGrpSpPr>
              <p:cNvPr id="8407" name="Google Shape;8407;p76"/>
              <p:cNvGrpSpPr/>
              <p:nvPr/>
            </p:nvGrpSpPr>
            <p:grpSpPr>
              <a:xfrm>
                <a:off x="6520337" y="1589527"/>
                <a:ext cx="213950" cy="405125"/>
                <a:chOff x="6520337" y="1589527"/>
                <a:chExt cx="213950" cy="405125"/>
              </a:xfrm>
            </p:grpSpPr>
            <p:sp>
              <p:nvSpPr>
                <p:cNvPr id="8408" name="Google Shape;8408;p76"/>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76"/>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0" name="Google Shape;8410;p76"/>
              <p:cNvGrpSpPr/>
              <p:nvPr/>
            </p:nvGrpSpPr>
            <p:grpSpPr>
              <a:xfrm>
                <a:off x="6577204" y="1193063"/>
                <a:ext cx="284947" cy="453562"/>
                <a:chOff x="6577204" y="1193063"/>
                <a:chExt cx="284947" cy="453562"/>
              </a:xfrm>
            </p:grpSpPr>
            <p:sp>
              <p:nvSpPr>
                <p:cNvPr id="8411" name="Google Shape;8411;p76"/>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12" name="Google Shape;8412;p76"/>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8413" name="Google Shape;8413;p76"/>
            <p:cNvGrpSpPr/>
            <p:nvPr/>
          </p:nvGrpSpPr>
          <p:grpSpPr>
            <a:xfrm>
              <a:off x="6238903" y="1193063"/>
              <a:ext cx="300475" cy="901782"/>
              <a:chOff x="6238903" y="1193063"/>
              <a:chExt cx="300475" cy="901782"/>
            </a:xfrm>
          </p:grpSpPr>
          <p:grpSp>
            <p:nvGrpSpPr>
              <p:cNvPr id="8414" name="Google Shape;8414;p76"/>
              <p:cNvGrpSpPr/>
              <p:nvPr/>
            </p:nvGrpSpPr>
            <p:grpSpPr>
              <a:xfrm>
                <a:off x="6290865" y="1489315"/>
                <a:ext cx="248514" cy="605530"/>
                <a:chOff x="6290865" y="1489315"/>
                <a:chExt cx="248514" cy="605530"/>
              </a:xfrm>
            </p:grpSpPr>
            <p:sp>
              <p:nvSpPr>
                <p:cNvPr id="8415" name="Google Shape;8415;p76"/>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76"/>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7" name="Google Shape;8417;p76"/>
              <p:cNvGrpSpPr/>
              <p:nvPr/>
            </p:nvGrpSpPr>
            <p:grpSpPr>
              <a:xfrm>
                <a:off x="6238903" y="1193063"/>
                <a:ext cx="284947" cy="327512"/>
                <a:chOff x="6238903" y="1193063"/>
                <a:chExt cx="284947" cy="327512"/>
              </a:xfrm>
            </p:grpSpPr>
            <p:sp>
              <p:nvSpPr>
                <p:cNvPr id="8418" name="Google Shape;8418;p76"/>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19" name="Google Shape;8419;p76"/>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8420" name="Google Shape;8420;p76"/>
            <p:cNvGrpSpPr/>
            <p:nvPr/>
          </p:nvGrpSpPr>
          <p:grpSpPr>
            <a:xfrm>
              <a:off x="5900602" y="1193063"/>
              <a:ext cx="444345" cy="1023338"/>
              <a:chOff x="5900602" y="1193063"/>
              <a:chExt cx="444345" cy="1023338"/>
            </a:xfrm>
          </p:grpSpPr>
          <p:grpSp>
            <p:nvGrpSpPr>
              <p:cNvPr id="8421" name="Google Shape;8421;p76"/>
              <p:cNvGrpSpPr/>
              <p:nvPr/>
            </p:nvGrpSpPr>
            <p:grpSpPr>
              <a:xfrm>
                <a:off x="6046501" y="1367785"/>
                <a:ext cx="298446" cy="848616"/>
                <a:chOff x="6046501" y="1367785"/>
                <a:chExt cx="298446" cy="848616"/>
              </a:xfrm>
            </p:grpSpPr>
            <p:sp>
              <p:nvSpPr>
                <p:cNvPr id="8422" name="Google Shape;8422;p76"/>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76"/>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4" name="Google Shape;8424;p76"/>
              <p:cNvGrpSpPr/>
              <p:nvPr/>
            </p:nvGrpSpPr>
            <p:grpSpPr>
              <a:xfrm>
                <a:off x="5900602" y="1193063"/>
                <a:ext cx="284947" cy="182312"/>
                <a:chOff x="5900602" y="1193063"/>
                <a:chExt cx="284947" cy="182312"/>
              </a:xfrm>
            </p:grpSpPr>
            <p:sp>
              <p:nvSpPr>
                <p:cNvPr id="8425" name="Google Shape;8425;p76"/>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26" name="Google Shape;8426;p76"/>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8427" name="Google Shape;8427;p76"/>
          <p:cNvGrpSpPr/>
          <p:nvPr/>
        </p:nvGrpSpPr>
        <p:grpSpPr>
          <a:xfrm>
            <a:off x="7217822" y="979408"/>
            <a:ext cx="1219413" cy="1051365"/>
            <a:chOff x="7287122" y="1165658"/>
            <a:chExt cx="1219413" cy="1051365"/>
          </a:xfrm>
        </p:grpSpPr>
        <p:grpSp>
          <p:nvGrpSpPr>
            <p:cNvPr id="8428" name="Google Shape;8428;p76"/>
            <p:cNvGrpSpPr/>
            <p:nvPr/>
          </p:nvGrpSpPr>
          <p:grpSpPr>
            <a:xfrm>
              <a:off x="7287122" y="1969723"/>
              <a:ext cx="1219413" cy="247300"/>
              <a:chOff x="7287122" y="1969723"/>
              <a:chExt cx="1219413" cy="247300"/>
            </a:xfrm>
          </p:grpSpPr>
          <p:sp>
            <p:nvSpPr>
              <p:cNvPr id="8429" name="Google Shape;8429;p76"/>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30" name="Google Shape;8430;p76"/>
              <p:cNvGrpSpPr/>
              <p:nvPr/>
            </p:nvGrpSpPr>
            <p:grpSpPr>
              <a:xfrm>
                <a:off x="7287122" y="2063892"/>
                <a:ext cx="1151753" cy="73428"/>
                <a:chOff x="7287122" y="2063892"/>
                <a:chExt cx="1151753" cy="73428"/>
              </a:xfrm>
            </p:grpSpPr>
            <p:sp>
              <p:nvSpPr>
                <p:cNvPr id="8431" name="Google Shape;8431;p76"/>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32" name="Google Shape;8432;p76"/>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8433" name="Google Shape;8433;p76"/>
            <p:cNvGrpSpPr/>
            <p:nvPr/>
          </p:nvGrpSpPr>
          <p:grpSpPr>
            <a:xfrm>
              <a:off x="7287122" y="1712201"/>
              <a:ext cx="1219403" cy="246767"/>
              <a:chOff x="7287122" y="1712201"/>
              <a:chExt cx="1219403" cy="246767"/>
            </a:xfrm>
          </p:grpSpPr>
          <p:sp>
            <p:nvSpPr>
              <p:cNvPr id="8434" name="Google Shape;8434;p76"/>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35" name="Google Shape;8435;p76"/>
              <p:cNvGrpSpPr/>
              <p:nvPr/>
            </p:nvGrpSpPr>
            <p:grpSpPr>
              <a:xfrm>
                <a:off x="7287122" y="1842861"/>
                <a:ext cx="1005303" cy="73419"/>
                <a:chOff x="7287122" y="1842861"/>
                <a:chExt cx="1005303" cy="73419"/>
              </a:xfrm>
            </p:grpSpPr>
            <p:sp>
              <p:nvSpPr>
                <p:cNvPr id="8436" name="Google Shape;8436;p76"/>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37" name="Google Shape;8437;p76"/>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8438" name="Google Shape;8438;p76"/>
            <p:cNvGrpSpPr/>
            <p:nvPr/>
          </p:nvGrpSpPr>
          <p:grpSpPr>
            <a:xfrm>
              <a:off x="7287122" y="1447520"/>
              <a:ext cx="1219403" cy="286667"/>
              <a:chOff x="7287122" y="1447520"/>
              <a:chExt cx="1219403" cy="286667"/>
            </a:xfrm>
          </p:grpSpPr>
          <p:sp>
            <p:nvSpPr>
              <p:cNvPr id="8439" name="Google Shape;8439;p76"/>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40" name="Google Shape;8440;p76"/>
              <p:cNvGrpSpPr/>
              <p:nvPr/>
            </p:nvGrpSpPr>
            <p:grpSpPr>
              <a:xfrm>
                <a:off x="7287122" y="1581977"/>
                <a:ext cx="852803" cy="73428"/>
                <a:chOff x="7287122" y="1581977"/>
                <a:chExt cx="852803" cy="73428"/>
              </a:xfrm>
            </p:grpSpPr>
            <p:sp>
              <p:nvSpPr>
                <p:cNvPr id="8441" name="Google Shape;8441;p76"/>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42" name="Google Shape;8442;p76"/>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8443" name="Google Shape;8443;p76"/>
            <p:cNvGrpSpPr/>
            <p:nvPr/>
          </p:nvGrpSpPr>
          <p:grpSpPr>
            <a:xfrm>
              <a:off x="7287122" y="1165658"/>
              <a:ext cx="1219403" cy="344253"/>
              <a:chOff x="7287122" y="1165658"/>
              <a:chExt cx="1219403" cy="344253"/>
            </a:xfrm>
          </p:grpSpPr>
          <p:sp>
            <p:nvSpPr>
              <p:cNvPr id="8444" name="Google Shape;8444;p76"/>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45" name="Google Shape;8445;p76"/>
              <p:cNvGrpSpPr/>
              <p:nvPr/>
            </p:nvGrpSpPr>
            <p:grpSpPr>
              <a:xfrm>
                <a:off x="7287122" y="1341025"/>
                <a:ext cx="695703" cy="73419"/>
                <a:chOff x="7287122" y="1341025"/>
                <a:chExt cx="695703" cy="73419"/>
              </a:xfrm>
            </p:grpSpPr>
            <p:sp>
              <p:nvSpPr>
                <p:cNvPr id="8446" name="Google Shape;8446;p76"/>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47" name="Google Shape;8447;p76"/>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451" name="Shape 8451"/>
        <p:cNvGrpSpPr/>
        <p:nvPr/>
      </p:nvGrpSpPr>
      <p:grpSpPr>
        <a:xfrm>
          <a:off x="0" y="0"/>
          <a:ext cx="0" cy="0"/>
          <a:chOff x="0" y="0"/>
          <a:chExt cx="0" cy="0"/>
        </a:xfrm>
      </p:grpSpPr>
      <p:grpSp>
        <p:nvGrpSpPr>
          <p:cNvPr id="8452" name="Google Shape;8452;p77"/>
          <p:cNvGrpSpPr/>
          <p:nvPr/>
        </p:nvGrpSpPr>
        <p:grpSpPr>
          <a:xfrm>
            <a:off x="866243" y="2291587"/>
            <a:ext cx="415546" cy="355053"/>
            <a:chOff x="866243" y="2291587"/>
            <a:chExt cx="415546" cy="355053"/>
          </a:xfrm>
        </p:grpSpPr>
        <p:sp>
          <p:nvSpPr>
            <p:cNvPr id="8453" name="Google Shape;8453;p77"/>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77"/>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77"/>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77"/>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77"/>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58" name="Google Shape;8458;p77"/>
          <p:cNvSpPr/>
          <p:nvPr/>
        </p:nvSpPr>
        <p:spPr>
          <a:xfrm>
            <a:off x="1411794" y="2287808"/>
            <a:ext cx="360356" cy="358831"/>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59" name="Google Shape;8459;p77"/>
          <p:cNvGrpSpPr/>
          <p:nvPr/>
        </p:nvGrpSpPr>
        <p:grpSpPr>
          <a:xfrm>
            <a:off x="1958520" y="2302574"/>
            <a:ext cx="359213" cy="327807"/>
            <a:chOff x="1958520" y="2302574"/>
            <a:chExt cx="359213" cy="327807"/>
          </a:xfrm>
        </p:grpSpPr>
        <p:sp>
          <p:nvSpPr>
            <p:cNvPr id="8460" name="Google Shape;8460;p77"/>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77"/>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77"/>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3" name="Google Shape;8463;p77"/>
          <p:cNvGrpSpPr/>
          <p:nvPr/>
        </p:nvGrpSpPr>
        <p:grpSpPr>
          <a:xfrm>
            <a:off x="2579882" y="2287427"/>
            <a:ext cx="207582" cy="359594"/>
            <a:chOff x="2656082" y="2287427"/>
            <a:chExt cx="207582" cy="359594"/>
          </a:xfrm>
        </p:grpSpPr>
        <p:sp>
          <p:nvSpPr>
            <p:cNvPr id="8464" name="Google Shape;8464;p77"/>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77"/>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77"/>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77"/>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8" name="Google Shape;8468;p77"/>
          <p:cNvGrpSpPr/>
          <p:nvPr/>
        </p:nvGrpSpPr>
        <p:grpSpPr>
          <a:xfrm>
            <a:off x="3049653" y="2321468"/>
            <a:ext cx="362991" cy="290018"/>
            <a:chOff x="3049653" y="2321468"/>
            <a:chExt cx="362991" cy="290018"/>
          </a:xfrm>
        </p:grpSpPr>
        <p:sp>
          <p:nvSpPr>
            <p:cNvPr id="8469" name="Google Shape;8469;p77"/>
            <p:cNvSpPr/>
            <p:nvPr/>
          </p:nvSpPr>
          <p:spPr>
            <a:xfrm>
              <a:off x="3280290" y="2429690"/>
              <a:ext cx="29913" cy="73957"/>
            </a:xfrm>
            <a:custGeom>
              <a:rect b="b" l="l" r="r" t="t"/>
              <a:pathLst>
                <a:path extrusionOk="0" h="2329" w="942">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77"/>
            <p:cNvSpPr/>
            <p:nvPr/>
          </p:nvSpPr>
          <p:spPr>
            <a:xfrm>
              <a:off x="3317729" y="2392250"/>
              <a:ext cx="49570" cy="148836"/>
            </a:xfrm>
            <a:custGeom>
              <a:rect b="b" l="l" r="r" t="t"/>
              <a:pathLst>
                <a:path extrusionOk="0" h="4687" w="1561">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77"/>
            <p:cNvSpPr/>
            <p:nvPr/>
          </p:nvSpPr>
          <p:spPr>
            <a:xfrm>
              <a:off x="3354406" y="2355954"/>
              <a:ext cx="58239" cy="222317"/>
            </a:xfrm>
            <a:custGeom>
              <a:rect b="b" l="l" r="r" t="t"/>
              <a:pathLst>
                <a:path extrusionOk="0" h="7001" w="1834">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77"/>
            <p:cNvSpPr/>
            <p:nvPr/>
          </p:nvSpPr>
          <p:spPr>
            <a:xfrm>
              <a:off x="3049653" y="2321468"/>
              <a:ext cx="210250" cy="290018"/>
            </a:xfrm>
            <a:custGeom>
              <a:rect b="b" l="l" r="r" t="t"/>
              <a:pathLst>
                <a:path extrusionOk="0" h="9133" w="6621">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3" name="Google Shape;8473;p77"/>
          <p:cNvGrpSpPr/>
          <p:nvPr/>
        </p:nvGrpSpPr>
        <p:grpSpPr>
          <a:xfrm>
            <a:off x="3564243" y="2289904"/>
            <a:ext cx="422342" cy="355243"/>
            <a:chOff x="3564243" y="2289904"/>
            <a:chExt cx="422342" cy="355243"/>
          </a:xfrm>
        </p:grpSpPr>
        <p:sp>
          <p:nvSpPr>
            <p:cNvPr id="8474" name="Google Shape;8474;p77"/>
            <p:cNvSpPr/>
            <p:nvPr/>
          </p:nvSpPr>
          <p:spPr>
            <a:xfrm>
              <a:off x="3564243" y="2291587"/>
              <a:ext cx="66177" cy="351655"/>
            </a:xfrm>
            <a:custGeom>
              <a:rect b="b" l="l" r="r" t="t"/>
              <a:pathLst>
                <a:path extrusionOk="0" h="11074" w="2084">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77"/>
            <p:cNvSpPr/>
            <p:nvPr/>
          </p:nvSpPr>
          <p:spPr>
            <a:xfrm>
              <a:off x="3636835" y="2373674"/>
              <a:ext cx="236702" cy="236289"/>
            </a:xfrm>
            <a:custGeom>
              <a:rect b="b" l="l" r="r" t="t"/>
              <a:pathLst>
                <a:path extrusionOk="0" h="7441" w="7454">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77"/>
            <p:cNvSpPr/>
            <p:nvPr/>
          </p:nvSpPr>
          <p:spPr>
            <a:xfrm>
              <a:off x="3685230" y="2324104"/>
              <a:ext cx="237083" cy="235971"/>
            </a:xfrm>
            <a:custGeom>
              <a:rect b="b" l="l" r="r" t="t"/>
              <a:pathLst>
                <a:path extrusionOk="0" h="7431" w="7466">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77"/>
            <p:cNvSpPr/>
            <p:nvPr/>
          </p:nvSpPr>
          <p:spPr>
            <a:xfrm>
              <a:off x="3663668" y="2351699"/>
              <a:ext cx="230668" cy="230668"/>
            </a:xfrm>
            <a:custGeom>
              <a:rect b="b" l="l" r="r" t="t"/>
              <a:pathLst>
                <a:path extrusionOk="0" h="7264" w="7264">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77"/>
            <p:cNvSpPr/>
            <p:nvPr/>
          </p:nvSpPr>
          <p:spPr>
            <a:xfrm>
              <a:off x="3933998" y="2289904"/>
              <a:ext cx="52586" cy="355243"/>
            </a:xfrm>
            <a:custGeom>
              <a:rect b="b" l="l" r="r" t="t"/>
              <a:pathLst>
                <a:path extrusionOk="0" h="11187" w="1656">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79" name="Google Shape;8479;p77"/>
          <p:cNvSpPr/>
          <p:nvPr/>
        </p:nvSpPr>
        <p:spPr>
          <a:xfrm>
            <a:off x="4143835" y="2288189"/>
            <a:ext cx="357688" cy="357339"/>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80" name="Google Shape;8480;p77"/>
          <p:cNvGrpSpPr/>
          <p:nvPr/>
        </p:nvGrpSpPr>
        <p:grpSpPr>
          <a:xfrm>
            <a:off x="4687894" y="2289713"/>
            <a:ext cx="359594" cy="353909"/>
            <a:chOff x="4687894" y="2289713"/>
            <a:chExt cx="359594" cy="353909"/>
          </a:xfrm>
        </p:grpSpPr>
        <p:sp>
          <p:nvSpPr>
            <p:cNvPr id="8481" name="Google Shape;8481;p77"/>
            <p:cNvSpPr/>
            <p:nvPr/>
          </p:nvSpPr>
          <p:spPr>
            <a:xfrm>
              <a:off x="4955207" y="2477227"/>
              <a:ext cx="34041" cy="22356"/>
            </a:xfrm>
            <a:custGeom>
              <a:rect b="b" l="l" r="r" t="t"/>
              <a:pathLst>
                <a:path extrusionOk="0" h="704" w="1072">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77"/>
            <p:cNvSpPr/>
            <p:nvPr/>
          </p:nvSpPr>
          <p:spPr>
            <a:xfrm>
              <a:off x="4687894" y="2289713"/>
              <a:ext cx="359594" cy="353909"/>
            </a:xfrm>
            <a:custGeom>
              <a:rect b="b" l="l" r="r" t="t"/>
              <a:pathLst>
                <a:path extrusionOk="0" h="11145" w="11324">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77"/>
            <p:cNvSpPr/>
            <p:nvPr/>
          </p:nvSpPr>
          <p:spPr>
            <a:xfrm>
              <a:off x="4829299" y="2324485"/>
              <a:ext cx="42393" cy="75291"/>
            </a:xfrm>
            <a:custGeom>
              <a:rect b="b" l="l" r="r" t="t"/>
              <a:pathLst>
                <a:path extrusionOk="0" h="2371" w="1335">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84" name="Google Shape;8484;p77"/>
          <p:cNvSpPr/>
          <p:nvPr/>
        </p:nvSpPr>
        <p:spPr>
          <a:xfrm>
            <a:off x="5234620" y="2287078"/>
            <a:ext cx="358832" cy="359562"/>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85" name="Google Shape;8485;p77"/>
          <p:cNvGrpSpPr/>
          <p:nvPr/>
        </p:nvGrpSpPr>
        <p:grpSpPr>
          <a:xfrm>
            <a:off x="6372624" y="2308227"/>
            <a:ext cx="263567" cy="317614"/>
            <a:chOff x="6421399" y="2308227"/>
            <a:chExt cx="263567" cy="317614"/>
          </a:xfrm>
        </p:grpSpPr>
        <p:sp>
          <p:nvSpPr>
            <p:cNvPr id="8486" name="Google Shape;8486;p77"/>
            <p:cNvSpPr/>
            <p:nvPr/>
          </p:nvSpPr>
          <p:spPr>
            <a:xfrm>
              <a:off x="6421399" y="2308227"/>
              <a:ext cx="263567" cy="317614"/>
            </a:xfrm>
            <a:custGeom>
              <a:rect b="b" l="l" r="r" t="t"/>
              <a:pathLst>
                <a:path extrusionOk="0" h="10002" w="830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77"/>
            <p:cNvSpPr/>
            <p:nvPr/>
          </p:nvSpPr>
          <p:spPr>
            <a:xfrm>
              <a:off x="6539750" y="2414860"/>
              <a:ext cx="26484" cy="162236"/>
            </a:xfrm>
            <a:custGeom>
              <a:rect b="b" l="l" r="r" t="t"/>
              <a:pathLst>
                <a:path extrusionOk="0" h="5109" w="834">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77"/>
            <p:cNvSpPr/>
            <p:nvPr/>
          </p:nvSpPr>
          <p:spPr>
            <a:xfrm>
              <a:off x="6590018" y="2414479"/>
              <a:ext cx="30294" cy="162967"/>
            </a:xfrm>
            <a:custGeom>
              <a:rect b="b" l="l" r="r" t="t"/>
              <a:pathLst>
                <a:path extrusionOk="0" h="5132" w="954">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77"/>
            <p:cNvSpPr/>
            <p:nvPr/>
          </p:nvSpPr>
          <p:spPr>
            <a:xfrm>
              <a:off x="6486052" y="2414860"/>
              <a:ext cx="30294" cy="162967"/>
            </a:xfrm>
            <a:custGeom>
              <a:rect b="b" l="l" r="r" t="t"/>
              <a:pathLst>
                <a:path extrusionOk="0" h="5132" w="954">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0" name="Google Shape;8490;p77"/>
          <p:cNvGrpSpPr/>
          <p:nvPr/>
        </p:nvGrpSpPr>
        <p:grpSpPr>
          <a:xfrm>
            <a:off x="6870193" y="2295620"/>
            <a:ext cx="360356" cy="343462"/>
            <a:chOff x="6870193" y="2295620"/>
            <a:chExt cx="360356" cy="343462"/>
          </a:xfrm>
        </p:grpSpPr>
        <p:sp>
          <p:nvSpPr>
            <p:cNvPr id="8491" name="Google Shape;8491;p77"/>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77"/>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3" name="Google Shape;8493;p77"/>
          <p:cNvGrpSpPr/>
          <p:nvPr/>
        </p:nvGrpSpPr>
        <p:grpSpPr>
          <a:xfrm>
            <a:off x="7441465" y="2302860"/>
            <a:ext cx="342192" cy="327140"/>
            <a:chOff x="7441465" y="2302860"/>
            <a:chExt cx="342192" cy="327140"/>
          </a:xfrm>
        </p:grpSpPr>
        <p:sp>
          <p:nvSpPr>
            <p:cNvPr id="8494" name="Google Shape;8494;p77"/>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77"/>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6" name="Google Shape;8496;p77"/>
          <p:cNvGrpSpPr/>
          <p:nvPr/>
        </p:nvGrpSpPr>
        <p:grpSpPr>
          <a:xfrm>
            <a:off x="7989683" y="2350207"/>
            <a:ext cx="332761" cy="234066"/>
            <a:chOff x="7989683" y="2350207"/>
            <a:chExt cx="332761" cy="234066"/>
          </a:xfrm>
        </p:grpSpPr>
        <p:sp>
          <p:nvSpPr>
            <p:cNvPr id="8497" name="Google Shape;8497;p77"/>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77"/>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77"/>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77"/>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77"/>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77"/>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3" name="Google Shape;8503;p77"/>
          <p:cNvGrpSpPr/>
          <p:nvPr/>
        </p:nvGrpSpPr>
        <p:grpSpPr>
          <a:xfrm>
            <a:off x="5823294" y="2309751"/>
            <a:ext cx="315327" cy="314978"/>
            <a:chOff x="5823294" y="2309751"/>
            <a:chExt cx="315327" cy="314978"/>
          </a:xfrm>
        </p:grpSpPr>
        <p:sp>
          <p:nvSpPr>
            <p:cNvPr id="8504" name="Google Shape;8504;p77"/>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77"/>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77"/>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77"/>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77"/>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77"/>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77"/>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77"/>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77"/>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77"/>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77"/>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77"/>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77"/>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77"/>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77"/>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77"/>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77"/>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1" name="Google Shape;8521;p77"/>
          <p:cNvGrpSpPr/>
          <p:nvPr/>
        </p:nvGrpSpPr>
        <p:grpSpPr>
          <a:xfrm>
            <a:off x="2497275" y="2744159"/>
            <a:ext cx="370930" cy="370549"/>
            <a:chOff x="2497275" y="2744159"/>
            <a:chExt cx="370930" cy="370549"/>
          </a:xfrm>
        </p:grpSpPr>
        <p:sp>
          <p:nvSpPr>
            <p:cNvPr id="8522" name="Google Shape;8522;p77"/>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77"/>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77"/>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77"/>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77"/>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77"/>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8" name="Google Shape;8528;p77"/>
          <p:cNvGrpSpPr/>
          <p:nvPr/>
        </p:nvGrpSpPr>
        <p:grpSpPr>
          <a:xfrm>
            <a:off x="860940" y="2746477"/>
            <a:ext cx="371883" cy="365691"/>
            <a:chOff x="860940" y="2746477"/>
            <a:chExt cx="371883" cy="365691"/>
          </a:xfrm>
        </p:grpSpPr>
        <p:sp>
          <p:nvSpPr>
            <p:cNvPr id="8529" name="Google Shape;8529;p77"/>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77"/>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77"/>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77"/>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77"/>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4" name="Google Shape;8534;p77"/>
          <p:cNvGrpSpPr/>
          <p:nvPr/>
        </p:nvGrpSpPr>
        <p:grpSpPr>
          <a:xfrm>
            <a:off x="1450836" y="2766258"/>
            <a:ext cx="283985" cy="341080"/>
            <a:chOff x="1493849" y="2775533"/>
            <a:chExt cx="283985" cy="341080"/>
          </a:xfrm>
        </p:grpSpPr>
        <p:sp>
          <p:nvSpPr>
            <p:cNvPr id="8535" name="Google Shape;8535;p77"/>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77"/>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7" name="Google Shape;8537;p77"/>
          <p:cNvGrpSpPr/>
          <p:nvPr/>
        </p:nvGrpSpPr>
        <p:grpSpPr>
          <a:xfrm>
            <a:off x="1952836" y="2774422"/>
            <a:ext cx="372835" cy="342573"/>
            <a:chOff x="1952836" y="2774422"/>
            <a:chExt cx="372835" cy="342573"/>
          </a:xfrm>
        </p:grpSpPr>
        <p:sp>
          <p:nvSpPr>
            <p:cNvPr id="8538" name="Google Shape;8538;p77"/>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77"/>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77"/>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1" name="Google Shape;8541;p77"/>
          <p:cNvGrpSpPr/>
          <p:nvPr/>
        </p:nvGrpSpPr>
        <p:grpSpPr>
          <a:xfrm>
            <a:off x="3079916" y="2744477"/>
            <a:ext cx="332729" cy="372518"/>
            <a:chOff x="3079916" y="2744477"/>
            <a:chExt cx="332729" cy="372518"/>
          </a:xfrm>
        </p:grpSpPr>
        <p:sp>
          <p:nvSpPr>
            <p:cNvPr id="8542" name="Google Shape;8542;p77"/>
            <p:cNvSpPr/>
            <p:nvPr/>
          </p:nvSpPr>
          <p:spPr>
            <a:xfrm>
              <a:off x="3079916" y="2840504"/>
              <a:ext cx="313454" cy="276491"/>
            </a:xfrm>
            <a:custGeom>
              <a:rect b="b" l="l" r="r" t="t"/>
              <a:pathLst>
                <a:path extrusionOk="0" h="8707" w="9871">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77"/>
            <p:cNvSpPr/>
            <p:nvPr/>
          </p:nvSpPr>
          <p:spPr>
            <a:xfrm>
              <a:off x="3244375" y="2840250"/>
              <a:ext cx="124416" cy="45727"/>
            </a:xfrm>
            <a:custGeom>
              <a:rect b="b" l="l" r="r" t="t"/>
              <a:pathLst>
                <a:path extrusionOk="0" h="1440" w="3918">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77"/>
            <p:cNvSpPr/>
            <p:nvPr/>
          </p:nvSpPr>
          <p:spPr>
            <a:xfrm>
              <a:off x="3198267" y="2744477"/>
              <a:ext cx="214378" cy="145279"/>
            </a:xfrm>
            <a:custGeom>
              <a:rect b="b" l="l" r="r" t="t"/>
              <a:pathLst>
                <a:path extrusionOk="0" h="4575" w="6751">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5" name="Google Shape;8545;p77"/>
          <p:cNvGrpSpPr/>
          <p:nvPr/>
        </p:nvGrpSpPr>
        <p:grpSpPr>
          <a:xfrm>
            <a:off x="3620576" y="2745525"/>
            <a:ext cx="336889" cy="355592"/>
            <a:chOff x="3620576" y="2745525"/>
            <a:chExt cx="336889" cy="355592"/>
          </a:xfrm>
        </p:grpSpPr>
        <p:sp>
          <p:nvSpPr>
            <p:cNvPr id="8546" name="Google Shape;8546;p77"/>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77"/>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8" name="Google Shape;8548;p77"/>
          <p:cNvGrpSpPr/>
          <p:nvPr/>
        </p:nvGrpSpPr>
        <p:grpSpPr>
          <a:xfrm>
            <a:off x="4126815" y="2760704"/>
            <a:ext cx="380393" cy="363118"/>
            <a:chOff x="4126815" y="2760704"/>
            <a:chExt cx="380393" cy="363118"/>
          </a:xfrm>
        </p:grpSpPr>
        <p:sp>
          <p:nvSpPr>
            <p:cNvPr id="8549" name="Google Shape;8549;p77"/>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77"/>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77"/>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77"/>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3" name="Google Shape;8553;p77"/>
          <p:cNvGrpSpPr/>
          <p:nvPr/>
        </p:nvGrpSpPr>
        <p:grpSpPr>
          <a:xfrm>
            <a:off x="4675986" y="2745684"/>
            <a:ext cx="381346" cy="368644"/>
            <a:chOff x="4675986" y="2745684"/>
            <a:chExt cx="381346" cy="368644"/>
          </a:xfrm>
        </p:grpSpPr>
        <p:sp>
          <p:nvSpPr>
            <p:cNvPr id="8554" name="Google Shape;8554;p77"/>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77"/>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6" name="Google Shape;8556;p77"/>
          <p:cNvGrpSpPr/>
          <p:nvPr/>
        </p:nvGrpSpPr>
        <p:grpSpPr>
          <a:xfrm>
            <a:off x="5220616" y="2791061"/>
            <a:ext cx="373185" cy="302466"/>
            <a:chOff x="5220616" y="2791061"/>
            <a:chExt cx="373185" cy="302466"/>
          </a:xfrm>
        </p:grpSpPr>
        <p:sp>
          <p:nvSpPr>
            <p:cNvPr id="8557" name="Google Shape;8557;p77"/>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77"/>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77"/>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77"/>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77"/>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77"/>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77"/>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77"/>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77"/>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77"/>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77"/>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77"/>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77"/>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77"/>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77"/>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77"/>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77"/>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77"/>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5" name="Google Shape;8575;p77"/>
          <p:cNvGrpSpPr/>
          <p:nvPr/>
        </p:nvGrpSpPr>
        <p:grpSpPr>
          <a:xfrm>
            <a:off x="5788661" y="2772517"/>
            <a:ext cx="284366" cy="344097"/>
            <a:chOff x="5864861" y="2772517"/>
            <a:chExt cx="284366" cy="344097"/>
          </a:xfrm>
        </p:grpSpPr>
        <p:sp>
          <p:nvSpPr>
            <p:cNvPr id="8576" name="Google Shape;8576;p77"/>
            <p:cNvSpPr/>
            <p:nvPr/>
          </p:nvSpPr>
          <p:spPr>
            <a:xfrm>
              <a:off x="6089464" y="3014490"/>
              <a:ext cx="15147" cy="15147"/>
            </a:xfrm>
            <a:custGeom>
              <a:rect b="b" l="l" r="r" t="t"/>
              <a:pathLst>
                <a:path extrusionOk="0" h="477" w="477">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77"/>
            <p:cNvSpPr/>
            <p:nvPr/>
          </p:nvSpPr>
          <p:spPr>
            <a:xfrm>
              <a:off x="6051644" y="3070823"/>
              <a:ext cx="13274" cy="13274"/>
            </a:xfrm>
            <a:custGeom>
              <a:rect b="b" l="l" r="r" t="t"/>
              <a:pathLst>
                <a:path extrusionOk="0" h="418" w="418">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77"/>
            <p:cNvSpPr/>
            <p:nvPr/>
          </p:nvSpPr>
          <p:spPr>
            <a:xfrm>
              <a:off x="5943518" y="3005789"/>
              <a:ext cx="13242" cy="12893"/>
            </a:xfrm>
            <a:custGeom>
              <a:rect b="b" l="l" r="r" t="t"/>
              <a:pathLst>
                <a:path extrusionOk="0" h="406" w="417">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77"/>
            <p:cNvSpPr/>
            <p:nvPr/>
          </p:nvSpPr>
          <p:spPr>
            <a:xfrm>
              <a:off x="5965429" y="3070823"/>
              <a:ext cx="13655" cy="13274"/>
            </a:xfrm>
            <a:custGeom>
              <a:rect b="b" l="l" r="r" t="t"/>
              <a:pathLst>
                <a:path extrusionOk="0" h="418" w="43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77"/>
            <p:cNvSpPr/>
            <p:nvPr/>
          </p:nvSpPr>
          <p:spPr>
            <a:xfrm>
              <a:off x="6004392" y="3019412"/>
              <a:ext cx="16290" cy="15909"/>
            </a:xfrm>
            <a:custGeom>
              <a:rect b="b" l="l" r="r" t="t"/>
              <a:pathLst>
                <a:path extrusionOk="0" h="501" w="513">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77"/>
            <p:cNvSpPr/>
            <p:nvPr/>
          </p:nvSpPr>
          <p:spPr>
            <a:xfrm>
              <a:off x="5864861" y="2772517"/>
              <a:ext cx="284366" cy="344097"/>
            </a:xfrm>
            <a:custGeom>
              <a:rect b="b" l="l" r="r" t="t"/>
              <a:pathLst>
                <a:path extrusionOk="0" h="10836" w="8955">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82" name="Google Shape;8582;p77"/>
          <p:cNvSpPr/>
          <p:nvPr/>
        </p:nvSpPr>
        <p:spPr>
          <a:xfrm>
            <a:off x="6340868" y="2770643"/>
            <a:ext cx="343335" cy="343303"/>
          </a:xfrm>
          <a:custGeom>
            <a:rect b="b" l="l" r="r" t="t"/>
            <a:pathLst>
              <a:path extrusionOk="0" h="10811" w="10812">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83" name="Google Shape;8583;p77"/>
          <p:cNvGrpSpPr/>
          <p:nvPr/>
        </p:nvGrpSpPr>
        <p:grpSpPr>
          <a:xfrm>
            <a:off x="6974158" y="2789537"/>
            <a:ext cx="255247" cy="327458"/>
            <a:chOff x="6974158" y="2789537"/>
            <a:chExt cx="255247" cy="327458"/>
          </a:xfrm>
        </p:grpSpPr>
        <p:sp>
          <p:nvSpPr>
            <p:cNvPr id="8584" name="Google Shape;8584;p77"/>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77"/>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77"/>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77"/>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77"/>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77"/>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0" name="Google Shape;8590;p77"/>
          <p:cNvGrpSpPr/>
          <p:nvPr/>
        </p:nvGrpSpPr>
        <p:grpSpPr>
          <a:xfrm>
            <a:off x="7530697" y="2790299"/>
            <a:ext cx="244291" cy="326314"/>
            <a:chOff x="7530697" y="2790299"/>
            <a:chExt cx="244291" cy="326314"/>
          </a:xfrm>
        </p:grpSpPr>
        <p:sp>
          <p:nvSpPr>
            <p:cNvPr id="8591" name="Google Shape;8591;p77"/>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77"/>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77"/>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77"/>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77"/>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77"/>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7" name="Google Shape;8597;p77"/>
          <p:cNvGrpSpPr/>
          <p:nvPr/>
        </p:nvGrpSpPr>
        <p:grpSpPr>
          <a:xfrm>
            <a:off x="7988191" y="2832248"/>
            <a:ext cx="332348" cy="283985"/>
            <a:chOff x="7988191" y="2832248"/>
            <a:chExt cx="332348" cy="283985"/>
          </a:xfrm>
        </p:grpSpPr>
        <p:sp>
          <p:nvSpPr>
            <p:cNvPr id="8598" name="Google Shape;8598;p77"/>
            <p:cNvSpPr/>
            <p:nvPr/>
          </p:nvSpPr>
          <p:spPr>
            <a:xfrm>
              <a:off x="8046398" y="2894646"/>
              <a:ext cx="40869" cy="45759"/>
            </a:xfrm>
            <a:custGeom>
              <a:rect b="b" l="l" r="r" t="t"/>
              <a:pathLst>
                <a:path extrusionOk="0" h="1441" w="1287">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77"/>
            <p:cNvSpPr/>
            <p:nvPr/>
          </p:nvSpPr>
          <p:spPr>
            <a:xfrm>
              <a:off x="7988191" y="2832248"/>
              <a:ext cx="332348" cy="283985"/>
            </a:xfrm>
            <a:custGeom>
              <a:rect b="b" l="l" r="r" t="t"/>
              <a:pathLst>
                <a:path extrusionOk="0" h="8943" w="10466">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77"/>
            <p:cNvSpPr/>
            <p:nvPr/>
          </p:nvSpPr>
          <p:spPr>
            <a:xfrm>
              <a:off x="8212381" y="2974320"/>
              <a:ext cx="18577" cy="14861"/>
            </a:xfrm>
            <a:custGeom>
              <a:rect b="b" l="l" r="r" t="t"/>
              <a:pathLst>
                <a:path extrusionOk="0" h="468" w="585">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01" name="Google Shape;8601;p77"/>
          <p:cNvSpPr/>
          <p:nvPr/>
        </p:nvSpPr>
        <p:spPr>
          <a:xfrm>
            <a:off x="2498418" y="3245126"/>
            <a:ext cx="365627" cy="292273"/>
          </a:xfrm>
          <a:custGeom>
            <a:rect b="b" l="l" r="r" t="t"/>
            <a:pathLst>
              <a:path extrusionOk="0" h="9204" w="11514">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02" name="Google Shape;8602;p77"/>
          <p:cNvGrpSpPr/>
          <p:nvPr/>
        </p:nvGrpSpPr>
        <p:grpSpPr>
          <a:xfrm>
            <a:off x="3588440" y="3258368"/>
            <a:ext cx="364484" cy="262423"/>
            <a:chOff x="3588440" y="3258368"/>
            <a:chExt cx="364484" cy="262423"/>
          </a:xfrm>
        </p:grpSpPr>
        <p:sp>
          <p:nvSpPr>
            <p:cNvPr id="8603" name="Google Shape;8603;p77"/>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77"/>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77"/>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77"/>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77"/>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77"/>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09" name="Google Shape;8609;p77"/>
          <p:cNvSpPr/>
          <p:nvPr/>
        </p:nvSpPr>
        <p:spPr>
          <a:xfrm>
            <a:off x="5263326" y="3229852"/>
            <a:ext cx="323298" cy="320789"/>
          </a:xfrm>
          <a:custGeom>
            <a:rect b="b" l="l" r="r" t="t"/>
            <a:pathLst>
              <a:path extrusionOk="0" h="10102" w="10181">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10" name="Google Shape;8610;p77"/>
          <p:cNvGrpSpPr/>
          <p:nvPr/>
        </p:nvGrpSpPr>
        <p:grpSpPr>
          <a:xfrm>
            <a:off x="5765817" y="3227724"/>
            <a:ext cx="364865" cy="324822"/>
            <a:chOff x="5765817" y="3227724"/>
            <a:chExt cx="364865" cy="324822"/>
          </a:xfrm>
        </p:grpSpPr>
        <p:sp>
          <p:nvSpPr>
            <p:cNvPr id="8611" name="Google Shape;8611;p77"/>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77"/>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77"/>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4" name="Google Shape;8614;p77"/>
          <p:cNvGrpSpPr/>
          <p:nvPr/>
        </p:nvGrpSpPr>
        <p:grpSpPr>
          <a:xfrm>
            <a:off x="6228583" y="3237664"/>
            <a:ext cx="446539" cy="303895"/>
            <a:chOff x="6228583" y="3237664"/>
            <a:chExt cx="446539" cy="303895"/>
          </a:xfrm>
        </p:grpSpPr>
        <p:sp>
          <p:nvSpPr>
            <p:cNvPr id="8615" name="Google Shape;8615;p77"/>
            <p:cNvSpPr/>
            <p:nvPr/>
          </p:nvSpPr>
          <p:spPr>
            <a:xfrm>
              <a:off x="6357508" y="3277453"/>
              <a:ext cx="26865" cy="25912"/>
            </a:xfrm>
            <a:custGeom>
              <a:rect b="b" l="l" r="r" t="t"/>
              <a:pathLst>
                <a:path extrusionOk="0" h="816" w="846">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77"/>
            <p:cNvSpPr/>
            <p:nvPr/>
          </p:nvSpPr>
          <p:spPr>
            <a:xfrm>
              <a:off x="6276596" y="3358746"/>
              <a:ext cx="26896" cy="25912"/>
            </a:xfrm>
            <a:custGeom>
              <a:rect b="b" l="l" r="r" t="t"/>
              <a:pathLst>
                <a:path extrusionOk="0" h="816" w="847">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77"/>
            <p:cNvSpPr/>
            <p:nvPr/>
          </p:nvSpPr>
          <p:spPr>
            <a:xfrm>
              <a:off x="6357508" y="3358365"/>
              <a:ext cx="26865" cy="25912"/>
            </a:xfrm>
            <a:custGeom>
              <a:rect b="b" l="l" r="r" t="t"/>
              <a:pathLst>
                <a:path extrusionOk="0" h="816" w="846">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77"/>
            <p:cNvSpPr/>
            <p:nvPr/>
          </p:nvSpPr>
          <p:spPr>
            <a:xfrm>
              <a:off x="6276596" y="3277453"/>
              <a:ext cx="26896" cy="25912"/>
            </a:xfrm>
            <a:custGeom>
              <a:rect b="b" l="l" r="r" t="t"/>
              <a:pathLst>
                <a:path extrusionOk="0" h="816" w="847">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77"/>
            <p:cNvSpPr/>
            <p:nvPr/>
          </p:nvSpPr>
          <p:spPr>
            <a:xfrm>
              <a:off x="6526508" y="3290314"/>
              <a:ext cx="21593" cy="19879"/>
            </a:xfrm>
            <a:custGeom>
              <a:rect b="b" l="l" r="r" t="t"/>
              <a:pathLst>
                <a:path extrusionOk="0" h="626" w="68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77"/>
            <p:cNvSpPr/>
            <p:nvPr/>
          </p:nvSpPr>
          <p:spPr>
            <a:xfrm>
              <a:off x="6465253" y="3352299"/>
              <a:ext cx="20831" cy="19498"/>
            </a:xfrm>
            <a:custGeom>
              <a:rect b="b" l="l" r="r" t="t"/>
              <a:pathLst>
                <a:path extrusionOk="0" h="614" w="656">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77"/>
            <p:cNvSpPr/>
            <p:nvPr/>
          </p:nvSpPr>
          <p:spPr>
            <a:xfrm>
              <a:off x="6526508" y="3352299"/>
              <a:ext cx="21593" cy="19498"/>
            </a:xfrm>
            <a:custGeom>
              <a:rect b="b" l="l" r="r" t="t"/>
              <a:pathLst>
                <a:path extrusionOk="0" h="614" w="68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77"/>
            <p:cNvSpPr/>
            <p:nvPr/>
          </p:nvSpPr>
          <p:spPr>
            <a:xfrm>
              <a:off x="6465253" y="3290314"/>
              <a:ext cx="20831" cy="19879"/>
            </a:xfrm>
            <a:custGeom>
              <a:rect b="b" l="l" r="r" t="t"/>
              <a:pathLst>
                <a:path extrusionOk="0" h="626" w="656">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77"/>
            <p:cNvSpPr/>
            <p:nvPr/>
          </p:nvSpPr>
          <p:spPr>
            <a:xfrm>
              <a:off x="6304573" y="3437180"/>
              <a:ext cx="119145" cy="13274"/>
            </a:xfrm>
            <a:custGeom>
              <a:rect b="b" l="l" r="r" t="t"/>
              <a:pathLst>
                <a:path extrusionOk="0" h="418" w="3752">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77"/>
            <p:cNvSpPr/>
            <p:nvPr/>
          </p:nvSpPr>
          <p:spPr>
            <a:xfrm>
              <a:off x="6304573" y="3500341"/>
              <a:ext cx="25372" cy="13242"/>
            </a:xfrm>
            <a:custGeom>
              <a:rect b="b" l="l" r="r" t="t"/>
              <a:pathLst>
                <a:path extrusionOk="0" h="417" w="799">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77"/>
            <p:cNvSpPr/>
            <p:nvPr/>
          </p:nvSpPr>
          <p:spPr>
            <a:xfrm>
              <a:off x="6346934" y="3500341"/>
              <a:ext cx="76784" cy="13242"/>
            </a:xfrm>
            <a:custGeom>
              <a:rect b="b" l="l" r="r" t="t"/>
              <a:pathLst>
                <a:path extrusionOk="0" h="417" w="2418">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77"/>
            <p:cNvSpPr/>
            <p:nvPr/>
          </p:nvSpPr>
          <p:spPr>
            <a:xfrm>
              <a:off x="6304573" y="3468935"/>
              <a:ext cx="119145" cy="12893"/>
            </a:xfrm>
            <a:custGeom>
              <a:rect b="b" l="l" r="r" t="t"/>
              <a:pathLst>
                <a:path extrusionOk="0" h="406" w="3752">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77"/>
            <p:cNvSpPr/>
            <p:nvPr/>
          </p:nvSpPr>
          <p:spPr>
            <a:xfrm>
              <a:off x="6228583" y="3237664"/>
              <a:ext cx="357688" cy="186338"/>
            </a:xfrm>
            <a:custGeom>
              <a:rect b="b" l="l" r="r" t="t"/>
              <a:pathLst>
                <a:path extrusionOk="0" h="5868" w="11264">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77"/>
            <p:cNvSpPr/>
            <p:nvPr/>
          </p:nvSpPr>
          <p:spPr>
            <a:xfrm>
              <a:off x="6295141" y="3295775"/>
              <a:ext cx="70718" cy="71131"/>
            </a:xfrm>
            <a:custGeom>
              <a:rect b="b" l="l" r="r" t="t"/>
              <a:pathLst>
                <a:path extrusionOk="0" h="2240" w="2227">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77"/>
            <p:cNvSpPr/>
            <p:nvPr/>
          </p:nvSpPr>
          <p:spPr>
            <a:xfrm>
              <a:off x="6482273" y="3306763"/>
              <a:ext cx="48045" cy="48045"/>
            </a:xfrm>
            <a:custGeom>
              <a:rect b="b" l="l" r="r" t="t"/>
              <a:pathLst>
                <a:path extrusionOk="0" h="1513" w="1513">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77"/>
            <p:cNvSpPr/>
            <p:nvPr/>
          </p:nvSpPr>
          <p:spPr>
            <a:xfrm>
              <a:off x="6456584" y="3437180"/>
              <a:ext cx="76784" cy="76403"/>
            </a:xfrm>
            <a:custGeom>
              <a:rect b="b" l="l" r="r" t="t"/>
              <a:pathLst>
                <a:path extrusionOk="0" h="2406" w="2418">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77"/>
            <p:cNvSpPr/>
            <p:nvPr/>
          </p:nvSpPr>
          <p:spPr>
            <a:xfrm>
              <a:off x="6268658" y="3367351"/>
              <a:ext cx="406464" cy="174208"/>
            </a:xfrm>
            <a:custGeom>
              <a:rect b="b" l="l" r="r" t="t"/>
              <a:pathLst>
                <a:path extrusionOk="0" h="5486" w="1280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2" name="Google Shape;8632;p77"/>
          <p:cNvGrpSpPr/>
          <p:nvPr/>
        </p:nvGrpSpPr>
        <p:grpSpPr>
          <a:xfrm>
            <a:off x="865862" y="3207306"/>
            <a:ext cx="364484" cy="364897"/>
            <a:chOff x="865862" y="3207306"/>
            <a:chExt cx="364484" cy="364897"/>
          </a:xfrm>
        </p:grpSpPr>
        <p:sp>
          <p:nvSpPr>
            <p:cNvPr id="8633" name="Google Shape;8633;p77"/>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77"/>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77"/>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77"/>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77"/>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77"/>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77"/>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77"/>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77"/>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77"/>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77"/>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77"/>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77"/>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77"/>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7" name="Google Shape;8647;p77"/>
          <p:cNvGrpSpPr/>
          <p:nvPr/>
        </p:nvGrpSpPr>
        <p:grpSpPr>
          <a:xfrm>
            <a:off x="1404617" y="3226962"/>
            <a:ext cx="370168" cy="325965"/>
            <a:chOff x="1404617" y="3226962"/>
            <a:chExt cx="370168" cy="325965"/>
          </a:xfrm>
        </p:grpSpPr>
        <p:sp>
          <p:nvSpPr>
            <p:cNvPr id="8648" name="Google Shape;8648;p77"/>
            <p:cNvSpPr/>
            <p:nvPr/>
          </p:nvSpPr>
          <p:spPr>
            <a:xfrm>
              <a:off x="1535067" y="3226962"/>
              <a:ext cx="12130" cy="37090"/>
            </a:xfrm>
            <a:custGeom>
              <a:rect b="b" l="l" r="r" t="t"/>
              <a:pathLst>
                <a:path extrusionOk="0" h="1168" w="382">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77"/>
            <p:cNvSpPr/>
            <p:nvPr/>
          </p:nvSpPr>
          <p:spPr>
            <a:xfrm>
              <a:off x="1472287" y="3243221"/>
              <a:ext cx="25753" cy="34073"/>
            </a:xfrm>
            <a:custGeom>
              <a:rect b="b" l="l" r="r" t="t"/>
              <a:pathLst>
                <a:path extrusionOk="0" h="1073" w="811">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77"/>
            <p:cNvSpPr/>
            <p:nvPr/>
          </p:nvSpPr>
          <p:spPr>
            <a:xfrm>
              <a:off x="1426179" y="3289266"/>
              <a:ext cx="35947" cy="24705"/>
            </a:xfrm>
            <a:custGeom>
              <a:rect b="b" l="l" r="r" t="t"/>
              <a:pathLst>
                <a:path extrusionOk="0" h="778" w="1132">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77"/>
            <p:cNvSpPr/>
            <p:nvPr/>
          </p:nvSpPr>
          <p:spPr>
            <a:xfrm>
              <a:off x="1410682" y="3350997"/>
              <a:ext cx="37439" cy="12511"/>
            </a:xfrm>
            <a:custGeom>
              <a:rect b="b" l="l" r="r" t="t"/>
              <a:pathLst>
                <a:path extrusionOk="0" h="394" w="1179">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77"/>
            <p:cNvSpPr/>
            <p:nvPr/>
          </p:nvSpPr>
          <p:spPr>
            <a:xfrm>
              <a:off x="1426179" y="3400980"/>
              <a:ext cx="35566" cy="24896"/>
            </a:xfrm>
            <a:custGeom>
              <a:rect b="b" l="l" r="r" t="t"/>
              <a:pathLst>
                <a:path extrusionOk="0" h="784" w="112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77"/>
            <p:cNvSpPr/>
            <p:nvPr/>
          </p:nvSpPr>
          <p:spPr>
            <a:xfrm>
              <a:off x="1620138" y="3289043"/>
              <a:ext cx="35566" cy="24928"/>
            </a:xfrm>
            <a:custGeom>
              <a:rect b="b" l="l" r="r" t="t"/>
              <a:pathLst>
                <a:path extrusionOk="0" h="785" w="112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77"/>
            <p:cNvSpPr/>
            <p:nvPr/>
          </p:nvSpPr>
          <p:spPr>
            <a:xfrm>
              <a:off x="1584224" y="3243507"/>
              <a:ext cx="26103" cy="33787"/>
            </a:xfrm>
            <a:custGeom>
              <a:rect b="b" l="l" r="r" t="t"/>
              <a:pathLst>
                <a:path extrusionOk="0" h="1064" w="822">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77"/>
            <p:cNvSpPr/>
            <p:nvPr/>
          </p:nvSpPr>
          <p:spPr>
            <a:xfrm>
              <a:off x="1404617" y="3271197"/>
              <a:ext cx="285859" cy="281349"/>
            </a:xfrm>
            <a:custGeom>
              <a:rect b="b" l="l" r="r" t="t"/>
              <a:pathLst>
                <a:path extrusionOk="0" h="8860" w="9002">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77"/>
            <p:cNvSpPr/>
            <p:nvPr/>
          </p:nvSpPr>
          <p:spPr>
            <a:xfrm>
              <a:off x="1670026" y="3377672"/>
              <a:ext cx="104760" cy="175256"/>
            </a:xfrm>
            <a:custGeom>
              <a:rect b="b" l="l" r="r" t="t"/>
              <a:pathLst>
                <a:path extrusionOk="0" h="5519" w="3299">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7" name="Google Shape;8657;p77"/>
          <p:cNvGrpSpPr/>
          <p:nvPr/>
        </p:nvGrpSpPr>
        <p:grpSpPr>
          <a:xfrm>
            <a:off x="1953403" y="3216094"/>
            <a:ext cx="366389" cy="354481"/>
            <a:chOff x="1954741" y="3212419"/>
            <a:chExt cx="366389" cy="354481"/>
          </a:xfrm>
        </p:grpSpPr>
        <p:sp>
          <p:nvSpPr>
            <p:cNvPr id="8658" name="Google Shape;8658;p77"/>
            <p:cNvSpPr/>
            <p:nvPr/>
          </p:nvSpPr>
          <p:spPr>
            <a:xfrm>
              <a:off x="1964204" y="3212419"/>
              <a:ext cx="356926" cy="354481"/>
            </a:xfrm>
            <a:custGeom>
              <a:rect b="b" l="l" r="r" t="t"/>
              <a:pathLst>
                <a:path extrusionOk="0" h="11163" w="1124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77"/>
            <p:cNvSpPr/>
            <p:nvPr/>
          </p:nvSpPr>
          <p:spPr>
            <a:xfrm>
              <a:off x="2127520" y="3279898"/>
              <a:ext cx="77546" cy="77546"/>
            </a:xfrm>
            <a:custGeom>
              <a:rect b="b" l="l" r="r" t="t"/>
              <a:pathLst>
                <a:path extrusionOk="0" h="2442" w="2442">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77"/>
            <p:cNvSpPr/>
            <p:nvPr/>
          </p:nvSpPr>
          <p:spPr>
            <a:xfrm>
              <a:off x="2202747" y="3365732"/>
              <a:ext cx="38995" cy="38963"/>
            </a:xfrm>
            <a:custGeom>
              <a:rect b="b" l="l" r="r" t="t"/>
              <a:pathLst>
                <a:path extrusionOk="0" h="1227" w="1228">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77"/>
            <p:cNvSpPr/>
            <p:nvPr/>
          </p:nvSpPr>
          <p:spPr>
            <a:xfrm>
              <a:off x="1964553" y="3518473"/>
              <a:ext cx="38995" cy="38614"/>
            </a:xfrm>
            <a:custGeom>
              <a:rect b="b" l="l" r="r" t="t"/>
              <a:pathLst>
                <a:path extrusionOk="0" h="1216" w="1228">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77"/>
            <p:cNvSpPr/>
            <p:nvPr/>
          </p:nvSpPr>
          <p:spPr>
            <a:xfrm>
              <a:off x="2158894" y="3385007"/>
              <a:ext cx="15909" cy="16290"/>
            </a:xfrm>
            <a:custGeom>
              <a:rect b="b" l="l" r="r" t="t"/>
              <a:pathLst>
                <a:path extrusionOk="0" h="513" w="501">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77"/>
            <p:cNvSpPr/>
            <p:nvPr/>
          </p:nvSpPr>
          <p:spPr>
            <a:xfrm>
              <a:off x="1954741" y="3478779"/>
              <a:ext cx="15909" cy="15909"/>
            </a:xfrm>
            <a:custGeom>
              <a:rect b="b" l="l" r="r" t="t"/>
              <a:pathLst>
                <a:path extrusionOk="0" h="501" w="501">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77"/>
            <p:cNvSpPr/>
            <p:nvPr/>
          </p:nvSpPr>
          <p:spPr>
            <a:xfrm>
              <a:off x="2208813" y="3264020"/>
              <a:ext cx="16290" cy="16290"/>
            </a:xfrm>
            <a:custGeom>
              <a:rect b="b" l="l" r="r" t="t"/>
              <a:pathLst>
                <a:path extrusionOk="0" h="513" w="513">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5" name="Google Shape;8665;p77"/>
          <p:cNvGrpSpPr/>
          <p:nvPr/>
        </p:nvGrpSpPr>
        <p:grpSpPr>
          <a:xfrm>
            <a:off x="3043239" y="3215626"/>
            <a:ext cx="366008" cy="348670"/>
            <a:chOff x="3043239" y="3215626"/>
            <a:chExt cx="366008" cy="348670"/>
          </a:xfrm>
        </p:grpSpPr>
        <p:sp>
          <p:nvSpPr>
            <p:cNvPr id="8666" name="Google Shape;8666;p77"/>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77"/>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8" name="Google Shape;8668;p77"/>
          <p:cNvGrpSpPr/>
          <p:nvPr/>
        </p:nvGrpSpPr>
        <p:grpSpPr>
          <a:xfrm>
            <a:off x="4218333" y="3184982"/>
            <a:ext cx="209107" cy="383442"/>
            <a:chOff x="4218333" y="3184982"/>
            <a:chExt cx="209107" cy="383442"/>
          </a:xfrm>
        </p:grpSpPr>
        <p:sp>
          <p:nvSpPr>
            <p:cNvPr id="8669" name="Google Shape;8669;p77"/>
            <p:cNvSpPr/>
            <p:nvPr/>
          </p:nvSpPr>
          <p:spPr>
            <a:xfrm>
              <a:off x="4218333" y="3184982"/>
              <a:ext cx="207963" cy="117652"/>
            </a:xfrm>
            <a:custGeom>
              <a:rect b="b" l="l" r="r" t="t"/>
              <a:pathLst>
                <a:path extrusionOk="0" h="3705" w="6549">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77"/>
            <p:cNvSpPr/>
            <p:nvPr/>
          </p:nvSpPr>
          <p:spPr>
            <a:xfrm>
              <a:off x="4218333" y="3282946"/>
              <a:ext cx="209107" cy="285477"/>
            </a:xfrm>
            <a:custGeom>
              <a:rect b="b" l="l" r="r" t="t"/>
              <a:pathLst>
                <a:path extrusionOk="0" h="8990" w="6585">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71" name="Google Shape;8671;p77"/>
          <p:cNvSpPr/>
          <p:nvPr/>
        </p:nvSpPr>
        <p:spPr>
          <a:xfrm>
            <a:off x="4816819" y="3186157"/>
            <a:ext cx="83230" cy="379536"/>
          </a:xfrm>
          <a:custGeom>
            <a:rect b="b" l="l" r="r" t="t"/>
            <a:pathLst>
              <a:path extrusionOk="0" h="11952" w="2621">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72" name="Google Shape;8672;p77"/>
          <p:cNvGrpSpPr/>
          <p:nvPr/>
        </p:nvGrpSpPr>
        <p:grpSpPr>
          <a:xfrm>
            <a:off x="6896644" y="3216007"/>
            <a:ext cx="322917" cy="347876"/>
            <a:chOff x="6896644" y="3216007"/>
            <a:chExt cx="322917" cy="347876"/>
          </a:xfrm>
        </p:grpSpPr>
        <p:sp>
          <p:nvSpPr>
            <p:cNvPr id="8673" name="Google Shape;8673;p77"/>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77"/>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77"/>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77"/>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77"/>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77"/>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77"/>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0" name="Google Shape;8680;p77"/>
          <p:cNvGrpSpPr/>
          <p:nvPr/>
        </p:nvGrpSpPr>
        <p:grpSpPr>
          <a:xfrm>
            <a:off x="7429366" y="3223183"/>
            <a:ext cx="334634" cy="333904"/>
            <a:chOff x="7429366" y="3223183"/>
            <a:chExt cx="334634" cy="333904"/>
          </a:xfrm>
        </p:grpSpPr>
        <p:sp>
          <p:nvSpPr>
            <p:cNvPr id="8681" name="Google Shape;8681;p77"/>
            <p:cNvSpPr/>
            <p:nvPr/>
          </p:nvSpPr>
          <p:spPr>
            <a:xfrm>
              <a:off x="7429366" y="3223183"/>
              <a:ext cx="334634" cy="333904"/>
            </a:xfrm>
            <a:custGeom>
              <a:rect b="b" l="l" r="r" t="t"/>
              <a:pathLst>
                <a:path extrusionOk="0" h="10515" w="10538">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77"/>
            <p:cNvSpPr/>
            <p:nvPr/>
          </p:nvSpPr>
          <p:spPr>
            <a:xfrm>
              <a:off x="7613514" y="3251541"/>
              <a:ext cx="74878" cy="74529"/>
            </a:xfrm>
            <a:custGeom>
              <a:rect b="b" l="l" r="r" t="t"/>
              <a:pathLst>
                <a:path extrusionOk="0" h="2347" w="2358">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83" name="Google Shape;8683;p77"/>
          <p:cNvSpPr/>
          <p:nvPr/>
        </p:nvSpPr>
        <p:spPr>
          <a:xfrm>
            <a:off x="8079296" y="3207306"/>
            <a:ext cx="229906" cy="364135"/>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84" name="Google Shape;8684;p77"/>
          <p:cNvGrpSpPr/>
          <p:nvPr/>
        </p:nvGrpSpPr>
        <p:grpSpPr>
          <a:xfrm>
            <a:off x="5216456" y="3725484"/>
            <a:ext cx="356196" cy="265631"/>
            <a:chOff x="5216456" y="3725484"/>
            <a:chExt cx="356196" cy="265631"/>
          </a:xfrm>
        </p:grpSpPr>
        <p:sp>
          <p:nvSpPr>
            <p:cNvPr id="8685" name="Google Shape;8685;p77"/>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77"/>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7" name="Google Shape;8687;p77"/>
          <p:cNvGrpSpPr/>
          <p:nvPr/>
        </p:nvGrpSpPr>
        <p:grpSpPr>
          <a:xfrm>
            <a:off x="6849393" y="3733994"/>
            <a:ext cx="355053" cy="248038"/>
            <a:chOff x="6849393" y="3733994"/>
            <a:chExt cx="355053" cy="248038"/>
          </a:xfrm>
        </p:grpSpPr>
        <p:sp>
          <p:nvSpPr>
            <p:cNvPr id="8688" name="Google Shape;8688;p77"/>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77"/>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77"/>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77"/>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77"/>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3" name="Google Shape;8693;p77"/>
          <p:cNvGrpSpPr/>
          <p:nvPr/>
        </p:nvGrpSpPr>
        <p:grpSpPr>
          <a:xfrm>
            <a:off x="7918997" y="3714687"/>
            <a:ext cx="392111" cy="280206"/>
            <a:chOff x="7918997" y="3714687"/>
            <a:chExt cx="392111" cy="280206"/>
          </a:xfrm>
        </p:grpSpPr>
        <p:sp>
          <p:nvSpPr>
            <p:cNvPr id="8694" name="Google Shape;8694;p77"/>
            <p:cNvSpPr/>
            <p:nvPr/>
          </p:nvSpPr>
          <p:spPr>
            <a:xfrm>
              <a:off x="7918997" y="3781246"/>
              <a:ext cx="309675" cy="213648"/>
            </a:xfrm>
            <a:custGeom>
              <a:rect b="b" l="l" r="r" t="t"/>
              <a:pathLst>
                <a:path extrusionOk="0" h="6728" w="9752">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77"/>
            <p:cNvSpPr/>
            <p:nvPr/>
          </p:nvSpPr>
          <p:spPr>
            <a:xfrm>
              <a:off x="8080439" y="3862920"/>
              <a:ext cx="68083" cy="68083"/>
            </a:xfrm>
            <a:custGeom>
              <a:rect b="b" l="l" r="r" t="t"/>
              <a:pathLst>
                <a:path extrusionOk="0" h="2144" w="2144">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77"/>
            <p:cNvSpPr/>
            <p:nvPr/>
          </p:nvSpPr>
          <p:spPr>
            <a:xfrm>
              <a:off x="8000290" y="3885593"/>
              <a:ext cx="45410" cy="45410"/>
            </a:xfrm>
            <a:custGeom>
              <a:rect b="b" l="l" r="r" t="t"/>
              <a:pathLst>
                <a:path extrusionOk="0" h="1430" w="143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77"/>
            <p:cNvSpPr/>
            <p:nvPr/>
          </p:nvSpPr>
          <p:spPr>
            <a:xfrm>
              <a:off x="8006323" y="3714687"/>
              <a:ext cx="304784" cy="277920"/>
            </a:xfrm>
            <a:custGeom>
              <a:rect b="b" l="l" r="r" t="t"/>
              <a:pathLst>
                <a:path extrusionOk="0" h="8752" w="9598">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77"/>
            <p:cNvSpPr/>
            <p:nvPr/>
          </p:nvSpPr>
          <p:spPr>
            <a:xfrm>
              <a:off x="8183643" y="3885593"/>
              <a:ext cx="45410" cy="45410"/>
            </a:xfrm>
            <a:custGeom>
              <a:rect b="b" l="l" r="r" t="t"/>
              <a:pathLst>
                <a:path extrusionOk="0" h="1430" w="143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99" name="Google Shape;8699;p77"/>
          <p:cNvSpPr/>
          <p:nvPr/>
        </p:nvSpPr>
        <p:spPr>
          <a:xfrm>
            <a:off x="867354" y="3694364"/>
            <a:ext cx="355434" cy="326981"/>
          </a:xfrm>
          <a:custGeom>
            <a:rect b="b" l="l" r="r" t="t"/>
            <a:pathLst>
              <a:path extrusionOk="0" h="10297" w="11193">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00" name="Google Shape;8700;p77"/>
          <p:cNvGrpSpPr/>
          <p:nvPr/>
        </p:nvGrpSpPr>
        <p:grpSpPr>
          <a:xfrm>
            <a:off x="1408777" y="3680964"/>
            <a:ext cx="357720" cy="355148"/>
            <a:chOff x="1408777" y="3680964"/>
            <a:chExt cx="357720" cy="355148"/>
          </a:xfrm>
        </p:grpSpPr>
        <p:sp>
          <p:nvSpPr>
            <p:cNvPr id="8701" name="Google Shape;8701;p77"/>
            <p:cNvSpPr/>
            <p:nvPr/>
          </p:nvSpPr>
          <p:spPr>
            <a:xfrm>
              <a:off x="1510488"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77"/>
            <p:cNvSpPr/>
            <p:nvPr/>
          </p:nvSpPr>
          <p:spPr>
            <a:xfrm>
              <a:off x="1627315"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77"/>
            <p:cNvSpPr/>
            <p:nvPr/>
          </p:nvSpPr>
          <p:spPr>
            <a:xfrm>
              <a:off x="1525604" y="3908806"/>
              <a:ext cx="123305" cy="33152"/>
            </a:xfrm>
            <a:custGeom>
              <a:rect b="b" l="l" r="r" t="t"/>
              <a:pathLst>
                <a:path extrusionOk="0" h="1044" w="3883">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77"/>
            <p:cNvSpPr/>
            <p:nvPr/>
          </p:nvSpPr>
          <p:spPr>
            <a:xfrm>
              <a:off x="1408777" y="3680964"/>
              <a:ext cx="298338" cy="296528"/>
            </a:xfrm>
            <a:custGeom>
              <a:rect b="b" l="l" r="r" t="t"/>
              <a:pathLst>
                <a:path extrusionOk="0" h="9338" w="9395">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77"/>
            <p:cNvSpPr/>
            <p:nvPr/>
          </p:nvSpPr>
          <p:spPr>
            <a:xfrm>
              <a:off x="1468508" y="3739075"/>
              <a:ext cx="297989" cy="297036"/>
            </a:xfrm>
            <a:custGeom>
              <a:rect b="b" l="l" r="r" t="t"/>
              <a:pathLst>
                <a:path extrusionOk="0" h="9354" w="9384">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6" name="Google Shape;8706;p77"/>
          <p:cNvGrpSpPr/>
          <p:nvPr/>
        </p:nvGrpSpPr>
        <p:grpSpPr>
          <a:xfrm>
            <a:off x="1952836" y="3680964"/>
            <a:ext cx="357720" cy="355148"/>
            <a:chOff x="1952836" y="3680964"/>
            <a:chExt cx="357720" cy="355148"/>
          </a:xfrm>
        </p:grpSpPr>
        <p:sp>
          <p:nvSpPr>
            <p:cNvPr id="8707" name="Google Shape;8707;p77"/>
            <p:cNvSpPr/>
            <p:nvPr/>
          </p:nvSpPr>
          <p:spPr>
            <a:xfrm>
              <a:off x="2054166" y="3814144"/>
              <a:ext cx="38233" cy="49188"/>
            </a:xfrm>
            <a:custGeom>
              <a:rect b="b" l="l" r="r" t="t"/>
              <a:pathLst>
                <a:path extrusionOk="0" h="1549" w="1204">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77"/>
            <p:cNvSpPr/>
            <p:nvPr/>
          </p:nvSpPr>
          <p:spPr>
            <a:xfrm>
              <a:off x="2170992" y="3814144"/>
              <a:ext cx="37852" cy="49188"/>
            </a:xfrm>
            <a:custGeom>
              <a:rect b="b" l="l" r="r" t="t"/>
              <a:pathLst>
                <a:path extrusionOk="0" h="1549" w="1192">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77"/>
            <p:cNvSpPr/>
            <p:nvPr/>
          </p:nvSpPr>
          <p:spPr>
            <a:xfrm>
              <a:off x="2070043" y="3908647"/>
              <a:ext cx="122924" cy="33311"/>
            </a:xfrm>
            <a:custGeom>
              <a:rect b="b" l="l" r="r" t="t"/>
              <a:pathLst>
                <a:path extrusionOk="0" h="1049" w="3871">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77"/>
            <p:cNvSpPr/>
            <p:nvPr/>
          </p:nvSpPr>
          <p:spPr>
            <a:xfrm>
              <a:off x="1952836" y="3680964"/>
              <a:ext cx="298338" cy="296528"/>
            </a:xfrm>
            <a:custGeom>
              <a:rect b="b" l="l" r="r" t="t"/>
              <a:pathLst>
                <a:path extrusionOk="0" h="9338" w="9395">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77"/>
            <p:cNvSpPr/>
            <p:nvPr/>
          </p:nvSpPr>
          <p:spPr>
            <a:xfrm>
              <a:off x="2012217" y="3739075"/>
              <a:ext cx="298338" cy="297036"/>
            </a:xfrm>
            <a:custGeom>
              <a:rect b="b" l="l" r="r" t="t"/>
              <a:pathLst>
                <a:path extrusionOk="0" h="9354" w="9395">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2" name="Google Shape;8712;p77"/>
          <p:cNvGrpSpPr/>
          <p:nvPr/>
        </p:nvGrpSpPr>
        <p:grpSpPr>
          <a:xfrm>
            <a:off x="2496894" y="3680964"/>
            <a:ext cx="357720" cy="355148"/>
            <a:chOff x="2496894" y="3680964"/>
            <a:chExt cx="357720" cy="355148"/>
          </a:xfrm>
        </p:grpSpPr>
        <p:sp>
          <p:nvSpPr>
            <p:cNvPr id="8713" name="Google Shape;8713;p77"/>
            <p:cNvSpPr/>
            <p:nvPr/>
          </p:nvSpPr>
          <p:spPr>
            <a:xfrm>
              <a:off x="2598224"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77"/>
            <p:cNvSpPr/>
            <p:nvPr/>
          </p:nvSpPr>
          <p:spPr>
            <a:xfrm>
              <a:off x="2715051"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77"/>
            <p:cNvSpPr/>
            <p:nvPr/>
          </p:nvSpPr>
          <p:spPr>
            <a:xfrm>
              <a:off x="2496894" y="3680964"/>
              <a:ext cx="297989" cy="296528"/>
            </a:xfrm>
            <a:custGeom>
              <a:rect b="b" l="l" r="r" t="t"/>
              <a:pathLst>
                <a:path extrusionOk="0" h="9338" w="9384">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77"/>
            <p:cNvSpPr/>
            <p:nvPr/>
          </p:nvSpPr>
          <p:spPr>
            <a:xfrm>
              <a:off x="2555895" y="3739075"/>
              <a:ext cx="298719" cy="297036"/>
            </a:xfrm>
            <a:custGeom>
              <a:rect b="b" l="l" r="r" t="t"/>
              <a:pathLst>
                <a:path extrusionOk="0" h="9354" w="9407">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77"/>
            <p:cNvSpPr/>
            <p:nvPr/>
          </p:nvSpPr>
          <p:spPr>
            <a:xfrm>
              <a:off x="2569867" y="3875336"/>
              <a:ext cx="211393" cy="99139"/>
            </a:xfrm>
            <a:custGeom>
              <a:rect b="b" l="l" r="r" t="t"/>
              <a:pathLst>
                <a:path extrusionOk="0" h="3122" w="6657">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8" name="Google Shape;8718;p77"/>
          <p:cNvGrpSpPr/>
          <p:nvPr/>
        </p:nvGrpSpPr>
        <p:grpSpPr>
          <a:xfrm>
            <a:off x="3040984" y="3681059"/>
            <a:ext cx="356164" cy="355815"/>
            <a:chOff x="3040984" y="3681059"/>
            <a:chExt cx="356164" cy="355815"/>
          </a:xfrm>
        </p:grpSpPr>
        <p:sp>
          <p:nvSpPr>
            <p:cNvPr id="8719" name="Google Shape;8719;p77"/>
            <p:cNvSpPr/>
            <p:nvPr/>
          </p:nvSpPr>
          <p:spPr>
            <a:xfrm>
              <a:off x="3040984" y="3681059"/>
              <a:ext cx="356164" cy="355815"/>
            </a:xfrm>
            <a:custGeom>
              <a:rect b="b" l="l" r="r" t="t"/>
              <a:pathLst>
                <a:path extrusionOk="0" h="11205" w="11216">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77"/>
            <p:cNvSpPr/>
            <p:nvPr/>
          </p:nvSpPr>
          <p:spPr>
            <a:xfrm>
              <a:off x="3183120" y="3921508"/>
              <a:ext cx="59414" cy="59382"/>
            </a:xfrm>
            <a:custGeom>
              <a:rect b="b" l="l" r="r" t="t"/>
              <a:pathLst>
                <a:path extrusionOk="0" h="1870" w="1871">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77"/>
            <p:cNvSpPr/>
            <p:nvPr/>
          </p:nvSpPr>
          <p:spPr>
            <a:xfrm>
              <a:off x="3149110" y="3735868"/>
              <a:ext cx="141056" cy="174716"/>
            </a:xfrm>
            <a:custGeom>
              <a:rect b="b" l="l" r="r" t="t"/>
              <a:pathLst>
                <a:path extrusionOk="0" h="5502" w="4442">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2" name="Google Shape;8722;p77"/>
          <p:cNvGrpSpPr/>
          <p:nvPr/>
        </p:nvGrpSpPr>
        <p:grpSpPr>
          <a:xfrm>
            <a:off x="3584280" y="3699191"/>
            <a:ext cx="358069" cy="317995"/>
            <a:chOff x="3584280" y="3699191"/>
            <a:chExt cx="358069" cy="317995"/>
          </a:xfrm>
        </p:grpSpPr>
        <p:sp>
          <p:nvSpPr>
            <p:cNvPr id="8723" name="Google Shape;8723;p77"/>
            <p:cNvSpPr/>
            <p:nvPr/>
          </p:nvSpPr>
          <p:spPr>
            <a:xfrm>
              <a:off x="3584280" y="3699191"/>
              <a:ext cx="358069" cy="317995"/>
            </a:xfrm>
            <a:custGeom>
              <a:rect b="b" l="l" r="r" t="t"/>
              <a:pathLst>
                <a:path extrusionOk="0" h="10014" w="11276">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77"/>
            <p:cNvSpPr/>
            <p:nvPr/>
          </p:nvSpPr>
          <p:spPr>
            <a:xfrm>
              <a:off x="3613400" y="3727167"/>
              <a:ext cx="299831" cy="261661"/>
            </a:xfrm>
            <a:custGeom>
              <a:rect b="b" l="l" r="r" t="t"/>
              <a:pathLst>
                <a:path extrusionOk="0" h="8240" w="9442">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77"/>
            <p:cNvSpPr/>
            <p:nvPr/>
          </p:nvSpPr>
          <p:spPr>
            <a:xfrm>
              <a:off x="3735879" y="3910171"/>
              <a:ext cx="54873" cy="54841"/>
            </a:xfrm>
            <a:custGeom>
              <a:rect b="b" l="l" r="r" t="t"/>
              <a:pathLst>
                <a:path extrusionOk="0" h="1727" w="1728">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77"/>
            <p:cNvSpPr/>
            <p:nvPr/>
          </p:nvSpPr>
          <p:spPr>
            <a:xfrm>
              <a:off x="3738896" y="3788422"/>
              <a:ext cx="49188" cy="114604"/>
            </a:xfrm>
            <a:custGeom>
              <a:rect b="b" l="l" r="r" t="t"/>
              <a:pathLst>
                <a:path extrusionOk="0" h="3609" w="1549">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7" name="Google Shape;8727;p77"/>
          <p:cNvGrpSpPr/>
          <p:nvPr/>
        </p:nvGrpSpPr>
        <p:grpSpPr>
          <a:xfrm>
            <a:off x="4129482" y="3681059"/>
            <a:ext cx="355402" cy="354291"/>
            <a:chOff x="4129482" y="3681059"/>
            <a:chExt cx="355402" cy="354291"/>
          </a:xfrm>
        </p:grpSpPr>
        <p:sp>
          <p:nvSpPr>
            <p:cNvPr id="8728" name="Google Shape;8728;p77"/>
            <p:cNvSpPr/>
            <p:nvPr/>
          </p:nvSpPr>
          <p:spPr>
            <a:xfrm>
              <a:off x="4313979" y="3719578"/>
              <a:ext cx="133117" cy="225016"/>
            </a:xfrm>
            <a:custGeom>
              <a:rect b="b" l="l" r="r" t="t"/>
              <a:pathLst>
                <a:path extrusionOk="0" h="7086" w="4192">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77"/>
            <p:cNvSpPr/>
            <p:nvPr/>
          </p:nvSpPr>
          <p:spPr>
            <a:xfrm>
              <a:off x="4220968" y="3719197"/>
              <a:ext cx="106284" cy="132387"/>
            </a:xfrm>
            <a:custGeom>
              <a:rect b="b" l="l" r="r" t="t"/>
              <a:pathLst>
                <a:path extrusionOk="0" h="4169" w="3347">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77"/>
            <p:cNvSpPr/>
            <p:nvPr/>
          </p:nvSpPr>
          <p:spPr>
            <a:xfrm>
              <a:off x="4167270" y="3772545"/>
              <a:ext cx="226127" cy="225746"/>
            </a:xfrm>
            <a:custGeom>
              <a:rect b="b" l="l" r="r" t="t"/>
              <a:pathLst>
                <a:path extrusionOk="0" h="7109" w="7121">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77"/>
            <p:cNvSpPr/>
            <p:nvPr/>
          </p:nvSpPr>
          <p:spPr>
            <a:xfrm>
              <a:off x="4129482" y="3681059"/>
              <a:ext cx="355402" cy="354291"/>
            </a:xfrm>
            <a:custGeom>
              <a:rect b="b" l="l" r="r" t="t"/>
              <a:pathLst>
                <a:path extrusionOk="0" h="11157" w="11192">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2" name="Google Shape;8732;p77"/>
          <p:cNvGrpSpPr/>
          <p:nvPr/>
        </p:nvGrpSpPr>
        <p:grpSpPr>
          <a:xfrm>
            <a:off x="4673540" y="3680297"/>
            <a:ext cx="355434" cy="355815"/>
            <a:chOff x="4673540" y="3680297"/>
            <a:chExt cx="355434" cy="355815"/>
          </a:xfrm>
        </p:grpSpPr>
        <p:sp>
          <p:nvSpPr>
            <p:cNvPr id="8733" name="Google Shape;8733;p77"/>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77"/>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77"/>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6" name="Google Shape;8736;p77"/>
          <p:cNvGrpSpPr/>
          <p:nvPr/>
        </p:nvGrpSpPr>
        <p:grpSpPr>
          <a:xfrm>
            <a:off x="5779408" y="3699191"/>
            <a:ext cx="317645" cy="318757"/>
            <a:chOff x="5779408" y="3699191"/>
            <a:chExt cx="317645" cy="318757"/>
          </a:xfrm>
        </p:grpSpPr>
        <p:sp>
          <p:nvSpPr>
            <p:cNvPr id="8737" name="Google Shape;8737;p77"/>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77"/>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39" name="Google Shape;8739;p77"/>
          <p:cNvSpPr/>
          <p:nvPr/>
        </p:nvSpPr>
        <p:spPr>
          <a:xfrm>
            <a:off x="6304573" y="3694459"/>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40" name="Google Shape;8740;p77"/>
          <p:cNvGrpSpPr/>
          <p:nvPr/>
        </p:nvGrpSpPr>
        <p:grpSpPr>
          <a:xfrm>
            <a:off x="7390435" y="3680868"/>
            <a:ext cx="372073" cy="355243"/>
            <a:chOff x="7390435" y="3680868"/>
            <a:chExt cx="372073" cy="355243"/>
          </a:xfrm>
        </p:grpSpPr>
        <p:sp>
          <p:nvSpPr>
            <p:cNvPr id="8741" name="Google Shape;8741;p77"/>
            <p:cNvSpPr/>
            <p:nvPr/>
          </p:nvSpPr>
          <p:spPr>
            <a:xfrm>
              <a:off x="7390435" y="3744950"/>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77"/>
            <p:cNvSpPr/>
            <p:nvPr/>
          </p:nvSpPr>
          <p:spPr>
            <a:xfrm>
              <a:off x="7408948" y="3772259"/>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77"/>
            <p:cNvSpPr/>
            <p:nvPr/>
          </p:nvSpPr>
          <p:spPr>
            <a:xfrm>
              <a:off x="7487986" y="3680868"/>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77"/>
            <p:cNvSpPr/>
            <p:nvPr/>
          </p:nvSpPr>
          <p:spPr>
            <a:xfrm>
              <a:off x="7691758" y="3789502"/>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77"/>
            <p:cNvSpPr/>
            <p:nvPr/>
          </p:nvSpPr>
          <p:spPr>
            <a:xfrm>
              <a:off x="7536000" y="3708082"/>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77"/>
            <p:cNvSpPr/>
            <p:nvPr/>
          </p:nvSpPr>
          <p:spPr>
            <a:xfrm>
              <a:off x="7501228" y="3819415"/>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7" name="Google Shape;8747;p77"/>
          <p:cNvGrpSpPr/>
          <p:nvPr/>
        </p:nvGrpSpPr>
        <p:grpSpPr>
          <a:xfrm>
            <a:off x="1421638" y="4125629"/>
            <a:ext cx="374709" cy="374010"/>
            <a:chOff x="1421638" y="4125629"/>
            <a:chExt cx="374709" cy="374010"/>
          </a:xfrm>
        </p:grpSpPr>
        <p:sp>
          <p:nvSpPr>
            <p:cNvPr id="8748" name="Google Shape;8748;p77"/>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77"/>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0" name="Google Shape;8750;p77"/>
          <p:cNvGrpSpPr/>
          <p:nvPr/>
        </p:nvGrpSpPr>
        <p:grpSpPr>
          <a:xfrm>
            <a:off x="1973254" y="4156304"/>
            <a:ext cx="357720" cy="342192"/>
            <a:chOff x="1973254" y="4156304"/>
            <a:chExt cx="357720" cy="342192"/>
          </a:xfrm>
        </p:grpSpPr>
        <p:sp>
          <p:nvSpPr>
            <p:cNvPr id="8751" name="Google Shape;8751;p77"/>
            <p:cNvSpPr/>
            <p:nvPr/>
          </p:nvSpPr>
          <p:spPr>
            <a:xfrm>
              <a:off x="2129044" y="4156304"/>
              <a:ext cx="18926" cy="97964"/>
            </a:xfrm>
            <a:custGeom>
              <a:rect b="b" l="l" r="r" t="t"/>
              <a:pathLst>
                <a:path extrusionOk="0" h="3085" w="596">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77"/>
            <p:cNvSpPr/>
            <p:nvPr/>
          </p:nvSpPr>
          <p:spPr>
            <a:xfrm>
              <a:off x="2174771" y="4156304"/>
              <a:ext cx="18958" cy="97964"/>
            </a:xfrm>
            <a:custGeom>
              <a:rect b="b" l="l" r="r" t="t"/>
              <a:pathLst>
                <a:path extrusionOk="0" h="3085" w="597">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77"/>
            <p:cNvSpPr/>
            <p:nvPr/>
          </p:nvSpPr>
          <p:spPr>
            <a:xfrm>
              <a:off x="1992529" y="4460644"/>
              <a:ext cx="338445" cy="37852"/>
            </a:xfrm>
            <a:custGeom>
              <a:rect b="b" l="l" r="r" t="t"/>
              <a:pathLst>
                <a:path extrusionOk="0" h="1192" w="10658">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77"/>
            <p:cNvSpPr/>
            <p:nvPr/>
          </p:nvSpPr>
          <p:spPr>
            <a:xfrm>
              <a:off x="1996340" y="4288627"/>
              <a:ext cx="60525" cy="69226"/>
            </a:xfrm>
            <a:custGeom>
              <a:rect b="b" l="l" r="r" t="t"/>
              <a:pathLst>
                <a:path extrusionOk="0" h="2180" w="1906">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77"/>
            <p:cNvSpPr/>
            <p:nvPr/>
          </p:nvSpPr>
          <p:spPr>
            <a:xfrm>
              <a:off x="1973254" y="4265954"/>
              <a:ext cx="306658" cy="184147"/>
            </a:xfrm>
            <a:custGeom>
              <a:rect b="b" l="l" r="r" t="t"/>
              <a:pathLst>
                <a:path extrusionOk="0" h="5799" w="9657">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77"/>
            <p:cNvSpPr/>
            <p:nvPr/>
          </p:nvSpPr>
          <p:spPr>
            <a:xfrm>
              <a:off x="2155877" y="4319620"/>
              <a:ext cx="93423" cy="99488"/>
            </a:xfrm>
            <a:custGeom>
              <a:rect b="b" l="l" r="r" t="t"/>
              <a:pathLst>
                <a:path extrusionOk="0" h="3133" w="2942">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7" name="Google Shape;8757;p77"/>
          <p:cNvGrpSpPr/>
          <p:nvPr/>
        </p:nvGrpSpPr>
        <p:grpSpPr>
          <a:xfrm>
            <a:off x="2523759" y="4135505"/>
            <a:ext cx="341049" cy="340318"/>
            <a:chOff x="2523759" y="4135505"/>
            <a:chExt cx="341049" cy="340318"/>
          </a:xfrm>
        </p:grpSpPr>
        <p:sp>
          <p:nvSpPr>
            <p:cNvPr id="8758" name="Google Shape;8758;p77"/>
            <p:cNvSpPr/>
            <p:nvPr/>
          </p:nvSpPr>
          <p:spPr>
            <a:xfrm>
              <a:off x="2523759" y="4135505"/>
              <a:ext cx="341049" cy="340318"/>
            </a:xfrm>
            <a:custGeom>
              <a:rect b="b" l="l" r="r" t="t"/>
              <a:pathLst>
                <a:path extrusionOk="0" h="10717" w="1074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77"/>
            <p:cNvSpPr/>
            <p:nvPr/>
          </p:nvSpPr>
          <p:spPr>
            <a:xfrm>
              <a:off x="2561547" y="4278815"/>
              <a:ext cx="36709" cy="37058"/>
            </a:xfrm>
            <a:custGeom>
              <a:rect b="b" l="l" r="r" t="t"/>
              <a:pathLst>
                <a:path extrusionOk="0" h="1167" w="1156">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0" name="Google Shape;8760;p77"/>
          <p:cNvGrpSpPr/>
          <p:nvPr/>
        </p:nvGrpSpPr>
        <p:grpSpPr>
          <a:xfrm>
            <a:off x="3040603" y="4130360"/>
            <a:ext cx="392079" cy="350353"/>
            <a:chOff x="3040603" y="4130360"/>
            <a:chExt cx="392079" cy="350353"/>
          </a:xfrm>
        </p:grpSpPr>
        <p:sp>
          <p:nvSpPr>
            <p:cNvPr id="8761" name="Google Shape;8761;p77"/>
            <p:cNvSpPr/>
            <p:nvPr/>
          </p:nvSpPr>
          <p:spPr>
            <a:xfrm>
              <a:off x="3081059" y="4144523"/>
              <a:ext cx="62780" cy="66241"/>
            </a:xfrm>
            <a:custGeom>
              <a:rect b="b" l="l" r="r" t="t"/>
              <a:pathLst>
                <a:path extrusionOk="0" h="2086" w="1977">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77"/>
            <p:cNvSpPr/>
            <p:nvPr/>
          </p:nvSpPr>
          <p:spPr>
            <a:xfrm>
              <a:off x="3040603" y="4192981"/>
              <a:ext cx="58620" cy="55222"/>
            </a:xfrm>
            <a:custGeom>
              <a:rect b="b" l="l" r="r" t="t"/>
              <a:pathLst>
                <a:path extrusionOk="0" h="1739" w="1846">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77"/>
            <p:cNvSpPr/>
            <p:nvPr/>
          </p:nvSpPr>
          <p:spPr>
            <a:xfrm>
              <a:off x="3147967" y="4130360"/>
              <a:ext cx="55984" cy="69067"/>
            </a:xfrm>
            <a:custGeom>
              <a:rect b="b" l="l" r="r" t="t"/>
              <a:pathLst>
                <a:path extrusionOk="0" h="2175" w="1763">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77"/>
            <p:cNvSpPr/>
            <p:nvPr/>
          </p:nvSpPr>
          <p:spPr>
            <a:xfrm>
              <a:off x="3205443" y="4158082"/>
              <a:ext cx="52586" cy="59890"/>
            </a:xfrm>
            <a:custGeom>
              <a:rect b="b" l="l" r="r" t="t"/>
              <a:pathLst>
                <a:path extrusionOk="0" h="1886" w="1656">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77"/>
            <p:cNvSpPr/>
            <p:nvPr/>
          </p:nvSpPr>
          <p:spPr>
            <a:xfrm>
              <a:off x="3092777" y="4212002"/>
              <a:ext cx="144453" cy="102759"/>
            </a:xfrm>
            <a:custGeom>
              <a:rect b="b" l="l" r="r" t="t"/>
              <a:pathLst>
                <a:path extrusionOk="0" h="3236" w="4549">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77"/>
            <p:cNvSpPr/>
            <p:nvPr/>
          </p:nvSpPr>
          <p:spPr>
            <a:xfrm>
              <a:off x="3283307" y="4290469"/>
              <a:ext cx="55254" cy="70782"/>
            </a:xfrm>
            <a:custGeom>
              <a:rect b="b" l="l" r="r" t="t"/>
              <a:pathLst>
                <a:path extrusionOk="0" h="2229" w="174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77"/>
            <p:cNvSpPr/>
            <p:nvPr/>
          </p:nvSpPr>
          <p:spPr>
            <a:xfrm>
              <a:off x="3221702" y="4306728"/>
              <a:ext cx="54460" cy="62462"/>
            </a:xfrm>
            <a:custGeom>
              <a:rect b="b" l="l" r="r" t="t"/>
              <a:pathLst>
                <a:path extrusionOk="0" h="1967" w="1715">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77"/>
            <p:cNvSpPr/>
            <p:nvPr/>
          </p:nvSpPr>
          <p:spPr>
            <a:xfrm>
              <a:off x="3333606" y="4316667"/>
              <a:ext cx="66940" cy="62748"/>
            </a:xfrm>
            <a:custGeom>
              <a:rect b="b" l="l" r="r" t="t"/>
              <a:pathLst>
                <a:path extrusionOk="0" h="1976" w="2108">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77"/>
            <p:cNvSpPr/>
            <p:nvPr/>
          </p:nvSpPr>
          <p:spPr>
            <a:xfrm>
              <a:off x="3371046" y="4372587"/>
              <a:ext cx="61636" cy="51792"/>
            </a:xfrm>
            <a:custGeom>
              <a:rect b="b" l="l" r="r" t="t"/>
              <a:pathLst>
                <a:path extrusionOk="0" h="1631" w="1941">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77"/>
            <p:cNvSpPr/>
            <p:nvPr/>
          </p:nvSpPr>
          <p:spPr>
            <a:xfrm>
              <a:off x="3227735" y="4370904"/>
              <a:ext cx="142961" cy="109809"/>
            </a:xfrm>
            <a:custGeom>
              <a:rect b="b" l="l" r="r" t="t"/>
              <a:pathLst>
                <a:path extrusionOk="0" h="3458" w="4502">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1" name="Google Shape;8771;p77"/>
          <p:cNvGrpSpPr/>
          <p:nvPr/>
        </p:nvGrpSpPr>
        <p:grpSpPr>
          <a:xfrm>
            <a:off x="3662144" y="4135505"/>
            <a:ext cx="232955" cy="340318"/>
            <a:chOff x="3662144" y="4135505"/>
            <a:chExt cx="232955" cy="340318"/>
          </a:xfrm>
        </p:grpSpPr>
        <p:sp>
          <p:nvSpPr>
            <p:cNvPr id="8772" name="Google Shape;8772;p77"/>
            <p:cNvSpPr/>
            <p:nvPr/>
          </p:nvSpPr>
          <p:spPr>
            <a:xfrm>
              <a:off x="3662144" y="4135505"/>
              <a:ext cx="163761" cy="340318"/>
            </a:xfrm>
            <a:custGeom>
              <a:rect b="b" l="l" r="r" t="t"/>
              <a:pathLst>
                <a:path extrusionOk="0" h="10717" w="5157">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77"/>
            <p:cNvSpPr/>
            <p:nvPr/>
          </p:nvSpPr>
          <p:spPr>
            <a:xfrm>
              <a:off x="3689771" y="4162719"/>
              <a:ext cx="109650" cy="285859"/>
            </a:xfrm>
            <a:custGeom>
              <a:rect b="b" l="l" r="r" t="t"/>
              <a:pathLst>
                <a:path extrusionOk="0" h="9002" w="3453">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77"/>
            <p:cNvSpPr/>
            <p:nvPr/>
          </p:nvSpPr>
          <p:spPr>
            <a:xfrm>
              <a:off x="3838352" y="4182375"/>
              <a:ext cx="56746" cy="94947"/>
            </a:xfrm>
            <a:custGeom>
              <a:rect b="b" l="l" r="r" t="t"/>
              <a:pathLst>
                <a:path extrusionOk="0" h="2990" w="1787">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77"/>
            <p:cNvSpPr/>
            <p:nvPr/>
          </p:nvSpPr>
          <p:spPr>
            <a:xfrm>
              <a:off x="3813012" y="4151763"/>
              <a:ext cx="32930" cy="32930"/>
            </a:xfrm>
            <a:custGeom>
              <a:rect b="b" l="l" r="r" t="t"/>
              <a:pathLst>
                <a:path extrusionOk="0" h="1037" w="1037">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6" name="Google Shape;8776;p77"/>
          <p:cNvGrpSpPr/>
          <p:nvPr/>
        </p:nvGrpSpPr>
        <p:grpSpPr>
          <a:xfrm>
            <a:off x="4149138" y="4121151"/>
            <a:ext cx="344065" cy="368644"/>
            <a:chOff x="4149138" y="4121151"/>
            <a:chExt cx="344065" cy="368644"/>
          </a:xfrm>
        </p:grpSpPr>
        <p:sp>
          <p:nvSpPr>
            <p:cNvPr id="8777" name="Google Shape;8777;p77"/>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77"/>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77"/>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77"/>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77"/>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77"/>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77"/>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77"/>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77"/>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77"/>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77"/>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77"/>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89" name="Google Shape;8789;p77"/>
          <p:cNvSpPr/>
          <p:nvPr/>
        </p:nvSpPr>
        <p:spPr>
          <a:xfrm>
            <a:off x="4692054" y="4135409"/>
            <a:ext cx="344097" cy="340033"/>
          </a:xfrm>
          <a:custGeom>
            <a:rect b="b" l="l" r="r" t="t"/>
            <a:pathLst>
              <a:path extrusionOk="0" h="10708" w="10836">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90" name="Google Shape;8790;p77"/>
          <p:cNvGrpSpPr/>
          <p:nvPr/>
        </p:nvGrpSpPr>
        <p:grpSpPr>
          <a:xfrm>
            <a:off x="5206262" y="4174817"/>
            <a:ext cx="397763" cy="262804"/>
            <a:chOff x="5206262" y="4174817"/>
            <a:chExt cx="397763" cy="262804"/>
          </a:xfrm>
        </p:grpSpPr>
        <p:sp>
          <p:nvSpPr>
            <p:cNvPr id="8791" name="Google Shape;8791;p77"/>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77"/>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77"/>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77"/>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77"/>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77"/>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77"/>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8" name="Google Shape;8798;p77"/>
          <p:cNvGrpSpPr/>
          <p:nvPr/>
        </p:nvGrpSpPr>
        <p:grpSpPr>
          <a:xfrm>
            <a:off x="5727616" y="4204699"/>
            <a:ext cx="440505" cy="290018"/>
            <a:chOff x="5727616" y="4204699"/>
            <a:chExt cx="440505" cy="290018"/>
          </a:xfrm>
        </p:grpSpPr>
        <p:sp>
          <p:nvSpPr>
            <p:cNvPr id="8799" name="Google Shape;8799;p77"/>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77"/>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77"/>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77"/>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77"/>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77"/>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77"/>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77"/>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7" name="Google Shape;8807;p77"/>
          <p:cNvGrpSpPr/>
          <p:nvPr/>
        </p:nvGrpSpPr>
        <p:grpSpPr>
          <a:xfrm>
            <a:off x="6410063" y="4135124"/>
            <a:ext cx="159950" cy="364516"/>
            <a:chOff x="6410063" y="4135124"/>
            <a:chExt cx="159950" cy="364516"/>
          </a:xfrm>
        </p:grpSpPr>
        <p:sp>
          <p:nvSpPr>
            <p:cNvPr id="8808" name="Google Shape;8808;p77"/>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77"/>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77"/>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77"/>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2" name="Google Shape;8812;p77"/>
          <p:cNvGrpSpPr/>
          <p:nvPr/>
        </p:nvGrpSpPr>
        <p:grpSpPr>
          <a:xfrm>
            <a:off x="6924652" y="4135505"/>
            <a:ext cx="214378" cy="364135"/>
            <a:chOff x="6924652" y="4135505"/>
            <a:chExt cx="214378" cy="364135"/>
          </a:xfrm>
        </p:grpSpPr>
        <p:sp>
          <p:nvSpPr>
            <p:cNvPr id="8813" name="Google Shape;8813;p77"/>
            <p:cNvSpPr/>
            <p:nvPr/>
          </p:nvSpPr>
          <p:spPr>
            <a:xfrm>
              <a:off x="6996482" y="4135505"/>
              <a:ext cx="70718" cy="71099"/>
            </a:xfrm>
            <a:custGeom>
              <a:rect b="b" l="l" r="r" t="t"/>
              <a:pathLst>
                <a:path extrusionOk="0" h="2239" w="2227">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77"/>
            <p:cNvSpPr/>
            <p:nvPr/>
          </p:nvSpPr>
          <p:spPr>
            <a:xfrm>
              <a:off x="7018012" y="4345183"/>
              <a:ext cx="88882" cy="154456"/>
            </a:xfrm>
            <a:custGeom>
              <a:rect b="b" l="l" r="r" t="t"/>
              <a:pathLst>
                <a:path extrusionOk="0" h="4864" w="2799">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77"/>
            <p:cNvSpPr/>
            <p:nvPr/>
          </p:nvSpPr>
          <p:spPr>
            <a:xfrm>
              <a:off x="6948850" y="4212638"/>
              <a:ext cx="190181" cy="149884"/>
            </a:xfrm>
            <a:custGeom>
              <a:rect b="b" l="l" r="r" t="t"/>
              <a:pathLst>
                <a:path extrusionOk="0" h="4720" w="5989">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77"/>
            <p:cNvSpPr/>
            <p:nvPr/>
          </p:nvSpPr>
          <p:spPr>
            <a:xfrm>
              <a:off x="6924652" y="4252331"/>
              <a:ext cx="103617" cy="245815"/>
            </a:xfrm>
            <a:custGeom>
              <a:rect b="b" l="l" r="r" t="t"/>
              <a:pathLst>
                <a:path extrusionOk="0" h="7741" w="3263">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7" name="Google Shape;8817;p77"/>
          <p:cNvGrpSpPr/>
          <p:nvPr/>
        </p:nvGrpSpPr>
        <p:grpSpPr>
          <a:xfrm>
            <a:off x="7384751" y="4147984"/>
            <a:ext cx="380012" cy="351274"/>
            <a:chOff x="7384751" y="4147984"/>
            <a:chExt cx="380012" cy="351274"/>
          </a:xfrm>
        </p:grpSpPr>
        <p:sp>
          <p:nvSpPr>
            <p:cNvPr id="8818" name="Google Shape;8818;p77"/>
            <p:cNvSpPr/>
            <p:nvPr/>
          </p:nvSpPr>
          <p:spPr>
            <a:xfrm>
              <a:off x="7385513" y="4225879"/>
              <a:ext cx="379250" cy="273379"/>
            </a:xfrm>
            <a:custGeom>
              <a:rect b="b" l="l" r="r" t="t"/>
              <a:pathLst>
                <a:path extrusionOk="0" h="8609" w="11943">
                  <a:moveTo>
                    <a:pt x="11740" y="0"/>
                  </a:moveTo>
                  <a:cubicBezTo>
                    <a:pt x="11645" y="0"/>
                    <a:pt x="11562" y="72"/>
                    <a:pt x="11562" y="179"/>
                  </a:cubicBezTo>
                  <a:lnTo>
                    <a:pt x="11562" y="2667"/>
                  </a:lnTo>
                  <a:cubicBezTo>
                    <a:pt x="11562" y="3393"/>
                    <a:pt x="10966" y="3989"/>
                    <a:pt x="10240" y="3989"/>
                  </a:cubicBezTo>
                  <a:lnTo>
                    <a:pt x="9085" y="3989"/>
                  </a:lnTo>
                  <a:cubicBezTo>
                    <a:pt x="8954" y="3989"/>
                    <a:pt x="8823" y="4084"/>
                    <a:pt x="8776" y="4203"/>
                  </a:cubicBezTo>
                  <a:cubicBezTo>
                    <a:pt x="8573" y="4703"/>
                    <a:pt x="8549" y="5167"/>
                    <a:pt x="8752" y="5537"/>
                  </a:cubicBezTo>
                  <a:cubicBezTo>
                    <a:pt x="8823" y="5703"/>
                    <a:pt x="8942" y="5834"/>
                    <a:pt x="9049" y="5941"/>
                  </a:cubicBezTo>
                  <a:cubicBezTo>
                    <a:pt x="8752" y="5929"/>
                    <a:pt x="8514" y="5822"/>
                    <a:pt x="8359" y="5656"/>
                  </a:cubicBezTo>
                  <a:cubicBezTo>
                    <a:pt x="8240" y="5537"/>
                    <a:pt x="7978" y="5167"/>
                    <a:pt x="8073" y="4358"/>
                  </a:cubicBezTo>
                  <a:cubicBezTo>
                    <a:pt x="8109" y="4155"/>
                    <a:pt x="7942" y="3977"/>
                    <a:pt x="7740" y="3977"/>
                  </a:cubicBezTo>
                  <a:lnTo>
                    <a:pt x="5954" y="3977"/>
                  </a:lnTo>
                  <a:cubicBezTo>
                    <a:pt x="5859" y="3977"/>
                    <a:pt x="5775" y="4048"/>
                    <a:pt x="5775" y="4155"/>
                  </a:cubicBezTo>
                  <a:cubicBezTo>
                    <a:pt x="5775" y="4263"/>
                    <a:pt x="5847" y="4334"/>
                    <a:pt x="5954" y="4334"/>
                  </a:cubicBezTo>
                  <a:lnTo>
                    <a:pt x="6847" y="4334"/>
                  </a:lnTo>
                  <a:lnTo>
                    <a:pt x="6847" y="5691"/>
                  </a:lnTo>
                  <a:cubicBezTo>
                    <a:pt x="6847" y="6430"/>
                    <a:pt x="6228" y="7037"/>
                    <a:pt x="5490" y="7037"/>
                  </a:cubicBezTo>
                  <a:lnTo>
                    <a:pt x="4704" y="7037"/>
                  </a:lnTo>
                  <a:cubicBezTo>
                    <a:pt x="4561" y="7037"/>
                    <a:pt x="4466" y="7144"/>
                    <a:pt x="4466" y="7275"/>
                  </a:cubicBezTo>
                  <a:cubicBezTo>
                    <a:pt x="4442" y="7834"/>
                    <a:pt x="4239" y="8215"/>
                    <a:pt x="3668" y="8251"/>
                  </a:cubicBezTo>
                  <a:cubicBezTo>
                    <a:pt x="3930" y="7977"/>
                    <a:pt x="3954" y="7573"/>
                    <a:pt x="3882" y="7239"/>
                  </a:cubicBezTo>
                  <a:cubicBezTo>
                    <a:pt x="3846" y="7120"/>
                    <a:pt x="3763" y="7037"/>
                    <a:pt x="3644" y="7037"/>
                  </a:cubicBezTo>
                  <a:lnTo>
                    <a:pt x="1703" y="7037"/>
                  </a:lnTo>
                  <a:cubicBezTo>
                    <a:pt x="965" y="7037"/>
                    <a:pt x="358" y="6430"/>
                    <a:pt x="358" y="5691"/>
                  </a:cubicBezTo>
                  <a:lnTo>
                    <a:pt x="358" y="5310"/>
                  </a:lnTo>
                  <a:cubicBezTo>
                    <a:pt x="358" y="5227"/>
                    <a:pt x="275" y="5132"/>
                    <a:pt x="179" y="5132"/>
                  </a:cubicBezTo>
                  <a:cubicBezTo>
                    <a:pt x="84" y="5132"/>
                    <a:pt x="1" y="5215"/>
                    <a:pt x="1" y="5310"/>
                  </a:cubicBezTo>
                  <a:lnTo>
                    <a:pt x="1" y="5691"/>
                  </a:lnTo>
                  <a:cubicBezTo>
                    <a:pt x="1" y="6620"/>
                    <a:pt x="751" y="7394"/>
                    <a:pt x="1703" y="7394"/>
                  </a:cubicBezTo>
                  <a:lnTo>
                    <a:pt x="3573" y="7394"/>
                  </a:lnTo>
                  <a:cubicBezTo>
                    <a:pt x="3596" y="7620"/>
                    <a:pt x="3596" y="8025"/>
                    <a:pt x="3215" y="8144"/>
                  </a:cubicBezTo>
                  <a:cubicBezTo>
                    <a:pt x="2989" y="8215"/>
                    <a:pt x="3001" y="8525"/>
                    <a:pt x="3239" y="8573"/>
                  </a:cubicBezTo>
                  <a:cubicBezTo>
                    <a:pt x="3370" y="8608"/>
                    <a:pt x="3489" y="8608"/>
                    <a:pt x="3596" y="8608"/>
                  </a:cubicBezTo>
                  <a:cubicBezTo>
                    <a:pt x="4299" y="8608"/>
                    <a:pt x="4763" y="8204"/>
                    <a:pt x="4823" y="7394"/>
                  </a:cubicBezTo>
                  <a:lnTo>
                    <a:pt x="5513" y="7394"/>
                  </a:lnTo>
                  <a:cubicBezTo>
                    <a:pt x="6454" y="7394"/>
                    <a:pt x="7228" y="6644"/>
                    <a:pt x="7228" y="5691"/>
                  </a:cubicBezTo>
                  <a:lnTo>
                    <a:pt x="7228" y="4334"/>
                  </a:lnTo>
                  <a:lnTo>
                    <a:pt x="7764" y="4334"/>
                  </a:lnTo>
                  <a:cubicBezTo>
                    <a:pt x="7716" y="4715"/>
                    <a:pt x="7704" y="5429"/>
                    <a:pt x="8157" y="5894"/>
                  </a:cubicBezTo>
                  <a:cubicBezTo>
                    <a:pt x="8407" y="6168"/>
                    <a:pt x="8764" y="6299"/>
                    <a:pt x="9240" y="6299"/>
                  </a:cubicBezTo>
                  <a:cubicBezTo>
                    <a:pt x="9311" y="6299"/>
                    <a:pt x="9383" y="6299"/>
                    <a:pt x="9478" y="6287"/>
                  </a:cubicBezTo>
                  <a:cubicBezTo>
                    <a:pt x="9704" y="6263"/>
                    <a:pt x="9776" y="5965"/>
                    <a:pt x="9561" y="5846"/>
                  </a:cubicBezTo>
                  <a:cubicBezTo>
                    <a:pt x="8847" y="5429"/>
                    <a:pt x="9002" y="4715"/>
                    <a:pt x="9145" y="4334"/>
                  </a:cubicBezTo>
                  <a:lnTo>
                    <a:pt x="10276" y="4334"/>
                  </a:lnTo>
                  <a:cubicBezTo>
                    <a:pt x="11205" y="4334"/>
                    <a:pt x="11943" y="3584"/>
                    <a:pt x="11943" y="2667"/>
                  </a:cubicBezTo>
                  <a:lnTo>
                    <a:pt x="11943" y="179"/>
                  </a:lnTo>
                  <a:cubicBezTo>
                    <a:pt x="11919" y="95"/>
                    <a:pt x="11847" y="0"/>
                    <a:pt x="11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77"/>
            <p:cNvSpPr/>
            <p:nvPr/>
          </p:nvSpPr>
          <p:spPr>
            <a:xfrm>
              <a:off x="7384751" y="4147984"/>
              <a:ext cx="380012" cy="228382"/>
            </a:xfrm>
            <a:custGeom>
              <a:rect b="b" l="l" r="r" t="t"/>
              <a:pathLst>
                <a:path extrusionOk="0" h="7192" w="11967">
                  <a:moveTo>
                    <a:pt x="3144" y="0"/>
                  </a:moveTo>
                  <a:cubicBezTo>
                    <a:pt x="2227" y="0"/>
                    <a:pt x="1477" y="739"/>
                    <a:pt x="1477" y="1667"/>
                  </a:cubicBezTo>
                  <a:lnTo>
                    <a:pt x="1477" y="4132"/>
                  </a:lnTo>
                  <a:cubicBezTo>
                    <a:pt x="1108" y="4191"/>
                    <a:pt x="751" y="4358"/>
                    <a:pt x="477" y="4644"/>
                  </a:cubicBezTo>
                  <a:cubicBezTo>
                    <a:pt x="168" y="4965"/>
                    <a:pt x="1" y="5382"/>
                    <a:pt x="1" y="5823"/>
                  </a:cubicBezTo>
                  <a:lnTo>
                    <a:pt x="1" y="7013"/>
                  </a:lnTo>
                  <a:cubicBezTo>
                    <a:pt x="1" y="7097"/>
                    <a:pt x="84" y="7192"/>
                    <a:pt x="180" y="7192"/>
                  </a:cubicBezTo>
                  <a:cubicBezTo>
                    <a:pt x="275" y="7192"/>
                    <a:pt x="358" y="7108"/>
                    <a:pt x="358" y="7013"/>
                  </a:cubicBezTo>
                  <a:lnTo>
                    <a:pt x="358" y="5823"/>
                  </a:lnTo>
                  <a:cubicBezTo>
                    <a:pt x="358" y="5465"/>
                    <a:pt x="501" y="5132"/>
                    <a:pt x="751" y="4882"/>
                  </a:cubicBezTo>
                  <a:cubicBezTo>
                    <a:pt x="953" y="4668"/>
                    <a:pt x="1203" y="4537"/>
                    <a:pt x="1489" y="4477"/>
                  </a:cubicBezTo>
                  <a:lnTo>
                    <a:pt x="1489" y="5084"/>
                  </a:lnTo>
                  <a:cubicBezTo>
                    <a:pt x="1489" y="6013"/>
                    <a:pt x="2239" y="6751"/>
                    <a:pt x="3156" y="6751"/>
                  </a:cubicBezTo>
                  <a:lnTo>
                    <a:pt x="5240" y="6751"/>
                  </a:lnTo>
                  <a:cubicBezTo>
                    <a:pt x="5335" y="6751"/>
                    <a:pt x="5418" y="6680"/>
                    <a:pt x="5418" y="6573"/>
                  </a:cubicBezTo>
                  <a:cubicBezTo>
                    <a:pt x="5418" y="6489"/>
                    <a:pt x="5347" y="6394"/>
                    <a:pt x="5240" y="6394"/>
                  </a:cubicBezTo>
                  <a:lnTo>
                    <a:pt x="3156" y="6394"/>
                  </a:lnTo>
                  <a:cubicBezTo>
                    <a:pt x="2430" y="6394"/>
                    <a:pt x="1834" y="5799"/>
                    <a:pt x="1834" y="5073"/>
                  </a:cubicBezTo>
                  <a:lnTo>
                    <a:pt x="1834" y="1620"/>
                  </a:lnTo>
                  <a:cubicBezTo>
                    <a:pt x="1834" y="893"/>
                    <a:pt x="2430" y="298"/>
                    <a:pt x="3156" y="298"/>
                  </a:cubicBezTo>
                  <a:lnTo>
                    <a:pt x="10288" y="298"/>
                  </a:lnTo>
                  <a:cubicBezTo>
                    <a:pt x="11014" y="298"/>
                    <a:pt x="11610" y="893"/>
                    <a:pt x="11610" y="1620"/>
                  </a:cubicBezTo>
                  <a:lnTo>
                    <a:pt x="11610" y="1846"/>
                  </a:lnTo>
                  <a:cubicBezTo>
                    <a:pt x="11610" y="1929"/>
                    <a:pt x="11693" y="2025"/>
                    <a:pt x="11788" y="2025"/>
                  </a:cubicBezTo>
                  <a:cubicBezTo>
                    <a:pt x="11883" y="2025"/>
                    <a:pt x="11967" y="1953"/>
                    <a:pt x="11967" y="1846"/>
                  </a:cubicBezTo>
                  <a:lnTo>
                    <a:pt x="11967" y="1620"/>
                  </a:lnTo>
                  <a:cubicBezTo>
                    <a:pt x="11943" y="762"/>
                    <a:pt x="11193" y="0"/>
                    <a:pt x="10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77"/>
            <p:cNvSpPr/>
            <p:nvPr/>
          </p:nvSpPr>
          <p:spPr>
            <a:xfrm>
              <a:off x="7507642" y="4228134"/>
              <a:ext cx="37852" cy="37852"/>
            </a:xfrm>
            <a:custGeom>
              <a:rect b="b" l="l" r="r" t="t"/>
              <a:pathLst>
                <a:path extrusionOk="0" h="1192" w="1192">
                  <a:moveTo>
                    <a:pt x="596" y="358"/>
                  </a:moveTo>
                  <a:cubicBezTo>
                    <a:pt x="739" y="358"/>
                    <a:pt x="834" y="465"/>
                    <a:pt x="834" y="596"/>
                  </a:cubicBezTo>
                  <a:cubicBezTo>
                    <a:pt x="834" y="739"/>
                    <a:pt x="739" y="834"/>
                    <a:pt x="596" y="834"/>
                  </a:cubicBezTo>
                  <a:cubicBezTo>
                    <a:pt x="465" y="834"/>
                    <a:pt x="358" y="739"/>
                    <a:pt x="358" y="596"/>
                  </a:cubicBezTo>
                  <a:cubicBezTo>
                    <a:pt x="358" y="465"/>
                    <a:pt x="465" y="358"/>
                    <a:pt x="596" y="358"/>
                  </a:cubicBezTo>
                  <a:close/>
                  <a:moveTo>
                    <a:pt x="596" y="1"/>
                  </a:moveTo>
                  <a:cubicBezTo>
                    <a:pt x="274" y="1"/>
                    <a:pt x="0" y="274"/>
                    <a:pt x="0" y="596"/>
                  </a:cubicBezTo>
                  <a:cubicBezTo>
                    <a:pt x="0" y="929"/>
                    <a:pt x="274" y="1191"/>
                    <a:pt x="596" y="1191"/>
                  </a:cubicBezTo>
                  <a:cubicBezTo>
                    <a:pt x="929" y="1191"/>
                    <a:pt x="1191" y="929"/>
                    <a:pt x="1191" y="596"/>
                  </a:cubicBezTo>
                  <a:cubicBezTo>
                    <a:pt x="1191" y="274"/>
                    <a:pt x="929"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77"/>
            <p:cNvSpPr/>
            <p:nvPr/>
          </p:nvSpPr>
          <p:spPr>
            <a:xfrm>
              <a:off x="7573820" y="4228134"/>
              <a:ext cx="37820" cy="37852"/>
            </a:xfrm>
            <a:custGeom>
              <a:rect b="b" l="l" r="r" t="t"/>
              <a:pathLst>
                <a:path extrusionOk="0" h="1192" w="1191">
                  <a:moveTo>
                    <a:pt x="595" y="358"/>
                  </a:moveTo>
                  <a:cubicBezTo>
                    <a:pt x="738" y="358"/>
                    <a:pt x="833" y="465"/>
                    <a:pt x="833" y="596"/>
                  </a:cubicBezTo>
                  <a:cubicBezTo>
                    <a:pt x="833" y="739"/>
                    <a:pt x="738" y="834"/>
                    <a:pt x="595" y="834"/>
                  </a:cubicBezTo>
                  <a:cubicBezTo>
                    <a:pt x="464" y="834"/>
                    <a:pt x="357" y="739"/>
                    <a:pt x="357" y="596"/>
                  </a:cubicBezTo>
                  <a:cubicBezTo>
                    <a:pt x="357" y="465"/>
                    <a:pt x="464" y="358"/>
                    <a:pt x="595" y="358"/>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77"/>
            <p:cNvSpPr/>
            <p:nvPr/>
          </p:nvSpPr>
          <p:spPr>
            <a:xfrm>
              <a:off x="7640728" y="4228134"/>
              <a:ext cx="37852" cy="37852"/>
            </a:xfrm>
            <a:custGeom>
              <a:rect b="b" l="l" r="r" t="t"/>
              <a:pathLst>
                <a:path extrusionOk="0" h="1192" w="1192">
                  <a:moveTo>
                    <a:pt x="596" y="358"/>
                  </a:moveTo>
                  <a:cubicBezTo>
                    <a:pt x="727" y="358"/>
                    <a:pt x="834" y="465"/>
                    <a:pt x="834" y="596"/>
                  </a:cubicBezTo>
                  <a:cubicBezTo>
                    <a:pt x="834" y="739"/>
                    <a:pt x="727" y="834"/>
                    <a:pt x="596" y="834"/>
                  </a:cubicBezTo>
                  <a:cubicBezTo>
                    <a:pt x="453" y="834"/>
                    <a:pt x="358" y="739"/>
                    <a:pt x="358" y="596"/>
                  </a:cubicBezTo>
                  <a:cubicBezTo>
                    <a:pt x="334" y="465"/>
                    <a:pt x="453" y="358"/>
                    <a:pt x="596" y="358"/>
                  </a:cubicBezTo>
                  <a:close/>
                  <a:moveTo>
                    <a:pt x="596" y="1"/>
                  </a:moveTo>
                  <a:cubicBezTo>
                    <a:pt x="262" y="1"/>
                    <a:pt x="0" y="274"/>
                    <a:pt x="0" y="596"/>
                  </a:cubicBezTo>
                  <a:cubicBezTo>
                    <a:pt x="0" y="929"/>
                    <a:pt x="262" y="1191"/>
                    <a:pt x="596" y="1191"/>
                  </a:cubicBezTo>
                  <a:cubicBezTo>
                    <a:pt x="917" y="1191"/>
                    <a:pt x="1191" y="929"/>
                    <a:pt x="1191" y="596"/>
                  </a:cubicBezTo>
                  <a:cubicBezTo>
                    <a:pt x="1191" y="274"/>
                    <a:pt x="917"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23" name="Google Shape;8823;p77"/>
          <p:cNvSpPr txBox="1"/>
          <p:nvPr/>
        </p:nvSpPr>
        <p:spPr>
          <a:xfrm>
            <a:off x="828875" y="1176707"/>
            <a:ext cx="7525800" cy="761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You can</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icons without losing quality.</a:t>
            </a:r>
            <a:endParaRPr sz="1100">
              <a:solidFill>
                <a:srgbClr val="FFFFFF"/>
              </a:solidFill>
            </a:endParaRPr>
          </a:p>
          <a:p>
            <a:pPr indent="0" lvl="0" marL="0" rtl="0" algn="ctr">
              <a:lnSpc>
                <a:spcPct val="115000"/>
              </a:lnSpc>
              <a:spcBef>
                <a:spcPts val="0"/>
              </a:spcBef>
              <a:spcAft>
                <a:spcPts val="0"/>
              </a:spcAft>
              <a:buNone/>
            </a:pPr>
            <a:r>
              <a:rPr lang="en" sz="1100">
                <a:solidFill>
                  <a:srgbClr val="FFFFFF"/>
                </a:solidFill>
              </a:rPr>
              <a:t>You can </a:t>
            </a:r>
            <a:r>
              <a:rPr lang="en" sz="1100">
                <a:solidFill>
                  <a:srgbClr val="869FB2"/>
                </a:solidFill>
              </a:rPr>
              <a:t>change the stroke and fill color</a:t>
            </a:r>
            <a:r>
              <a:rPr lang="en" sz="1100">
                <a:solidFill>
                  <a:srgbClr val="FFFFFF"/>
                </a:solidFill>
              </a:rPr>
              <a:t>; just select the icon and click on the</a:t>
            </a:r>
            <a:r>
              <a:rPr lang="en" sz="1100">
                <a:solidFill>
                  <a:srgbClr val="435D74"/>
                </a:solidFill>
              </a:rPr>
              <a:t> </a:t>
            </a:r>
            <a:r>
              <a:rPr lang="en" sz="1100">
                <a:solidFill>
                  <a:srgbClr val="869FB2"/>
                </a:solidFill>
              </a:rPr>
              <a:t>paint bucket/pen</a:t>
            </a:r>
            <a:r>
              <a:rPr lang="en" sz="1100">
                <a:solidFill>
                  <a:srgbClr val="FFFFFF"/>
                </a:solidFill>
              </a:rPr>
              <a:t>.</a:t>
            </a:r>
            <a:endParaRPr sz="1100">
              <a:solidFill>
                <a:srgbClr val="FFFFFF"/>
              </a:solidFill>
            </a:endParaRPr>
          </a:p>
          <a:p>
            <a:pPr indent="0" lvl="0" marL="0" rtl="0" algn="ctr">
              <a:lnSpc>
                <a:spcPct val="115000"/>
              </a:lnSpc>
              <a:spcBef>
                <a:spcPts val="0"/>
              </a:spcBef>
              <a:spcAft>
                <a:spcPts val="0"/>
              </a:spcAft>
              <a:buNone/>
            </a:pPr>
            <a:r>
              <a:rPr lang="en" sz="1100">
                <a:solidFill>
                  <a:srgbClr val="FFFFFF"/>
                </a:solidFill>
              </a:rPr>
              <a:t>In Google Slides, you can also use </a:t>
            </a:r>
            <a:r>
              <a:rPr lang="en" sz="1100">
                <a:solidFill>
                  <a:srgbClr val="869FB2"/>
                </a:solidFill>
                <a:uFill>
                  <a:noFill/>
                </a:uFill>
                <a:hlinkClick r:id="rId3">
                  <a:extLst>
                    <a:ext uri="{A12FA001-AC4F-418D-AE19-62706E023703}">
                      <ahyp:hlinkClr val="tx"/>
                    </a:ext>
                  </a:extLst>
                </a:hlinkClick>
              </a:rPr>
              <a:t>Flaticon’s extension</a:t>
            </a:r>
            <a:r>
              <a:rPr lang="en" sz="1100">
                <a:solidFill>
                  <a:srgbClr val="FFFFFF"/>
                </a:solidFill>
              </a:rPr>
              <a:t>, allowing you to customize and add even more icons.</a:t>
            </a:r>
            <a:br>
              <a:rPr lang="en" sz="1100">
                <a:solidFill>
                  <a:srgbClr val="435D74"/>
                </a:solidFill>
              </a:rPr>
            </a:br>
            <a:endParaRPr sz="1100">
              <a:solidFill>
                <a:srgbClr val="435D74"/>
              </a:solidFill>
            </a:endParaRPr>
          </a:p>
        </p:txBody>
      </p:sp>
      <p:sp>
        <p:nvSpPr>
          <p:cNvPr id="8824" name="Google Shape;8824;p77"/>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...and our sets of editable icons</a:t>
            </a:r>
            <a:endParaRPr/>
          </a:p>
        </p:txBody>
      </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28" name="Shape 8828"/>
        <p:cNvGrpSpPr/>
        <p:nvPr/>
      </p:nvGrpSpPr>
      <p:grpSpPr>
        <a:xfrm>
          <a:off x="0" y="0"/>
          <a:ext cx="0" cy="0"/>
          <a:chOff x="0" y="0"/>
          <a:chExt cx="0" cy="0"/>
        </a:xfrm>
      </p:grpSpPr>
      <p:grpSp>
        <p:nvGrpSpPr>
          <p:cNvPr id="8829" name="Google Shape;8829;p78"/>
          <p:cNvGrpSpPr/>
          <p:nvPr/>
        </p:nvGrpSpPr>
        <p:grpSpPr>
          <a:xfrm>
            <a:off x="1989449" y="4101269"/>
            <a:ext cx="374774" cy="346073"/>
            <a:chOff x="1989449" y="4282269"/>
            <a:chExt cx="374774" cy="346073"/>
          </a:xfrm>
        </p:grpSpPr>
        <p:sp>
          <p:nvSpPr>
            <p:cNvPr id="8830" name="Google Shape;8830;p78"/>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78"/>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78"/>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78"/>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78"/>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5" name="Google Shape;8835;p78"/>
          <p:cNvGrpSpPr/>
          <p:nvPr/>
        </p:nvGrpSpPr>
        <p:grpSpPr>
          <a:xfrm>
            <a:off x="2487439" y="4099740"/>
            <a:ext cx="198775" cy="348972"/>
            <a:chOff x="2487439" y="4280740"/>
            <a:chExt cx="198775" cy="348972"/>
          </a:xfrm>
        </p:grpSpPr>
        <p:sp>
          <p:nvSpPr>
            <p:cNvPr id="8836" name="Google Shape;8836;p78"/>
            <p:cNvSpPr/>
            <p:nvPr/>
          </p:nvSpPr>
          <p:spPr>
            <a:xfrm>
              <a:off x="2487439" y="4280740"/>
              <a:ext cx="198775" cy="348972"/>
            </a:xfrm>
            <a:custGeom>
              <a:rect b="b" l="l" r="r" t="t"/>
              <a:pathLst>
                <a:path extrusionOk="0" h="10955" w="624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78"/>
            <p:cNvSpPr/>
            <p:nvPr/>
          </p:nvSpPr>
          <p:spPr>
            <a:xfrm>
              <a:off x="2516267" y="4511784"/>
              <a:ext cx="139620" cy="95565"/>
            </a:xfrm>
            <a:custGeom>
              <a:rect b="b" l="l" r="r" t="t"/>
              <a:pathLst>
                <a:path extrusionOk="0" h="3000" w="4383">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78"/>
            <p:cNvSpPr/>
            <p:nvPr/>
          </p:nvSpPr>
          <p:spPr>
            <a:xfrm>
              <a:off x="2518911" y="4385065"/>
              <a:ext cx="134683" cy="105090"/>
            </a:xfrm>
            <a:custGeom>
              <a:rect b="b" l="l" r="r" t="t"/>
              <a:pathLst>
                <a:path extrusionOk="0" h="3299" w="4228">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78"/>
            <p:cNvSpPr/>
            <p:nvPr/>
          </p:nvSpPr>
          <p:spPr>
            <a:xfrm>
              <a:off x="2580742" y="4501113"/>
              <a:ext cx="11786" cy="13315"/>
            </a:xfrm>
            <a:custGeom>
              <a:rect b="b" l="l" r="r" t="t"/>
              <a:pathLst>
                <a:path extrusionOk="0" h="418" w="37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0" name="Google Shape;8840;p78"/>
          <p:cNvGrpSpPr/>
          <p:nvPr/>
        </p:nvGrpSpPr>
        <p:grpSpPr>
          <a:xfrm>
            <a:off x="2810958" y="4092923"/>
            <a:ext cx="353145" cy="361873"/>
            <a:chOff x="2810958" y="4273923"/>
            <a:chExt cx="353145" cy="361873"/>
          </a:xfrm>
        </p:grpSpPr>
        <p:sp>
          <p:nvSpPr>
            <p:cNvPr id="8841" name="Google Shape;8841;p78"/>
            <p:cNvSpPr/>
            <p:nvPr/>
          </p:nvSpPr>
          <p:spPr>
            <a:xfrm>
              <a:off x="2886837" y="4273923"/>
              <a:ext cx="53867" cy="169946"/>
            </a:xfrm>
            <a:custGeom>
              <a:rect b="b" l="l" r="r" t="t"/>
              <a:pathLst>
                <a:path extrusionOk="0" h="5335" w="1691">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78"/>
            <p:cNvSpPr/>
            <p:nvPr/>
          </p:nvSpPr>
          <p:spPr>
            <a:xfrm>
              <a:off x="2815131" y="4273923"/>
              <a:ext cx="57307" cy="279942"/>
            </a:xfrm>
            <a:custGeom>
              <a:rect b="b" l="l" r="r" t="t"/>
              <a:pathLst>
                <a:path extrusionOk="0" h="8788" w="1799">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78"/>
            <p:cNvSpPr/>
            <p:nvPr/>
          </p:nvSpPr>
          <p:spPr>
            <a:xfrm>
              <a:off x="2883396" y="4463173"/>
              <a:ext cx="60333" cy="90691"/>
            </a:xfrm>
            <a:custGeom>
              <a:rect b="b" l="l" r="r" t="t"/>
              <a:pathLst>
                <a:path extrusionOk="0" h="2847" w="1894">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78"/>
            <p:cNvSpPr/>
            <p:nvPr/>
          </p:nvSpPr>
          <p:spPr>
            <a:xfrm>
              <a:off x="2955835" y="4273923"/>
              <a:ext cx="202948" cy="281439"/>
            </a:xfrm>
            <a:custGeom>
              <a:rect b="b" l="l" r="r" t="t"/>
              <a:pathLst>
                <a:path extrusionOk="0" h="8835" w="6371">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78"/>
            <p:cNvSpPr/>
            <p:nvPr/>
          </p:nvSpPr>
          <p:spPr>
            <a:xfrm>
              <a:off x="3098067" y="4511720"/>
              <a:ext cx="29243" cy="10289"/>
            </a:xfrm>
            <a:custGeom>
              <a:rect b="b" l="l" r="r" t="t"/>
              <a:pathLst>
                <a:path extrusionOk="0" h="323" w="918">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78"/>
            <p:cNvSpPr/>
            <p:nvPr/>
          </p:nvSpPr>
          <p:spPr>
            <a:xfrm>
              <a:off x="3115906" y="4497704"/>
              <a:ext cx="10257" cy="10640"/>
            </a:xfrm>
            <a:custGeom>
              <a:rect b="b" l="l" r="r" t="t"/>
              <a:pathLst>
                <a:path extrusionOk="0" h="334" w="322">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78"/>
            <p:cNvSpPr/>
            <p:nvPr/>
          </p:nvSpPr>
          <p:spPr>
            <a:xfrm>
              <a:off x="2810958" y="4563676"/>
              <a:ext cx="353145" cy="72120"/>
            </a:xfrm>
            <a:custGeom>
              <a:rect b="b" l="l" r="r" t="t"/>
              <a:pathLst>
                <a:path extrusionOk="0" h="2264" w="11086">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8" name="Google Shape;8848;p78"/>
          <p:cNvGrpSpPr/>
          <p:nvPr/>
        </p:nvGrpSpPr>
        <p:grpSpPr>
          <a:xfrm>
            <a:off x="6275635" y="4101651"/>
            <a:ext cx="209383" cy="366778"/>
            <a:chOff x="6275635" y="4282651"/>
            <a:chExt cx="209383" cy="366778"/>
          </a:xfrm>
        </p:grpSpPr>
        <p:sp>
          <p:nvSpPr>
            <p:cNvPr id="8849" name="Google Shape;8849;p78"/>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78"/>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1" name="Google Shape;8851;p78"/>
          <p:cNvGrpSpPr/>
          <p:nvPr/>
        </p:nvGrpSpPr>
        <p:grpSpPr>
          <a:xfrm>
            <a:off x="6701186" y="4102033"/>
            <a:ext cx="280292" cy="366396"/>
            <a:chOff x="6701186" y="4283033"/>
            <a:chExt cx="280292" cy="366396"/>
          </a:xfrm>
        </p:grpSpPr>
        <p:sp>
          <p:nvSpPr>
            <p:cNvPr id="8852" name="Google Shape;8852;p78"/>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78"/>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4" name="Google Shape;8854;p78"/>
          <p:cNvGrpSpPr/>
          <p:nvPr/>
        </p:nvGrpSpPr>
        <p:grpSpPr>
          <a:xfrm>
            <a:off x="2609571" y="3643958"/>
            <a:ext cx="373627" cy="347347"/>
            <a:chOff x="2609571" y="3824958"/>
            <a:chExt cx="373627" cy="347347"/>
          </a:xfrm>
        </p:grpSpPr>
        <p:sp>
          <p:nvSpPr>
            <p:cNvPr id="8855" name="Google Shape;8855;p78"/>
            <p:cNvSpPr/>
            <p:nvPr/>
          </p:nvSpPr>
          <p:spPr>
            <a:xfrm>
              <a:off x="2609571" y="3824958"/>
              <a:ext cx="373627" cy="347347"/>
            </a:xfrm>
            <a:custGeom>
              <a:rect b="b" l="l" r="r" t="t"/>
              <a:pathLst>
                <a:path extrusionOk="0" h="10904" w="11729">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78"/>
            <p:cNvSpPr/>
            <p:nvPr/>
          </p:nvSpPr>
          <p:spPr>
            <a:xfrm>
              <a:off x="2735494" y="3933329"/>
              <a:ext cx="72088" cy="72088"/>
            </a:xfrm>
            <a:custGeom>
              <a:rect b="b" l="l" r="r" t="t"/>
              <a:pathLst>
                <a:path extrusionOk="0" h="2263" w="2263">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57" name="Google Shape;8857;p78"/>
          <p:cNvSpPr/>
          <p:nvPr/>
        </p:nvSpPr>
        <p:spPr>
          <a:xfrm>
            <a:off x="1288576" y="3641410"/>
            <a:ext cx="363370" cy="351456"/>
          </a:xfrm>
          <a:custGeom>
            <a:rect b="b" l="l" r="r" t="t"/>
            <a:pathLst>
              <a:path extrusionOk="0" h="11033" w="11407">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58" name="Google Shape;8858;p78"/>
          <p:cNvGrpSpPr/>
          <p:nvPr/>
        </p:nvGrpSpPr>
        <p:grpSpPr>
          <a:xfrm>
            <a:off x="916127" y="3626056"/>
            <a:ext cx="221902" cy="380795"/>
            <a:chOff x="916127" y="3807056"/>
            <a:chExt cx="221902" cy="380795"/>
          </a:xfrm>
        </p:grpSpPr>
        <p:sp>
          <p:nvSpPr>
            <p:cNvPr id="8859" name="Google Shape;8859;p78"/>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78"/>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78"/>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78"/>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63" name="Google Shape;8863;p78"/>
          <p:cNvSpPr/>
          <p:nvPr/>
        </p:nvSpPr>
        <p:spPr>
          <a:xfrm>
            <a:off x="3136771" y="3642174"/>
            <a:ext cx="224928" cy="349131"/>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78"/>
          <p:cNvSpPr/>
          <p:nvPr/>
        </p:nvSpPr>
        <p:spPr>
          <a:xfrm>
            <a:off x="2179465" y="3670048"/>
            <a:ext cx="362255" cy="292811"/>
          </a:xfrm>
          <a:custGeom>
            <a:rect b="b" l="l" r="r" t="t"/>
            <a:pathLst>
              <a:path extrusionOk="0" h="9192" w="11372">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65" name="Google Shape;8865;p78"/>
          <p:cNvGrpSpPr/>
          <p:nvPr/>
        </p:nvGrpSpPr>
        <p:grpSpPr>
          <a:xfrm>
            <a:off x="3513010" y="3635134"/>
            <a:ext cx="362223" cy="361108"/>
            <a:chOff x="3513010" y="3816134"/>
            <a:chExt cx="362223" cy="361108"/>
          </a:xfrm>
        </p:grpSpPr>
        <p:sp>
          <p:nvSpPr>
            <p:cNvPr id="8866" name="Google Shape;8866;p78"/>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78"/>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78"/>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78"/>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0" name="Google Shape;8870;p78"/>
          <p:cNvGrpSpPr/>
          <p:nvPr/>
        </p:nvGrpSpPr>
        <p:grpSpPr>
          <a:xfrm>
            <a:off x="3950316" y="3639307"/>
            <a:ext cx="369805" cy="353782"/>
            <a:chOff x="3950316" y="3820307"/>
            <a:chExt cx="369805" cy="353782"/>
          </a:xfrm>
        </p:grpSpPr>
        <p:sp>
          <p:nvSpPr>
            <p:cNvPr id="8871" name="Google Shape;8871;p78"/>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78"/>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78"/>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78"/>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5" name="Google Shape;8875;p78"/>
          <p:cNvGrpSpPr/>
          <p:nvPr/>
        </p:nvGrpSpPr>
        <p:grpSpPr>
          <a:xfrm>
            <a:off x="1761909" y="3630961"/>
            <a:ext cx="307974" cy="371716"/>
            <a:chOff x="1761909" y="3811961"/>
            <a:chExt cx="307974" cy="371716"/>
          </a:xfrm>
        </p:grpSpPr>
        <p:sp>
          <p:nvSpPr>
            <p:cNvPr id="8876" name="Google Shape;8876;p78"/>
            <p:cNvSpPr/>
            <p:nvPr/>
          </p:nvSpPr>
          <p:spPr>
            <a:xfrm>
              <a:off x="1761909" y="3811961"/>
              <a:ext cx="307974" cy="371716"/>
            </a:xfrm>
            <a:custGeom>
              <a:rect b="b" l="l" r="r" t="t"/>
              <a:pathLst>
                <a:path extrusionOk="0" h="11669" w="9668">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78"/>
            <p:cNvSpPr/>
            <p:nvPr/>
          </p:nvSpPr>
          <p:spPr>
            <a:xfrm>
              <a:off x="1921566" y="3855953"/>
              <a:ext cx="105854" cy="271213"/>
            </a:xfrm>
            <a:custGeom>
              <a:rect b="b" l="l" r="r" t="t"/>
              <a:pathLst>
                <a:path extrusionOk="0" h="8514" w="3323">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78"/>
            <p:cNvSpPr/>
            <p:nvPr/>
          </p:nvSpPr>
          <p:spPr>
            <a:xfrm>
              <a:off x="1803990" y="3855953"/>
              <a:ext cx="106619" cy="165773"/>
            </a:xfrm>
            <a:custGeom>
              <a:rect b="b" l="l" r="r" t="t"/>
              <a:pathLst>
                <a:path extrusionOk="0" h="5204" w="3347">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78"/>
            <p:cNvSpPr/>
            <p:nvPr/>
          </p:nvSpPr>
          <p:spPr>
            <a:xfrm>
              <a:off x="1824472" y="3932565"/>
              <a:ext cx="63360" cy="11436"/>
            </a:xfrm>
            <a:custGeom>
              <a:rect b="b" l="l" r="r" t="t"/>
              <a:pathLst>
                <a:path extrusionOk="0" h="359" w="1989">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78"/>
            <p:cNvSpPr/>
            <p:nvPr/>
          </p:nvSpPr>
          <p:spPr>
            <a:xfrm>
              <a:off x="1824472" y="3907941"/>
              <a:ext cx="63360" cy="11404"/>
            </a:xfrm>
            <a:custGeom>
              <a:rect b="b" l="l" r="r" t="t"/>
              <a:pathLst>
                <a:path extrusionOk="0" h="358" w="1989">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78"/>
            <p:cNvSpPr/>
            <p:nvPr/>
          </p:nvSpPr>
          <p:spPr>
            <a:xfrm>
              <a:off x="1824472" y="3882903"/>
              <a:ext cx="63360" cy="11404"/>
            </a:xfrm>
            <a:custGeom>
              <a:rect b="b" l="l" r="r" t="t"/>
              <a:pathLst>
                <a:path extrusionOk="0" h="358" w="1989">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78"/>
            <p:cNvSpPr/>
            <p:nvPr/>
          </p:nvSpPr>
          <p:spPr>
            <a:xfrm>
              <a:off x="1824472" y="3957603"/>
              <a:ext cx="63360" cy="11786"/>
            </a:xfrm>
            <a:custGeom>
              <a:rect b="b" l="l" r="r" t="t"/>
              <a:pathLst>
                <a:path extrusionOk="0" h="370" w="1989">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78"/>
            <p:cNvSpPr/>
            <p:nvPr/>
          </p:nvSpPr>
          <p:spPr>
            <a:xfrm>
              <a:off x="1824472" y="3983023"/>
              <a:ext cx="63360" cy="11404"/>
            </a:xfrm>
            <a:custGeom>
              <a:rect b="b" l="l" r="r" t="t"/>
              <a:pathLst>
                <a:path extrusionOk="0" h="358" w="1989">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78"/>
            <p:cNvSpPr/>
            <p:nvPr/>
          </p:nvSpPr>
          <p:spPr>
            <a:xfrm>
              <a:off x="1852919" y="4057372"/>
              <a:ext cx="32269" cy="32269"/>
            </a:xfrm>
            <a:custGeom>
              <a:rect b="b" l="l" r="r" t="t"/>
              <a:pathLst>
                <a:path extrusionOk="0" h="1013" w="1013">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78"/>
            <p:cNvSpPr/>
            <p:nvPr/>
          </p:nvSpPr>
          <p:spPr>
            <a:xfrm>
              <a:off x="1803607" y="4031188"/>
              <a:ext cx="34563" cy="88398"/>
            </a:xfrm>
            <a:custGeom>
              <a:rect b="b" l="l" r="r" t="t"/>
              <a:pathLst>
                <a:path extrusionOk="0" h="2775" w="1085">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6" name="Google Shape;8886;p78"/>
          <p:cNvGrpSpPr/>
          <p:nvPr/>
        </p:nvGrpSpPr>
        <p:grpSpPr>
          <a:xfrm>
            <a:off x="5373342" y="3627935"/>
            <a:ext cx="231395" cy="353145"/>
            <a:chOff x="5373342" y="3808935"/>
            <a:chExt cx="231395" cy="353145"/>
          </a:xfrm>
        </p:grpSpPr>
        <p:sp>
          <p:nvSpPr>
            <p:cNvPr id="8887" name="Google Shape;8887;p78"/>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78"/>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78"/>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78"/>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78"/>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78"/>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78"/>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78"/>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78"/>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96" name="Google Shape;8896;p78"/>
          <p:cNvSpPr/>
          <p:nvPr/>
        </p:nvSpPr>
        <p:spPr>
          <a:xfrm>
            <a:off x="6738361" y="3628700"/>
            <a:ext cx="205210" cy="353399"/>
          </a:xfrm>
          <a:custGeom>
            <a:rect b="b" l="l" r="r" t="t"/>
            <a:pathLst>
              <a:path extrusionOk="0" h="11094" w="6442">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97" name="Google Shape;8897;p78"/>
          <p:cNvGrpSpPr/>
          <p:nvPr/>
        </p:nvGrpSpPr>
        <p:grpSpPr>
          <a:xfrm>
            <a:off x="5833775" y="3628445"/>
            <a:ext cx="235185" cy="352253"/>
            <a:chOff x="5833775" y="3809445"/>
            <a:chExt cx="235185" cy="352253"/>
          </a:xfrm>
        </p:grpSpPr>
        <p:sp>
          <p:nvSpPr>
            <p:cNvPr id="8898" name="Google Shape;8898;p78"/>
            <p:cNvSpPr/>
            <p:nvPr/>
          </p:nvSpPr>
          <p:spPr>
            <a:xfrm>
              <a:off x="5859195" y="3855953"/>
              <a:ext cx="168417" cy="206866"/>
            </a:xfrm>
            <a:custGeom>
              <a:rect b="b" l="l" r="r" t="t"/>
              <a:pathLst>
                <a:path extrusionOk="0" h="6494" w="5287">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78"/>
            <p:cNvSpPr/>
            <p:nvPr/>
          </p:nvSpPr>
          <p:spPr>
            <a:xfrm>
              <a:off x="5833775" y="4034946"/>
              <a:ext cx="128981" cy="126751"/>
            </a:xfrm>
            <a:custGeom>
              <a:rect b="b" l="l" r="r" t="t"/>
              <a:pathLst>
                <a:path extrusionOk="0" h="3979" w="4049">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78"/>
            <p:cNvSpPr/>
            <p:nvPr/>
          </p:nvSpPr>
          <p:spPr>
            <a:xfrm>
              <a:off x="5836068" y="3809445"/>
              <a:ext cx="232892" cy="278285"/>
            </a:xfrm>
            <a:custGeom>
              <a:rect b="b" l="l" r="r" t="t"/>
              <a:pathLst>
                <a:path extrusionOk="0" h="8736" w="7311">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1" name="Google Shape;8901;p78"/>
          <p:cNvGrpSpPr/>
          <p:nvPr/>
        </p:nvGrpSpPr>
        <p:grpSpPr>
          <a:xfrm>
            <a:off x="4942472" y="3628318"/>
            <a:ext cx="238976" cy="352762"/>
            <a:chOff x="4942472" y="3809318"/>
            <a:chExt cx="238976" cy="352762"/>
          </a:xfrm>
        </p:grpSpPr>
        <p:sp>
          <p:nvSpPr>
            <p:cNvPr id="8902" name="Google Shape;8902;p78"/>
            <p:cNvSpPr/>
            <p:nvPr/>
          </p:nvSpPr>
          <p:spPr>
            <a:xfrm>
              <a:off x="4975473" y="3837159"/>
              <a:ext cx="77790" cy="77790"/>
            </a:xfrm>
            <a:custGeom>
              <a:rect b="b" l="l" r="r" t="t"/>
              <a:pathLst>
                <a:path extrusionOk="0" h="2442" w="2442">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78"/>
            <p:cNvSpPr/>
            <p:nvPr/>
          </p:nvSpPr>
          <p:spPr>
            <a:xfrm>
              <a:off x="5056640" y="3837000"/>
              <a:ext cx="90691" cy="77949"/>
            </a:xfrm>
            <a:custGeom>
              <a:rect b="b" l="l" r="r" t="t"/>
              <a:pathLst>
                <a:path extrusionOk="0" h="2447" w="2847">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78"/>
            <p:cNvSpPr/>
            <p:nvPr/>
          </p:nvSpPr>
          <p:spPr>
            <a:xfrm>
              <a:off x="4962572" y="3943969"/>
              <a:ext cx="90691" cy="77662"/>
            </a:xfrm>
            <a:custGeom>
              <a:rect b="b" l="l" r="r" t="t"/>
              <a:pathLst>
                <a:path extrusionOk="0" h="2438" w="2847">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78"/>
            <p:cNvSpPr/>
            <p:nvPr/>
          </p:nvSpPr>
          <p:spPr>
            <a:xfrm>
              <a:off x="5056640" y="3943969"/>
              <a:ext cx="90691" cy="77949"/>
            </a:xfrm>
            <a:custGeom>
              <a:rect b="b" l="l" r="r" t="t"/>
              <a:pathLst>
                <a:path extrusionOk="0" h="2447" w="2847">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78"/>
            <p:cNvSpPr/>
            <p:nvPr/>
          </p:nvSpPr>
          <p:spPr>
            <a:xfrm>
              <a:off x="4975473" y="4050492"/>
              <a:ext cx="77790" cy="78300"/>
            </a:xfrm>
            <a:custGeom>
              <a:rect b="b" l="l" r="r" t="t"/>
              <a:pathLst>
                <a:path extrusionOk="0" h="2458" w="2442">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78"/>
            <p:cNvSpPr/>
            <p:nvPr/>
          </p:nvSpPr>
          <p:spPr>
            <a:xfrm>
              <a:off x="5056640" y="4051288"/>
              <a:ext cx="90691" cy="77949"/>
            </a:xfrm>
            <a:custGeom>
              <a:rect b="b" l="l" r="r" t="t"/>
              <a:pathLst>
                <a:path extrusionOk="0" h="2447" w="2847">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78"/>
            <p:cNvSpPr/>
            <p:nvPr/>
          </p:nvSpPr>
          <p:spPr>
            <a:xfrm>
              <a:off x="4942472" y="3809318"/>
              <a:ext cx="238976" cy="352762"/>
            </a:xfrm>
            <a:custGeom>
              <a:rect b="b" l="l" r="r" t="t"/>
              <a:pathLst>
                <a:path extrusionOk="0" h="11074" w="7502">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9" name="Google Shape;8909;p78"/>
          <p:cNvGrpSpPr/>
          <p:nvPr/>
        </p:nvGrpSpPr>
        <p:grpSpPr>
          <a:xfrm>
            <a:off x="6266525" y="3626788"/>
            <a:ext cx="260223" cy="353527"/>
            <a:chOff x="6266525" y="3807788"/>
            <a:chExt cx="260223" cy="353527"/>
          </a:xfrm>
        </p:grpSpPr>
        <p:sp>
          <p:nvSpPr>
            <p:cNvPr id="8910" name="Google Shape;8910;p78"/>
            <p:cNvSpPr/>
            <p:nvPr/>
          </p:nvSpPr>
          <p:spPr>
            <a:xfrm>
              <a:off x="6266525" y="3807788"/>
              <a:ext cx="260223" cy="353527"/>
            </a:xfrm>
            <a:custGeom>
              <a:rect b="b" l="l" r="r" t="t"/>
              <a:pathLst>
                <a:path extrusionOk="0" h="11098" w="8169">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78"/>
            <p:cNvSpPr/>
            <p:nvPr/>
          </p:nvSpPr>
          <p:spPr>
            <a:xfrm>
              <a:off x="6370085" y="4004652"/>
              <a:ext cx="13284" cy="13284"/>
            </a:xfrm>
            <a:custGeom>
              <a:rect b="b" l="l" r="r" t="t"/>
              <a:pathLst>
                <a:path extrusionOk="0" h="417" w="417">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78"/>
            <p:cNvSpPr/>
            <p:nvPr/>
          </p:nvSpPr>
          <p:spPr>
            <a:xfrm>
              <a:off x="6423156" y="4017904"/>
              <a:ext cx="13315" cy="13315"/>
            </a:xfrm>
            <a:custGeom>
              <a:rect b="b" l="l" r="r" t="t"/>
              <a:pathLst>
                <a:path extrusionOk="0" h="418" w="418">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78"/>
            <p:cNvSpPr/>
            <p:nvPr/>
          </p:nvSpPr>
          <p:spPr>
            <a:xfrm>
              <a:off x="6364766" y="4050906"/>
              <a:ext cx="13315" cy="13315"/>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14" name="Google Shape;8914;p78"/>
          <p:cNvSpPr/>
          <p:nvPr/>
        </p:nvSpPr>
        <p:spPr>
          <a:xfrm>
            <a:off x="7972870" y="3627967"/>
            <a:ext cx="348749" cy="353877"/>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15" name="Google Shape;8915;p78"/>
          <p:cNvGrpSpPr/>
          <p:nvPr/>
        </p:nvGrpSpPr>
        <p:grpSpPr>
          <a:xfrm>
            <a:off x="7184363" y="3628604"/>
            <a:ext cx="202184" cy="352762"/>
            <a:chOff x="7184363" y="3809604"/>
            <a:chExt cx="202184" cy="352762"/>
          </a:xfrm>
        </p:grpSpPr>
        <p:sp>
          <p:nvSpPr>
            <p:cNvPr id="8916" name="Google Shape;8916;p78"/>
            <p:cNvSpPr/>
            <p:nvPr/>
          </p:nvSpPr>
          <p:spPr>
            <a:xfrm>
              <a:off x="7273111" y="3823716"/>
              <a:ext cx="23541" cy="23573"/>
            </a:xfrm>
            <a:custGeom>
              <a:rect b="b" l="l" r="r" t="t"/>
              <a:pathLst>
                <a:path extrusionOk="0" h="740" w="739">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78"/>
            <p:cNvSpPr/>
            <p:nvPr/>
          </p:nvSpPr>
          <p:spPr>
            <a:xfrm>
              <a:off x="7184363" y="3809604"/>
              <a:ext cx="202184" cy="352762"/>
            </a:xfrm>
            <a:custGeom>
              <a:rect b="b" l="l" r="r" t="t"/>
              <a:pathLst>
                <a:path extrusionOk="0" h="11074" w="6347">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8" name="Google Shape;8918;p78"/>
          <p:cNvGrpSpPr/>
          <p:nvPr/>
        </p:nvGrpSpPr>
        <p:grpSpPr>
          <a:xfrm>
            <a:off x="7571624" y="3627935"/>
            <a:ext cx="292047" cy="352762"/>
            <a:chOff x="7571624" y="3808935"/>
            <a:chExt cx="292047" cy="352762"/>
          </a:xfrm>
        </p:grpSpPr>
        <p:sp>
          <p:nvSpPr>
            <p:cNvPr id="8919" name="Google Shape;8919;p78"/>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78"/>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78"/>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78"/>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78"/>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78"/>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5" name="Google Shape;8925;p78"/>
          <p:cNvGrpSpPr/>
          <p:nvPr/>
        </p:nvGrpSpPr>
        <p:grpSpPr>
          <a:xfrm>
            <a:off x="2174559" y="3175116"/>
            <a:ext cx="364135" cy="359930"/>
            <a:chOff x="2174559" y="3356116"/>
            <a:chExt cx="364135" cy="359930"/>
          </a:xfrm>
        </p:grpSpPr>
        <p:sp>
          <p:nvSpPr>
            <p:cNvPr id="8926" name="Google Shape;8926;p78"/>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78"/>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8" name="Google Shape;8928;p78"/>
          <p:cNvGrpSpPr/>
          <p:nvPr/>
        </p:nvGrpSpPr>
        <p:grpSpPr>
          <a:xfrm>
            <a:off x="1731934" y="3174639"/>
            <a:ext cx="368371" cy="361554"/>
            <a:chOff x="1731934" y="3355639"/>
            <a:chExt cx="368371" cy="361554"/>
          </a:xfrm>
        </p:grpSpPr>
        <p:sp>
          <p:nvSpPr>
            <p:cNvPr id="8929" name="Google Shape;8929;p78"/>
            <p:cNvSpPr/>
            <p:nvPr/>
          </p:nvSpPr>
          <p:spPr>
            <a:xfrm>
              <a:off x="1812336" y="3533963"/>
              <a:ext cx="41762" cy="41762"/>
            </a:xfrm>
            <a:custGeom>
              <a:rect b="b" l="l" r="r" t="t"/>
              <a:pathLst>
                <a:path extrusionOk="0" h="1311" w="1311">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78"/>
            <p:cNvSpPr/>
            <p:nvPr/>
          </p:nvSpPr>
          <p:spPr>
            <a:xfrm>
              <a:off x="1731934" y="3355639"/>
              <a:ext cx="368371" cy="361554"/>
            </a:xfrm>
            <a:custGeom>
              <a:rect b="b" l="l" r="r" t="t"/>
              <a:pathLst>
                <a:path extrusionOk="0" h="11350" w="11564">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1" name="Google Shape;8931;p78"/>
          <p:cNvGrpSpPr/>
          <p:nvPr/>
        </p:nvGrpSpPr>
        <p:grpSpPr>
          <a:xfrm>
            <a:off x="3990517" y="3173173"/>
            <a:ext cx="279559" cy="363402"/>
            <a:chOff x="3990517" y="3354173"/>
            <a:chExt cx="279559" cy="363402"/>
          </a:xfrm>
        </p:grpSpPr>
        <p:sp>
          <p:nvSpPr>
            <p:cNvPr id="8932" name="Google Shape;8932;p78"/>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78"/>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78"/>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5" name="Google Shape;8935;p78"/>
          <p:cNvGrpSpPr/>
          <p:nvPr/>
        </p:nvGrpSpPr>
        <p:grpSpPr>
          <a:xfrm>
            <a:off x="3497847" y="3236374"/>
            <a:ext cx="379680" cy="237606"/>
            <a:chOff x="3497847" y="3417374"/>
            <a:chExt cx="379680" cy="237606"/>
          </a:xfrm>
        </p:grpSpPr>
        <p:sp>
          <p:nvSpPr>
            <p:cNvPr id="8936" name="Google Shape;8936;p78"/>
            <p:cNvSpPr/>
            <p:nvPr/>
          </p:nvSpPr>
          <p:spPr>
            <a:xfrm>
              <a:off x="3557767" y="3444833"/>
              <a:ext cx="113818" cy="113818"/>
            </a:xfrm>
            <a:custGeom>
              <a:rect b="b" l="l" r="r" t="t"/>
              <a:pathLst>
                <a:path extrusionOk="0" h="3573" w="3573">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78"/>
            <p:cNvSpPr/>
            <p:nvPr/>
          </p:nvSpPr>
          <p:spPr>
            <a:xfrm>
              <a:off x="3706434" y="3518418"/>
              <a:ext cx="62595" cy="62595"/>
            </a:xfrm>
            <a:custGeom>
              <a:rect b="b" l="l" r="r" t="t"/>
              <a:pathLst>
                <a:path extrusionOk="0" h="1965" w="1965">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78"/>
            <p:cNvSpPr/>
            <p:nvPr/>
          </p:nvSpPr>
          <p:spPr>
            <a:xfrm>
              <a:off x="3780019" y="3518418"/>
              <a:ext cx="62595" cy="62595"/>
            </a:xfrm>
            <a:custGeom>
              <a:rect b="b" l="l" r="r" t="t"/>
              <a:pathLst>
                <a:path extrusionOk="0" h="1965" w="1965">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78"/>
            <p:cNvSpPr/>
            <p:nvPr/>
          </p:nvSpPr>
          <p:spPr>
            <a:xfrm>
              <a:off x="3497847" y="3417374"/>
              <a:ext cx="379680" cy="237606"/>
            </a:xfrm>
            <a:custGeom>
              <a:rect b="b" l="l" r="r" t="t"/>
              <a:pathLst>
                <a:path extrusionOk="0" h="7459" w="11919">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0" name="Google Shape;8940;p78"/>
          <p:cNvGrpSpPr/>
          <p:nvPr/>
        </p:nvGrpSpPr>
        <p:grpSpPr>
          <a:xfrm>
            <a:off x="2612597" y="3186075"/>
            <a:ext cx="376271" cy="337982"/>
            <a:chOff x="2612597" y="3367075"/>
            <a:chExt cx="376271" cy="337982"/>
          </a:xfrm>
        </p:grpSpPr>
        <p:sp>
          <p:nvSpPr>
            <p:cNvPr id="8941" name="Google Shape;8941;p78"/>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78"/>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3" name="Google Shape;8943;p78"/>
          <p:cNvGrpSpPr/>
          <p:nvPr/>
        </p:nvGrpSpPr>
        <p:grpSpPr>
          <a:xfrm>
            <a:off x="3071914" y="3183431"/>
            <a:ext cx="343652" cy="342505"/>
            <a:chOff x="3071914" y="3364431"/>
            <a:chExt cx="343652" cy="342505"/>
          </a:xfrm>
        </p:grpSpPr>
        <p:sp>
          <p:nvSpPr>
            <p:cNvPr id="8944" name="Google Shape;8944;p78"/>
            <p:cNvSpPr/>
            <p:nvPr/>
          </p:nvSpPr>
          <p:spPr>
            <a:xfrm>
              <a:off x="3157636" y="3408390"/>
              <a:ext cx="12519" cy="11054"/>
            </a:xfrm>
            <a:custGeom>
              <a:rect b="b" l="l" r="r" t="t"/>
              <a:pathLst>
                <a:path extrusionOk="0" h="347" w="393">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78"/>
            <p:cNvSpPr/>
            <p:nvPr/>
          </p:nvSpPr>
          <p:spPr>
            <a:xfrm>
              <a:off x="3072679" y="3696678"/>
              <a:ext cx="11404" cy="10257"/>
            </a:xfrm>
            <a:custGeom>
              <a:rect b="b" l="l" r="r" t="t"/>
              <a:pathLst>
                <a:path extrusionOk="0" h="322" w="358">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78"/>
            <p:cNvSpPr/>
            <p:nvPr/>
          </p:nvSpPr>
          <p:spPr>
            <a:xfrm>
              <a:off x="3231571" y="3530937"/>
              <a:ext cx="11404" cy="10640"/>
            </a:xfrm>
            <a:custGeom>
              <a:rect b="b" l="l" r="r" t="t"/>
              <a:pathLst>
                <a:path extrusionOk="0" h="334" w="358">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78"/>
            <p:cNvSpPr/>
            <p:nvPr/>
          </p:nvSpPr>
          <p:spPr>
            <a:xfrm>
              <a:off x="3317293" y="3653005"/>
              <a:ext cx="12933" cy="10703"/>
            </a:xfrm>
            <a:custGeom>
              <a:rect b="b" l="l" r="r" t="t"/>
              <a:pathLst>
                <a:path extrusionOk="0" h="336" w="406">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78"/>
            <p:cNvSpPr/>
            <p:nvPr/>
          </p:nvSpPr>
          <p:spPr>
            <a:xfrm>
              <a:off x="3071914" y="3364431"/>
              <a:ext cx="343652" cy="342505"/>
            </a:xfrm>
            <a:custGeom>
              <a:rect b="b" l="l" r="r" t="t"/>
              <a:pathLst>
                <a:path extrusionOk="0" h="10752" w="10788">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9" name="Google Shape;8949;p78"/>
          <p:cNvGrpSpPr/>
          <p:nvPr/>
        </p:nvGrpSpPr>
        <p:grpSpPr>
          <a:xfrm>
            <a:off x="897141" y="3178875"/>
            <a:ext cx="257962" cy="352762"/>
            <a:chOff x="897141" y="3359875"/>
            <a:chExt cx="257962" cy="352762"/>
          </a:xfrm>
        </p:grpSpPr>
        <p:sp>
          <p:nvSpPr>
            <p:cNvPr id="8950" name="Google Shape;8950;p78"/>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78"/>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78"/>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78"/>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78"/>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78"/>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78"/>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78"/>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8" name="Google Shape;8958;p78"/>
          <p:cNvGrpSpPr/>
          <p:nvPr/>
        </p:nvGrpSpPr>
        <p:grpSpPr>
          <a:xfrm>
            <a:off x="1333682" y="3163330"/>
            <a:ext cx="271213" cy="383088"/>
            <a:chOff x="1333682" y="3344330"/>
            <a:chExt cx="271213" cy="383088"/>
          </a:xfrm>
        </p:grpSpPr>
        <p:sp>
          <p:nvSpPr>
            <p:cNvPr id="8959" name="Google Shape;8959;p78"/>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78"/>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78"/>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78"/>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78"/>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78"/>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78"/>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78"/>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78"/>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78"/>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78"/>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0" name="Google Shape;8970;p78"/>
          <p:cNvGrpSpPr/>
          <p:nvPr/>
        </p:nvGrpSpPr>
        <p:grpSpPr>
          <a:xfrm>
            <a:off x="6664394" y="3165974"/>
            <a:ext cx="353113" cy="351998"/>
            <a:chOff x="6664394" y="3346974"/>
            <a:chExt cx="353113" cy="351998"/>
          </a:xfrm>
        </p:grpSpPr>
        <p:sp>
          <p:nvSpPr>
            <p:cNvPr id="8971" name="Google Shape;8971;p78"/>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78"/>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78"/>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78"/>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78"/>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6" name="Google Shape;8976;p78"/>
          <p:cNvGrpSpPr/>
          <p:nvPr/>
        </p:nvGrpSpPr>
        <p:grpSpPr>
          <a:xfrm>
            <a:off x="849741" y="1778307"/>
            <a:ext cx="399398" cy="375443"/>
            <a:chOff x="849741" y="1959307"/>
            <a:chExt cx="399398" cy="375443"/>
          </a:xfrm>
        </p:grpSpPr>
        <p:sp>
          <p:nvSpPr>
            <p:cNvPr id="8977" name="Google Shape;8977;p78"/>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78"/>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9" name="Google Shape;8979;p78"/>
          <p:cNvGrpSpPr/>
          <p:nvPr/>
        </p:nvGrpSpPr>
        <p:grpSpPr>
          <a:xfrm>
            <a:off x="1284212" y="1782766"/>
            <a:ext cx="379489" cy="366046"/>
            <a:chOff x="1284212" y="1963766"/>
            <a:chExt cx="379489" cy="366046"/>
          </a:xfrm>
        </p:grpSpPr>
        <p:sp>
          <p:nvSpPr>
            <p:cNvPr id="8980" name="Google Shape;8980;p78"/>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78"/>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2" name="Google Shape;8982;p78"/>
          <p:cNvGrpSpPr/>
          <p:nvPr/>
        </p:nvGrpSpPr>
        <p:grpSpPr>
          <a:xfrm>
            <a:off x="3037766" y="1788564"/>
            <a:ext cx="370219" cy="354928"/>
            <a:chOff x="3037766" y="1969564"/>
            <a:chExt cx="370219" cy="354928"/>
          </a:xfrm>
        </p:grpSpPr>
        <p:sp>
          <p:nvSpPr>
            <p:cNvPr id="8983" name="Google Shape;8983;p78"/>
            <p:cNvSpPr/>
            <p:nvPr/>
          </p:nvSpPr>
          <p:spPr>
            <a:xfrm>
              <a:off x="3037766" y="1969564"/>
              <a:ext cx="370219" cy="354928"/>
            </a:xfrm>
            <a:custGeom>
              <a:rect b="b" l="l" r="r" t="t"/>
              <a:pathLst>
                <a:path extrusionOk="0" h="11142" w="11622">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78"/>
            <p:cNvSpPr/>
            <p:nvPr/>
          </p:nvSpPr>
          <p:spPr>
            <a:xfrm>
              <a:off x="3081757" y="2197136"/>
              <a:ext cx="11436" cy="10448"/>
            </a:xfrm>
            <a:custGeom>
              <a:rect b="b" l="l" r="r" t="t"/>
              <a:pathLst>
                <a:path extrusionOk="0" h="328" w="359">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78"/>
            <p:cNvSpPr/>
            <p:nvPr/>
          </p:nvSpPr>
          <p:spPr>
            <a:xfrm>
              <a:off x="3081375" y="2168689"/>
              <a:ext cx="11436" cy="10448"/>
            </a:xfrm>
            <a:custGeom>
              <a:rect b="b" l="l" r="r" t="t"/>
              <a:pathLst>
                <a:path extrusionOk="0" h="328" w="359">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78"/>
            <p:cNvSpPr/>
            <p:nvPr/>
          </p:nvSpPr>
          <p:spPr>
            <a:xfrm>
              <a:off x="3298340" y="2210770"/>
              <a:ext cx="11404" cy="10480"/>
            </a:xfrm>
            <a:custGeom>
              <a:rect b="b" l="l" r="r" t="t"/>
              <a:pathLst>
                <a:path extrusionOk="0" h="329" w="358">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7" name="Google Shape;8987;p78"/>
          <p:cNvGrpSpPr/>
          <p:nvPr/>
        </p:nvGrpSpPr>
        <p:grpSpPr>
          <a:xfrm>
            <a:off x="3982553" y="1790730"/>
            <a:ext cx="304566" cy="350501"/>
            <a:chOff x="3982553" y="1971730"/>
            <a:chExt cx="304566" cy="350501"/>
          </a:xfrm>
        </p:grpSpPr>
        <p:sp>
          <p:nvSpPr>
            <p:cNvPr id="8988" name="Google Shape;8988;p78"/>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78"/>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0" name="Google Shape;8990;p78"/>
          <p:cNvGrpSpPr/>
          <p:nvPr/>
        </p:nvGrpSpPr>
        <p:grpSpPr>
          <a:xfrm>
            <a:off x="2567841" y="1813124"/>
            <a:ext cx="399812" cy="306477"/>
            <a:chOff x="2567841" y="1994124"/>
            <a:chExt cx="399812" cy="306477"/>
          </a:xfrm>
        </p:grpSpPr>
        <p:sp>
          <p:nvSpPr>
            <p:cNvPr id="8991" name="Google Shape;8991;p78"/>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78"/>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78"/>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4" name="Google Shape;8994;p78"/>
          <p:cNvGrpSpPr/>
          <p:nvPr/>
        </p:nvGrpSpPr>
        <p:grpSpPr>
          <a:xfrm>
            <a:off x="2212084" y="1779358"/>
            <a:ext cx="324698" cy="372863"/>
            <a:chOff x="2212084" y="1960358"/>
            <a:chExt cx="324698" cy="372863"/>
          </a:xfrm>
        </p:grpSpPr>
        <p:sp>
          <p:nvSpPr>
            <p:cNvPr id="8995" name="Google Shape;8995;p78"/>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78"/>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78"/>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8" name="Google Shape;8998;p78"/>
          <p:cNvGrpSpPr/>
          <p:nvPr/>
        </p:nvGrpSpPr>
        <p:grpSpPr>
          <a:xfrm>
            <a:off x="1805901" y="1779358"/>
            <a:ext cx="284847" cy="373627"/>
            <a:chOff x="1805901" y="1960358"/>
            <a:chExt cx="284847" cy="373627"/>
          </a:xfrm>
        </p:grpSpPr>
        <p:sp>
          <p:nvSpPr>
            <p:cNvPr id="8999" name="Google Shape;8999;p78"/>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78"/>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01" name="Google Shape;9001;p78"/>
          <p:cNvSpPr/>
          <p:nvPr/>
        </p:nvSpPr>
        <p:spPr>
          <a:xfrm>
            <a:off x="3505429" y="1799076"/>
            <a:ext cx="342505" cy="334191"/>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78"/>
          <p:cNvSpPr/>
          <p:nvPr/>
        </p:nvSpPr>
        <p:spPr>
          <a:xfrm>
            <a:off x="7100552" y="1803249"/>
            <a:ext cx="368690" cy="334541"/>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78"/>
          <p:cNvSpPr/>
          <p:nvPr/>
        </p:nvSpPr>
        <p:spPr>
          <a:xfrm>
            <a:off x="7955445" y="1830198"/>
            <a:ext cx="383088" cy="286472"/>
          </a:xfrm>
          <a:custGeom>
            <a:rect b="b" l="l" r="r" t="t"/>
            <a:pathLst>
              <a:path extrusionOk="0" h="8993" w="12026">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04" name="Google Shape;9004;p78"/>
          <p:cNvGrpSpPr/>
          <p:nvPr/>
        </p:nvGrpSpPr>
        <p:grpSpPr>
          <a:xfrm>
            <a:off x="6656812" y="1848388"/>
            <a:ext cx="368690" cy="245793"/>
            <a:chOff x="6656812" y="2029388"/>
            <a:chExt cx="368690" cy="245793"/>
          </a:xfrm>
        </p:grpSpPr>
        <p:sp>
          <p:nvSpPr>
            <p:cNvPr id="9005" name="Google Shape;9005;p78"/>
            <p:cNvSpPr/>
            <p:nvPr/>
          </p:nvSpPr>
          <p:spPr>
            <a:xfrm>
              <a:off x="6915475" y="2164007"/>
              <a:ext cx="73967" cy="73999"/>
            </a:xfrm>
            <a:custGeom>
              <a:rect b="b" l="l" r="r" t="t"/>
              <a:pathLst>
                <a:path extrusionOk="0" h="2323" w="2322">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78"/>
            <p:cNvSpPr/>
            <p:nvPr/>
          </p:nvSpPr>
          <p:spPr>
            <a:xfrm>
              <a:off x="6901427" y="2057070"/>
              <a:ext cx="51605" cy="31154"/>
            </a:xfrm>
            <a:custGeom>
              <a:rect b="b" l="l" r="r" t="t"/>
              <a:pathLst>
                <a:path extrusionOk="0" h="978" w="162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78"/>
            <p:cNvSpPr/>
            <p:nvPr/>
          </p:nvSpPr>
          <p:spPr>
            <a:xfrm>
              <a:off x="6901809" y="2091983"/>
              <a:ext cx="51605" cy="30358"/>
            </a:xfrm>
            <a:custGeom>
              <a:rect b="b" l="l" r="r" t="t"/>
              <a:pathLst>
                <a:path extrusionOk="0" h="953" w="162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78"/>
            <p:cNvSpPr/>
            <p:nvPr/>
          </p:nvSpPr>
          <p:spPr>
            <a:xfrm>
              <a:off x="6901809" y="2126099"/>
              <a:ext cx="51605" cy="30772"/>
            </a:xfrm>
            <a:custGeom>
              <a:rect b="b" l="l" r="r" t="t"/>
              <a:pathLst>
                <a:path extrusionOk="0" h="966" w="162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78"/>
            <p:cNvSpPr/>
            <p:nvPr/>
          </p:nvSpPr>
          <p:spPr>
            <a:xfrm>
              <a:off x="6959849" y="2057452"/>
              <a:ext cx="43641" cy="99419"/>
            </a:xfrm>
            <a:custGeom>
              <a:rect b="b" l="l" r="r" t="t"/>
              <a:pathLst>
                <a:path extrusionOk="0" h="3121" w="137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78"/>
            <p:cNvSpPr/>
            <p:nvPr/>
          </p:nvSpPr>
          <p:spPr>
            <a:xfrm>
              <a:off x="6835805" y="2075291"/>
              <a:ext cx="29243" cy="10257"/>
            </a:xfrm>
            <a:custGeom>
              <a:rect b="b" l="l" r="r" t="t"/>
              <a:pathLst>
                <a:path extrusionOk="0" h="322" w="918">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78"/>
            <p:cNvSpPr/>
            <p:nvPr/>
          </p:nvSpPr>
          <p:spPr>
            <a:xfrm>
              <a:off x="6700422" y="2074908"/>
              <a:ext cx="11022" cy="10257"/>
            </a:xfrm>
            <a:custGeom>
              <a:rect b="b" l="l" r="r" t="t"/>
              <a:pathLst>
                <a:path extrusionOk="0" h="322" w="346">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78"/>
            <p:cNvSpPr/>
            <p:nvPr/>
          </p:nvSpPr>
          <p:spPr>
            <a:xfrm>
              <a:off x="6706092" y="2098417"/>
              <a:ext cx="151375" cy="89162"/>
            </a:xfrm>
            <a:custGeom>
              <a:rect b="b" l="l" r="r" t="t"/>
              <a:pathLst>
                <a:path extrusionOk="0" h="2799" w="4752">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78"/>
            <p:cNvSpPr/>
            <p:nvPr/>
          </p:nvSpPr>
          <p:spPr>
            <a:xfrm>
              <a:off x="6656812" y="2029388"/>
              <a:ext cx="368690" cy="245793"/>
            </a:xfrm>
            <a:custGeom>
              <a:rect b="b" l="l" r="r" t="t"/>
              <a:pathLst>
                <a:path extrusionOk="0" h="7716" w="11574">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78"/>
            <p:cNvSpPr/>
            <p:nvPr/>
          </p:nvSpPr>
          <p:spPr>
            <a:xfrm>
              <a:off x="6681818" y="2057070"/>
              <a:ext cx="199540" cy="172622"/>
            </a:xfrm>
            <a:custGeom>
              <a:rect b="b" l="l" r="r" t="t"/>
              <a:pathLst>
                <a:path extrusionOk="0" h="5419" w="6264">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5" name="Google Shape;9015;p78"/>
          <p:cNvGrpSpPr/>
          <p:nvPr/>
        </p:nvGrpSpPr>
        <p:grpSpPr>
          <a:xfrm>
            <a:off x="4869651" y="1831218"/>
            <a:ext cx="376654" cy="281566"/>
            <a:chOff x="4869651" y="2012218"/>
            <a:chExt cx="376654" cy="281566"/>
          </a:xfrm>
        </p:grpSpPr>
        <p:sp>
          <p:nvSpPr>
            <p:cNvPr id="9016" name="Google Shape;9016;p78"/>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78"/>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78"/>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78"/>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0" name="Google Shape;9020;p78"/>
          <p:cNvGrpSpPr/>
          <p:nvPr/>
        </p:nvGrpSpPr>
        <p:grpSpPr>
          <a:xfrm>
            <a:off x="5306224" y="1831313"/>
            <a:ext cx="367925" cy="281694"/>
            <a:chOff x="5306224" y="2012313"/>
            <a:chExt cx="367925" cy="281694"/>
          </a:xfrm>
        </p:grpSpPr>
        <p:sp>
          <p:nvSpPr>
            <p:cNvPr id="9021" name="Google Shape;9021;p78"/>
            <p:cNvSpPr/>
            <p:nvPr/>
          </p:nvSpPr>
          <p:spPr>
            <a:xfrm>
              <a:off x="5483720" y="2123073"/>
              <a:ext cx="47814" cy="73617"/>
            </a:xfrm>
            <a:custGeom>
              <a:rect b="b" l="l" r="r" t="t"/>
              <a:pathLst>
                <a:path extrusionOk="0" h="2311" w="1501">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78"/>
            <p:cNvSpPr/>
            <p:nvPr/>
          </p:nvSpPr>
          <p:spPr>
            <a:xfrm>
              <a:off x="5306224" y="2012313"/>
              <a:ext cx="367925" cy="281694"/>
            </a:xfrm>
            <a:custGeom>
              <a:rect b="b" l="l" r="r" t="t"/>
              <a:pathLst>
                <a:path extrusionOk="0" h="8843" w="1155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23" name="Google Shape;9023;p78"/>
          <p:cNvSpPr/>
          <p:nvPr/>
        </p:nvSpPr>
        <p:spPr>
          <a:xfrm>
            <a:off x="5754137" y="1824815"/>
            <a:ext cx="370569" cy="293958"/>
          </a:xfrm>
          <a:custGeom>
            <a:rect b="b" l="l" r="r" t="t"/>
            <a:pathLst>
              <a:path extrusionOk="0" h="9228" w="11633">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24" name="Google Shape;9024;p78"/>
          <p:cNvGrpSpPr/>
          <p:nvPr/>
        </p:nvGrpSpPr>
        <p:grpSpPr>
          <a:xfrm>
            <a:off x="6195998" y="1802102"/>
            <a:ext cx="368308" cy="338746"/>
            <a:chOff x="6195998" y="1983102"/>
            <a:chExt cx="368308" cy="338746"/>
          </a:xfrm>
        </p:grpSpPr>
        <p:sp>
          <p:nvSpPr>
            <p:cNvPr id="9025" name="Google Shape;9025;p78"/>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78"/>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78"/>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8" name="Google Shape;9028;p78"/>
          <p:cNvGrpSpPr/>
          <p:nvPr/>
        </p:nvGrpSpPr>
        <p:grpSpPr>
          <a:xfrm>
            <a:off x="7542031" y="1830835"/>
            <a:ext cx="369072" cy="280037"/>
            <a:chOff x="7542031" y="2011835"/>
            <a:chExt cx="369072" cy="280037"/>
          </a:xfrm>
        </p:grpSpPr>
        <p:sp>
          <p:nvSpPr>
            <p:cNvPr id="9029" name="Google Shape;9029;p78"/>
            <p:cNvSpPr/>
            <p:nvPr/>
          </p:nvSpPr>
          <p:spPr>
            <a:xfrm>
              <a:off x="7542413" y="2281615"/>
              <a:ext cx="368308" cy="10257"/>
            </a:xfrm>
            <a:custGeom>
              <a:rect b="b" l="l" r="r" t="t"/>
              <a:pathLst>
                <a:path extrusionOk="0" h="322" w="11562">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78"/>
            <p:cNvSpPr/>
            <p:nvPr/>
          </p:nvSpPr>
          <p:spPr>
            <a:xfrm>
              <a:off x="7542031" y="2117753"/>
              <a:ext cx="369072" cy="108753"/>
            </a:xfrm>
            <a:custGeom>
              <a:rect b="b" l="l" r="r" t="t"/>
              <a:pathLst>
                <a:path extrusionOk="0" h="3414" w="11586">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78"/>
            <p:cNvSpPr/>
            <p:nvPr/>
          </p:nvSpPr>
          <p:spPr>
            <a:xfrm>
              <a:off x="7636099" y="2216376"/>
              <a:ext cx="18986" cy="18986"/>
            </a:xfrm>
            <a:custGeom>
              <a:rect b="b" l="l" r="r" t="t"/>
              <a:pathLst>
                <a:path extrusionOk="0" h="596" w="596">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78"/>
            <p:cNvSpPr/>
            <p:nvPr/>
          </p:nvSpPr>
          <p:spPr>
            <a:xfrm>
              <a:off x="7559105" y="2240268"/>
              <a:ext cx="18986" cy="18986"/>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78"/>
            <p:cNvSpPr/>
            <p:nvPr/>
          </p:nvSpPr>
          <p:spPr>
            <a:xfrm>
              <a:off x="7582614" y="2194365"/>
              <a:ext cx="18986" cy="19017"/>
            </a:xfrm>
            <a:custGeom>
              <a:rect b="b" l="l" r="r" t="t"/>
              <a:pathLst>
                <a:path extrusionOk="0" h="597" w="596">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78"/>
            <p:cNvSpPr/>
            <p:nvPr/>
          </p:nvSpPr>
          <p:spPr>
            <a:xfrm>
              <a:off x="7798400" y="2216376"/>
              <a:ext cx="19017" cy="18986"/>
            </a:xfrm>
            <a:custGeom>
              <a:rect b="b" l="l" r="r" t="t"/>
              <a:pathLst>
                <a:path extrusionOk="0" h="596" w="597">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78"/>
            <p:cNvSpPr/>
            <p:nvPr/>
          </p:nvSpPr>
          <p:spPr>
            <a:xfrm>
              <a:off x="7875043" y="2240268"/>
              <a:ext cx="18986" cy="18986"/>
            </a:xfrm>
            <a:custGeom>
              <a:rect b="b" l="l" r="r" t="t"/>
              <a:pathLst>
                <a:path extrusionOk="0" h="596" w="596">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78"/>
            <p:cNvSpPr/>
            <p:nvPr/>
          </p:nvSpPr>
          <p:spPr>
            <a:xfrm>
              <a:off x="7851502" y="2194365"/>
              <a:ext cx="19017" cy="19017"/>
            </a:xfrm>
            <a:custGeom>
              <a:rect b="b" l="l" r="r" t="t"/>
              <a:pathLst>
                <a:path extrusionOk="0" h="597" w="597">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78"/>
            <p:cNvSpPr/>
            <p:nvPr/>
          </p:nvSpPr>
          <p:spPr>
            <a:xfrm>
              <a:off x="7680090" y="2011835"/>
              <a:ext cx="106205" cy="189028"/>
            </a:xfrm>
            <a:custGeom>
              <a:rect b="b" l="l" r="r" t="t"/>
              <a:pathLst>
                <a:path extrusionOk="0" h="5934" w="3334">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8" name="Google Shape;9038;p78"/>
          <p:cNvGrpSpPr/>
          <p:nvPr/>
        </p:nvGrpSpPr>
        <p:grpSpPr>
          <a:xfrm>
            <a:off x="8010427" y="3167503"/>
            <a:ext cx="278795" cy="351615"/>
            <a:chOff x="8010427" y="3348503"/>
            <a:chExt cx="278795" cy="351615"/>
          </a:xfrm>
        </p:grpSpPr>
        <p:sp>
          <p:nvSpPr>
            <p:cNvPr id="9039" name="Google Shape;9039;p78"/>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78"/>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78"/>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78"/>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43" name="Google Shape;9043;p78"/>
          <p:cNvSpPr/>
          <p:nvPr/>
        </p:nvSpPr>
        <p:spPr>
          <a:xfrm>
            <a:off x="7615138" y="3167917"/>
            <a:ext cx="223304" cy="351201"/>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44" name="Google Shape;9044;p78"/>
          <p:cNvGrpSpPr/>
          <p:nvPr/>
        </p:nvGrpSpPr>
        <p:grpSpPr>
          <a:xfrm>
            <a:off x="7141900" y="3168204"/>
            <a:ext cx="281057" cy="351010"/>
            <a:chOff x="7141900" y="3349204"/>
            <a:chExt cx="281057" cy="351010"/>
          </a:xfrm>
        </p:grpSpPr>
        <p:sp>
          <p:nvSpPr>
            <p:cNvPr id="9045" name="Google Shape;9045;p78"/>
            <p:cNvSpPr/>
            <p:nvPr/>
          </p:nvSpPr>
          <p:spPr>
            <a:xfrm>
              <a:off x="7191944" y="3636186"/>
              <a:ext cx="66418" cy="37111"/>
            </a:xfrm>
            <a:custGeom>
              <a:rect b="b" l="l" r="r" t="t"/>
              <a:pathLst>
                <a:path extrusionOk="0" h="1165" w="2085">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78"/>
            <p:cNvSpPr/>
            <p:nvPr/>
          </p:nvSpPr>
          <p:spPr>
            <a:xfrm>
              <a:off x="7311432" y="3636886"/>
              <a:ext cx="66386" cy="36538"/>
            </a:xfrm>
            <a:custGeom>
              <a:rect b="b" l="l" r="r" t="t"/>
              <a:pathLst>
                <a:path extrusionOk="0" h="1147" w="2084">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78"/>
            <p:cNvSpPr/>
            <p:nvPr/>
          </p:nvSpPr>
          <p:spPr>
            <a:xfrm>
              <a:off x="7141900" y="3349204"/>
              <a:ext cx="281057" cy="351010"/>
            </a:xfrm>
            <a:custGeom>
              <a:rect b="b" l="l" r="r" t="t"/>
              <a:pathLst>
                <a:path extrusionOk="0" h="11019" w="8823">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8" name="Google Shape;9048;p78"/>
          <p:cNvGrpSpPr/>
          <p:nvPr/>
        </p:nvGrpSpPr>
        <p:grpSpPr>
          <a:xfrm>
            <a:off x="5314188" y="3169032"/>
            <a:ext cx="363752" cy="353113"/>
            <a:chOff x="5314188" y="3350032"/>
            <a:chExt cx="363752" cy="353113"/>
          </a:xfrm>
        </p:grpSpPr>
        <p:sp>
          <p:nvSpPr>
            <p:cNvPr id="9049" name="Google Shape;9049;p78"/>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78"/>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1" name="Google Shape;9051;p78"/>
          <p:cNvGrpSpPr/>
          <p:nvPr/>
        </p:nvGrpSpPr>
        <p:grpSpPr>
          <a:xfrm>
            <a:off x="6203579" y="3167981"/>
            <a:ext cx="351615" cy="350373"/>
            <a:chOff x="6203579" y="3348981"/>
            <a:chExt cx="351615" cy="350373"/>
          </a:xfrm>
        </p:grpSpPr>
        <p:sp>
          <p:nvSpPr>
            <p:cNvPr id="9052" name="Google Shape;9052;p78"/>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78"/>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78"/>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78"/>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78"/>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7" name="Google Shape;9057;p78"/>
          <p:cNvGrpSpPr/>
          <p:nvPr/>
        </p:nvGrpSpPr>
        <p:grpSpPr>
          <a:xfrm>
            <a:off x="5829984" y="3169032"/>
            <a:ext cx="220755" cy="352348"/>
            <a:chOff x="5829984" y="3350032"/>
            <a:chExt cx="220755" cy="352348"/>
          </a:xfrm>
        </p:grpSpPr>
        <p:sp>
          <p:nvSpPr>
            <p:cNvPr id="9058" name="Google Shape;9058;p78"/>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78"/>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78"/>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78"/>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2" name="Google Shape;9062;p78"/>
          <p:cNvGrpSpPr/>
          <p:nvPr/>
        </p:nvGrpSpPr>
        <p:grpSpPr>
          <a:xfrm>
            <a:off x="4882170" y="3168841"/>
            <a:ext cx="358464" cy="352316"/>
            <a:chOff x="4882170" y="3349841"/>
            <a:chExt cx="358464" cy="352316"/>
          </a:xfrm>
        </p:grpSpPr>
        <p:sp>
          <p:nvSpPr>
            <p:cNvPr id="9063" name="Google Shape;9063;p78"/>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78"/>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65" name="Google Shape;9065;p78"/>
          <p:cNvSpPr/>
          <p:nvPr/>
        </p:nvSpPr>
        <p:spPr>
          <a:xfrm>
            <a:off x="3955221" y="2712008"/>
            <a:ext cx="358464" cy="356808"/>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78"/>
          <p:cNvSpPr/>
          <p:nvPr/>
        </p:nvSpPr>
        <p:spPr>
          <a:xfrm>
            <a:off x="3499727" y="2261228"/>
            <a:ext cx="380444" cy="31007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67" name="Google Shape;9067;p78"/>
          <p:cNvGrpSpPr/>
          <p:nvPr/>
        </p:nvGrpSpPr>
        <p:grpSpPr>
          <a:xfrm>
            <a:off x="3044965" y="2254220"/>
            <a:ext cx="400194" cy="324316"/>
            <a:chOff x="3044965" y="2435220"/>
            <a:chExt cx="400194" cy="324316"/>
          </a:xfrm>
        </p:grpSpPr>
        <p:sp>
          <p:nvSpPr>
            <p:cNvPr id="9068" name="Google Shape;9068;p78"/>
            <p:cNvSpPr/>
            <p:nvPr/>
          </p:nvSpPr>
          <p:spPr>
            <a:xfrm>
              <a:off x="3105649" y="2649413"/>
              <a:ext cx="68329" cy="66864"/>
            </a:xfrm>
            <a:custGeom>
              <a:rect b="b" l="l" r="r" t="t"/>
              <a:pathLst>
                <a:path extrusionOk="0" h="2099" w="2145">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78"/>
            <p:cNvSpPr/>
            <p:nvPr/>
          </p:nvSpPr>
          <p:spPr>
            <a:xfrm>
              <a:off x="3297193" y="2649413"/>
              <a:ext cx="68297" cy="66864"/>
            </a:xfrm>
            <a:custGeom>
              <a:rect b="b" l="l" r="r" t="t"/>
              <a:pathLst>
                <a:path extrusionOk="0" h="2099" w="2144">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78"/>
            <p:cNvSpPr/>
            <p:nvPr/>
          </p:nvSpPr>
          <p:spPr>
            <a:xfrm>
              <a:off x="3044965" y="2435220"/>
              <a:ext cx="400194" cy="324316"/>
            </a:xfrm>
            <a:custGeom>
              <a:rect b="b" l="l" r="r" t="t"/>
              <a:pathLst>
                <a:path extrusionOk="0" h="10181" w="12563">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1" name="Google Shape;9071;p78"/>
          <p:cNvGrpSpPr/>
          <p:nvPr/>
        </p:nvGrpSpPr>
        <p:grpSpPr>
          <a:xfrm>
            <a:off x="4878379" y="2292892"/>
            <a:ext cx="367161" cy="287523"/>
            <a:chOff x="4878379" y="2473892"/>
            <a:chExt cx="367161" cy="287523"/>
          </a:xfrm>
        </p:grpSpPr>
        <p:sp>
          <p:nvSpPr>
            <p:cNvPr id="9072" name="Google Shape;9072;p78"/>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78"/>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78"/>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78"/>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78"/>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7" name="Google Shape;9077;p78"/>
          <p:cNvGrpSpPr/>
          <p:nvPr/>
        </p:nvGrpSpPr>
        <p:grpSpPr>
          <a:xfrm>
            <a:off x="1325719" y="2706689"/>
            <a:ext cx="290581" cy="372481"/>
            <a:chOff x="1325719" y="2887689"/>
            <a:chExt cx="290581" cy="372481"/>
          </a:xfrm>
        </p:grpSpPr>
        <p:sp>
          <p:nvSpPr>
            <p:cNvPr id="9078" name="Google Shape;9078;p78"/>
            <p:cNvSpPr/>
            <p:nvPr/>
          </p:nvSpPr>
          <p:spPr>
            <a:xfrm>
              <a:off x="1424724" y="3106533"/>
              <a:ext cx="37971" cy="37939"/>
            </a:xfrm>
            <a:custGeom>
              <a:rect b="b" l="l" r="r" t="t"/>
              <a:pathLst>
                <a:path extrusionOk="0" h="1191" w="1192">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78"/>
            <p:cNvSpPr/>
            <p:nvPr/>
          </p:nvSpPr>
          <p:spPr>
            <a:xfrm>
              <a:off x="1325719" y="2887689"/>
              <a:ext cx="290581" cy="372481"/>
            </a:xfrm>
            <a:custGeom>
              <a:rect b="b" l="l" r="r" t="t"/>
              <a:pathLst>
                <a:path extrusionOk="0" h="11693" w="9122">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80" name="Google Shape;9080;p78"/>
          <p:cNvSpPr/>
          <p:nvPr/>
        </p:nvSpPr>
        <p:spPr>
          <a:xfrm>
            <a:off x="1819153" y="2701369"/>
            <a:ext cx="191194" cy="382738"/>
          </a:xfrm>
          <a:custGeom>
            <a:rect b="b" l="l" r="r" t="t"/>
            <a:pathLst>
              <a:path extrusionOk="0" h="12015" w="6002">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81" name="Google Shape;9081;p78"/>
          <p:cNvGrpSpPr/>
          <p:nvPr/>
        </p:nvGrpSpPr>
        <p:grpSpPr>
          <a:xfrm>
            <a:off x="3510335" y="2711499"/>
            <a:ext cx="360726" cy="361204"/>
            <a:chOff x="3510335" y="2892499"/>
            <a:chExt cx="360726" cy="361204"/>
          </a:xfrm>
        </p:grpSpPr>
        <p:sp>
          <p:nvSpPr>
            <p:cNvPr id="9082" name="Google Shape;9082;p78"/>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78"/>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78"/>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78"/>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78"/>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7" name="Google Shape;9087;p78"/>
          <p:cNvGrpSpPr/>
          <p:nvPr/>
        </p:nvGrpSpPr>
        <p:grpSpPr>
          <a:xfrm>
            <a:off x="3086313" y="2696049"/>
            <a:ext cx="320143" cy="392581"/>
            <a:chOff x="3086313" y="2877049"/>
            <a:chExt cx="320143" cy="392581"/>
          </a:xfrm>
        </p:grpSpPr>
        <p:sp>
          <p:nvSpPr>
            <p:cNvPr id="9088" name="Google Shape;9088;p78"/>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78"/>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78"/>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78"/>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78"/>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78"/>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78"/>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78"/>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78"/>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78"/>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78"/>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78"/>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00" name="Google Shape;9100;p78"/>
          <p:cNvSpPr/>
          <p:nvPr/>
        </p:nvSpPr>
        <p:spPr>
          <a:xfrm>
            <a:off x="2253814" y="2713123"/>
            <a:ext cx="210530" cy="357700"/>
          </a:xfrm>
          <a:custGeom>
            <a:rect b="b" l="l" r="r" t="t"/>
            <a:pathLst>
              <a:path extrusionOk="0" h="11229" w="6609">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01" name="Google Shape;9101;p78"/>
          <p:cNvGrpSpPr/>
          <p:nvPr/>
        </p:nvGrpSpPr>
        <p:grpSpPr>
          <a:xfrm>
            <a:off x="861113" y="2704746"/>
            <a:ext cx="333809" cy="373277"/>
            <a:chOff x="861113" y="2885746"/>
            <a:chExt cx="333809" cy="373277"/>
          </a:xfrm>
        </p:grpSpPr>
        <p:sp>
          <p:nvSpPr>
            <p:cNvPr id="9102" name="Google Shape;9102;p78"/>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78"/>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78"/>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05" name="Google Shape;9105;p78"/>
          <p:cNvSpPr/>
          <p:nvPr/>
        </p:nvSpPr>
        <p:spPr>
          <a:xfrm>
            <a:off x="2616005" y="2705542"/>
            <a:ext cx="371366" cy="372353"/>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78"/>
          <p:cNvSpPr/>
          <p:nvPr/>
        </p:nvSpPr>
        <p:spPr>
          <a:xfrm>
            <a:off x="2160129" y="1335235"/>
            <a:ext cx="399780" cy="341740"/>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07" name="Google Shape;9107;p78"/>
          <p:cNvGrpSpPr/>
          <p:nvPr/>
        </p:nvGrpSpPr>
        <p:grpSpPr>
          <a:xfrm>
            <a:off x="1297654" y="1323481"/>
            <a:ext cx="349354" cy="362223"/>
            <a:chOff x="1297654" y="1504481"/>
            <a:chExt cx="349354" cy="362223"/>
          </a:xfrm>
        </p:grpSpPr>
        <p:sp>
          <p:nvSpPr>
            <p:cNvPr id="9108" name="Google Shape;9108;p78"/>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78"/>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78"/>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11" name="Google Shape;9111;p78"/>
          <p:cNvSpPr/>
          <p:nvPr/>
        </p:nvSpPr>
        <p:spPr>
          <a:xfrm>
            <a:off x="3945378" y="1349729"/>
            <a:ext cx="381209" cy="312466"/>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12" name="Google Shape;9112;p78"/>
          <p:cNvGrpSpPr/>
          <p:nvPr/>
        </p:nvGrpSpPr>
        <p:grpSpPr>
          <a:xfrm>
            <a:off x="852385" y="1329916"/>
            <a:ext cx="353145" cy="351998"/>
            <a:chOff x="852385" y="1510916"/>
            <a:chExt cx="353145" cy="351998"/>
          </a:xfrm>
        </p:grpSpPr>
        <p:sp>
          <p:nvSpPr>
            <p:cNvPr id="9113" name="Google Shape;9113;p78"/>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78"/>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78"/>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6" name="Google Shape;9116;p78"/>
          <p:cNvGrpSpPr/>
          <p:nvPr/>
        </p:nvGrpSpPr>
        <p:grpSpPr>
          <a:xfrm>
            <a:off x="1745217" y="1334471"/>
            <a:ext cx="343269" cy="342505"/>
            <a:chOff x="1745217" y="1515471"/>
            <a:chExt cx="343269" cy="342505"/>
          </a:xfrm>
        </p:grpSpPr>
        <p:sp>
          <p:nvSpPr>
            <p:cNvPr id="9117" name="Google Shape;9117;p78"/>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78"/>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78"/>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78"/>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21" name="Google Shape;9121;p78"/>
          <p:cNvSpPr/>
          <p:nvPr/>
        </p:nvSpPr>
        <p:spPr>
          <a:xfrm>
            <a:off x="3509220" y="1324437"/>
            <a:ext cx="365632" cy="363561"/>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22" name="Google Shape;9122;p78"/>
          <p:cNvGrpSpPr/>
          <p:nvPr/>
        </p:nvGrpSpPr>
        <p:grpSpPr>
          <a:xfrm>
            <a:off x="3042703" y="1348137"/>
            <a:ext cx="411535" cy="315587"/>
            <a:chOff x="3042703" y="1529137"/>
            <a:chExt cx="411535" cy="315587"/>
          </a:xfrm>
        </p:grpSpPr>
        <p:sp>
          <p:nvSpPr>
            <p:cNvPr id="9123" name="Google Shape;9123;p78"/>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78"/>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78"/>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78"/>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78"/>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78"/>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78"/>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78"/>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78"/>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78"/>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3" name="Google Shape;9133;p78"/>
          <p:cNvGrpSpPr/>
          <p:nvPr/>
        </p:nvGrpSpPr>
        <p:grpSpPr>
          <a:xfrm>
            <a:off x="2629289" y="1363682"/>
            <a:ext cx="350501" cy="284497"/>
            <a:chOff x="2629289" y="1544682"/>
            <a:chExt cx="350501" cy="284497"/>
          </a:xfrm>
        </p:grpSpPr>
        <p:sp>
          <p:nvSpPr>
            <p:cNvPr id="9134" name="Google Shape;9134;p78"/>
            <p:cNvSpPr/>
            <p:nvPr/>
          </p:nvSpPr>
          <p:spPr>
            <a:xfrm>
              <a:off x="2835614" y="1818507"/>
              <a:ext cx="10289" cy="10671"/>
            </a:xfrm>
            <a:custGeom>
              <a:rect b="b" l="l" r="r" t="t"/>
              <a:pathLst>
                <a:path extrusionOk="0" h="335" w="323">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78"/>
            <p:cNvSpPr/>
            <p:nvPr/>
          </p:nvSpPr>
          <p:spPr>
            <a:xfrm>
              <a:off x="2629289" y="1544682"/>
              <a:ext cx="318614" cy="284497"/>
            </a:xfrm>
            <a:custGeom>
              <a:rect b="b" l="l" r="r" t="t"/>
              <a:pathLst>
                <a:path extrusionOk="0" h="8931" w="10002">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78"/>
            <p:cNvSpPr/>
            <p:nvPr/>
          </p:nvSpPr>
          <p:spPr>
            <a:xfrm>
              <a:off x="2876962" y="1818507"/>
              <a:ext cx="30740" cy="10671"/>
            </a:xfrm>
            <a:custGeom>
              <a:rect b="b" l="l" r="r" t="t"/>
              <a:pathLst>
                <a:path extrusionOk="0" h="335" w="965">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78"/>
            <p:cNvSpPr/>
            <p:nvPr/>
          </p:nvSpPr>
          <p:spPr>
            <a:xfrm>
              <a:off x="2969118" y="1818507"/>
              <a:ext cx="10671" cy="10671"/>
            </a:xfrm>
            <a:custGeom>
              <a:rect b="b" l="l" r="r" t="t"/>
              <a:pathLst>
                <a:path extrusionOk="0" h="335" w="335">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78"/>
            <p:cNvSpPr/>
            <p:nvPr/>
          </p:nvSpPr>
          <p:spPr>
            <a:xfrm>
              <a:off x="2916780" y="1818507"/>
              <a:ext cx="34563" cy="10671"/>
            </a:xfrm>
            <a:custGeom>
              <a:rect b="b" l="l" r="r" t="t"/>
              <a:pathLst>
                <a:path extrusionOk="0" h="335" w="1085">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9" name="Google Shape;9139;p78"/>
          <p:cNvGrpSpPr/>
          <p:nvPr/>
        </p:nvGrpSpPr>
        <p:grpSpPr>
          <a:xfrm>
            <a:off x="5305077" y="1321633"/>
            <a:ext cx="367893" cy="365218"/>
            <a:chOff x="5305077" y="1502633"/>
            <a:chExt cx="367893" cy="365218"/>
          </a:xfrm>
        </p:grpSpPr>
        <p:sp>
          <p:nvSpPr>
            <p:cNvPr id="9140" name="Google Shape;9140;p78"/>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78"/>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2" name="Google Shape;9142;p78"/>
          <p:cNvGrpSpPr/>
          <p:nvPr/>
        </p:nvGrpSpPr>
        <p:grpSpPr>
          <a:xfrm>
            <a:off x="7100170" y="1319117"/>
            <a:ext cx="368308" cy="367033"/>
            <a:chOff x="7100170" y="1500117"/>
            <a:chExt cx="368308" cy="367033"/>
          </a:xfrm>
        </p:grpSpPr>
        <p:sp>
          <p:nvSpPr>
            <p:cNvPr id="9143" name="Google Shape;9143;p78"/>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78"/>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78"/>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78"/>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78"/>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78"/>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78"/>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78"/>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78"/>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78"/>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78"/>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78"/>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78"/>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56" name="Google Shape;9156;p78"/>
          <p:cNvSpPr/>
          <p:nvPr/>
        </p:nvSpPr>
        <p:spPr>
          <a:xfrm>
            <a:off x="7539642" y="1319180"/>
            <a:ext cx="372958" cy="366747"/>
          </a:xfrm>
          <a:custGeom>
            <a:rect b="b" l="l" r="r" t="t"/>
            <a:pathLst>
              <a:path extrusionOk="0" h="11513" w="11708">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57" name="Google Shape;9157;p78"/>
          <p:cNvGrpSpPr/>
          <p:nvPr/>
        </p:nvGrpSpPr>
        <p:grpSpPr>
          <a:xfrm>
            <a:off x="6649231" y="1319021"/>
            <a:ext cx="390287" cy="367065"/>
            <a:chOff x="6649231" y="1500021"/>
            <a:chExt cx="390287" cy="367065"/>
          </a:xfrm>
        </p:grpSpPr>
        <p:sp>
          <p:nvSpPr>
            <p:cNvPr id="9158" name="Google Shape;9158;p78"/>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78"/>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78"/>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78"/>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78"/>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78"/>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78"/>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78"/>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78"/>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78"/>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78"/>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78"/>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0" name="Google Shape;9170;p78"/>
          <p:cNvGrpSpPr/>
          <p:nvPr/>
        </p:nvGrpSpPr>
        <p:grpSpPr>
          <a:xfrm>
            <a:off x="5746938" y="1362503"/>
            <a:ext cx="387261" cy="280356"/>
            <a:chOff x="5746938" y="1543503"/>
            <a:chExt cx="387261" cy="280356"/>
          </a:xfrm>
        </p:grpSpPr>
        <p:sp>
          <p:nvSpPr>
            <p:cNvPr id="9171" name="Google Shape;9171;p78"/>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78"/>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3" name="Google Shape;9173;p78"/>
          <p:cNvGrpSpPr/>
          <p:nvPr/>
        </p:nvGrpSpPr>
        <p:grpSpPr>
          <a:xfrm>
            <a:off x="6196730" y="1344346"/>
            <a:ext cx="369072" cy="317467"/>
            <a:chOff x="6196730" y="1525346"/>
            <a:chExt cx="369072" cy="317467"/>
          </a:xfrm>
        </p:grpSpPr>
        <p:sp>
          <p:nvSpPr>
            <p:cNvPr id="9174" name="Google Shape;9174;p78"/>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78"/>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78"/>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7" name="Google Shape;9177;p78"/>
          <p:cNvGrpSpPr/>
          <p:nvPr/>
        </p:nvGrpSpPr>
        <p:grpSpPr>
          <a:xfrm>
            <a:off x="4940592" y="1319690"/>
            <a:ext cx="246558" cy="367161"/>
            <a:chOff x="4940592" y="1500690"/>
            <a:chExt cx="246558" cy="367161"/>
          </a:xfrm>
        </p:grpSpPr>
        <p:sp>
          <p:nvSpPr>
            <p:cNvPr id="9178" name="Google Shape;9178;p78"/>
            <p:cNvSpPr/>
            <p:nvPr/>
          </p:nvSpPr>
          <p:spPr>
            <a:xfrm>
              <a:off x="4961075" y="1766934"/>
              <a:ext cx="44024" cy="74732"/>
            </a:xfrm>
            <a:custGeom>
              <a:rect b="b" l="l" r="r" t="t"/>
              <a:pathLst>
                <a:path extrusionOk="0" h="2346" w="1382">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78"/>
            <p:cNvSpPr/>
            <p:nvPr/>
          </p:nvSpPr>
          <p:spPr>
            <a:xfrm>
              <a:off x="5009240" y="1623937"/>
              <a:ext cx="37207" cy="36824"/>
            </a:xfrm>
            <a:custGeom>
              <a:rect b="b" l="l" r="r" t="t"/>
              <a:pathLst>
                <a:path extrusionOk="0" h="1156" w="1168">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78"/>
            <p:cNvSpPr/>
            <p:nvPr/>
          </p:nvSpPr>
          <p:spPr>
            <a:xfrm>
              <a:off x="5110125" y="1785123"/>
              <a:ext cx="50458" cy="50108"/>
            </a:xfrm>
            <a:custGeom>
              <a:rect b="b" l="l" r="r" t="t"/>
              <a:pathLst>
                <a:path extrusionOk="0" h="1573" w="1584">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78"/>
            <p:cNvSpPr/>
            <p:nvPr/>
          </p:nvSpPr>
          <p:spPr>
            <a:xfrm>
              <a:off x="4940592" y="1500690"/>
              <a:ext cx="246558" cy="367161"/>
            </a:xfrm>
            <a:custGeom>
              <a:rect b="b" l="l" r="r" t="t"/>
              <a:pathLst>
                <a:path extrusionOk="0" h="11526" w="774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2" name="Google Shape;9182;p78"/>
          <p:cNvGrpSpPr/>
          <p:nvPr/>
        </p:nvGrpSpPr>
        <p:grpSpPr>
          <a:xfrm>
            <a:off x="7964906" y="1318894"/>
            <a:ext cx="380858" cy="367575"/>
            <a:chOff x="7964906" y="1499894"/>
            <a:chExt cx="380858" cy="367575"/>
          </a:xfrm>
        </p:grpSpPr>
        <p:sp>
          <p:nvSpPr>
            <p:cNvPr id="9183" name="Google Shape;9183;p78"/>
            <p:cNvSpPr/>
            <p:nvPr/>
          </p:nvSpPr>
          <p:spPr>
            <a:xfrm>
              <a:off x="7964906" y="1501359"/>
              <a:ext cx="377099" cy="365600"/>
            </a:xfrm>
            <a:custGeom>
              <a:rect b="b" l="l" r="r" t="t"/>
              <a:pathLst>
                <a:path extrusionOk="0" h="11477" w="11838">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78"/>
            <p:cNvSpPr/>
            <p:nvPr/>
          </p:nvSpPr>
          <p:spPr>
            <a:xfrm>
              <a:off x="7965288" y="1499894"/>
              <a:ext cx="202948" cy="193870"/>
            </a:xfrm>
            <a:custGeom>
              <a:rect b="b" l="l" r="r" t="t"/>
              <a:pathLst>
                <a:path extrusionOk="0" h="6086" w="6371">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78"/>
            <p:cNvSpPr/>
            <p:nvPr/>
          </p:nvSpPr>
          <p:spPr>
            <a:xfrm>
              <a:off x="8137879" y="1673440"/>
              <a:ext cx="207886" cy="194029"/>
            </a:xfrm>
            <a:custGeom>
              <a:rect b="b" l="l" r="r" t="t"/>
              <a:pathLst>
                <a:path extrusionOk="0" h="6091" w="6526">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86" name="Google Shape;9186;p78"/>
          <p:cNvSpPr/>
          <p:nvPr/>
        </p:nvSpPr>
        <p:spPr>
          <a:xfrm>
            <a:off x="5779557" y="2721087"/>
            <a:ext cx="322787" cy="355788"/>
          </a:xfrm>
          <a:custGeom>
            <a:rect b="b" l="l" r="r" t="t"/>
            <a:pathLst>
              <a:path extrusionOk="0" h="11169" w="10133">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87" name="Google Shape;9187;p78"/>
          <p:cNvGrpSpPr/>
          <p:nvPr/>
        </p:nvGrpSpPr>
        <p:grpSpPr>
          <a:xfrm>
            <a:off x="8007400" y="2721278"/>
            <a:ext cx="285230" cy="355597"/>
            <a:chOff x="8007400" y="2902278"/>
            <a:chExt cx="285230" cy="355597"/>
          </a:xfrm>
        </p:grpSpPr>
        <p:sp>
          <p:nvSpPr>
            <p:cNvPr id="9188" name="Google Shape;9188;p78"/>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78"/>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0" name="Google Shape;9190;p78"/>
          <p:cNvGrpSpPr/>
          <p:nvPr/>
        </p:nvGrpSpPr>
        <p:grpSpPr>
          <a:xfrm>
            <a:off x="6219124" y="2721788"/>
            <a:ext cx="318231" cy="355470"/>
            <a:chOff x="6219124" y="2902788"/>
            <a:chExt cx="318231" cy="355470"/>
          </a:xfrm>
        </p:grpSpPr>
        <p:sp>
          <p:nvSpPr>
            <p:cNvPr id="9191" name="Google Shape;9191;p78"/>
            <p:cNvSpPr/>
            <p:nvPr/>
          </p:nvSpPr>
          <p:spPr>
            <a:xfrm>
              <a:off x="6219124" y="2990994"/>
              <a:ext cx="140353" cy="267263"/>
            </a:xfrm>
            <a:custGeom>
              <a:rect b="b" l="l" r="r" t="t"/>
              <a:pathLst>
                <a:path extrusionOk="0" h="8390" w="4406">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78"/>
            <p:cNvSpPr/>
            <p:nvPr/>
          </p:nvSpPr>
          <p:spPr>
            <a:xfrm>
              <a:off x="6268054" y="2902788"/>
              <a:ext cx="269302" cy="354705"/>
            </a:xfrm>
            <a:custGeom>
              <a:rect b="b" l="l" r="r" t="t"/>
              <a:pathLst>
                <a:path extrusionOk="0" h="11135" w="8454">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78"/>
            <p:cNvSpPr/>
            <p:nvPr/>
          </p:nvSpPr>
          <p:spPr>
            <a:xfrm>
              <a:off x="6407993" y="2995773"/>
              <a:ext cx="31505" cy="37207"/>
            </a:xfrm>
            <a:custGeom>
              <a:rect b="b" l="l" r="r" t="t"/>
              <a:pathLst>
                <a:path extrusionOk="0" h="1168" w="989">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4" name="Google Shape;9194;p78"/>
          <p:cNvGrpSpPr/>
          <p:nvPr/>
        </p:nvGrpSpPr>
        <p:grpSpPr>
          <a:xfrm>
            <a:off x="4969421" y="2721852"/>
            <a:ext cx="185109" cy="355406"/>
            <a:chOff x="4969421" y="2902852"/>
            <a:chExt cx="185109" cy="355406"/>
          </a:xfrm>
        </p:grpSpPr>
        <p:sp>
          <p:nvSpPr>
            <p:cNvPr id="9195" name="Google Shape;9195;p78"/>
            <p:cNvSpPr/>
            <p:nvPr/>
          </p:nvSpPr>
          <p:spPr>
            <a:xfrm>
              <a:off x="5022906" y="3084138"/>
              <a:ext cx="16310" cy="15959"/>
            </a:xfrm>
            <a:custGeom>
              <a:rect b="b" l="l" r="r" t="t"/>
              <a:pathLst>
                <a:path extrusionOk="0" h="501" w="512">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78"/>
            <p:cNvSpPr/>
            <p:nvPr/>
          </p:nvSpPr>
          <p:spPr>
            <a:xfrm>
              <a:off x="5086998" y="3107265"/>
              <a:ext cx="13284" cy="13315"/>
            </a:xfrm>
            <a:custGeom>
              <a:rect b="b" l="l" r="r" t="t"/>
              <a:pathLst>
                <a:path extrusionOk="0" h="418" w="417">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78"/>
            <p:cNvSpPr/>
            <p:nvPr/>
          </p:nvSpPr>
          <p:spPr>
            <a:xfrm>
              <a:off x="5039566" y="3205092"/>
              <a:ext cx="13315" cy="13347"/>
            </a:xfrm>
            <a:custGeom>
              <a:rect b="b" l="l" r="r" t="t"/>
              <a:pathLst>
                <a:path extrusionOk="0" h="419" w="418">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78"/>
            <p:cNvSpPr/>
            <p:nvPr/>
          </p:nvSpPr>
          <p:spPr>
            <a:xfrm>
              <a:off x="5086998" y="3175530"/>
              <a:ext cx="13284" cy="13315"/>
            </a:xfrm>
            <a:custGeom>
              <a:rect b="b" l="l" r="r" t="t"/>
              <a:pathLst>
                <a:path extrusionOk="0" h="418" w="417">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78"/>
            <p:cNvSpPr/>
            <p:nvPr/>
          </p:nvSpPr>
          <p:spPr>
            <a:xfrm>
              <a:off x="5033131" y="3137623"/>
              <a:ext cx="17106" cy="17106"/>
            </a:xfrm>
            <a:custGeom>
              <a:rect b="b" l="l" r="r" t="t"/>
              <a:pathLst>
                <a:path extrusionOk="0" h="537" w="537">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78"/>
            <p:cNvSpPr/>
            <p:nvPr/>
          </p:nvSpPr>
          <p:spPr>
            <a:xfrm>
              <a:off x="4969421" y="2902852"/>
              <a:ext cx="185109" cy="355406"/>
            </a:xfrm>
            <a:custGeom>
              <a:rect b="b" l="l" r="r" t="t"/>
              <a:pathLst>
                <a:path extrusionOk="0" h="11157" w="5811">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01" name="Google Shape;9201;p78"/>
          <p:cNvSpPr/>
          <p:nvPr/>
        </p:nvSpPr>
        <p:spPr>
          <a:xfrm>
            <a:off x="7574555" y="2722043"/>
            <a:ext cx="303387" cy="355597"/>
          </a:xfrm>
          <a:custGeom>
            <a:rect b="b" l="l" r="r" t="t"/>
            <a:pathLst>
              <a:path extrusionOk="0" h="11163" w="9524">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78"/>
          <p:cNvSpPr/>
          <p:nvPr/>
        </p:nvSpPr>
        <p:spPr>
          <a:xfrm>
            <a:off x="7121800" y="2721852"/>
            <a:ext cx="318231" cy="354642"/>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03" name="Google Shape;9203;p78"/>
          <p:cNvGrpSpPr/>
          <p:nvPr/>
        </p:nvGrpSpPr>
        <p:grpSpPr>
          <a:xfrm>
            <a:off x="6685259" y="2721852"/>
            <a:ext cx="311414" cy="355406"/>
            <a:chOff x="6685259" y="2902852"/>
            <a:chExt cx="311414" cy="355406"/>
          </a:xfrm>
        </p:grpSpPr>
        <p:sp>
          <p:nvSpPr>
            <p:cNvPr id="9204" name="Google Shape;9204;p78"/>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78"/>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78"/>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7" name="Google Shape;9207;p78"/>
          <p:cNvGrpSpPr/>
          <p:nvPr/>
        </p:nvGrpSpPr>
        <p:grpSpPr>
          <a:xfrm>
            <a:off x="5309250" y="2722170"/>
            <a:ext cx="359579" cy="355852"/>
            <a:chOff x="5309250" y="2903170"/>
            <a:chExt cx="359579" cy="355852"/>
          </a:xfrm>
        </p:grpSpPr>
        <p:sp>
          <p:nvSpPr>
            <p:cNvPr id="9208" name="Google Shape;9208;p78"/>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78"/>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78"/>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1" name="Google Shape;9211;p78"/>
          <p:cNvGrpSpPr/>
          <p:nvPr/>
        </p:nvGrpSpPr>
        <p:grpSpPr>
          <a:xfrm>
            <a:off x="2199565" y="2240172"/>
            <a:ext cx="312179" cy="353431"/>
            <a:chOff x="2199565" y="2421172"/>
            <a:chExt cx="312179" cy="353431"/>
          </a:xfrm>
        </p:grpSpPr>
        <p:sp>
          <p:nvSpPr>
            <p:cNvPr id="9212" name="Google Shape;9212;p78"/>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78"/>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4" name="Google Shape;9214;p78"/>
          <p:cNvGrpSpPr/>
          <p:nvPr/>
        </p:nvGrpSpPr>
        <p:grpSpPr>
          <a:xfrm>
            <a:off x="1750887" y="2244727"/>
            <a:ext cx="320143" cy="343269"/>
            <a:chOff x="1750887" y="2425727"/>
            <a:chExt cx="320143" cy="343269"/>
          </a:xfrm>
        </p:grpSpPr>
        <p:sp>
          <p:nvSpPr>
            <p:cNvPr id="9215" name="Google Shape;9215;p78"/>
            <p:cNvSpPr/>
            <p:nvPr/>
          </p:nvSpPr>
          <p:spPr>
            <a:xfrm>
              <a:off x="1750887" y="2425727"/>
              <a:ext cx="320143" cy="289052"/>
            </a:xfrm>
            <a:custGeom>
              <a:rect b="b" l="l" r="r" t="t"/>
              <a:pathLst>
                <a:path extrusionOk="0" h="9074" w="1005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78"/>
            <p:cNvSpPr/>
            <p:nvPr/>
          </p:nvSpPr>
          <p:spPr>
            <a:xfrm>
              <a:off x="1751652" y="2558467"/>
              <a:ext cx="319378" cy="210530"/>
            </a:xfrm>
            <a:custGeom>
              <a:rect b="b" l="l" r="r" t="t"/>
              <a:pathLst>
                <a:path extrusionOk="0" h="6609" w="10026">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7" name="Google Shape;9217;p78"/>
          <p:cNvGrpSpPr/>
          <p:nvPr/>
        </p:nvGrpSpPr>
        <p:grpSpPr>
          <a:xfrm>
            <a:off x="1298037" y="2244727"/>
            <a:ext cx="338364" cy="342887"/>
            <a:chOff x="1298037" y="2425727"/>
            <a:chExt cx="338364" cy="342887"/>
          </a:xfrm>
        </p:grpSpPr>
        <p:sp>
          <p:nvSpPr>
            <p:cNvPr id="9218" name="Google Shape;9218;p78"/>
            <p:cNvSpPr/>
            <p:nvPr/>
          </p:nvSpPr>
          <p:spPr>
            <a:xfrm>
              <a:off x="1339384" y="2471631"/>
              <a:ext cx="256050" cy="136180"/>
            </a:xfrm>
            <a:custGeom>
              <a:rect b="b" l="l" r="r" t="t"/>
              <a:pathLst>
                <a:path extrusionOk="0" h="4275" w="8038">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78"/>
            <p:cNvSpPr/>
            <p:nvPr/>
          </p:nvSpPr>
          <p:spPr>
            <a:xfrm>
              <a:off x="1341646" y="2618036"/>
              <a:ext cx="50490" cy="50458"/>
            </a:xfrm>
            <a:custGeom>
              <a:rect b="b" l="l" r="r" t="t"/>
              <a:pathLst>
                <a:path extrusionOk="0" h="1584" w="1585">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78"/>
            <p:cNvSpPr/>
            <p:nvPr/>
          </p:nvSpPr>
          <p:spPr>
            <a:xfrm>
              <a:off x="1542301" y="2618036"/>
              <a:ext cx="50076" cy="50458"/>
            </a:xfrm>
            <a:custGeom>
              <a:rect b="b" l="l" r="r" t="t"/>
              <a:pathLst>
                <a:path extrusionOk="0" h="1584" w="1572">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78"/>
            <p:cNvSpPr/>
            <p:nvPr/>
          </p:nvSpPr>
          <p:spPr>
            <a:xfrm>
              <a:off x="1298037" y="2425727"/>
              <a:ext cx="338364" cy="342887"/>
            </a:xfrm>
            <a:custGeom>
              <a:rect b="b" l="l" r="r" t="t"/>
              <a:pathLst>
                <a:path extrusionOk="0" h="10764" w="10622">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22" name="Google Shape;9222;p78"/>
          <p:cNvSpPr/>
          <p:nvPr/>
        </p:nvSpPr>
        <p:spPr>
          <a:xfrm>
            <a:off x="848977" y="2237528"/>
            <a:ext cx="347060" cy="357286"/>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23" name="Google Shape;9223;p78"/>
          <p:cNvGrpSpPr/>
          <p:nvPr/>
        </p:nvGrpSpPr>
        <p:grpSpPr>
          <a:xfrm>
            <a:off x="3974207" y="2248009"/>
            <a:ext cx="320143" cy="338491"/>
            <a:chOff x="3974207" y="2429009"/>
            <a:chExt cx="320143" cy="338491"/>
          </a:xfrm>
        </p:grpSpPr>
        <p:sp>
          <p:nvSpPr>
            <p:cNvPr id="9224" name="Google Shape;9224;p78"/>
            <p:cNvSpPr/>
            <p:nvPr/>
          </p:nvSpPr>
          <p:spPr>
            <a:xfrm>
              <a:off x="3974207" y="2429009"/>
              <a:ext cx="320143" cy="338491"/>
            </a:xfrm>
            <a:custGeom>
              <a:rect b="b" l="l" r="r" t="t"/>
              <a:pathLst>
                <a:path extrusionOk="0" h="10626" w="1005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78"/>
            <p:cNvSpPr/>
            <p:nvPr/>
          </p:nvSpPr>
          <p:spPr>
            <a:xfrm>
              <a:off x="4086846" y="2479977"/>
              <a:ext cx="207503" cy="245793"/>
            </a:xfrm>
            <a:custGeom>
              <a:rect b="b" l="l" r="r" t="t"/>
              <a:pathLst>
                <a:path extrusionOk="0" h="7716" w="6514">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6" name="Google Shape;9226;p78"/>
          <p:cNvGrpSpPr/>
          <p:nvPr/>
        </p:nvGrpSpPr>
        <p:grpSpPr>
          <a:xfrm>
            <a:off x="2623237" y="2250047"/>
            <a:ext cx="355024" cy="332630"/>
            <a:chOff x="2623237" y="2431047"/>
            <a:chExt cx="355024" cy="332630"/>
          </a:xfrm>
        </p:grpSpPr>
        <p:sp>
          <p:nvSpPr>
            <p:cNvPr id="9227" name="Google Shape;9227;p78"/>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78"/>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78"/>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78"/>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1" name="Google Shape;9231;p78"/>
          <p:cNvGrpSpPr/>
          <p:nvPr/>
        </p:nvGrpSpPr>
        <p:grpSpPr>
          <a:xfrm>
            <a:off x="6657194" y="2253073"/>
            <a:ext cx="375507" cy="367925"/>
            <a:chOff x="6657194" y="2434073"/>
            <a:chExt cx="375507" cy="367925"/>
          </a:xfrm>
        </p:grpSpPr>
        <p:sp>
          <p:nvSpPr>
            <p:cNvPr id="9232" name="Google Shape;9232;p78"/>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78"/>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78"/>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5" name="Google Shape;9235;p78"/>
          <p:cNvGrpSpPr/>
          <p:nvPr/>
        </p:nvGrpSpPr>
        <p:grpSpPr>
          <a:xfrm>
            <a:off x="7101317" y="2260655"/>
            <a:ext cx="367925" cy="352380"/>
            <a:chOff x="7101317" y="2441655"/>
            <a:chExt cx="367925" cy="352380"/>
          </a:xfrm>
        </p:grpSpPr>
        <p:sp>
          <p:nvSpPr>
            <p:cNvPr id="9236" name="Google Shape;9236;p78"/>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78"/>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8" name="Google Shape;9238;p78"/>
          <p:cNvGrpSpPr/>
          <p:nvPr/>
        </p:nvGrpSpPr>
        <p:grpSpPr>
          <a:xfrm>
            <a:off x="5756399" y="2253456"/>
            <a:ext cx="367925" cy="367161"/>
            <a:chOff x="5756399" y="2434456"/>
            <a:chExt cx="367925" cy="367161"/>
          </a:xfrm>
        </p:grpSpPr>
        <p:sp>
          <p:nvSpPr>
            <p:cNvPr id="9239" name="Google Shape;9239;p78"/>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78"/>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78"/>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78"/>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78"/>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78"/>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78"/>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46" name="Google Shape;9246;p78"/>
          <p:cNvSpPr/>
          <p:nvPr/>
        </p:nvSpPr>
        <p:spPr>
          <a:xfrm>
            <a:off x="5304695" y="2253551"/>
            <a:ext cx="368308" cy="366970"/>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78"/>
          <p:cNvSpPr/>
          <p:nvPr/>
        </p:nvSpPr>
        <p:spPr>
          <a:xfrm>
            <a:off x="7542031" y="2264541"/>
            <a:ext cx="370187" cy="344034"/>
          </a:xfrm>
          <a:custGeom>
            <a:rect b="b" l="l" r="r" t="t"/>
            <a:pathLst>
              <a:path extrusionOk="0" h="10800" w="11621">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48" name="Google Shape;9248;p78"/>
          <p:cNvGrpSpPr/>
          <p:nvPr/>
        </p:nvGrpSpPr>
        <p:grpSpPr>
          <a:xfrm>
            <a:off x="7964906" y="2253073"/>
            <a:ext cx="373627" cy="367925"/>
            <a:chOff x="7964906" y="2434073"/>
            <a:chExt cx="373627" cy="367925"/>
          </a:xfrm>
        </p:grpSpPr>
        <p:sp>
          <p:nvSpPr>
            <p:cNvPr id="9249" name="Google Shape;9249;p78"/>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78"/>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1" name="Google Shape;9251;p78"/>
          <p:cNvGrpSpPr/>
          <p:nvPr/>
        </p:nvGrpSpPr>
        <p:grpSpPr>
          <a:xfrm>
            <a:off x="6194086" y="2256737"/>
            <a:ext cx="369837" cy="360471"/>
            <a:chOff x="6194086" y="2437737"/>
            <a:chExt cx="369837" cy="360471"/>
          </a:xfrm>
        </p:grpSpPr>
        <p:sp>
          <p:nvSpPr>
            <p:cNvPr id="9252" name="Google Shape;9252;p78"/>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78"/>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54" name="Google Shape;9254;p78"/>
          <p:cNvSpPr txBox="1"/>
          <p:nvPr/>
        </p:nvSpPr>
        <p:spPr>
          <a:xfrm>
            <a:off x="849675" y="722092"/>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Educational Icons</a:t>
            </a:r>
            <a:endParaRPr sz="2400">
              <a:solidFill>
                <a:srgbClr val="FFFFFF"/>
              </a:solidFill>
            </a:endParaRPr>
          </a:p>
        </p:txBody>
      </p:sp>
      <p:sp>
        <p:nvSpPr>
          <p:cNvPr id="9255" name="Google Shape;9255;p78"/>
          <p:cNvSpPr txBox="1"/>
          <p:nvPr/>
        </p:nvSpPr>
        <p:spPr>
          <a:xfrm>
            <a:off x="4858400" y="722092"/>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Medical Icons</a:t>
            </a:r>
            <a:endParaRPr sz="2400">
              <a:solidFill>
                <a:srgbClr val="FFFFFF"/>
              </a:solidFill>
            </a:endParaRPr>
          </a:p>
        </p:txBody>
      </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259" name="Shape 9259"/>
        <p:cNvGrpSpPr/>
        <p:nvPr/>
      </p:nvGrpSpPr>
      <p:grpSpPr>
        <a:xfrm>
          <a:off x="0" y="0"/>
          <a:ext cx="0" cy="0"/>
          <a:chOff x="0" y="0"/>
          <a:chExt cx="0" cy="0"/>
        </a:xfrm>
      </p:grpSpPr>
      <p:grpSp>
        <p:nvGrpSpPr>
          <p:cNvPr id="9260" name="Google Shape;9260;p79"/>
          <p:cNvGrpSpPr/>
          <p:nvPr/>
        </p:nvGrpSpPr>
        <p:grpSpPr>
          <a:xfrm>
            <a:off x="3541011" y="1334344"/>
            <a:ext cx="350166" cy="349434"/>
            <a:chOff x="3541011" y="1508594"/>
            <a:chExt cx="350166" cy="349434"/>
          </a:xfrm>
        </p:grpSpPr>
        <p:sp>
          <p:nvSpPr>
            <p:cNvPr id="9261" name="Google Shape;9261;p79"/>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79"/>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79"/>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79"/>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79"/>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79"/>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79"/>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79"/>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79"/>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79"/>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79"/>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79"/>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79"/>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4" name="Google Shape;9274;p79"/>
          <p:cNvGrpSpPr/>
          <p:nvPr/>
        </p:nvGrpSpPr>
        <p:grpSpPr>
          <a:xfrm>
            <a:off x="3122257" y="1334344"/>
            <a:ext cx="294850" cy="349434"/>
            <a:chOff x="3122257" y="1508594"/>
            <a:chExt cx="294850" cy="349434"/>
          </a:xfrm>
        </p:grpSpPr>
        <p:sp>
          <p:nvSpPr>
            <p:cNvPr id="9275" name="Google Shape;9275;p79"/>
            <p:cNvSpPr/>
            <p:nvPr/>
          </p:nvSpPr>
          <p:spPr>
            <a:xfrm>
              <a:off x="3226110" y="1659042"/>
              <a:ext cx="87557" cy="29568"/>
            </a:xfrm>
            <a:custGeom>
              <a:rect b="b" l="l" r="r" t="t"/>
              <a:pathLst>
                <a:path extrusionOk="0" h="929" w="2751">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79"/>
            <p:cNvSpPr/>
            <p:nvPr/>
          </p:nvSpPr>
          <p:spPr>
            <a:xfrm>
              <a:off x="3171144" y="1612033"/>
              <a:ext cx="196694" cy="245613"/>
            </a:xfrm>
            <a:custGeom>
              <a:rect b="b" l="l" r="r" t="t"/>
              <a:pathLst>
                <a:path extrusionOk="0" h="7717" w="618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79"/>
            <p:cNvSpPr/>
            <p:nvPr/>
          </p:nvSpPr>
          <p:spPr>
            <a:xfrm>
              <a:off x="3204117" y="1836767"/>
              <a:ext cx="10630" cy="21261"/>
            </a:xfrm>
            <a:custGeom>
              <a:rect b="b" l="l" r="r" t="t"/>
              <a:pathLst>
                <a:path extrusionOk="0" h="668" w="334">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79"/>
            <p:cNvSpPr/>
            <p:nvPr/>
          </p:nvSpPr>
          <p:spPr>
            <a:xfrm>
              <a:off x="3324616" y="1836767"/>
              <a:ext cx="10280" cy="21261"/>
            </a:xfrm>
            <a:custGeom>
              <a:rect b="b" l="l" r="r" t="t"/>
              <a:pathLst>
                <a:path extrusionOk="0" h="668" w="323">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79"/>
            <p:cNvSpPr/>
            <p:nvPr/>
          </p:nvSpPr>
          <p:spPr>
            <a:xfrm>
              <a:off x="3122257" y="1508594"/>
              <a:ext cx="294850" cy="278554"/>
            </a:xfrm>
            <a:custGeom>
              <a:rect b="b" l="l" r="r" t="t"/>
              <a:pathLst>
                <a:path extrusionOk="0" h="8752" w="9264">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0" name="Google Shape;9280;p79"/>
          <p:cNvGrpSpPr/>
          <p:nvPr/>
        </p:nvGrpSpPr>
        <p:grpSpPr>
          <a:xfrm>
            <a:off x="910723" y="1333962"/>
            <a:ext cx="251660" cy="350166"/>
            <a:chOff x="910723" y="1508212"/>
            <a:chExt cx="251660" cy="350166"/>
          </a:xfrm>
        </p:grpSpPr>
        <p:sp>
          <p:nvSpPr>
            <p:cNvPr id="9281" name="Google Shape;9281;p79"/>
            <p:cNvSpPr/>
            <p:nvPr/>
          </p:nvSpPr>
          <p:spPr>
            <a:xfrm>
              <a:off x="910723" y="1508212"/>
              <a:ext cx="251660" cy="350166"/>
            </a:xfrm>
            <a:custGeom>
              <a:rect b="b" l="l" r="r" t="t"/>
              <a:pathLst>
                <a:path extrusionOk="0" h="11002" w="7907">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79"/>
            <p:cNvSpPr/>
            <p:nvPr/>
          </p:nvSpPr>
          <p:spPr>
            <a:xfrm>
              <a:off x="1031604" y="1530205"/>
              <a:ext cx="10280" cy="10248"/>
            </a:xfrm>
            <a:custGeom>
              <a:rect b="b" l="l" r="r" t="t"/>
              <a:pathLst>
                <a:path extrusionOk="0" h="322" w="323">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79"/>
            <p:cNvSpPr/>
            <p:nvPr/>
          </p:nvSpPr>
          <p:spPr>
            <a:xfrm>
              <a:off x="932334" y="1551784"/>
              <a:ext cx="208088" cy="273653"/>
            </a:xfrm>
            <a:custGeom>
              <a:rect b="b" l="l" r="r" t="t"/>
              <a:pathLst>
                <a:path extrusionOk="0" h="8598" w="6538">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79"/>
            <p:cNvSpPr/>
            <p:nvPr/>
          </p:nvSpPr>
          <p:spPr>
            <a:xfrm>
              <a:off x="965689" y="1661302"/>
              <a:ext cx="32241" cy="32241"/>
            </a:xfrm>
            <a:custGeom>
              <a:rect b="b" l="l" r="r" t="t"/>
              <a:pathLst>
                <a:path extrusionOk="0" h="1013" w="1013">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79"/>
            <p:cNvSpPr/>
            <p:nvPr/>
          </p:nvSpPr>
          <p:spPr>
            <a:xfrm>
              <a:off x="965689" y="1710571"/>
              <a:ext cx="32241" cy="32241"/>
            </a:xfrm>
            <a:custGeom>
              <a:rect b="b" l="l" r="r" t="t"/>
              <a:pathLst>
                <a:path extrusionOk="0" h="1013" w="1013">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79"/>
            <p:cNvSpPr/>
            <p:nvPr/>
          </p:nvSpPr>
          <p:spPr>
            <a:xfrm>
              <a:off x="965689" y="1760604"/>
              <a:ext cx="32241" cy="31859"/>
            </a:xfrm>
            <a:custGeom>
              <a:rect b="b" l="l" r="r" t="t"/>
              <a:pathLst>
                <a:path extrusionOk="0" h="1001" w="1013">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79"/>
            <p:cNvSpPr/>
            <p:nvPr/>
          </p:nvSpPr>
          <p:spPr>
            <a:xfrm>
              <a:off x="1009643" y="1661302"/>
              <a:ext cx="59899" cy="10662"/>
            </a:xfrm>
            <a:custGeom>
              <a:rect b="b" l="l" r="r" t="t"/>
              <a:pathLst>
                <a:path extrusionOk="0" h="335" w="1882">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79"/>
            <p:cNvSpPr/>
            <p:nvPr/>
          </p:nvSpPr>
          <p:spPr>
            <a:xfrm>
              <a:off x="1009643" y="1683677"/>
              <a:ext cx="98188" cy="10630"/>
            </a:xfrm>
            <a:custGeom>
              <a:rect b="b" l="l" r="r" t="t"/>
              <a:pathLst>
                <a:path extrusionOk="0" h="334" w="3085">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79"/>
            <p:cNvSpPr/>
            <p:nvPr/>
          </p:nvSpPr>
          <p:spPr>
            <a:xfrm>
              <a:off x="1009643" y="1710571"/>
              <a:ext cx="59899" cy="10630"/>
            </a:xfrm>
            <a:custGeom>
              <a:rect b="b" l="l" r="r" t="t"/>
              <a:pathLst>
                <a:path extrusionOk="0" h="334" w="1882">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79"/>
            <p:cNvSpPr/>
            <p:nvPr/>
          </p:nvSpPr>
          <p:spPr>
            <a:xfrm>
              <a:off x="1009643" y="1732946"/>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79"/>
            <p:cNvSpPr/>
            <p:nvPr/>
          </p:nvSpPr>
          <p:spPr>
            <a:xfrm>
              <a:off x="1009643" y="1760604"/>
              <a:ext cx="59899" cy="10248"/>
            </a:xfrm>
            <a:custGeom>
              <a:rect b="b" l="l" r="r" t="t"/>
              <a:pathLst>
                <a:path extrusionOk="0" h="322" w="1882">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79"/>
            <p:cNvSpPr/>
            <p:nvPr/>
          </p:nvSpPr>
          <p:spPr>
            <a:xfrm>
              <a:off x="1009643" y="1782183"/>
              <a:ext cx="98188" cy="10662"/>
            </a:xfrm>
            <a:custGeom>
              <a:rect b="b" l="l" r="r" t="t"/>
              <a:pathLst>
                <a:path extrusionOk="0" h="335" w="3085">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79"/>
            <p:cNvSpPr/>
            <p:nvPr/>
          </p:nvSpPr>
          <p:spPr>
            <a:xfrm>
              <a:off x="1009643" y="1579473"/>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79"/>
            <p:cNvSpPr/>
            <p:nvPr/>
          </p:nvSpPr>
          <p:spPr>
            <a:xfrm>
              <a:off x="965689" y="1628711"/>
              <a:ext cx="142142" cy="10662"/>
            </a:xfrm>
            <a:custGeom>
              <a:rect b="b" l="l" r="r" t="t"/>
              <a:pathLst>
                <a:path extrusionOk="0" h="335" w="4466">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79"/>
            <p:cNvSpPr/>
            <p:nvPr/>
          </p:nvSpPr>
          <p:spPr>
            <a:xfrm>
              <a:off x="1009643" y="1601434"/>
              <a:ext cx="26926" cy="10280"/>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79"/>
            <p:cNvSpPr/>
            <p:nvPr/>
          </p:nvSpPr>
          <p:spPr>
            <a:xfrm>
              <a:off x="1047550" y="1601434"/>
              <a:ext cx="26926" cy="10280"/>
            </a:xfrm>
            <a:custGeom>
              <a:rect b="b" l="l" r="r" t="t"/>
              <a:pathLst>
                <a:path extrusionOk="0" h="323" w="846">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79"/>
            <p:cNvSpPr/>
            <p:nvPr/>
          </p:nvSpPr>
          <p:spPr>
            <a:xfrm>
              <a:off x="966071" y="1579473"/>
              <a:ext cx="32241" cy="32241"/>
            </a:xfrm>
            <a:custGeom>
              <a:rect b="b" l="l" r="r" t="t"/>
              <a:pathLst>
                <a:path extrusionOk="0" h="1013" w="1013">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8" name="Google Shape;9298;p79"/>
          <p:cNvGrpSpPr/>
          <p:nvPr/>
        </p:nvGrpSpPr>
        <p:grpSpPr>
          <a:xfrm>
            <a:off x="1308631" y="1333580"/>
            <a:ext cx="350166" cy="350198"/>
            <a:chOff x="1308631" y="1507830"/>
            <a:chExt cx="350166" cy="350198"/>
          </a:xfrm>
        </p:grpSpPr>
        <p:sp>
          <p:nvSpPr>
            <p:cNvPr id="9299" name="Google Shape;9299;p79"/>
            <p:cNvSpPr/>
            <p:nvPr/>
          </p:nvSpPr>
          <p:spPr>
            <a:xfrm>
              <a:off x="1308631" y="1507830"/>
              <a:ext cx="350166" cy="350198"/>
            </a:xfrm>
            <a:custGeom>
              <a:rect b="b" l="l" r="r" t="t"/>
              <a:pathLst>
                <a:path extrusionOk="0" h="11003" w="11002">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79"/>
            <p:cNvSpPr/>
            <p:nvPr/>
          </p:nvSpPr>
          <p:spPr>
            <a:xfrm>
              <a:off x="1373049" y="1574063"/>
              <a:ext cx="181544" cy="179730"/>
            </a:xfrm>
            <a:custGeom>
              <a:rect b="b" l="l" r="r" t="t"/>
              <a:pathLst>
                <a:path extrusionOk="0" h="5647" w="5704">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79"/>
            <p:cNvSpPr/>
            <p:nvPr/>
          </p:nvSpPr>
          <p:spPr>
            <a:xfrm>
              <a:off x="1411338" y="1606368"/>
              <a:ext cx="182276" cy="186477"/>
            </a:xfrm>
            <a:custGeom>
              <a:rect b="b" l="l" r="r" t="t"/>
              <a:pathLst>
                <a:path extrusionOk="0" h="5859" w="5727">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79"/>
            <p:cNvSpPr/>
            <p:nvPr/>
          </p:nvSpPr>
          <p:spPr>
            <a:xfrm>
              <a:off x="1461721" y="1634026"/>
              <a:ext cx="43986" cy="15564"/>
            </a:xfrm>
            <a:custGeom>
              <a:rect b="b" l="l" r="r" t="t"/>
              <a:pathLst>
                <a:path extrusionOk="0" h="489" w="1382">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3" name="Google Shape;9303;p79"/>
          <p:cNvGrpSpPr/>
          <p:nvPr/>
        </p:nvGrpSpPr>
        <p:grpSpPr>
          <a:xfrm>
            <a:off x="1756921" y="1335489"/>
            <a:ext cx="345997" cy="345997"/>
            <a:chOff x="1756921" y="1509739"/>
            <a:chExt cx="345997" cy="345997"/>
          </a:xfrm>
        </p:grpSpPr>
        <p:sp>
          <p:nvSpPr>
            <p:cNvPr id="9304" name="Google Shape;9304;p79"/>
            <p:cNvSpPr/>
            <p:nvPr/>
          </p:nvSpPr>
          <p:spPr>
            <a:xfrm>
              <a:off x="1756921" y="1509739"/>
              <a:ext cx="345997" cy="345997"/>
            </a:xfrm>
            <a:custGeom>
              <a:rect b="b" l="l" r="r" t="t"/>
              <a:pathLst>
                <a:path extrusionOk="0" h="10871" w="10871">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79"/>
            <p:cNvSpPr/>
            <p:nvPr/>
          </p:nvSpPr>
          <p:spPr>
            <a:xfrm>
              <a:off x="1781937" y="1535488"/>
              <a:ext cx="295614" cy="295614"/>
            </a:xfrm>
            <a:custGeom>
              <a:rect b="b" l="l" r="r" t="t"/>
              <a:pathLst>
                <a:path extrusionOk="0" h="9288" w="9288">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79"/>
            <p:cNvSpPr/>
            <p:nvPr/>
          </p:nvSpPr>
          <p:spPr>
            <a:xfrm>
              <a:off x="1806954" y="1677980"/>
              <a:ext cx="17441" cy="10630"/>
            </a:xfrm>
            <a:custGeom>
              <a:rect b="b" l="l" r="r" t="t"/>
              <a:pathLst>
                <a:path extrusionOk="0" h="334" w="548">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79"/>
            <p:cNvSpPr/>
            <p:nvPr/>
          </p:nvSpPr>
          <p:spPr>
            <a:xfrm>
              <a:off x="1924429" y="1560122"/>
              <a:ext cx="128106" cy="128488"/>
            </a:xfrm>
            <a:custGeom>
              <a:rect b="b" l="l" r="r" t="t"/>
              <a:pathLst>
                <a:path extrusionOk="0" h="4037" w="4025">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79"/>
            <p:cNvSpPr/>
            <p:nvPr/>
          </p:nvSpPr>
          <p:spPr>
            <a:xfrm>
              <a:off x="1924811" y="1788644"/>
              <a:ext cx="10630" cy="17823"/>
            </a:xfrm>
            <a:custGeom>
              <a:rect b="b" l="l" r="r" t="t"/>
              <a:pathLst>
                <a:path extrusionOk="0" h="560" w="334">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79"/>
            <p:cNvSpPr/>
            <p:nvPr/>
          </p:nvSpPr>
          <p:spPr>
            <a:xfrm>
              <a:off x="1841423" y="1594719"/>
              <a:ext cx="16328" cy="15086"/>
            </a:xfrm>
            <a:custGeom>
              <a:rect b="b" l="l" r="r" t="t"/>
              <a:pathLst>
                <a:path extrusionOk="0" h="474" w="513">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79"/>
            <p:cNvSpPr/>
            <p:nvPr/>
          </p:nvSpPr>
          <p:spPr>
            <a:xfrm>
              <a:off x="2002470" y="1756243"/>
              <a:ext cx="16709" cy="15755"/>
            </a:xfrm>
            <a:custGeom>
              <a:rect b="b" l="l" r="r" t="t"/>
              <a:pathLst>
                <a:path extrusionOk="0" h="495" w="525">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79"/>
            <p:cNvSpPr/>
            <p:nvPr/>
          </p:nvSpPr>
          <p:spPr>
            <a:xfrm>
              <a:off x="2002470" y="1594719"/>
              <a:ext cx="16328" cy="15086"/>
            </a:xfrm>
            <a:custGeom>
              <a:rect b="b" l="l" r="r" t="t"/>
              <a:pathLst>
                <a:path extrusionOk="0" h="474" w="513">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79"/>
            <p:cNvSpPr/>
            <p:nvPr/>
          </p:nvSpPr>
          <p:spPr>
            <a:xfrm>
              <a:off x="1841041" y="1756530"/>
              <a:ext cx="16709" cy="15468"/>
            </a:xfrm>
            <a:custGeom>
              <a:rect b="b" l="l" r="r" t="t"/>
              <a:pathLst>
                <a:path extrusionOk="0" h="486" w="525">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79"/>
            <p:cNvSpPr/>
            <p:nvPr/>
          </p:nvSpPr>
          <p:spPr>
            <a:xfrm>
              <a:off x="1816025" y="1632084"/>
              <a:ext cx="17855" cy="13336"/>
            </a:xfrm>
            <a:custGeom>
              <a:rect b="b" l="l" r="r" t="t"/>
              <a:pathLst>
                <a:path extrusionOk="0" h="419" w="561">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79"/>
            <p:cNvSpPr/>
            <p:nvPr/>
          </p:nvSpPr>
          <p:spPr>
            <a:xfrm>
              <a:off x="2026341" y="1721297"/>
              <a:ext cx="17855" cy="13177"/>
            </a:xfrm>
            <a:custGeom>
              <a:rect b="b" l="l" r="r" t="t"/>
              <a:pathLst>
                <a:path extrusionOk="0" h="414" w="561">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79"/>
            <p:cNvSpPr/>
            <p:nvPr/>
          </p:nvSpPr>
          <p:spPr>
            <a:xfrm>
              <a:off x="1967619" y="1569702"/>
              <a:ext cx="14036" cy="16996"/>
            </a:xfrm>
            <a:custGeom>
              <a:rect b="b" l="l" r="r" t="t"/>
              <a:pathLst>
                <a:path extrusionOk="0" h="534" w="441">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79"/>
            <p:cNvSpPr/>
            <p:nvPr/>
          </p:nvSpPr>
          <p:spPr>
            <a:xfrm>
              <a:off x="1877802" y="1780019"/>
              <a:ext cx="14450" cy="16996"/>
            </a:xfrm>
            <a:custGeom>
              <a:rect b="b" l="l" r="r" t="t"/>
              <a:pathLst>
                <a:path extrusionOk="0" h="534" w="454">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79"/>
            <p:cNvSpPr/>
            <p:nvPr/>
          </p:nvSpPr>
          <p:spPr>
            <a:xfrm>
              <a:off x="1879711" y="1568652"/>
              <a:ext cx="14418" cy="16900"/>
            </a:xfrm>
            <a:custGeom>
              <a:rect b="b" l="l" r="r" t="t"/>
              <a:pathLst>
                <a:path extrusionOk="0" h="531" w="453">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79"/>
            <p:cNvSpPr/>
            <p:nvPr/>
          </p:nvSpPr>
          <p:spPr>
            <a:xfrm>
              <a:off x="1965709" y="1780846"/>
              <a:ext cx="14068" cy="16900"/>
            </a:xfrm>
            <a:custGeom>
              <a:rect b="b" l="l" r="r" t="t"/>
              <a:pathLst>
                <a:path extrusionOk="0" h="531" w="442">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79"/>
            <p:cNvSpPr/>
            <p:nvPr/>
          </p:nvSpPr>
          <p:spPr>
            <a:xfrm>
              <a:off x="2026723" y="1633644"/>
              <a:ext cx="17855" cy="13304"/>
            </a:xfrm>
            <a:custGeom>
              <a:rect b="b" l="l" r="r" t="t"/>
              <a:pathLst>
                <a:path extrusionOk="0" h="418" w="561">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79"/>
            <p:cNvSpPr/>
            <p:nvPr/>
          </p:nvSpPr>
          <p:spPr>
            <a:xfrm>
              <a:off x="1814911" y="1719419"/>
              <a:ext cx="18205" cy="13177"/>
            </a:xfrm>
            <a:custGeom>
              <a:rect b="b" l="l" r="r" t="t"/>
              <a:pathLst>
                <a:path extrusionOk="0" h="414" w="572">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1" name="Google Shape;9321;p79"/>
          <p:cNvGrpSpPr/>
          <p:nvPr/>
        </p:nvGrpSpPr>
        <p:grpSpPr>
          <a:xfrm>
            <a:off x="2216956" y="1336253"/>
            <a:ext cx="318721" cy="345615"/>
            <a:chOff x="2216956" y="1510503"/>
            <a:chExt cx="318721" cy="345615"/>
          </a:xfrm>
        </p:grpSpPr>
        <p:sp>
          <p:nvSpPr>
            <p:cNvPr id="9322" name="Google Shape;9322;p79"/>
            <p:cNvSpPr/>
            <p:nvPr/>
          </p:nvSpPr>
          <p:spPr>
            <a:xfrm>
              <a:off x="2386724" y="1510503"/>
              <a:ext cx="142524" cy="151594"/>
            </a:xfrm>
            <a:custGeom>
              <a:rect b="b" l="l" r="r" t="t"/>
              <a:pathLst>
                <a:path extrusionOk="0" h="4763" w="4478">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79"/>
            <p:cNvSpPr/>
            <p:nvPr/>
          </p:nvSpPr>
          <p:spPr>
            <a:xfrm>
              <a:off x="2423102" y="1541185"/>
              <a:ext cx="77723" cy="77723"/>
            </a:xfrm>
            <a:custGeom>
              <a:rect b="b" l="l" r="r" t="t"/>
              <a:pathLst>
                <a:path extrusionOk="0" h="2442" w="2442">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79"/>
            <p:cNvSpPr/>
            <p:nvPr/>
          </p:nvSpPr>
          <p:spPr>
            <a:xfrm>
              <a:off x="2216956" y="1538543"/>
              <a:ext cx="318721" cy="317575"/>
            </a:xfrm>
            <a:custGeom>
              <a:rect b="b" l="l" r="r" t="t"/>
              <a:pathLst>
                <a:path extrusionOk="0" h="9978" w="10014">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79"/>
            <p:cNvSpPr/>
            <p:nvPr/>
          </p:nvSpPr>
          <p:spPr>
            <a:xfrm>
              <a:off x="2275327" y="1662448"/>
              <a:ext cx="100066" cy="39434"/>
            </a:xfrm>
            <a:custGeom>
              <a:rect b="b" l="l" r="r" t="t"/>
              <a:pathLst>
                <a:path extrusionOk="0" h="1239" w="3144">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79"/>
            <p:cNvSpPr/>
            <p:nvPr/>
          </p:nvSpPr>
          <p:spPr>
            <a:xfrm>
              <a:off x="2371192" y="1745422"/>
              <a:ext cx="101211" cy="60663"/>
            </a:xfrm>
            <a:custGeom>
              <a:rect b="b" l="l" r="r" t="t"/>
              <a:pathLst>
                <a:path extrusionOk="0" h="1906" w="318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7" name="Google Shape;9327;p79"/>
          <p:cNvGrpSpPr/>
          <p:nvPr/>
        </p:nvGrpSpPr>
        <p:grpSpPr>
          <a:xfrm>
            <a:off x="3988156" y="1394211"/>
            <a:ext cx="349052" cy="230049"/>
            <a:chOff x="3988156" y="1568461"/>
            <a:chExt cx="349052" cy="230049"/>
          </a:xfrm>
        </p:grpSpPr>
        <p:sp>
          <p:nvSpPr>
            <p:cNvPr id="9328" name="Google Shape;9328;p79"/>
            <p:cNvSpPr/>
            <p:nvPr/>
          </p:nvSpPr>
          <p:spPr>
            <a:xfrm>
              <a:off x="3988156" y="1571135"/>
              <a:ext cx="349052" cy="227376"/>
            </a:xfrm>
            <a:custGeom>
              <a:rect b="b" l="l" r="r" t="t"/>
              <a:pathLst>
                <a:path extrusionOk="0" h="7144" w="10967">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79"/>
            <p:cNvSpPr/>
            <p:nvPr/>
          </p:nvSpPr>
          <p:spPr>
            <a:xfrm>
              <a:off x="4188256" y="1568461"/>
              <a:ext cx="146661" cy="61809"/>
            </a:xfrm>
            <a:custGeom>
              <a:rect b="b" l="l" r="r" t="t"/>
              <a:pathLst>
                <a:path extrusionOk="0" h="1942" w="4608">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79"/>
            <p:cNvSpPr/>
            <p:nvPr/>
          </p:nvSpPr>
          <p:spPr>
            <a:xfrm>
              <a:off x="4123805" y="1677598"/>
              <a:ext cx="13304" cy="13304"/>
            </a:xfrm>
            <a:custGeom>
              <a:rect b="b" l="l" r="r" t="t"/>
              <a:pathLst>
                <a:path extrusionOk="0" h="418" w="418">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79"/>
            <p:cNvSpPr/>
            <p:nvPr/>
          </p:nvSpPr>
          <p:spPr>
            <a:xfrm>
              <a:off x="4096147" y="1677598"/>
              <a:ext cx="13304" cy="13304"/>
            </a:xfrm>
            <a:custGeom>
              <a:rect b="b" l="l" r="r" t="t"/>
              <a:pathLst>
                <a:path extrusionOk="0" h="418" w="418">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79"/>
            <p:cNvSpPr/>
            <p:nvPr/>
          </p:nvSpPr>
          <p:spPr>
            <a:xfrm>
              <a:off x="4068871" y="1677598"/>
              <a:ext cx="13686" cy="13304"/>
            </a:xfrm>
            <a:custGeom>
              <a:rect b="b" l="l" r="r" t="t"/>
              <a:pathLst>
                <a:path extrusionOk="0" h="418" w="43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79"/>
            <p:cNvSpPr/>
            <p:nvPr/>
          </p:nvSpPr>
          <p:spPr>
            <a:xfrm>
              <a:off x="4041594" y="1677598"/>
              <a:ext cx="13304" cy="13304"/>
            </a:xfrm>
            <a:custGeom>
              <a:rect b="b" l="l" r="r" t="t"/>
              <a:pathLst>
                <a:path extrusionOk="0" h="418" w="418">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79"/>
            <p:cNvSpPr/>
            <p:nvPr/>
          </p:nvSpPr>
          <p:spPr>
            <a:xfrm>
              <a:off x="4239402" y="1677598"/>
              <a:ext cx="13304" cy="13304"/>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5" name="Google Shape;9335;p79"/>
          <p:cNvGrpSpPr/>
          <p:nvPr/>
        </p:nvGrpSpPr>
        <p:grpSpPr>
          <a:xfrm>
            <a:off x="2633037" y="1325623"/>
            <a:ext cx="379002" cy="366112"/>
            <a:chOff x="2633037" y="1499873"/>
            <a:chExt cx="379002" cy="366112"/>
          </a:xfrm>
        </p:grpSpPr>
        <p:sp>
          <p:nvSpPr>
            <p:cNvPr id="9336" name="Google Shape;9336;p79"/>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79"/>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79"/>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79"/>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79"/>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79"/>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2" name="Google Shape;9342;p79"/>
          <p:cNvGrpSpPr/>
          <p:nvPr/>
        </p:nvGrpSpPr>
        <p:grpSpPr>
          <a:xfrm>
            <a:off x="6675256" y="1341919"/>
            <a:ext cx="327823" cy="357009"/>
            <a:chOff x="6675256" y="1516169"/>
            <a:chExt cx="327823" cy="357009"/>
          </a:xfrm>
        </p:grpSpPr>
        <p:sp>
          <p:nvSpPr>
            <p:cNvPr id="9343" name="Google Shape;9343;p79"/>
            <p:cNvSpPr/>
            <p:nvPr/>
          </p:nvSpPr>
          <p:spPr>
            <a:xfrm>
              <a:off x="6675256" y="1516169"/>
              <a:ext cx="111078" cy="188737"/>
            </a:xfrm>
            <a:custGeom>
              <a:rect b="b" l="l" r="r" t="t"/>
              <a:pathLst>
                <a:path extrusionOk="0" h="5930" w="349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79"/>
            <p:cNvSpPr/>
            <p:nvPr/>
          </p:nvSpPr>
          <p:spPr>
            <a:xfrm>
              <a:off x="6696103" y="1679507"/>
              <a:ext cx="10630" cy="26162"/>
            </a:xfrm>
            <a:custGeom>
              <a:rect b="b" l="l" r="r" t="t"/>
              <a:pathLst>
                <a:path extrusionOk="0" h="822" w="334">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79"/>
            <p:cNvSpPr/>
            <p:nvPr/>
          </p:nvSpPr>
          <p:spPr>
            <a:xfrm>
              <a:off x="6752183" y="1679507"/>
              <a:ext cx="10280" cy="26162"/>
            </a:xfrm>
            <a:custGeom>
              <a:rect b="b" l="l" r="r" t="t"/>
              <a:pathLst>
                <a:path extrusionOk="0" h="822" w="323">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79"/>
            <p:cNvSpPr/>
            <p:nvPr/>
          </p:nvSpPr>
          <p:spPr>
            <a:xfrm>
              <a:off x="6919310" y="1734060"/>
              <a:ext cx="45131" cy="15946"/>
            </a:xfrm>
            <a:custGeom>
              <a:rect b="b" l="l" r="r" t="t"/>
              <a:pathLst>
                <a:path extrusionOk="0" h="501" w="1418">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79"/>
            <p:cNvSpPr/>
            <p:nvPr/>
          </p:nvSpPr>
          <p:spPr>
            <a:xfrm>
              <a:off x="6879907" y="1706020"/>
              <a:ext cx="123172" cy="167158"/>
            </a:xfrm>
            <a:custGeom>
              <a:rect b="b" l="l" r="r" t="t"/>
              <a:pathLst>
                <a:path extrusionOk="0" h="5252" w="387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79"/>
            <p:cNvSpPr/>
            <p:nvPr/>
          </p:nvSpPr>
          <p:spPr>
            <a:xfrm>
              <a:off x="6902632" y="1840173"/>
              <a:ext cx="10630" cy="32623"/>
            </a:xfrm>
            <a:custGeom>
              <a:rect b="b" l="l" r="r" t="t"/>
              <a:pathLst>
                <a:path extrusionOk="0" h="1025" w="334">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79"/>
            <p:cNvSpPr/>
            <p:nvPr/>
          </p:nvSpPr>
          <p:spPr>
            <a:xfrm>
              <a:off x="6970075" y="1840173"/>
              <a:ext cx="10280" cy="32623"/>
            </a:xfrm>
            <a:custGeom>
              <a:rect b="b" l="l" r="r" t="t"/>
              <a:pathLst>
                <a:path extrusionOk="0" h="1025" w="323">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79"/>
            <p:cNvSpPr/>
            <p:nvPr/>
          </p:nvSpPr>
          <p:spPr>
            <a:xfrm>
              <a:off x="6772267" y="1594241"/>
              <a:ext cx="182690" cy="100830"/>
            </a:xfrm>
            <a:custGeom>
              <a:rect b="b" l="l" r="r" t="t"/>
              <a:pathLst>
                <a:path extrusionOk="0" h="3168" w="574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79"/>
            <p:cNvSpPr/>
            <p:nvPr/>
          </p:nvSpPr>
          <p:spPr>
            <a:xfrm>
              <a:off x="6716950" y="1716268"/>
              <a:ext cx="181926" cy="100448"/>
            </a:xfrm>
            <a:custGeom>
              <a:rect b="b" l="l" r="r" t="t"/>
              <a:pathLst>
                <a:path extrusionOk="0" h="3156" w="5716">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2" name="Google Shape;9352;p79"/>
          <p:cNvGrpSpPr/>
          <p:nvPr/>
        </p:nvGrpSpPr>
        <p:grpSpPr>
          <a:xfrm>
            <a:off x="8020159" y="1342301"/>
            <a:ext cx="300897" cy="356627"/>
            <a:chOff x="8020159" y="1516551"/>
            <a:chExt cx="300897" cy="356627"/>
          </a:xfrm>
        </p:grpSpPr>
        <p:sp>
          <p:nvSpPr>
            <p:cNvPr id="9353" name="Google Shape;9353;p79"/>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79"/>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79"/>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79"/>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79"/>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8" name="Google Shape;9358;p79"/>
          <p:cNvGrpSpPr/>
          <p:nvPr/>
        </p:nvGrpSpPr>
        <p:grpSpPr>
          <a:xfrm>
            <a:off x="5377363" y="1341919"/>
            <a:ext cx="257357" cy="356627"/>
            <a:chOff x="5377363" y="1516169"/>
            <a:chExt cx="257357" cy="356627"/>
          </a:xfrm>
        </p:grpSpPr>
        <p:sp>
          <p:nvSpPr>
            <p:cNvPr id="9359" name="Google Shape;9359;p79"/>
            <p:cNvSpPr/>
            <p:nvPr/>
          </p:nvSpPr>
          <p:spPr>
            <a:xfrm>
              <a:off x="5377363" y="1516169"/>
              <a:ext cx="257357" cy="356627"/>
            </a:xfrm>
            <a:custGeom>
              <a:rect b="b" l="l" r="r" t="t"/>
              <a:pathLst>
                <a:path extrusionOk="0" h="11205" w="8086">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79"/>
            <p:cNvSpPr/>
            <p:nvPr/>
          </p:nvSpPr>
          <p:spPr>
            <a:xfrm>
              <a:off x="5501681" y="1538925"/>
              <a:ext cx="10248" cy="10248"/>
            </a:xfrm>
            <a:custGeom>
              <a:rect b="b" l="l" r="r" t="t"/>
              <a:pathLst>
                <a:path extrusionOk="0" h="322" w="322">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79"/>
            <p:cNvSpPr/>
            <p:nvPr/>
          </p:nvSpPr>
          <p:spPr>
            <a:xfrm>
              <a:off x="5401233" y="1560886"/>
              <a:ext cx="211112" cy="278554"/>
            </a:xfrm>
            <a:custGeom>
              <a:rect b="b" l="l" r="r" t="t"/>
              <a:pathLst>
                <a:path extrusionOk="0" h="8752" w="6633">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79"/>
            <p:cNvSpPr/>
            <p:nvPr/>
          </p:nvSpPr>
          <p:spPr>
            <a:xfrm>
              <a:off x="5434207" y="1672664"/>
              <a:ext cx="33387" cy="33387"/>
            </a:xfrm>
            <a:custGeom>
              <a:rect b="b" l="l" r="r" t="t"/>
              <a:pathLst>
                <a:path extrusionOk="0" h="1049" w="1049">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79"/>
            <p:cNvSpPr/>
            <p:nvPr/>
          </p:nvSpPr>
          <p:spPr>
            <a:xfrm>
              <a:off x="5434207" y="1723079"/>
              <a:ext cx="33387" cy="33005"/>
            </a:xfrm>
            <a:custGeom>
              <a:rect b="b" l="l" r="r" t="t"/>
              <a:pathLst>
                <a:path extrusionOk="0" h="1037" w="1049">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79"/>
            <p:cNvSpPr/>
            <p:nvPr/>
          </p:nvSpPr>
          <p:spPr>
            <a:xfrm>
              <a:off x="5434207" y="1773112"/>
              <a:ext cx="33387" cy="33355"/>
            </a:xfrm>
            <a:custGeom>
              <a:rect b="b" l="l" r="r" t="t"/>
              <a:pathLst>
                <a:path extrusionOk="0" h="1048" w="1049">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79"/>
            <p:cNvSpPr/>
            <p:nvPr/>
          </p:nvSpPr>
          <p:spPr>
            <a:xfrm>
              <a:off x="5478924" y="1672664"/>
              <a:ext cx="60663" cy="10662"/>
            </a:xfrm>
            <a:custGeom>
              <a:rect b="b" l="l" r="r" t="t"/>
              <a:pathLst>
                <a:path extrusionOk="0" h="335" w="1906">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79"/>
            <p:cNvSpPr/>
            <p:nvPr/>
          </p:nvSpPr>
          <p:spPr>
            <a:xfrm>
              <a:off x="5478924" y="1695039"/>
              <a:ext cx="99716" cy="10630"/>
            </a:xfrm>
            <a:custGeom>
              <a:rect b="b" l="l" r="r" t="t"/>
              <a:pathLst>
                <a:path extrusionOk="0" h="334" w="3133">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79"/>
            <p:cNvSpPr/>
            <p:nvPr/>
          </p:nvSpPr>
          <p:spPr>
            <a:xfrm>
              <a:off x="5478924" y="1723079"/>
              <a:ext cx="60663" cy="10248"/>
            </a:xfrm>
            <a:custGeom>
              <a:rect b="b" l="l" r="r" t="t"/>
              <a:pathLst>
                <a:path extrusionOk="0" h="322" w="1906">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79"/>
            <p:cNvSpPr/>
            <p:nvPr/>
          </p:nvSpPr>
          <p:spPr>
            <a:xfrm>
              <a:off x="5478924" y="1745422"/>
              <a:ext cx="99716" cy="10280"/>
            </a:xfrm>
            <a:custGeom>
              <a:rect b="b" l="l" r="r" t="t"/>
              <a:pathLst>
                <a:path extrusionOk="0" h="323" w="3133">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79"/>
            <p:cNvSpPr/>
            <p:nvPr/>
          </p:nvSpPr>
          <p:spPr>
            <a:xfrm>
              <a:off x="5478924" y="1773112"/>
              <a:ext cx="60663" cy="10630"/>
            </a:xfrm>
            <a:custGeom>
              <a:rect b="b" l="l" r="r" t="t"/>
              <a:pathLst>
                <a:path extrusionOk="0" h="334" w="1906">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79"/>
            <p:cNvSpPr/>
            <p:nvPr/>
          </p:nvSpPr>
          <p:spPr>
            <a:xfrm>
              <a:off x="5478924" y="1795455"/>
              <a:ext cx="99716" cy="10630"/>
            </a:xfrm>
            <a:custGeom>
              <a:rect b="b" l="l" r="r" t="t"/>
              <a:pathLst>
                <a:path extrusionOk="0" h="334"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79"/>
            <p:cNvSpPr/>
            <p:nvPr/>
          </p:nvSpPr>
          <p:spPr>
            <a:xfrm>
              <a:off x="5478924" y="1588926"/>
              <a:ext cx="99716" cy="10662"/>
            </a:xfrm>
            <a:custGeom>
              <a:rect b="b" l="l" r="r" t="t"/>
              <a:pathLst>
                <a:path extrusionOk="0" h="335"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79"/>
            <p:cNvSpPr/>
            <p:nvPr/>
          </p:nvSpPr>
          <p:spPr>
            <a:xfrm>
              <a:off x="5434207" y="1639341"/>
              <a:ext cx="144783" cy="10248"/>
            </a:xfrm>
            <a:custGeom>
              <a:rect b="b" l="l" r="r" t="t"/>
              <a:pathLst>
                <a:path extrusionOk="0" h="322" w="4549">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79"/>
            <p:cNvSpPr/>
            <p:nvPr/>
          </p:nvSpPr>
          <p:spPr>
            <a:xfrm>
              <a:off x="5479306" y="1611301"/>
              <a:ext cx="26926" cy="10248"/>
            </a:xfrm>
            <a:custGeom>
              <a:rect b="b" l="l" r="r" t="t"/>
              <a:pathLst>
                <a:path extrusionOk="0" h="322" w="846">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79"/>
            <p:cNvSpPr/>
            <p:nvPr/>
          </p:nvSpPr>
          <p:spPr>
            <a:xfrm>
              <a:off x="5518327" y="1611301"/>
              <a:ext cx="26958" cy="10248"/>
            </a:xfrm>
            <a:custGeom>
              <a:rect b="b" l="l" r="r" t="t"/>
              <a:pathLst>
                <a:path extrusionOk="0" h="322" w="847">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79"/>
            <p:cNvSpPr/>
            <p:nvPr/>
          </p:nvSpPr>
          <p:spPr>
            <a:xfrm>
              <a:off x="5434207" y="1588926"/>
              <a:ext cx="32623" cy="32623"/>
            </a:xfrm>
            <a:custGeom>
              <a:rect b="b" l="l" r="r" t="t"/>
              <a:pathLst>
                <a:path extrusionOk="0" h="1025" w="1025">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6" name="Google Shape;9376;p79"/>
          <p:cNvGrpSpPr/>
          <p:nvPr/>
        </p:nvGrpSpPr>
        <p:grpSpPr>
          <a:xfrm>
            <a:off x="4880567" y="1361620"/>
            <a:ext cx="356245" cy="317607"/>
            <a:chOff x="4880567" y="1535870"/>
            <a:chExt cx="356245" cy="317607"/>
          </a:xfrm>
        </p:grpSpPr>
        <p:sp>
          <p:nvSpPr>
            <p:cNvPr id="9377" name="Google Shape;9377;p79"/>
            <p:cNvSpPr/>
            <p:nvPr/>
          </p:nvSpPr>
          <p:spPr>
            <a:xfrm>
              <a:off x="5103774" y="1535870"/>
              <a:ext cx="100448" cy="128138"/>
            </a:xfrm>
            <a:custGeom>
              <a:rect b="b" l="l" r="r" t="t"/>
              <a:pathLst>
                <a:path extrusionOk="0" h="4026" w="3156">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79"/>
            <p:cNvSpPr/>
            <p:nvPr/>
          </p:nvSpPr>
          <p:spPr>
            <a:xfrm>
              <a:off x="4880567" y="1552929"/>
              <a:ext cx="200895" cy="300547"/>
            </a:xfrm>
            <a:custGeom>
              <a:rect b="b" l="l" r="r" t="t"/>
              <a:pathLst>
                <a:path extrusionOk="0" h="9443" w="6312">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79"/>
            <p:cNvSpPr/>
            <p:nvPr/>
          </p:nvSpPr>
          <p:spPr>
            <a:xfrm>
              <a:off x="4919620"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79"/>
            <p:cNvSpPr/>
            <p:nvPr/>
          </p:nvSpPr>
          <p:spPr>
            <a:xfrm>
              <a:off x="5031398"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79"/>
            <p:cNvSpPr/>
            <p:nvPr/>
          </p:nvSpPr>
          <p:spPr>
            <a:xfrm>
              <a:off x="5070418" y="1552547"/>
              <a:ext cx="166394" cy="173969"/>
            </a:xfrm>
            <a:custGeom>
              <a:rect b="b" l="l" r="r" t="t"/>
              <a:pathLst>
                <a:path extrusionOk="0" h="5466" w="5228">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2" name="Google Shape;9382;p79"/>
          <p:cNvGrpSpPr/>
          <p:nvPr/>
        </p:nvGrpSpPr>
        <p:grpSpPr>
          <a:xfrm>
            <a:off x="5771483" y="1341537"/>
            <a:ext cx="357359" cy="357391"/>
            <a:chOff x="5771483" y="1515787"/>
            <a:chExt cx="357359" cy="357391"/>
          </a:xfrm>
        </p:grpSpPr>
        <p:sp>
          <p:nvSpPr>
            <p:cNvPr id="9383" name="Google Shape;9383;p79"/>
            <p:cNvSpPr/>
            <p:nvPr/>
          </p:nvSpPr>
          <p:spPr>
            <a:xfrm>
              <a:off x="5771483" y="1515787"/>
              <a:ext cx="357359" cy="357391"/>
            </a:xfrm>
            <a:custGeom>
              <a:rect b="b" l="l" r="r" t="t"/>
              <a:pathLst>
                <a:path extrusionOk="0" h="11229" w="11228">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79"/>
            <p:cNvSpPr/>
            <p:nvPr/>
          </p:nvSpPr>
          <p:spPr>
            <a:xfrm>
              <a:off x="5837429" y="1583070"/>
              <a:ext cx="185713" cy="183613"/>
            </a:xfrm>
            <a:custGeom>
              <a:rect b="b" l="l" r="r" t="t"/>
              <a:pathLst>
                <a:path extrusionOk="0" h="5769" w="5835">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79"/>
            <p:cNvSpPr/>
            <p:nvPr/>
          </p:nvSpPr>
          <p:spPr>
            <a:xfrm>
              <a:off x="5876068" y="1616584"/>
              <a:ext cx="186859" cy="189501"/>
            </a:xfrm>
            <a:custGeom>
              <a:rect b="b" l="l" r="r" t="t"/>
              <a:pathLst>
                <a:path extrusionOk="0" h="5954" w="5871">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79"/>
            <p:cNvSpPr/>
            <p:nvPr/>
          </p:nvSpPr>
          <p:spPr>
            <a:xfrm>
              <a:off x="5928360" y="1644624"/>
              <a:ext cx="45131" cy="16328"/>
            </a:xfrm>
            <a:custGeom>
              <a:rect b="b" l="l" r="r" t="t"/>
              <a:pathLst>
                <a:path extrusionOk="0" h="513" w="1418">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7" name="Google Shape;9387;p79"/>
          <p:cNvGrpSpPr/>
          <p:nvPr/>
        </p:nvGrpSpPr>
        <p:grpSpPr>
          <a:xfrm>
            <a:off x="7121669" y="1359360"/>
            <a:ext cx="321362" cy="321362"/>
            <a:chOff x="7121669" y="1533610"/>
            <a:chExt cx="321362" cy="321362"/>
          </a:xfrm>
        </p:grpSpPr>
        <p:sp>
          <p:nvSpPr>
            <p:cNvPr id="9388" name="Google Shape;9388;p79"/>
            <p:cNvSpPr/>
            <p:nvPr/>
          </p:nvSpPr>
          <p:spPr>
            <a:xfrm>
              <a:off x="7121669" y="1600289"/>
              <a:ext cx="142142" cy="192556"/>
            </a:xfrm>
            <a:custGeom>
              <a:rect b="b" l="l" r="r" t="t"/>
              <a:pathLst>
                <a:path extrusionOk="0" h="6050" w="4466">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79"/>
            <p:cNvSpPr/>
            <p:nvPr/>
          </p:nvSpPr>
          <p:spPr>
            <a:xfrm>
              <a:off x="7170938" y="1533610"/>
              <a:ext cx="223206" cy="53852"/>
            </a:xfrm>
            <a:custGeom>
              <a:rect b="b" l="l" r="r" t="t"/>
              <a:pathLst>
                <a:path extrusionOk="0" h="1692" w="7013">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79"/>
            <p:cNvSpPr/>
            <p:nvPr/>
          </p:nvSpPr>
          <p:spPr>
            <a:xfrm>
              <a:off x="7175107" y="1804558"/>
              <a:ext cx="215249" cy="50415"/>
            </a:xfrm>
            <a:custGeom>
              <a:rect b="b" l="l" r="r" t="t"/>
              <a:pathLst>
                <a:path extrusionOk="0" h="1584" w="6763">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79"/>
            <p:cNvSpPr/>
            <p:nvPr/>
          </p:nvSpPr>
          <p:spPr>
            <a:xfrm>
              <a:off x="7300539" y="1600289"/>
              <a:ext cx="142492" cy="191793"/>
            </a:xfrm>
            <a:custGeom>
              <a:rect b="b" l="l" r="r" t="t"/>
              <a:pathLst>
                <a:path extrusionOk="0" h="6026" w="4477">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2" name="Google Shape;9392;p79"/>
          <p:cNvGrpSpPr/>
          <p:nvPr/>
        </p:nvGrpSpPr>
        <p:grpSpPr>
          <a:xfrm>
            <a:off x="7562766" y="1340614"/>
            <a:ext cx="327059" cy="360192"/>
            <a:chOff x="7562766" y="1514864"/>
            <a:chExt cx="327059" cy="360192"/>
          </a:xfrm>
        </p:grpSpPr>
        <p:sp>
          <p:nvSpPr>
            <p:cNvPr id="9393" name="Google Shape;9393;p79"/>
            <p:cNvSpPr/>
            <p:nvPr/>
          </p:nvSpPr>
          <p:spPr>
            <a:xfrm>
              <a:off x="7662418" y="1600289"/>
              <a:ext cx="127724" cy="165248"/>
            </a:xfrm>
            <a:custGeom>
              <a:rect b="b" l="l" r="r" t="t"/>
              <a:pathLst>
                <a:path extrusionOk="0" h="5192" w="4013">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79"/>
            <p:cNvSpPr/>
            <p:nvPr/>
          </p:nvSpPr>
          <p:spPr>
            <a:xfrm>
              <a:off x="7599527" y="1548951"/>
              <a:ext cx="258853" cy="154841"/>
            </a:xfrm>
            <a:custGeom>
              <a:rect b="b" l="l" r="r" t="t"/>
              <a:pathLst>
                <a:path extrusionOk="0" h="4865" w="8133">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79"/>
            <p:cNvSpPr/>
            <p:nvPr/>
          </p:nvSpPr>
          <p:spPr>
            <a:xfrm>
              <a:off x="7599909" y="1648380"/>
              <a:ext cx="242175" cy="190679"/>
            </a:xfrm>
            <a:custGeom>
              <a:rect b="b" l="l" r="r" t="t"/>
              <a:pathLst>
                <a:path extrusionOk="0" h="5991" w="7609">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79"/>
            <p:cNvSpPr/>
            <p:nvPr/>
          </p:nvSpPr>
          <p:spPr>
            <a:xfrm>
              <a:off x="7562766" y="1514864"/>
              <a:ext cx="327059" cy="360192"/>
            </a:xfrm>
            <a:custGeom>
              <a:rect b="b" l="l" r="r" t="t"/>
              <a:pathLst>
                <a:path extrusionOk="0" h="11317" w="10276">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7" name="Google Shape;9397;p79"/>
          <p:cNvGrpSpPr/>
          <p:nvPr/>
        </p:nvGrpSpPr>
        <p:grpSpPr>
          <a:xfrm>
            <a:off x="6221229" y="1324423"/>
            <a:ext cx="361636" cy="362183"/>
            <a:chOff x="6259175" y="1559008"/>
            <a:chExt cx="271743" cy="272093"/>
          </a:xfrm>
        </p:grpSpPr>
        <p:sp>
          <p:nvSpPr>
            <p:cNvPr id="9398" name="Google Shape;9398;p79"/>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79"/>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79"/>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79"/>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79"/>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79"/>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79"/>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79"/>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79"/>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79"/>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79"/>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79"/>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79"/>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79"/>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79"/>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79"/>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79"/>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5" name="Google Shape;9415;p79"/>
          <p:cNvGrpSpPr/>
          <p:nvPr/>
        </p:nvGrpSpPr>
        <p:grpSpPr>
          <a:xfrm>
            <a:off x="6671087" y="1835054"/>
            <a:ext cx="332757" cy="281833"/>
            <a:chOff x="6671087" y="2009304"/>
            <a:chExt cx="332757" cy="281833"/>
          </a:xfrm>
        </p:grpSpPr>
        <p:sp>
          <p:nvSpPr>
            <p:cNvPr id="9416" name="Google Shape;9416;p79"/>
            <p:cNvSpPr/>
            <p:nvPr/>
          </p:nvSpPr>
          <p:spPr>
            <a:xfrm>
              <a:off x="6671087" y="2023658"/>
              <a:ext cx="331993" cy="267478"/>
            </a:xfrm>
            <a:custGeom>
              <a:rect b="b" l="l" r="r" t="t"/>
              <a:pathLst>
                <a:path extrusionOk="0" h="8404" w="10431">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79"/>
            <p:cNvSpPr/>
            <p:nvPr/>
          </p:nvSpPr>
          <p:spPr>
            <a:xfrm>
              <a:off x="6965173" y="2009304"/>
              <a:ext cx="38670" cy="27181"/>
            </a:xfrm>
            <a:custGeom>
              <a:rect b="b" l="l" r="r" t="t"/>
              <a:pathLst>
                <a:path extrusionOk="0" h="854" w="1215">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18" name="Google Shape;9418;p79"/>
          <p:cNvSpPr/>
          <p:nvPr/>
        </p:nvSpPr>
        <p:spPr>
          <a:xfrm>
            <a:off x="1745940" y="1792882"/>
            <a:ext cx="368371" cy="368340"/>
          </a:xfrm>
          <a:custGeom>
            <a:rect b="b" l="l" r="r" t="t"/>
            <a:pathLst>
              <a:path extrusionOk="0" h="11573" w="11574">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19" name="Google Shape;9419;p79"/>
          <p:cNvGrpSpPr/>
          <p:nvPr/>
        </p:nvGrpSpPr>
        <p:grpSpPr>
          <a:xfrm>
            <a:off x="2201806" y="1802335"/>
            <a:ext cx="349784" cy="349434"/>
            <a:chOff x="2201806" y="1976585"/>
            <a:chExt cx="349784" cy="349434"/>
          </a:xfrm>
        </p:grpSpPr>
        <p:sp>
          <p:nvSpPr>
            <p:cNvPr id="9420" name="Google Shape;9420;p79"/>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79"/>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79"/>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79"/>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4" name="Google Shape;9424;p79"/>
          <p:cNvGrpSpPr/>
          <p:nvPr/>
        </p:nvGrpSpPr>
        <p:grpSpPr>
          <a:xfrm>
            <a:off x="3094217" y="1802335"/>
            <a:ext cx="350198" cy="350548"/>
            <a:chOff x="3094217" y="1976585"/>
            <a:chExt cx="350198" cy="350548"/>
          </a:xfrm>
        </p:grpSpPr>
        <p:sp>
          <p:nvSpPr>
            <p:cNvPr id="9425" name="Google Shape;9425;p79"/>
            <p:cNvSpPr/>
            <p:nvPr/>
          </p:nvSpPr>
          <p:spPr>
            <a:xfrm>
              <a:off x="3094217" y="2129039"/>
              <a:ext cx="131543" cy="197362"/>
            </a:xfrm>
            <a:custGeom>
              <a:rect b="b" l="l" r="r" t="t"/>
              <a:pathLst>
                <a:path extrusionOk="0" h="6201" w="4133">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79"/>
            <p:cNvSpPr/>
            <p:nvPr/>
          </p:nvSpPr>
          <p:spPr>
            <a:xfrm>
              <a:off x="3116592" y="2293778"/>
              <a:ext cx="10630" cy="32241"/>
            </a:xfrm>
            <a:custGeom>
              <a:rect b="b" l="l" r="r" t="t"/>
              <a:pathLst>
                <a:path extrusionOk="0" h="1013" w="334">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79"/>
            <p:cNvSpPr/>
            <p:nvPr/>
          </p:nvSpPr>
          <p:spPr>
            <a:xfrm>
              <a:off x="3193519" y="2293778"/>
              <a:ext cx="10248" cy="32241"/>
            </a:xfrm>
            <a:custGeom>
              <a:rect b="b" l="l" r="r" t="t"/>
              <a:pathLst>
                <a:path extrusionOk="0" h="1013" w="322">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79"/>
            <p:cNvSpPr/>
            <p:nvPr/>
          </p:nvSpPr>
          <p:spPr>
            <a:xfrm>
              <a:off x="3346227" y="2166755"/>
              <a:ext cx="54966" cy="18301"/>
            </a:xfrm>
            <a:custGeom>
              <a:rect b="b" l="l" r="r" t="t"/>
              <a:pathLst>
                <a:path extrusionOk="0" h="575" w="1727">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79"/>
            <p:cNvSpPr/>
            <p:nvPr/>
          </p:nvSpPr>
          <p:spPr>
            <a:xfrm>
              <a:off x="3302655" y="2134991"/>
              <a:ext cx="141760" cy="192143"/>
            </a:xfrm>
            <a:custGeom>
              <a:rect b="b" l="l" r="r" t="t"/>
              <a:pathLst>
                <a:path extrusionOk="0" h="6037" w="4454">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79"/>
            <p:cNvSpPr/>
            <p:nvPr/>
          </p:nvSpPr>
          <p:spPr>
            <a:xfrm>
              <a:off x="3330313" y="2288463"/>
              <a:ext cx="10248" cy="37938"/>
            </a:xfrm>
            <a:custGeom>
              <a:rect b="b" l="l" r="r" t="t"/>
              <a:pathLst>
                <a:path extrusionOk="0" h="1192" w="322">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79"/>
            <p:cNvSpPr/>
            <p:nvPr/>
          </p:nvSpPr>
          <p:spPr>
            <a:xfrm>
              <a:off x="3406859" y="2288463"/>
              <a:ext cx="10630" cy="37938"/>
            </a:xfrm>
            <a:custGeom>
              <a:rect b="b" l="l" r="r" t="t"/>
              <a:pathLst>
                <a:path extrusionOk="0" h="1192" w="334">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79"/>
            <p:cNvSpPr/>
            <p:nvPr/>
          </p:nvSpPr>
          <p:spPr>
            <a:xfrm>
              <a:off x="3149183" y="1976585"/>
              <a:ext cx="219419" cy="183072"/>
            </a:xfrm>
            <a:custGeom>
              <a:rect b="b" l="l" r="r" t="t"/>
              <a:pathLst>
                <a:path extrusionOk="0" h="5752" w="6894">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79"/>
            <p:cNvSpPr/>
            <p:nvPr/>
          </p:nvSpPr>
          <p:spPr>
            <a:xfrm>
              <a:off x="3187822" y="2009177"/>
              <a:ext cx="26926" cy="10280"/>
            </a:xfrm>
            <a:custGeom>
              <a:rect b="b" l="l" r="r" t="t"/>
              <a:pathLst>
                <a:path extrusionOk="0" h="323" w="846">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79"/>
            <p:cNvSpPr/>
            <p:nvPr/>
          </p:nvSpPr>
          <p:spPr>
            <a:xfrm>
              <a:off x="3226110" y="2009177"/>
              <a:ext cx="81478" cy="10280"/>
            </a:xfrm>
            <a:custGeom>
              <a:rect b="b" l="l" r="r" t="t"/>
              <a:pathLst>
                <a:path extrusionOk="0" h="323" w="256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79"/>
            <p:cNvSpPr/>
            <p:nvPr/>
          </p:nvSpPr>
          <p:spPr>
            <a:xfrm>
              <a:off x="3187822" y="2036453"/>
              <a:ext cx="119767" cy="10662"/>
            </a:xfrm>
            <a:custGeom>
              <a:rect b="b" l="l" r="r" t="t"/>
              <a:pathLst>
                <a:path extrusionOk="0" h="335" w="3763">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79"/>
            <p:cNvSpPr/>
            <p:nvPr/>
          </p:nvSpPr>
          <p:spPr>
            <a:xfrm>
              <a:off x="3187822" y="2064143"/>
              <a:ext cx="81510" cy="10248"/>
            </a:xfrm>
            <a:custGeom>
              <a:rect b="b" l="l" r="r" t="t"/>
              <a:pathLst>
                <a:path extrusionOk="0" h="322" w="2561">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79"/>
            <p:cNvSpPr/>
            <p:nvPr/>
          </p:nvSpPr>
          <p:spPr>
            <a:xfrm>
              <a:off x="3280663" y="2064143"/>
              <a:ext cx="26926" cy="10248"/>
            </a:xfrm>
            <a:custGeom>
              <a:rect b="b" l="l" r="r" t="t"/>
              <a:pathLst>
                <a:path extrusionOk="0" h="322" w="846">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38" name="Google Shape;9438;p79"/>
          <p:cNvSpPr/>
          <p:nvPr/>
        </p:nvSpPr>
        <p:spPr>
          <a:xfrm>
            <a:off x="1276039" y="1787567"/>
            <a:ext cx="414967" cy="378970"/>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39" name="Google Shape;9439;p79"/>
          <p:cNvGrpSpPr/>
          <p:nvPr/>
        </p:nvGrpSpPr>
        <p:grpSpPr>
          <a:xfrm>
            <a:off x="3979435" y="1802335"/>
            <a:ext cx="345265" cy="349848"/>
            <a:chOff x="3979435" y="1976585"/>
            <a:chExt cx="345265" cy="349848"/>
          </a:xfrm>
        </p:grpSpPr>
        <p:sp>
          <p:nvSpPr>
            <p:cNvPr id="9440" name="Google Shape;9440;p79"/>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79"/>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79"/>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79"/>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79"/>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79"/>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79"/>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79"/>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79"/>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79"/>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79"/>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79"/>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79"/>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79"/>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79"/>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79"/>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79"/>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7" name="Google Shape;9457;p79"/>
          <p:cNvGrpSpPr/>
          <p:nvPr/>
        </p:nvGrpSpPr>
        <p:grpSpPr>
          <a:xfrm>
            <a:off x="3576626" y="1801571"/>
            <a:ext cx="284251" cy="351694"/>
            <a:chOff x="3576626" y="1975821"/>
            <a:chExt cx="284251" cy="351694"/>
          </a:xfrm>
        </p:grpSpPr>
        <p:sp>
          <p:nvSpPr>
            <p:cNvPr id="9458" name="Google Shape;9458;p79"/>
            <p:cNvSpPr/>
            <p:nvPr/>
          </p:nvSpPr>
          <p:spPr>
            <a:xfrm>
              <a:off x="3576626" y="2145971"/>
              <a:ext cx="284251" cy="181544"/>
            </a:xfrm>
            <a:custGeom>
              <a:rect b="b" l="l" r="r" t="t"/>
              <a:pathLst>
                <a:path extrusionOk="0" h="5704" w="8931">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79"/>
            <p:cNvSpPr/>
            <p:nvPr/>
          </p:nvSpPr>
          <p:spPr>
            <a:xfrm>
              <a:off x="3656195" y="1975821"/>
              <a:ext cx="120149" cy="164134"/>
            </a:xfrm>
            <a:custGeom>
              <a:rect b="b" l="l" r="r" t="t"/>
              <a:pathLst>
                <a:path extrusionOk="0" h="5157" w="3775">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79"/>
            <p:cNvSpPr/>
            <p:nvPr/>
          </p:nvSpPr>
          <p:spPr>
            <a:xfrm>
              <a:off x="3700149" y="2113380"/>
              <a:ext cx="32241" cy="10280"/>
            </a:xfrm>
            <a:custGeom>
              <a:rect b="b" l="l" r="r" t="t"/>
              <a:pathLst>
                <a:path extrusionOk="0" h="323" w="1013">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1" name="Google Shape;9461;p79"/>
          <p:cNvGrpSpPr/>
          <p:nvPr/>
        </p:nvGrpSpPr>
        <p:grpSpPr>
          <a:xfrm>
            <a:off x="2722090" y="2715912"/>
            <a:ext cx="238770" cy="371841"/>
            <a:chOff x="2722090" y="2890162"/>
            <a:chExt cx="238770" cy="371841"/>
          </a:xfrm>
        </p:grpSpPr>
        <p:sp>
          <p:nvSpPr>
            <p:cNvPr id="9462" name="Google Shape;9462;p79"/>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79"/>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79"/>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65" name="Google Shape;9465;p79"/>
          <p:cNvSpPr/>
          <p:nvPr/>
        </p:nvSpPr>
        <p:spPr>
          <a:xfrm>
            <a:off x="5775652" y="1795142"/>
            <a:ext cx="361147" cy="360797"/>
          </a:xfrm>
          <a:custGeom>
            <a:rect b="b" l="l" r="r" t="t"/>
            <a:pathLst>
              <a:path extrusionOk="0" h="11336" w="11347">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66" name="Google Shape;9466;p79"/>
          <p:cNvGrpSpPr/>
          <p:nvPr/>
        </p:nvGrpSpPr>
        <p:grpSpPr>
          <a:xfrm>
            <a:off x="6216367" y="1795906"/>
            <a:ext cx="361147" cy="361147"/>
            <a:chOff x="6216367" y="1970156"/>
            <a:chExt cx="361147" cy="361147"/>
          </a:xfrm>
        </p:grpSpPr>
        <p:sp>
          <p:nvSpPr>
            <p:cNvPr id="9467" name="Google Shape;9467;p79"/>
            <p:cNvSpPr/>
            <p:nvPr/>
          </p:nvSpPr>
          <p:spPr>
            <a:xfrm>
              <a:off x="6247813" y="2069522"/>
              <a:ext cx="329701" cy="261781"/>
            </a:xfrm>
            <a:custGeom>
              <a:rect b="b" l="l" r="r" t="t"/>
              <a:pathLst>
                <a:path extrusionOk="0" h="8225" w="10359">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79"/>
            <p:cNvSpPr/>
            <p:nvPr/>
          </p:nvSpPr>
          <p:spPr>
            <a:xfrm>
              <a:off x="6216367" y="1970156"/>
              <a:ext cx="329701" cy="260731"/>
            </a:xfrm>
            <a:custGeom>
              <a:rect b="b" l="l" r="r" t="t"/>
              <a:pathLst>
                <a:path extrusionOk="0" h="8192" w="10359">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79"/>
            <p:cNvSpPr/>
            <p:nvPr/>
          </p:nvSpPr>
          <p:spPr>
            <a:xfrm>
              <a:off x="6351252" y="2064875"/>
              <a:ext cx="17855" cy="28072"/>
            </a:xfrm>
            <a:custGeom>
              <a:rect b="b" l="l" r="r" t="t"/>
              <a:pathLst>
                <a:path extrusionOk="0" h="882" w="561">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79"/>
            <p:cNvSpPr/>
            <p:nvPr/>
          </p:nvSpPr>
          <p:spPr>
            <a:xfrm>
              <a:off x="6260321" y="2016688"/>
              <a:ext cx="272857" cy="269929"/>
            </a:xfrm>
            <a:custGeom>
              <a:rect b="b" l="l" r="r" t="t"/>
              <a:pathLst>
                <a:path extrusionOk="0" h="8481" w="8573">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1" name="Google Shape;9471;p79"/>
          <p:cNvGrpSpPr/>
          <p:nvPr/>
        </p:nvGrpSpPr>
        <p:grpSpPr>
          <a:xfrm>
            <a:off x="1289311" y="2751972"/>
            <a:ext cx="408156" cy="299783"/>
            <a:chOff x="1289311" y="2926222"/>
            <a:chExt cx="408156" cy="299783"/>
          </a:xfrm>
        </p:grpSpPr>
        <p:sp>
          <p:nvSpPr>
            <p:cNvPr id="9472" name="Google Shape;9472;p79"/>
            <p:cNvSpPr/>
            <p:nvPr/>
          </p:nvSpPr>
          <p:spPr>
            <a:xfrm>
              <a:off x="1334029" y="2952385"/>
              <a:ext cx="318339" cy="216395"/>
            </a:xfrm>
            <a:custGeom>
              <a:rect b="b" l="l" r="r" t="t"/>
              <a:pathLst>
                <a:path extrusionOk="0" h="6799" w="10002">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79"/>
            <p:cNvSpPr/>
            <p:nvPr/>
          </p:nvSpPr>
          <p:spPr>
            <a:xfrm>
              <a:off x="1289311" y="2926222"/>
              <a:ext cx="408156" cy="299783"/>
            </a:xfrm>
            <a:custGeom>
              <a:rect b="b" l="l" r="r" t="t"/>
              <a:pathLst>
                <a:path extrusionOk="0" h="9419" w="12824">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4" name="Google Shape;9474;p79"/>
          <p:cNvGrpSpPr/>
          <p:nvPr/>
        </p:nvGrpSpPr>
        <p:grpSpPr>
          <a:xfrm>
            <a:off x="7978465" y="1795142"/>
            <a:ext cx="361147" cy="360797"/>
            <a:chOff x="7978465" y="1969392"/>
            <a:chExt cx="361147" cy="360797"/>
          </a:xfrm>
        </p:grpSpPr>
        <p:sp>
          <p:nvSpPr>
            <p:cNvPr id="9475" name="Google Shape;9475;p79"/>
            <p:cNvSpPr/>
            <p:nvPr/>
          </p:nvSpPr>
          <p:spPr>
            <a:xfrm>
              <a:off x="8136871" y="2285821"/>
              <a:ext cx="44368" cy="44368"/>
            </a:xfrm>
            <a:custGeom>
              <a:rect b="b" l="l" r="r" t="t"/>
              <a:pathLst>
                <a:path extrusionOk="0" h="1394" w="1394">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79"/>
            <p:cNvSpPr/>
            <p:nvPr/>
          </p:nvSpPr>
          <p:spPr>
            <a:xfrm>
              <a:off x="8210010" y="2121719"/>
              <a:ext cx="56112" cy="56112"/>
            </a:xfrm>
            <a:custGeom>
              <a:rect b="b" l="l" r="r" t="t"/>
              <a:pathLst>
                <a:path extrusionOk="0" h="1763" w="1763">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79"/>
            <p:cNvSpPr/>
            <p:nvPr/>
          </p:nvSpPr>
          <p:spPr>
            <a:xfrm>
              <a:off x="8051987" y="2121719"/>
              <a:ext cx="55730" cy="56112"/>
            </a:xfrm>
            <a:custGeom>
              <a:rect b="b" l="l" r="r" t="t"/>
              <a:pathLst>
                <a:path extrusionOk="0" h="1763" w="1751">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79"/>
            <p:cNvSpPr/>
            <p:nvPr/>
          </p:nvSpPr>
          <p:spPr>
            <a:xfrm>
              <a:off x="7978465" y="2285821"/>
              <a:ext cx="44749" cy="44368"/>
            </a:xfrm>
            <a:custGeom>
              <a:rect b="b" l="l" r="r" t="t"/>
              <a:pathLst>
                <a:path extrusionOk="0" h="1394" w="1406">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79"/>
            <p:cNvSpPr/>
            <p:nvPr/>
          </p:nvSpPr>
          <p:spPr>
            <a:xfrm>
              <a:off x="8294894" y="2285821"/>
              <a:ext cx="44718" cy="44368"/>
            </a:xfrm>
            <a:custGeom>
              <a:rect b="b" l="l" r="r" t="t"/>
              <a:pathLst>
                <a:path extrusionOk="0" h="1394" w="1405">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79"/>
            <p:cNvSpPr/>
            <p:nvPr/>
          </p:nvSpPr>
          <p:spPr>
            <a:xfrm>
              <a:off x="8119811" y="1969392"/>
              <a:ext cx="78455" cy="78487"/>
            </a:xfrm>
            <a:custGeom>
              <a:rect b="b" l="l" r="r" t="t"/>
              <a:pathLst>
                <a:path extrusionOk="0" h="2466" w="2465">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79"/>
            <p:cNvSpPr/>
            <p:nvPr/>
          </p:nvSpPr>
          <p:spPr>
            <a:xfrm>
              <a:off x="8012202" y="2189575"/>
              <a:ext cx="134917" cy="89690"/>
            </a:xfrm>
            <a:custGeom>
              <a:rect b="b" l="l" r="r" t="t"/>
              <a:pathLst>
                <a:path extrusionOk="0" h="2818" w="4239">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79"/>
            <p:cNvSpPr/>
            <p:nvPr/>
          </p:nvSpPr>
          <p:spPr>
            <a:xfrm>
              <a:off x="8099346" y="2059973"/>
              <a:ext cx="119385" cy="56016"/>
            </a:xfrm>
            <a:custGeom>
              <a:rect b="b" l="l" r="r" t="t"/>
              <a:pathLst>
                <a:path extrusionOk="0" h="1760" w="3751">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79"/>
            <p:cNvSpPr/>
            <p:nvPr/>
          </p:nvSpPr>
          <p:spPr>
            <a:xfrm>
              <a:off x="8170194" y="2189925"/>
              <a:ext cx="135331" cy="89849"/>
            </a:xfrm>
            <a:custGeom>
              <a:rect b="b" l="l" r="r" t="t"/>
              <a:pathLst>
                <a:path extrusionOk="0" h="2823" w="4252">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84" name="Google Shape;9484;p79"/>
          <p:cNvSpPr/>
          <p:nvPr/>
        </p:nvSpPr>
        <p:spPr>
          <a:xfrm>
            <a:off x="2206357" y="2716357"/>
            <a:ext cx="372159" cy="372159"/>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85" name="Google Shape;9485;p79"/>
          <p:cNvGrpSpPr/>
          <p:nvPr/>
        </p:nvGrpSpPr>
        <p:grpSpPr>
          <a:xfrm>
            <a:off x="854261" y="2734563"/>
            <a:ext cx="377474" cy="335748"/>
            <a:chOff x="854261" y="2908813"/>
            <a:chExt cx="377474" cy="335748"/>
          </a:xfrm>
        </p:grpSpPr>
        <p:sp>
          <p:nvSpPr>
            <p:cNvPr id="9486" name="Google Shape;9486;p79"/>
            <p:cNvSpPr/>
            <p:nvPr/>
          </p:nvSpPr>
          <p:spPr>
            <a:xfrm>
              <a:off x="896337" y="3079695"/>
              <a:ext cx="47391" cy="17091"/>
            </a:xfrm>
            <a:custGeom>
              <a:rect b="b" l="l" r="r" t="t"/>
              <a:pathLst>
                <a:path extrusionOk="0" h="537" w="1489">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79"/>
            <p:cNvSpPr/>
            <p:nvPr/>
          </p:nvSpPr>
          <p:spPr>
            <a:xfrm>
              <a:off x="878514" y="3191855"/>
              <a:ext cx="11426" cy="52706"/>
            </a:xfrm>
            <a:custGeom>
              <a:rect b="b" l="l" r="r" t="t"/>
              <a:pathLst>
                <a:path extrusionOk="0" h="1656" w="359">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79"/>
            <p:cNvSpPr/>
            <p:nvPr/>
          </p:nvSpPr>
          <p:spPr>
            <a:xfrm>
              <a:off x="854261" y="3050159"/>
              <a:ext cx="219451" cy="194052"/>
            </a:xfrm>
            <a:custGeom>
              <a:rect b="b" l="l" r="r" t="t"/>
              <a:pathLst>
                <a:path extrusionOk="0" h="6097" w="6895">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79"/>
            <p:cNvSpPr/>
            <p:nvPr/>
          </p:nvSpPr>
          <p:spPr>
            <a:xfrm>
              <a:off x="1008115" y="2908813"/>
              <a:ext cx="223620" cy="188355"/>
            </a:xfrm>
            <a:custGeom>
              <a:rect b="b" l="l" r="r" t="t"/>
              <a:pathLst>
                <a:path extrusionOk="0" h="5918" w="7026">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79"/>
            <p:cNvSpPr/>
            <p:nvPr/>
          </p:nvSpPr>
          <p:spPr>
            <a:xfrm>
              <a:off x="1037301" y="2944046"/>
              <a:ext cx="165248" cy="105763"/>
            </a:xfrm>
            <a:custGeom>
              <a:rect b="b" l="l" r="r" t="t"/>
              <a:pathLst>
                <a:path extrusionOk="0" h="3323" w="5192">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1" name="Google Shape;9491;p79"/>
          <p:cNvGrpSpPr/>
          <p:nvPr/>
        </p:nvGrpSpPr>
        <p:grpSpPr>
          <a:xfrm>
            <a:off x="1749728" y="2720527"/>
            <a:ext cx="386927" cy="363438"/>
            <a:chOff x="1749728" y="2894777"/>
            <a:chExt cx="386927" cy="363438"/>
          </a:xfrm>
        </p:grpSpPr>
        <p:sp>
          <p:nvSpPr>
            <p:cNvPr id="9492" name="Google Shape;9492;p79"/>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79"/>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79"/>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79"/>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79"/>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79"/>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79"/>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9" name="Google Shape;9499;p79"/>
          <p:cNvGrpSpPr/>
          <p:nvPr/>
        </p:nvGrpSpPr>
        <p:grpSpPr>
          <a:xfrm>
            <a:off x="7098912" y="1795142"/>
            <a:ext cx="359651" cy="361560"/>
            <a:chOff x="7098912" y="1969392"/>
            <a:chExt cx="359651" cy="361560"/>
          </a:xfrm>
        </p:grpSpPr>
        <p:sp>
          <p:nvSpPr>
            <p:cNvPr id="9500" name="Google Shape;9500;p79"/>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79"/>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79"/>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79"/>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79"/>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79"/>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79"/>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79"/>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79"/>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79"/>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79"/>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79"/>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79"/>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13" name="Google Shape;9513;p79"/>
          <p:cNvSpPr/>
          <p:nvPr/>
        </p:nvSpPr>
        <p:spPr>
          <a:xfrm>
            <a:off x="3094217" y="2720909"/>
            <a:ext cx="394152" cy="361529"/>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14" name="Google Shape;9514;p79"/>
          <p:cNvGrpSpPr/>
          <p:nvPr/>
        </p:nvGrpSpPr>
        <p:grpSpPr>
          <a:xfrm>
            <a:off x="5352728" y="1815989"/>
            <a:ext cx="327091" cy="322508"/>
            <a:chOff x="5352728" y="1990239"/>
            <a:chExt cx="327091" cy="322508"/>
          </a:xfrm>
        </p:grpSpPr>
        <p:sp>
          <p:nvSpPr>
            <p:cNvPr id="9515" name="Google Shape;9515;p79"/>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79"/>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79"/>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8" name="Google Shape;9518;p79"/>
          <p:cNvGrpSpPr/>
          <p:nvPr/>
        </p:nvGrpSpPr>
        <p:grpSpPr>
          <a:xfrm>
            <a:off x="7538896" y="1795906"/>
            <a:ext cx="361147" cy="361529"/>
            <a:chOff x="7538896" y="1970156"/>
            <a:chExt cx="361147" cy="361529"/>
          </a:xfrm>
        </p:grpSpPr>
        <p:sp>
          <p:nvSpPr>
            <p:cNvPr id="9519" name="Google Shape;9519;p79"/>
            <p:cNvSpPr/>
            <p:nvPr/>
          </p:nvSpPr>
          <p:spPr>
            <a:xfrm>
              <a:off x="7538896" y="1970156"/>
              <a:ext cx="361147" cy="361529"/>
            </a:xfrm>
            <a:custGeom>
              <a:rect b="b" l="l" r="r" t="t"/>
              <a:pathLst>
                <a:path extrusionOk="0" h="11359" w="11347">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79"/>
            <p:cNvSpPr/>
            <p:nvPr/>
          </p:nvSpPr>
          <p:spPr>
            <a:xfrm>
              <a:off x="7685907" y="2066784"/>
              <a:ext cx="101211" cy="11394"/>
            </a:xfrm>
            <a:custGeom>
              <a:rect b="b" l="l" r="r" t="t"/>
              <a:pathLst>
                <a:path extrusionOk="0" h="358" w="318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79"/>
            <p:cNvSpPr/>
            <p:nvPr/>
          </p:nvSpPr>
          <p:spPr>
            <a:xfrm>
              <a:off x="7685907" y="2106187"/>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79"/>
            <p:cNvSpPr/>
            <p:nvPr/>
          </p:nvSpPr>
          <p:spPr>
            <a:xfrm>
              <a:off x="7685907" y="2145239"/>
              <a:ext cx="147075" cy="11394"/>
            </a:xfrm>
            <a:custGeom>
              <a:rect b="b" l="l" r="r" t="t"/>
              <a:pathLst>
                <a:path extrusionOk="0" h="358" w="4621">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79"/>
            <p:cNvSpPr/>
            <p:nvPr/>
          </p:nvSpPr>
          <p:spPr>
            <a:xfrm>
              <a:off x="7685907" y="2184260"/>
              <a:ext cx="147075" cy="11394"/>
            </a:xfrm>
            <a:custGeom>
              <a:rect b="b" l="l" r="r" t="t"/>
              <a:pathLst>
                <a:path extrusionOk="0" h="358" w="4621">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79"/>
            <p:cNvSpPr/>
            <p:nvPr/>
          </p:nvSpPr>
          <p:spPr>
            <a:xfrm>
              <a:off x="7685907" y="2223280"/>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5" name="Google Shape;9525;p79"/>
          <p:cNvGrpSpPr/>
          <p:nvPr/>
        </p:nvGrpSpPr>
        <p:grpSpPr>
          <a:xfrm>
            <a:off x="4896099" y="1796670"/>
            <a:ext cx="358155" cy="358123"/>
            <a:chOff x="4896099" y="1970920"/>
            <a:chExt cx="358155" cy="358123"/>
          </a:xfrm>
        </p:grpSpPr>
        <p:sp>
          <p:nvSpPr>
            <p:cNvPr id="9526" name="Google Shape;9526;p79"/>
            <p:cNvSpPr/>
            <p:nvPr/>
          </p:nvSpPr>
          <p:spPr>
            <a:xfrm>
              <a:off x="4896099" y="1970920"/>
              <a:ext cx="358155" cy="358123"/>
            </a:xfrm>
            <a:custGeom>
              <a:rect b="b" l="l" r="r" t="t"/>
              <a:pathLst>
                <a:path extrusionOk="0" h="11252" w="11253">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79"/>
            <p:cNvSpPr/>
            <p:nvPr/>
          </p:nvSpPr>
          <p:spPr>
            <a:xfrm>
              <a:off x="4991454" y="2067835"/>
              <a:ext cx="166999" cy="164325"/>
            </a:xfrm>
            <a:custGeom>
              <a:rect b="b" l="l" r="r" t="t"/>
              <a:pathLst>
                <a:path extrusionOk="0" h="5163" w="5247">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79"/>
            <p:cNvSpPr/>
            <p:nvPr/>
          </p:nvSpPr>
          <p:spPr>
            <a:xfrm>
              <a:off x="4923789" y="1998578"/>
              <a:ext cx="302043" cy="302425"/>
            </a:xfrm>
            <a:custGeom>
              <a:rect b="b" l="l" r="r" t="t"/>
              <a:pathLst>
                <a:path extrusionOk="0" h="9502" w="949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9" name="Google Shape;9529;p79"/>
          <p:cNvGrpSpPr/>
          <p:nvPr/>
        </p:nvGrpSpPr>
        <p:grpSpPr>
          <a:xfrm>
            <a:off x="4048787" y="2802769"/>
            <a:ext cx="283488" cy="198604"/>
            <a:chOff x="4048787" y="2977019"/>
            <a:chExt cx="283488" cy="198604"/>
          </a:xfrm>
        </p:grpSpPr>
        <p:sp>
          <p:nvSpPr>
            <p:cNvPr id="9530" name="Google Shape;9530;p79"/>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79"/>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79"/>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79"/>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79"/>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79"/>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6" name="Google Shape;9536;p79"/>
          <p:cNvGrpSpPr/>
          <p:nvPr/>
        </p:nvGrpSpPr>
        <p:grpSpPr>
          <a:xfrm>
            <a:off x="4054103" y="2255941"/>
            <a:ext cx="218687" cy="349052"/>
            <a:chOff x="4054103" y="2430191"/>
            <a:chExt cx="218687" cy="349052"/>
          </a:xfrm>
        </p:grpSpPr>
        <p:sp>
          <p:nvSpPr>
            <p:cNvPr id="9537" name="Google Shape;9537;p79"/>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79"/>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9" name="Google Shape;9539;p79"/>
          <p:cNvGrpSpPr/>
          <p:nvPr/>
        </p:nvGrpSpPr>
        <p:grpSpPr>
          <a:xfrm>
            <a:off x="2185128" y="2253299"/>
            <a:ext cx="382758" cy="356595"/>
            <a:chOff x="2185128" y="2427549"/>
            <a:chExt cx="382758" cy="356595"/>
          </a:xfrm>
        </p:grpSpPr>
        <p:sp>
          <p:nvSpPr>
            <p:cNvPr id="9540" name="Google Shape;9540;p79"/>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79"/>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79"/>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79"/>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4" name="Google Shape;9544;p79"/>
          <p:cNvGrpSpPr/>
          <p:nvPr/>
        </p:nvGrpSpPr>
        <p:grpSpPr>
          <a:xfrm>
            <a:off x="3539102" y="2253299"/>
            <a:ext cx="355099" cy="355481"/>
            <a:chOff x="3539102" y="2427549"/>
            <a:chExt cx="355099" cy="355481"/>
          </a:xfrm>
        </p:grpSpPr>
        <p:sp>
          <p:nvSpPr>
            <p:cNvPr id="9545" name="Google Shape;9545;p79"/>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79"/>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7" name="Google Shape;9547;p79"/>
          <p:cNvGrpSpPr/>
          <p:nvPr/>
        </p:nvGrpSpPr>
        <p:grpSpPr>
          <a:xfrm>
            <a:off x="2656907" y="2265043"/>
            <a:ext cx="332757" cy="332343"/>
            <a:chOff x="2656907" y="2439293"/>
            <a:chExt cx="332757" cy="332343"/>
          </a:xfrm>
        </p:grpSpPr>
        <p:sp>
          <p:nvSpPr>
            <p:cNvPr id="9548" name="Google Shape;9548;p79"/>
            <p:cNvSpPr/>
            <p:nvPr/>
          </p:nvSpPr>
          <p:spPr>
            <a:xfrm>
              <a:off x="2868751" y="2547666"/>
              <a:ext cx="53088" cy="53088"/>
            </a:xfrm>
            <a:custGeom>
              <a:rect b="b" l="l" r="r" t="t"/>
              <a:pathLst>
                <a:path extrusionOk="0" h="1668" w="1668">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79"/>
            <p:cNvSpPr/>
            <p:nvPr/>
          </p:nvSpPr>
          <p:spPr>
            <a:xfrm>
              <a:off x="2870661" y="2611703"/>
              <a:ext cx="68970" cy="49301"/>
            </a:xfrm>
            <a:custGeom>
              <a:rect b="b" l="l" r="r" t="t"/>
              <a:pathLst>
                <a:path extrusionOk="0" h="1549" w="2167">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79"/>
            <p:cNvSpPr/>
            <p:nvPr/>
          </p:nvSpPr>
          <p:spPr>
            <a:xfrm>
              <a:off x="2705794" y="2611321"/>
              <a:ext cx="68620" cy="49301"/>
            </a:xfrm>
            <a:custGeom>
              <a:rect b="b" l="l" r="r" t="t"/>
              <a:pathLst>
                <a:path extrusionOk="0" h="1549" w="2156">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79"/>
            <p:cNvSpPr/>
            <p:nvPr/>
          </p:nvSpPr>
          <p:spPr>
            <a:xfrm>
              <a:off x="2724000" y="2547666"/>
              <a:ext cx="53088" cy="53088"/>
            </a:xfrm>
            <a:custGeom>
              <a:rect b="b" l="l" r="r" t="t"/>
              <a:pathLst>
                <a:path extrusionOk="0" h="1668" w="1668">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79"/>
            <p:cNvSpPr/>
            <p:nvPr/>
          </p:nvSpPr>
          <p:spPr>
            <a:xfrm>
              <a:off x="2788800" y="2534394"/>
              <a:ext cx="68238" cy="68238"/>
            </a:xfrm>
            <a:custGeom>
              <a:rect b="b" l="l" r="r" t="t"/>
              <a:pathLst>
                <a:path extrusionOk="0" h="2144" w="2144">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79"/>
            <p:cNvSpPr/>
            <p:nvPr/>
          </p:nvSpPr>
          <p:spPr>
            <a:xfrm>
              <a:off x="2764930" y="2613613"/>
              <a:ext cx="115979" cy="62923"/>
            </a:xfrm>
            <a:custGeom>
              <a:rect b="b" l="l" r="r" t="t"/>
              <a:pathLst>
                <a:path extrusionOk="0" h="1977" w="3644">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79"/>
            <p:cNvSpPr/>
            <p:nvPr/>
          </p:nvSpPr>
          <p:spPr>
            <a:xfrm>
              <a:off x="2656907" y="2439293"/>
              <a:ext cx="332757" cy="332343"/>
            </a:xfrm>
            <a:custGeom>
              <a:rect b="b" l="l" r="r" t="t"/>
              <a:pathLst>
                <a:path extrusionOk="0" h="10442" w="10455">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5" name="Google Shape;9555;p79"/>
          <p:cNvGrpSpPr/>
          <p:nvPr/>
        </p:nvGrpSpPr>
        <p:grpSpPr>
          <a:xfrm>
            <a:off x="1731523" y="2248366"/>
            <a:ext cx="399435" cy="365698"/>
            <a:chOff x="1731523" y="2422616"/>
            <a:chExt cx="399435" cy="365698"/>
          </a:xfrm>
        </p:grpSpPr>
        <p:sp>
          <p:nvSpPr>
            <p:cNvPr id="9556" name="Google Shape;9556;p79"/>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79"/>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79"/>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9" name="Google Shape;9559;p79"/>
          <p:cNvGrpSpPr/>
          <p:nvPr/>
        </p:nvGrpSpPr>
        <p:grpSpPr>
          <a:xfrm>
            <a:off x="3097241" y="2259314"/>
            <a:ext cx="344883" cy="343387"/>
            <a:chOff x="3097241" y="2433564"/>
            <a:chExt cx="344883" cy="343387"/>
          </a:xfrm>
        </p:grpSpPr>
        <p:sp>
          <p:nvSpPr>
            <p:cNvPr id="9560" name="Google Shape;9560;p79"/>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79"/>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79"/>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79"/>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79"/>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79"/>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79"/>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79"/>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79"/>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9" name="Google Shape;9569;p79"/>
          <p:cNvGrpSpPr/>
          <p:nvPr/>
        </p:nvGrpSpPr>
        <p:grpSpPr>
          <a:xfrm>
            <a:off x="1278299" y="2265043"/>
            <a:ext cx="410829" cy="332343"/>
            <a:chOff x="1278299" y="2439293"/>
            <a:chExt cx="410829" cy="332343"/>
          </a:xfrm>
        </p:grpSpPr>
        <p:sp>
          <p:nvSpPr>
            <p:cNvPr id="9570" name="Google Shape;9570;p79"/>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79"/>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79"/>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79"/>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79"/>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79"/>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79"/>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79"/>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8" name="Google Shape;9578;p79"/>
          <p:cNvGrpSpPr/>
          <p:nvPr/>
        </p:nvGrpSpPr>
        <p:grpSpPr>
          <a:xfrm>
            <a:off x="2661459" y="1840751"/>
            <a:ext cx="322508" cy="273494"/>
            <a:chOff x="2661459" y="2015001"/>
            <a:chExt cx="322508" cy="273494"/>
          </a:xfrm>
        </p:grpSpPr>
        <p:sp>
          <p:nvSpPr>
            <p:cNvPr id="9579" name="Google Shape;9579;p79"/>
            <p:cNvSpPr/>
            <p:nvPr/>
          </p:nvSpPr>
          <p:spPr>
            <a:xfrm>
              <a:off x="2661459" y="2028878"/>
              <a:ext cx="322508" cy="259617"/>
            </a:xfrm>
            <a:custGeom>
              <a:rect b="b" l="l" r="r" t="t"/>
              <a:pathLst>
                <a:path extrusionOk="0" h="8157" w="10133">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79"/>
            <p:cNvSpPr/>
            <p:nvPr/>
          </p:nvSpPr>
          <p:spPr>
            <a:xfrm>
              <a:off x="2946442" y="2015001"/>
              <a:ext cx="37525" cy="26799"/>
            </a:xfrm>
            <a:custGeom>
              <a:rect b="b" l="l" r="r" t="t"/>
              <a:pathLst>
                <a:path extrusionOk="0" h="842" w="1179">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1" name="Google Shape;9581;p79"/>
          <p:cNvGrpSpPr/>
          <p:nvPr/>
        </p:nvGrpSpPr>
        <p:grpSpPr>
          <a:xfrm>
            <a:off x="870939" y="2265043"/>
            <a:ext cx="331993" cy="331993"/>
            <a:chOff x="870939" y="2439293"/>
            <a:chExt cx="331993" cy="331993"/>
          </a:xfrm>
        </p:grpSpPr>
        <p:sp>
          <p:nvSpPr>
            <p:cNvPr id="9582" name="Google Shape;9582;p79"/>
            <p:cNvSpPr/>
            <p:nvPr/>
          </p:nvSpPr>
          <p:spPr>
            <a:xfrm>
              <a:off x="870939" y="2439293"/>
              <a:ext cx="331993" cy="331993"/>
            </a:xfrm>
            <a:custGeom>
              <a:rect b="b" l="l" r="r" t="t"/>
              <a:pathLst>
                <a:path extrusionOk="0" h="10431" w="10431">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79"/>
            <p:cNvSpPr/>
            <p:nvPr/>
          </p:nvSpPr>
          <p:spPr>
            <a:xfrm>
              <a:off x="908463" y="2696969"/>
              <a:ext cx="41726" cy="41726"/>
            </a:xfrm>
            <a:custGeom>
              <a:rect b="b" l="l" r="r" t="t"/>
              <a:pathLst>
                <a:path extrusionOk="0" h="1311" w="1311">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79"/>
            <p:cNvSpPr/>
            <p:nvPr/>
          </p:nvSpPr>
          <p:spPr>
            <a:xfrm>
              <a:off x="1015690" y="2696969"/>
              <a:ext cx="41726" cy="41726"/>
            </a:xfrm>
            <a:custGeom>
              <a:rect b="b" l="l" r="r" t="t"/>
              <a:pathLst>
                <a:path extrusionOk="0" h="1311" w="1311">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79"/>
            <p:cNvSpPr/>
            <p:nvPr/>
          </p:nvSpPr>
          <p:spPr>
            <a:xfrm>
              <a:off x="1122567" y="2696969"/>
              <a:ext cx="41726" cy="41726"/>
            </a:xfrm>
            <a:custGeom>
              <a:rect b="b" l="l" r="r" t="t"/>
              <a:pathLst>
                <a:path extrusionOk="0" h="1311" w="1311">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79"/>
            <p:cNvSpPr/>
            <p:nvPr/>
          </p:nvSpPr>
          <p:spPr>
            <a:xfrm>
              <a:off x="913015"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79"/>
            <p:cNvSpPr/>
            <p:nvPr/>
          </p:nvSpPr>
          <p:spPr>
            <a:xfrm>
              <a:off x="913015"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79"/>
            <p:cNvSpPr/>
            <p:nvPr/>
          </p:nvSpPr>
          <p:spPr>
            <a:xfrm>
              <a:off x="913015"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79"/>
            <p:cNvSpPr/>
            <p:nvPr/>
          </p:nvSpPr>
          <p:spPr>
            <a:xfrm>
              <a:off x="894428" y="2474908"/>
              <a:ext cx="69384" cy="167508"/>
            </a:xfrm>
            <a:custGeom>
              <a:rect b="b" l="l" r="r" t="t"/>
              <a:pathLst>
                <a:path extrusionOk="0" h="5263" w="218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79"/>
            <p:cNvSpPr/>
            <p:nvPr/>
          </p:nvSpPr>
          <p:spPr>
            <a:xfrm>
              <a:off x="1002068" y="2474145"/>
              <a:ext cx="69384" cy="168272"/>
            </a:xfrm>
            <a:custGeom>
              <a:rect b="b" l="l" r="r" t="t"/>
              <a:pathLst>
                <a:path extrusionOk="0" h="5287" w="218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79"/>
            <p:cNvSpPr/>
            <p:nvPr/>
          </p:nvSpPr>
          <p:spPr>
            <a:xfrm>
              <a:off x="1108531" y="2474145"/>
              <a:ext cx="69384" cy="168272"/>
            </a:xfrm>
            <a:custGeom>
              <a:rect b="b" l="l" r="r" t="t"/>
              <a:pathLst>
                <a:path extrusionOk="0" h="5287" w="218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79"/>
            <p:cNvSpPr/>
            <p:nvPr/>
          </p:nvSpPr>
          <p:spPr>
            <a:xfrm>
              <a:off x="1127118"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79"/>
            <p:cNvSpPr/>
            <p:nvPr/>
          </p:nvSpPr>
          <p:spPr>
            <a:xfrm>
              <a:off x="1127118"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79"/>
            <p:cNvSpPr/>
            <p:nvPr/>
          </p:nvSpPr>
          <p:spPr>
            <a:xfrm>
              <a:off x="1127118"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79"/>
            <p:cNvSpPr/>
            <p:nvPr/>
          </p:nvSpPr>
          <p:spPr>
            <a:xfrm>
              <a:off x="1020624" y="2504094"/>
              <a:ext cx="32241" cy="9867"/>
            </a:xfrm>
            <a:custGeom>
              <a:rect b="b" l="l" r="r" t="t"/>
              <a:pathLst>
                <a:path extrusionOk="0" h="310" w="1013">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79"/>
            <p:cNvSpPr/>
            <p:nvPr/>
          </p:nvSpPr>
          <p:spPr>
            <a:xfrm>
              <a:off x="1020624" y="2532898"/>
              <a:ext cx="32241" cy="10248"/>
            </a:xfrm>
            <a:custGeom>
              <a:rect b="b" l="l" r="r" t="t"/>
              <a:pathLst>
                <a:path extrusionOk="0" h="322" w="1013">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79"/>
            <p:cNvSpPr/>
            <p:nvPr/>
          </p:nvSpPr>
          <p:spPr>
            <a:xfrm>
              <a:off x="1020624" y="2562052"/>
              <a:ext cx="32241" cy="9898"/>
            </a:xfrm>
            <a:custGeom>
              <a:rect b="b" l="l" r="r" t="t"/>
              <a:pathLst>
                <a:path extrusionOk="0" h="311" w="1013">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8" name="Google Shape;9598;p79"/>
          <p:cNvGrpSpPr/>
          <p:nvPr/>
        </p:nvGrpSpPr>
        <p:grpSpPr>
          <a:xfrm>
            <a:off x="6644957" y="2282103"/>
            <a:ext cx="371395" cy="278904"/>
            <a:chOff x="6644957" y="2456353"/>
            <a:chExt cx="371395" cy="278904"/>
          </a:xfrm>
        </p:grpSpPr>
        <p:sp>
          <p:nvSpPr>
            <p:cNvPr id="9599" name="Google Shape;9599;p79"/>
            <p:cNvSpPr/>
            <p:nvPr/>
          </p:nvSpPr>
          <p:spPr>
            <a:xfrm>
              <a:off x="6644957" y="2456353"/>
              <a:ext cx="371395" cy="203123"/>
            </a:xfrm>
            <a:custGeom>
              <a:rect b="b" l="l" r="r" t="t"/>
              <a:pathLst>
                <a:path extrusionOk="0" h="6382" w="11669">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79"/>
            <p:cNvSpPr/>
            <p:nvPr/>
          </p:nvSpPr>
          <p:spPr>
            <a:xfrm>
              <a:off x="6761668" y="2549194"/>
              <a:ext cx="139850" cy="186064"/>
            </a:xfrm>
            <a:custGeom>
              <a:rect b="b" l="l" r="r" t="t"/>
              <a:pathLst>
                <a:path extrusionOk="0" h="5846" w="4394">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79"/>
            <p:cNvSpPr/>
            <p:nvPr/>
          </p:nvSpPr>
          <p:spPr>
            <a:xfrm>
              <a:off x="6802216" y="2625357"/>
              <a:ext cx="58754" cy="75431"/>
            </a:xfrm>
            <a:custGeom>
              <a:rect b="b" l="l" r="r" t="t"/>
              <a:pathLst>
                <a:path extrusionOk="0" h="2370" w="1846">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79"/>
            <p:cNvSpPr/>
            <p:nvPr/>
          </p:nvSpPr>
          <p:spPr>
            <a:xfrm>
              <a:off x="6802216" y="2480828"/>
              <a:ext cx="47009" cy="33132"/>
            </a:xfrm>
            <a:custGeom>
              <a:rect b="b" l="l" r="r" t="t"/>
              <a:pathLst>
                <a:path extrusionOk="0" h="1041" w="1477">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79"/>
            <p:cNvSpPr/>
            <p:nvPr/>
          </p:nvSpPr>
          <p:spPr>
            <a:xfrm>
              <a:off x="6895439" y="2517112"/>
              <a:ext cx="36793" cy="32114"/>
            </a:xfrm>
            <a:custGeom>
              <a:rect b="b" l="l" r="r" t="t"/>
              <a:pathLst>
                <a:path extrusionOk="0" h="1009" w="1156">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4" name="Google Shape;9604;p79"/>
          <p:cNvGrpSpPr/>
          <p:nvPr/>
        </p:nvGrpSpPr>
        <p:grpSpPr>
          <a:xfrm>
            <a:off x="5388757" y="2240409"/>
            <a:ext cx="260349" cy="362292"/>
            <a:chOff x="5388757" y="2414659"/>
            <a:chExt cx="260349" cy="362292"/>
          </a:xfrm>
        </p:grpSpPr>
        <p:sp>
          <p:nvSpPr>
            <p:cNvPr id="9605" name="Google Shape;9605;p79"/>
            <p:cNvSpPr/>
            <p:nvPr/>
          </p:nvSpPr>
          <p:spPr>
            <a:xfrm>
              <a:off x="5388757" y="2414659"/>
              <a:ext cx="260349" cy="362292"/>
            </a:xfrm>
            <a:custGeom>
              <a:rect b="b" l="l" r="r" t="t"/>
              <a:pathLst>
                <a:path extrusionOk="0" h="11383" w="818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79"/>
            <p:cNvSpPr/>
            <p:nvPr/>
          </p:nvSpPr>
          <p:spPr>
            <a:xfrm>
              <a:off x="5513425" y="2437384"/>
              <a:ext cx="10248" cy="10280"/>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79"/>
            <p:cNvSpPr/>
            <p:nvPr/>
          </p:nvSpPr>
          <p:spPr>
            <a:xfrm>
              <a:off x="5411100" y="2460140"/>
              <a:ext cx="214517" cy="283106"/>
            </a:xfrm>
            <a:custGeom>
              <a:rect b="b" l="l" r="r" t="t"/>
              <a:pathLst>
                <a:path extrusionOk="0" h="8895" w="674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79"/>
            <p:cNvSpPr/>
            <p:nvPr/>
          </p:nvSpPr>
          <p:spPr>
            <a:xfrm>
              <a:off x="5439904" y="2488562"/>
              <a:ext cx="78837" cy="106495"/>
            </a:xfrm>
            <a:custGeom>
              <a:rect b="b" l="l" r="r" t="t"/>
              <a:pathLst>
                <a:path extrusionOk="0" h="3346" w="2477">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79"/>
            <p:cNvSpPr/>
            <p:nvPr/>
          </p:nvSpPr>
          <p:spPr>
            <a:xfrm>
              <a:off x="5530103" y="2494228"/>
              <a:ext cx="67856" cy="33005"/>
            </a:xfrm>
            <a:custGeom>
              <a:rect b="b" l="l" r="r" t="t"/>
              <a:pathLst>
                <a:path extrusionOk="0" h="1037" w="2132">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79"/>
            <p:cNvSpPr/>
            <p:nvPr/>
          </p:nvSpPr>
          <p:spPr>
            <a:xfrm>
              <a:off x="5530103" y="2539709"/>
              <a:ext cx="67092" cy="10248"/>
            </a:xfrm>
            <a:custGeom>
              <a:rect b="b" l="l" r="r" t="t"/>
              <a:pathLst>
                <a:path extrusionOk="0" h="322" w="2108">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79"/>
            <p:cNvSpPr/>
            <p:nvPr/>
          </p:nvSpPr>
          <p:spPr>
            <a:xfrm>
              <a:off x="5530103" y="2562434"/>
              <a:ext cx="32973" cy="10280"/>
            </a:xfrm>
            <a:custGeom>
              <a:rect b="b" l="l" r="r" t="t"/>
              <a:pathLst>
                <a:path extrusionOk="0" h="323" w="1036">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79"/>
            <p:cNvSpPr/>
            <p:nvPr/>
          </p:nvSpPr>
          <p:spPr>
            <a:xfrm>
              <a:off x="5439522" y="2607534"/>
              <a:ext cx="158437" cy="10280"/>
            </a:xfrm>
            <a:custGeom>
              <a:rect b="b" l="l" r="r" t="t"/>
              <a:pathLst>
                <a:path extrusionOk="0" h="323" w="4978">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79"/>
            <p:cNvSpPr/>
            <p:nvPr/>
          </p:nvSpPr>
          <p:spPr>
            <a:xfrm>
              <a:off x="5439522" y="2630258"/>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79"/>
            <p:cNvSpPr/>
            <p:nvPr/>
          </p:nvSpPr>
          <p:spPr>
            <a:xfrm>
              <a:off x="5439522" y="2698497"/>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79"/>
            <p:cNvSpPr/>
            <p:nvPr/>
          </p:nvSpPr>
          <p:spPr>
            <a:xfrm>
              <a:off x="5439522" y="2675740"/>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79"/>
            <p:cNvSpPr/>
            <p:nvPr/>
          </p:nvSpPr>
          <p:spPr>
            <a:xfrm>
              <a:off x="5439522" y="2653015"/>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79"/>
            <p:cNvSpPr/>
            <p:nvPr/>
          </p:nvSpPr>
          <p:spPr>
            <a:xfrm>
              <a:off x="5473641" y="2630258"/>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79"/>
            <p:cNvSpPr/>
            <p:nvPr/>
          </p:nvSpPr>
          <p:spPr>
            <a:xfrm>
              <a:off x="5473641" y="2698497"/>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79"/>
            <p:cNvSpPr/>
            <p:nvPr/>
          </p:nvSpPr>
          <p:spPr>
            <a:xfrm>
              <a:off x="5473641" y="2675740"/>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79"/>
            <p:cNvSpPr/>
            <p:nvPr/>
          </p:nvSpPr>
          <p:spPr>
            <a:xfrm>
              <a:off x="5473641" y="2653015"/>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79"/>
            <p:cNvSpPr/>
            <p:nvPr/>
          </p:nvSpPr>
          <p:spPr>
            <a:xfrm>
              <a:off x="5558525" y="2653015"/>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79"/>
            <p:cNvSpPr/>
            <p:nvPr/>
          </p:nvSpPr>
          <p:spPr>
            <a:xfrm>
              <a:off x="5558525" y="2630258"/>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79"/>
            <p:cNvSpPr/>
            <p:nvPr/>
          </p:nvSpPr>
          <p:spPr>
            <a:xfrm>
              <a:off x="5558525" y="2675740"/>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79"/>
            <p:cNvSpPr/>
            <p:nvPr/>
          </p:nvSpPr>
          <p:spPr>
            <a:xfrm>
              <a:off x="5558525" y="2698497"/>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5" name="Google Shape;9625;p79"/>
          <p:cNvGrpSpPr/>
          <p:nvPr/>
        </p:nvGrpSpPr>
        <p:grpSpPr>
          <a:xfrm>
            <a:off x="3567142" y="2731507"/>
            <a:ext cx="348288" cy="340331"/>
            <a:chOff x="3567142" y="2905757"/>
            <a:chExt cx="348288" cy="340331"/>
          </a:xfrm>
        </p:grpSpPr>
        <p:sp>
          <p:nvSpPr>
            <p:cNvPr id="9626" name="Google Shape;9626;p79"/>
            <p:cNvSpPr/>
            <p:nvPr/>
          </p:nvSpPr>
          <p:spPr>
            <a:xfrm>
              <a:off x="3567142" y="2905757"/>
              <a:ext cx="348288" cy="340331"/>
            </a:xfrm>
            <a:custGeom>
              <a:rect b="b" l="l" r="r" t="t"/>
              <a:pathLst>
                <a:path extrusionOk="0" h="10693" w="10943">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79"/>
            <p:cNvSpPr/>
            <p:nvPr/>
          </p:nvSpPr>
          <p:spPr>
            <a:xfrm>
              <a:off x="3819534" y="3034977"/>
              <a:ext cx="73903" cy="48919"/>
            </a:xfrm>
            <a:custGeom>
              <a:rect b="b" l="l" r="r" t="t"/>
              <a:pathLst>
                <a:path extrusionOk="0" h="1537" w="2322">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79"/>
            <p:cNvSpPr/>
            <p:nvPr/>
          </p:nvSpPr>
          <p:spPr>
            <a:xfrm>
              <a:off x="3728571" y="3036123"/>
              <a:ext cx="67506" cy="45895"/>
            </a:xfrm>
            <a:custGeom>
              <a:rect b="b" l="l" r="r" t="t"/>
              <a:pathLst>
                <a:path extrusionOk="0" h="1442" w="2121">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79"/>
            <p:cNvSpPr/>
            <p:nvPr/>
          </p:nvSpPr>
          <p:spPr>
            <a:xfrm>
              <a:off x="3724783" y="3091439"/>
              <a:ext cx="170946" cy="30745"/>
            </a:xfrm>
            <a:custGeom>
              <a:rect b="b" l="l" r="r" t="t"/>
              <a:pathLst>
                <a:path extrusionOk="0" h="966" w="5371">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79"/>
            <p:cNvSpPr/>
            <p:nvPr/>
          </p:nvSpPr>
          <p:spPr>
            <a:xfrm>
              <a:off x="3597092" y="2940799"/>
              <a:ext cx="40580" cy="30936"/>
            </a:xfrm>
            <a:custGeom>
              <a:rect b="b" l="l" r="r" t="t"/>
              <a:pathLst>
                <a:path extrusionOk="0" h="972" w="1275">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1" name="Google Shape;9631;p79"/>
          <p:cNvGrpSpPr/>
          <p:nvPr/>
        </p:nvGrpSpPr>
        <p:grpSpPr>
          <a:xfrm>
            <a:off x="870939" y="1801571"/>
            <a:ext cx="332375" cy="350071"/>
            <a:chOff x="870939" y="1975821"/>
            <a:chExt cx="332375" cy="350071"/>
          </a:xfrm>
        </p:grpSpPr>
        <p:sp>
          <p:nvSpPr>
            <p:cNvPr id="9632" name="Google Shape;9632;p79"/>
            <p:cNvSpPr/>
            <p:nvPr/>
          </p:nvSpPr>
          <p:spPr>
            <a:xfrm>
              <a:off x="870939" y="1975821"/>
              <a:ext cx="332375" cy="350071"/>
            </a:xfrm>
            <a:custGeom>
              <a:rect b="b" l="l" r="r" t="t"/>
              <a:pathLst>
                <a:path extrusionOk="0" h="10999" w="10443">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79"/>
            <p:cNvSpPr/>
            <p:nvPr/>
          </p:nvSpPr>
          <p:spPr>
            <a:xfrm>
              <a:off x="955059" y="2135755"/>
              <a:ext cx="164134" cy="75877"/>
            </a:xfrm>
            <a:custGeom>
              <a:rect b="b" l="l" r="r" t="t"/>
              <a:pathLst>
                <a:path extrusionOk="0" h="2384" w="5157">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79"/>
            <p:cNvSpPr/>
            <p:nvPr/>
          </p:nvSpPr>
          <p:spPr>
            <a:xfrm>
              <a:off x="955059" y="2224999"/>
              <a:ext cx="164134" cy="75240"/>
            </a:xfrm>
            <a:custGeom>
              <a:rect b="b" l="l" r="r" t="t"/>
              <a:pathLst>
                <a:path extrusionOk="0" h="2364" w="5157">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79"/>
            <p:cNvSpPr/>
            <p:nvPr/>
          </p:nvSpPr>
          <p:spPr>
            <a:xfrm>
              <a:off x="1021387" y="2183496"/>
              <a:ext cx="18969" cy="69766"/>
            </a:xfrm>
            <a:custGeom>
              <a:rect b="b" l="l" r="r" t="t"/>
              <a:pathLst>
                <a:path extrusionOk="0" h="2192" w="596">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6" name="Google Shape;9636;p79"/>
          <p:cNvGrpSpPr/>
          <p:nvPr/>
        </p:nvGrpSpPr>
        <p:grpSpPr>
          <a:xfrm>
            <a:off x="7967103" y="2240791"/>
            <a:ext cx="355863" cy="361911"/>
            <a:chOff x="7967103" y="2415041"/>
            <a:chExt cx="355863" cy="361911"/>
          </a:xfrm>
        </p:grpSpPr>
        <p:sp>
          <p:nvSpPr>
            <p:cNvPr id="9637" name="Google Shape;9637;p79"/>
            <p:cNvSpPr/>
            <p:nvPr/>
          </p:nvSpPr>
          <p:spPr>
            <a:xfrm>
              <a:off x="7967103" y="2584427"/>
              <a:ext cx="111810" cy="192525"/>
            </a:xfrm>
            <a:custGeom>
              <a:rect b="b" l="l" r="r" t="t"/>
              <a:pathLst>
                <a:path extrusionOk="0" h="6049" w="3513">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79"/>
            <p:cNvSpPr/>
            <p:nvPr/>
          </p:nvSpPr>
          <p:spPr>
            <a:xfrm>
              <a:off x="7989446" y="2750789"/>
              <a:ext cx="10280" cy="26162"/>
            </a:xfrm>
            <a:custGeom>
              <a:rect b="b" l="l" r="r" t="t"/>
              <a:pathLst>
                <a:path extrusionOk="0" h="822" w="323">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79"/>
            <p:cNvSpPr/>
            <p:nvPr/>
          </p:nvSpPr>
          <p:spPr>
            <a:xfrm>
              <a:off x="8045908" y="2750789"/>
              <a:ext cx="10662" cy="26162"/>
            </a:xfrm>
            <a:custGeom>
              <a:rect b="b" l="l" r="r" t="t"/>
              <a:pathLst>
                <a:path extrusionOk="0" h="822" w="335">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79"/>
            <p:cNvSpPr/>
            <p:nvPr/>
          </p:nvSpPr>
          <p:spPr>
            <a:xfrm>
              <a:off x="8073184" y="2595789"/>
              <a:ext cx="136858" cy="112956"/>
            </a:xfrm>
            <a:custGeom>
              <a:rect b="b" l="l" r="r" t="t"/>
              <a:pathLst>
                <a:path extrusionOk="0" h="3549" w="430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79"/>
            <p:cNvSpPr/>
            <p:nvPr/>
          </p:nvSpPr>
          <p:spPr>
            <a:xfrm>
              <a:off x="8085310" y="2415041"/>
              <a:ext cx="112956" cy="169036"/>
            </a:xfrm>
            <a:custGeom>
              <a:rect b="b" l="l" r="r" t="t"/>
              <a:pathLst>
                <a:path extrusionOk="0" h="5311" w="3549">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79"/>
            <p:cNvSpPr/>
            <p:nvPr/>
          </p:nvSpPr>
          <p:spPr>
            <a:xfrm>
              <a:off x="8108449"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79"/>
            <p:cNvSpPr/>
            <p:nvPr/>
          </p:nvSpPr>
          <p:spPr>
            <a:xfrm>
              <a:off x="8165293"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79"/>
            <p:cNvSpPr/>
            <p:nvPr/>
          </p:nvSpPr>
          <p:spPr>
            <a:xfrm>
              <a:off x="8238432" y="2635956"/>
              <a:ext cx="45481" cy="15946"/>
            </a:xfrm>
            <a:custGeom>
              <a:rect b="b" l="l" r="r" t="t"/>
              <a:pathLst>
                <a:path extrusionOk="0" h="501" w="1429">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79"/>
            <p:cNvSpPr/>
            <p:nvPr/>
          </p:nvSpPr>
          <p:spPr>
            <a:xfrm>
              <a:off x="8198998" y="2607534"/>
              <a:ext cx="123968" cy="169036"/>
            </a:xfrm>
            <a:custGeom>
              <a:rect b="b" l="l" r="r" t="t"/>
              <a:pathLst>
                <a:path extrusionOk="0" h="5311" w="3895">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79"/>
            <p:cNvSpPr/>
            <p:nvPr/>
          </p:nvSpPr>
          <p:spPr>
            <a:xfrm>
              <a:off x="8222137"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79"/>
            <p:cNvSpPr/>
            <p:nvPr/>
          </p:nvSpPr>
          <p:spPr>
            <a:xfrm>
              <a:off x="8289579" y="2743946"/>
              <a:ext cx="10630" cy="33005"/>
            </a:xfrm>
            <a:custGeom>
              <a:rect b="b" l="l" r="r" t="t"/>
              <a:pathLst>
                <a:path extrusionOk="0" h="1037" w="334">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8" name="Google Shape;9648;p79"/>
          <p:cNvGrpSpPr/>
          <p:nvPr/>
        </p:nvGrpSpPr>
        <p:grpSpPr>
          <a:xfrm>
            <a:off x="7529411" y="2240409"/>
            <a:ext cx="355863" cy="362292"/>
            <a:chOff x="7529411" y="2414659"/>
            <a:chExt cx="355863" cy="362292"/>
          </a:xfrm>
        </p:grpSpPr>
        <p:sp>
          <p:nvSpPr>
            <p:cNvPr id="9649" name="Google Shape;9649;p79"/>
            <p:cNvSpPr/>
            <p:nvPr/>
          </p:nvSpPr>
          <p:spPr>
            <a:xfrm>
              <a:off x="7687816" y="2443081"/>
              <a:ext cx="45481" cy="15946"/>
            </a:xfrm>
            <a:custGeom>
              <a:rect b="b" l="l" r="r" t="t"/>
              <a:pathLst>
                <a:path extrusionOk="0" h="501" w="1429">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79"/>
            <p:cNvSpPr/>
            <p:nvPr/>
          </p:nvSpPr>
          <p:spPr>
            <a:xfrm>
              <a:off x="7648764" y="2414659"/>
              <a:ext cx="123204" cy="168654"/>
            </a:xfrm>
            <a:custGeom>
              <a:rect b="b" l="l" r="r" t="t"/>
              <a:pathLst>
                <a:path extrusionOk="0" h="5299" w="3871">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79"/>
            <p:cNvSpPr/>
            <p:nvPr/>
          </p:nvSpPr>
          <p:spPr>
            <a:xfrm>
              <a:off x="7670757" y="2551072"/>
              <a:ext cx="10248" cy="33005"/>
            </a:xfrm>
            <a:custGeom>
              <a:rect b="b" l="l" r="r" t="t"/>
              <a:pathLst>
                <a:path extrusionOk="0" h="1037" w="322">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79"/>
            <p:cNvSpPr/>
            <p:nvPr/>
          </p:nvSpPr>
          <p:spPr>
            <a:xfrm>
              <a:off x="7738963" y="2551072"/>
              <a:ext cx="10280" cy="33005"/>
            </a:xfrm>
            <a:custGeom>
              <a:rect b="b" l="l" r="r" t="t"/>
              <a:pathLst>
                <a:path extrusionOk="0" h="1037" w="323">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79"/>
            <p:cNvSpPr/>
            <p:nvPr/>
          </p:nvSpPr>
          <p:spPr>
            <a:xfrm>
              <a:off x="7568432" y="2635956"/>
              <a:ext cx="45513" cy="15946"/>
            </a:xfrm>
            <a:custGeom>
              <a:rect b="b" l="l" r="r" t="t"/>
              <a:pathLst>
                <a:path extrusionOk="0" h="501" w="143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79"/>
            <p:cNvSpPr/>
            <p:nvPr/>
          </p:nvSpPr>
          <p:spPr>
            <a:xfrm>
              <a:off x="7529411" y="2607916"/>
              <a:ext cx="123172" cy="168654"/>
            </a:xfrm>
            <a:custGeom>
              <a:rect b="b" l="l" r="r" t="t"/>
              <a:pathLst>
                <a:path extrusionOk="0" h="5299" w="387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79"/>
            <p:cNvSpPr/>
            <p:nvPr/>
          </p:nvSpPr>
          <p:spPr>
            <a:xfrm>
              <a:off x="7551754" y="2743946"/>
              <a:ext cx="10280" cy="33005"/>
            </a:xfrm>
            <a:custGeom>
              <a:rect b="b" l="l" r="r" t="t"/>
              <a:pathLst>
                <a:path extrusionOk="0" h="1037" w="323">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79"/>
            <p:cNvSpPr/>
            <p:nvPr/>
          </p:nvSpPr>
          <p:spPr>
            <a:xfrm>
              <a:off x="7619610"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79"/>
            <p:cNvSpPr/>
            <p:nvPr/>
          </p:nvSpPr>
          <p:spPr>
            <a:xfrm>
              <a:off x="7773464" y="2584427"/>
              <a:ext cx="111810" cy="192525"/>
            </a:xfrm>
            <a:custGeom>
              <a:rect b="b" l="l" r="r" t="t"/>
              <a:pathLst>
                <a:path extrusionOk="0" h="6049" w="3513">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79"/>
            <p:cNvSpPr/>
            <p:nvPr/>
          </p:nvSpPr>
          <p:spPr>
            <a:xfrm>
              <a:off x="7795043" y="2750789"/>
              <a:ext cx="11012" cy="26162"/>
            </a:xfrm>
            <a:custGeom>
              <a:rect b="b" l="l" r="r" t="t"/>
              <a:pathLst>
                <a:path extrusionOk="0" h="822" w="346">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79"/>
            <p:cNvSpPr/>
            <p:nvPr/>
          </p:nvSpPr>
          <p:spPr>
            <a:xfrm>
              <a:off x="7851887" y="2750789"/>
              <a:ext cx="10662" cy="26162"/>
            </a:xfrm>
            <a:custGeom>
              <a:rect b="b" l="l" r="r" t="t"/>
              <a:pathLst>
                <a:path extrusionOk="0" h="822" w="335">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79"/>
            <p:cNvSpPr/>
            <p:nvPr/>
          </p:nvSpPr>
          <p:spPr>
            <a:xfrm>
              <a:off x="7641189" y="2595789"/>
              <a:ext cx="136826" cy="113147"/>
            </a:xfrm>
            <a:custGeom>
              <a:rect b="b" l="l" r="r" t="t"/>
              <a:pathLst>
                <a:path extrusionOk="0" h="3555" w="4299">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1" name="Google Shape;9661;p79"/>
          <p:cNvGrpSpPr/>
          <p:nvPr/>
        </p:nvGrpSpPr>
        <p:grpSpPr>
          <a:xfrm>
            <a:off x="5733194" y="2257468"/>
            <a:ext cx="446826" cy="327059"/>
            <a:chOff x="5733194" y="2431718"/>
            <a:chExt cx="446826" cy="327059"/>
          </a:xfrm>
        </p:grpSpPr>
        <p:sp>
          <p:nvSpPr>
            <p:cNvPr id="9662" name="Google Shape;9662;p79"/>
            <p:cNvSpPr/>
            <p:nvPr/>
          </p:nvSpPr>
          <p:spPr>
            <a:xfrm>
              <a:off x="6032946" y="2474145"/>
              <a:ext cx="56112" cy="20115"/>
            </a:xfrm>
            <a:custGeom>
              <a:rect b="b" l="l" r="r" t="t"/>
              <a:pathLst>
                <a:path extrusionOk="0" h="632" w="1763">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79"/>
            <p:cNvSpPr/>
            <p:nvPr/>
          </p:nvSpPr>
          <p:spPr>
            <a:xfrm>
              <a:off x="5733194" y="2431718"/>
              <a:ext cx="446826" cy="327059"/>
            </a:xfrm>
            <a:custGeom>
              <a:rect b="b" l="l" r="r" t="t"/>
              <a:pathLst>
                <a:path extrusionOk="0" h="10276" w="14039">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79"/>
            <p:cNvSpPr/>
            <p:nvPr/>
          </p:nvSpPr>
          <p:spPr>
            <a:xfrm>
              <a:off x="6019323" y="2641653"/>
              <a:ext cx="13272" cy="13272"/>
            </a:xfrm>
            <a:custGeom>
              <a:rect b="b" l="l" r="r" t="t"/>
              <a:pathLst>
                <a:path extrusionOk="0" h="417" w="417">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5" name="Google Shape;9665;p79"/>
          <p:cNvGrpSpPr/>
          <p:nvPr/>
        </p:nvGrpSpPr>
        <p:grpSpPr>
          <a:xfrm>
            <a:off x="4876780" y="2243814"/>
            <a:ext cx="407774" cy="356627"/>
            <a:chOff x="4876780" y="2418064"/>
            <a:chExt cx="407774" cy="356627"/>
          </a:xfrm>
        </p:grpSpPr>
        <p:sp>
          <p:nvSpPr>
            <p:cNvPr id="9666" name="Google Shape;9666;p79"/>
            <p:cNvSpPr/>
            <p:nvPr/>
          </p:nvSpPr>
          <p:spPr>
            <a:xfrm>
              <a:off x="4876780" y="2455589"/>
              <a:ext cx="407774" cy="319103"/>
            </a:xfrm>
            <a:custGeom>
              <a:rect b="b" l="l" r="r" t="t"/>
              <a:pathLst>
                <a:path extrusionOk="0" h="10026" w="12812">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79"/>
            <p:cNvSpPr/>
            <p:nvPr/>
          </p:nvSpPr>
          <p:spPr>
            <a:xfrm>
              <a:off x="5017012" y="2666287"/>
              <a:ext cx="25016" cy="12158"/>
            </a:xfrm>
            <a:custGeom>
              <a:rect b="b" l="l" r="r" t="t"/>
              <a:pathLst>
                <a:path extrusionOk="0" h="382" w="786">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79"/>
            <p:cNvSpPr/>
            <p:nvPr/>
          </p:nvSpPr>
          <p:spPr>
            <a:xfrm>
              <a:off x="5068159" y="2418064"/>
              <a:ext cx="203155" cy="198222"/>
            </a:xfrm>
            <a:custGeom>
              <a:rect b="b" l="l" r="r" t="t"/>
              <a:pathLst>
                <a:path extrusionOk="0" h="6228" w="6383">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79"/>
            <p:cNvSpPr/>
            <p:nvPr/>
          </p:nvSpPr>
          <p:spPr>
            <a:xfrm>
              <a:off x="5106415" y="2456353"/>
              <a:ext cx="31509" cy="12158"/>
            </a:xfrm>
            <a:custGeom>
              <a:rect b="b" l="l" r="r" t="t"/>
              <a:pathLst>
                <a:path extrusionOk="0" h="382" w="99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79"/>
            <p:cNvSpPr/>
            <p:nvPr/>
          </p:nvSpPr>
          <p:spPr>
            <a:xfrm>
              <a:off x="5151133" y="2456353"/>
              <a:ext cx="82274" cy="12158"/>
            </a:xfrm>
            <a:custGeom>
              <a:rect b="b" l="l" r="r" t="t"/>
              <a:pathLst>
                <a:path extrusionOk="0" h="382" w="2585">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79"/>
            <p:cNvSpPr/>
            <p:nvPr/>
          </p:nvSpPr>
          <p:spPr>
            <a:xfrm>
              <a:off x="5106415" y="2488180"/>
              <a:ext cx="126992" cy="12158"/>
            </a:xfrm>
            <a:custGeom>
              <a:rect b="b" l="l" r="r" t="t"/>
              <a:pathLst>
                <a:path extrusionOk="0" h="382" w="399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79"/>
            <p:cNvSpPr/>
            <p:nvPr/>
          </p:nvSpPr>
          <p:spPr>
            <a:xfrm>
              <a:off x="5106415" y="2519626"/>
              <a:ext cx="82656" cy="12540"/>
            </a:xfrm>
            <a:custGeom>
              <a:rect b="b" l="l" r="r" t="t"/>
              <a:pathLst>
                <a:path extrusionOk="0" h="394" w="2597">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79"/>
            <p:cNvSpPr/>
            <p:nvPr/>
          </p:nvSpPr>
          <p:spPr>
            <a:xfrm>
              <a:off x="5202312" y="2519626"/>
              <a:ext cx="31095" cy="12540"/>
            </a:xfrm>
            <a:custGeom>
              <a:rect b="b" l="l" r="r" t="t"/>
              <a:pathLst>
                <a:path extrusionOk="0" h="394" w="977">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4" name="Google Shape;9674;p79"/>
          <p:cNvGrpSpPr/>
          <p:nvPr/>
        </p:nvGrpSpPr>
        <p:grpSpPr>
          <a:xfrm>
            <a:off x="7070872" y="2236621"/>
            <a:ext cx="398321" cy="371013"/>
            <a:chOff x="7070872" y="2410871"/>
            <a:chExt cx="398321" cy="371013"/>
          </a:xfrm>
        </p:grpSpPr>
        <p:sp>
          <p:nvSpPr>
            <p:cNvPr id="9675" name="Google Shape;9675;p79"/>
            <p:cNvSpPr/>
            <p:nvPr/>
          </p:nvSpPr>
          <p:spPr>
            <a:xfrm>
              <a:off x="7204643" y="2603364"/>
              <a:ext cx="123586" cy="107641"/>
            </a:xfrm>
            <a:custGeom>
              <a:rect b="b" l="l" r="r" t="t"/>
              <a:pathLst>
                <a:path extrusionOk="0" h="3382" w="3883">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79"/>
            <p:cNvSpPr/>
            <p:nvPr/>
          </p:nvSpPr>
          <p:spPr>
            <a:xfrm>
              <a:off x="7203147" y="2410871"/>
              <a:ext cx="133421" cy="178902"/>
            </a:xfrm>
            <a:custGeom>
              <a:rect b="b" l="l" r="r" t="t"/>
              <a:pathLst>
                <a:path extrusionOk="0" h="5621" w="4192">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79"/>
            <p:cNvSpPr/>
            <p:nvPr/>
          </p:nvSpPr>
          <p:spPr>
            <a:xfrm>
              <a:off x="7334245"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79"/>
            <p:cNvSpPr/>
            <p:nvPr/>
          </p:nvSpPr>
          <p:spPr>
            <a:xfrm>
              <a:off x="7070872"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79" name="Google Shape;9679;p79"/>
          <p:cNvSpPr/>
          <p:nvPr/>
        </p:nvSpPr>
        <p:spPr>
          <a:xfrm>
            <a:off x="6238328" y="2259346"/>
            <a:ext cx="316461" cy="324036"/>
          </a:xfrm>
          <a:custGeom>
            <a:rect b="b" l="l" r="r" t="t"/>
            <a:pathLst>
              <a:path extrusionOk="0" h="10181" w="9943">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80" name="Google Shape;9680;p79"/>
          <p:cNvGrpSpPr/>
          <p:nvPr/>
        </p:nvGrpSpPr>
        <p:grpSpPr>
          <a:xfrm>
            <a:off x="5318259" y="2807861"/>
            <a:ext cx="371013" cy="220787"/>
            <a:chOff x="5318259" y="2982111"/>
            <a:chExt cx="371013" cy="220787"/>
          </a:xfrm>
        </p:grpSpPr>
        <p:sp>
          <p:nvSpPr>
            <p:cNvPr id="9681" name="Google Shape;9681;p79"/>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79"/>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79"/>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79"/>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79"/>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79"/>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79"/>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79"/>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9" name="Google Shape;9689;p79"/>
          <p:cNvGrpSpPr/>
          <p:nvPr/>
        </p:nvGrpSpPr>
        <p:grpSpPr>
          <a:xfrm>
            <a:off x="7073928" y="2731507"/>
            <a:ext cx="371395" cy="371809"/>
            <a:chOff x="7073928" y="2905757"/>
            <a:chExt cx="371395" cy="371809"/>
          </a:xfrm>
        </p:grpSpPr>
        <p:sp>
          <p:nvSpPr>
            <p:cNvPr id="9690" name="Google Shape;9690;p79"/>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79"/>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79"/>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3" name="Google Shape;9693;p79"/>
          <p:cNvGrpSpPr/>
          <p:nvPr/>
        </p:nvGrpSpPr>
        <p:grpSpPr>
          <a:xfrm>
            <a:off x="6188327" y="2781158"/>
            <a:ext cx="371395" cy="272857"/>
            <a:chOff x="6188327" y="2955408"/>
            <a:chExt cx="371395" cy="272857"/>
          </a:xfrm>
        </p:grpSpPr>
        <p:sp>
          <p:nvSpPr>
            <p:cNvPr id="9694" name="Google Shape;9694;p79"/>
            <p:cNvSpPr/>
            <p:nvPr/>
          </p:nvSpPr>
          <p:spPr>
            <a:xfrm>
              <a:off x="6229990" y="2978897"/>
              <a:ext cx="289567" cy="197840"/>
            </a:xfrm>
            <a:custGeom>
              <a:rect b="b" l="l" r="r" t="t"/>
              <a:pathLst>
                <a:path extrusionOk="0" h="6216" w="9098">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79"/>
            <p:cNvSpPr/>
            <p:nvPr/>
          </p:nvSpPr>
          <p:spPr>
            <a:xfrm>
              <a:off x="6188327" y="2955408"/>
              <a:ext cx="371395" cy="272857"/>
            </a:xfrm>
            <a:custGeom>
              <a:rect b="b" l="l" r="r" t="t"/>
              <a:pathLst>
                <a:path extrusionOk="0" h="8573" w="11669">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6" name="Google Shape;9696;p79"/>
          <p:cNvGrpSpPr/>
          <p:nvPr/>
        </p:nvGrpSpPr>
        <p:grpSpPr>
          <a:xfrm>
            <a:off x="7521454" y="2731889"/>
            <a:ext cx="359651" cy="371013"/>
            <a:chOff x="7521454" y="2906139"/>
            <a:chExt cx="359651" cy="371013"/>
          </a:xfrm>
        </p:grpSpPr>
        <p:sp>
          <p:nvSpPr>
            <p:cNvPr id="9697" name="Google Shape;9697;p79"/>
            <p:cNvSpPr/>
            <p:nvPr/>
          </p:nvSpPr>
          <p:spPr>
            <a:xfrm>
              <a:off x="7614677" y="3138830"/>
              <a:ext cx="79983" cy="138322"/>
            </a:xfrm>
            <a:custGeom>
              <a:rect b="b" l="l" r="r" t="t"/>
              <a:pathLst>
                <a:path extrusionOk="0" h="4346" w="2513">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79"/>
            <p:cNvSpPr/>
            <p:nvPr/>
          </p:nvSpPr>
          <p:spPr>
            <a:xfrm>
              <a:off x="7707518" y="3138830"/>
              <a:ext cx="79983" cy="138322"/>
            </a:xfrm>
            <a:custGeom>
              <a:rect b="b" l="l" r="r" t="t"/>
              <a:pathLst>
                <a:path extrusionOk="0" h="4346" w="2513">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79"/>
            <p:cNvSpPr/>
            <p:nvPr/>
          </p:nvSpPr>
          <p:spPr>
            <a:xfrm>
              <a:off x="7800740" y="3138830"/>
              <a:ext cx="80364" cy="138322"/>
            </a:xfrm>
            <a:custGeom>
              <a:rect b="b" l="l" r="r" t="t"/>
              <a:pathLst>
                <a:path extrusionOk="0" h="4346" w="2525">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79"/>
            <p:cNvSpPr/>
            <p:nvPr/>
          </p:nvSpPr>
          <p:spPr>
            <a:xfrm>
              <a:off x="7521454" y="3138830"/>
              <a:ext cx="79983" cy="138322"/>
            </a:xfrm>
            <a:custGeom>
              <a:rect b="b" l="l" r="r" t="t"/>
              <a:pathLst>
                <a:path extrusionOk="0" h="4346" w="2513">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79"/>
            <p:cNvSpPr/>
            <p:nvPr/>
          </p:nvSpPr>
          <p:spPr>
            <a:xfrm>
              <a:off x="7555923" y="2906139"/>
              <a:ext cx="289949" cy="219833"/>
            </a:xfrm>
            <a:custGeom>
              <a:rect b="b" l="l" r="r" t="t"/>
              <a:pathLst>
                <a:path extrusionOk="0" h="6907" w="911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2" name="Google Shape;9702;p79"/>
          <p:cNvGrpSpPr/>
          <p:nvPr/>
        </p:nvGrpSpPr>
        <p:grpSpPr>
          <a:xfrm>
            <a:off x="5782845" y="2732271"/>
            <a:ext cx="301661" cy="371013"/>
            <a:chOff x="5782845" y="2906521"/>
            <a:chExt cx="301661" cy="371013"/>
          </a:xfrm>
        </p:grpSpPr>
        <p:sp>
          <p:nvSpPr>
            <p:cNvPr id="9703" name="Google Shape;9703;p79"/>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79"/>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79"/>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6" name="Google Shape;9706;p79"/>
          <p:cNvGrpSpPr/>
          <p:nvPr/>
        </p:nvGrpSpPr>
        <p:grpSpPr>
          <a:xfrm>
            <a:off x="6630539" y="2743252"/>
            <a:ext cx="371777" cy="349434"/>
            <a:chOff x="6630539" y="2917502"/>
            <a:chExt cx="371777" cy="349434"/>
          </a:xfrm>
        </p:grpSpPr>
        <p:sp>
          <p:nvSpPr>
            <p:cNvPr id="9707" name="Google Shape;9707;p79"/>
            <p:cNvSpPr/>
            <p:nvPr/>
          </p:nvSpPr>
          <p:spPr>
            <a:xfrm>
              <a:off x="6689292" y="3043093"/>
              <a:ext cx="92109" cy="30586"/>
            </a:xfrm>
            <a:custGeom>
              <a:rect b="b" l="l" r="r" t="t"/>
              <a:pathLst>
                <a:path extrusionOk="0" h="961" w="2894">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79"/>
            <p:cNvSpPr/>
            <p:nvPr/>
          </p:nvSpPr>
          <p:spPr>
            <a:xfrm>
              <a:off x="6630539" y="2993315"/>
              <a:ext cx="208852" cy="273621"/>
            </a:xfrm>
            <a:custGeom>
              <a:rect b="b" l="l" r="r" t="t"/>
              <a:pathLst>
                <a:path extrusionOk="0" h="8597" w="6562">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79"/>
            <p:cNvSpPr/>
            <p:nvPr/>
          </p:nvSpPr>
          <p:spPr>
            <a:xfrm>
              <a:off x="6665804" y="3232053"/>
              <a:ext cx="10630" cy="33737"/>
            </a:xfrm>
            <a:custGeom>
              <a:rect b="b" l="l" r="r" t="t"/>
              <a:pathLst>
                <a:path extrusionOk="0" h="1060" w="334">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79"/>
            <p:cNvSpPr/>
            <p:nvPr/>
          </p:nvSpPr>
          <p:spPr>
            <a:xfrm>
              <a:off x="6793877" y="3232053"/>
              <a:ext cx="10248" cy="33737"/>
            </a:xfrm>
            <a:custGeom>
              <a:rect b="b" l="l" r="r" t="t"/>
              <a:pathLst>
                <a:path extrusionOk="0" h="1060" w="322">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79"/>
            <p:cNvSpPr/>
            <p:nvPr/>
          </p:nvSpPr>
          <p:spPr>
            <a:xfrm>
              <a:off x="6828347" y="2952766"/>
              <a:ext cx="173969" cy="181162"/>
            </a:xfrm>
            <a:custGeom>
              <a:rect b="b" l="l" r="r" t="t"/>
              <a:pathLst>
                <a:path extrusionOk="0" h="5692" w="5466">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79"/>
            <p:cNvSpPr/>
            <p:nvPr/>
          </p:nvSpPr>
          <p:spPr>
            <a:xfrm>
              <a:off x="6898463" y="2917502"/>
              <a:ext cx="34151" cy="104999"/>
            </a:xfrm>
            <a:custGeom>
              <a:rect b="b" l="l" r="r" t="t"/>
              <a:pathLst>
                <a:path extrusionOk="0" h="3299" w="1073">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79"/>
            <p:cNvSpPr/>
            <p:nvPr/>
          </p:nvSpPr>
          <p:spPr>
            <a:xfrm>
              <a:off x="6898081" y="3028548"/>
              <a:ext cx="34151" cy="34119"/>
            </a:xfrm>
            <a:custGeom>
              <a:rect b="b" l="l" r="r" t="t"/>
              <a:pathLst>
                <a:path extrusionOk="0" h="1072" w="1073">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4" name="Google Shape;9714;p79"/>
          <p:cNvGrpSpPr/>
          <p:nvPr/>
        </p:nvGrpSpPr>
        <p:grpSpPr>
          <a:xfrm>
            <a:off x="2171474" y="3194979"/>
            <a:ext cx="408156" cy="343737"/>
            <a:chOff x="2171474" y="3369229"/>
            <a:chExt cx="408156" cy="343737"/>
          </a:xfrm>
        </p:grpSpPr>
        <p:sp>
          <p:nvSpPr>
            <p:cNvPr id="9715" name="Google Shape;9715;p79"/>
            <p:cNvSpPr/>
            <p:nvPr/>
          </p:nvSpPr>
          <p:spPr>
            <a:xfrm>
              <a:off x="2171474" y="3369229"/>
              <a:ext cx="408156" cy="343737"/>
            </a:xfrm>
            <a:custGeom>
              <a:rect b="b" l="l" r="r" t="t"/>
              <a:pathLst>
                <a:path extrusionOk="0" h="10800" w="12824">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79"/>
            <p:cNvSpPr/>
            <p:nvPr/>
          </p:nvSpPr>
          <p:spPr>
            <a:xfrm>
              <a:off x="2292737" y="3477220"/>
              <a:ext cx="164898" cy="164866"/>
            </a:xfrm>
            <a:custGeom>
              <a:rect b="b" l="l" r="r" t="t"/>
              <a:pathLst>
                <a:path extrusionOk="0" h="5180" w="5181">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79"/>
            <p:cNvSpPr/>
            <p:nvPr/>
          </p:nvSpPr>
          <p:spPr>
            <a:xfrm>
              <a:off x="2256358" y="3451503"/>
              <a:ext cx="188769" cy="177311"/>
            </a:xfrm>
            <a:custGeom>
              <a:rect b="b" l="l" r="r" t="t"/>
              <a:pathLst>
                <a:path extrusionOk="0" h="5571" w="5931">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79"/>
            <p:cNvSpPr/>
            <p:nvPr/>
          </p:nvSpPr>
          <p:spPr>
            <a:xfrm>
              <a:off x="2305245" y="3491160"/>
              <a:ext cx="189151" cy="176706"/>
            </a:xfrm>
            <a:custGeom>
              <a:rect b="b" l="l" r="r" t="t"/>
              <a:pathLst>
                <a:path extrusionOk="0" h="5552" w="5943">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9" name="Google Shape;9719;p79"/>
          <p:cNvGrpSpPr/>
          <p:nvPr/>
        </p:nvGrpSpPr>
        <p:grpSpPr>
          <a:xfrm>
            <a:off x="4891198" y="2750858"/>
            <a:ext cx="334634" cy="334634"/>
            <a:chOff x="4891198" y="2925108"/>
            <a:chExt cx="334634" cy="334634"/>
          </a:xfrm>
        </p:grpSpPr>
        <p:sp>
          <p:nvSpPr>
            <p:cNvPr id="9720" name="Google Shape;9720;p79"/>
            <p:cNvSpPr/>
            <p:nvPr/>
          </p:nvSpPr>
          <p:spPr>
            <a:xfrm>
              <a:off x="5001830" y="2925108"/>
              <a:ext cx="113338" cy="150831"/>
            </a:xfrm>
            <a:custGeom>
              <a:rect b="b" l="l" r="r" t="t"/>
              <a:pathLst>
                <a:path extrusionOk="0" h="4739" w="3561">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79"/>
            <p:cNvSpPr/>
            <p:nvPr/>
          </p:nvSpPr>
          <p:spPr>
            <a:xfrm>
              <a:off x="5102628" y="2933033"/>
              <a:ext cx="98188" cy="76991"/>
            </a:xfrm>
            <a:custGeom>
              <a:rect b="b" l="l" r="r" t="t"/>
              <a:pathLst>
                <a:path extrusionOk="0" h="2419" w="3085">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79"/>
            <p:cNvSpPr/>
            <p:nvPr/>
          </p:nvSpPr>
          <p:spPr>
            <a:xfrm>
              <a:off x="4915832" y="2932492"/>
              <a:ext cx="98920" cy="77532"/>
            </a:xfrm>
            <a:custGeom>
              <a:rect b="b" l="l" r="r" t="t"/>
              <a:pathLst>
                <a:path extrusionOk="0" h="2436" w="3108">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79"/>
            <p:cNvSpPr/>
            <p:nvPr/>
          </p:nvSpPr>
          <p:spPr>
            <a:xfrm>
              <a:off x="4915832" y="3174254"/>
              <a:ext cx="80746" cy="70689"/>
            </a:xfrm>
            <a:custGeom>
              <a:rect b="b" l="l" r="r" t="t"/>
              <a:pathLst>
                <a:path extrusionOk="0" h="2221" w="2537">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79"/>
            <p:cNvSpPr/>
            <p:nvPr/>
          </p:nvSpPr>
          <p:spPr>
            <a:xfrm>
              <a:off x="5121215" y="3173936"/>
              <a:ext cx="79601" cy="69511"/>
            </a:xfrm>
            <a:custGeom>
              <a:rect b="b" l="l" r="r" t="t"/>
              <a:pathLst>
                <a:path extrusionOk="0" h="2184" w="2501">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79"/>
            <p:cNvSpPr/>
            <p:nvPr/>
          </p:nvSpPr>
          <p:spPr>
            <a:xfrm>
              <a:off x="4891198"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79"/>
            <p:cNvSpPr/>
            <p:nvPr/>
          </p:nvSpPr>
          <p:spPr>
            <a:xfrm>
              <a:off x="5112876"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79"/>
            <p:cNvSpPr/>
            <p:nvPr/>
          </p:nvSpPr>
          <p:spPr>
            <a:xfrm>
              <a:off x="5001448" y="3108498"/>
              <a:ext cx="113338" cy="151244"/>
            </a:xfrm>
            <a:custGeom>
              <a:rect b="b" l="l" r="r" t="t"/>
              <a:pathLst>
                <a:path extrusionOk="0" h="4752" w="3561">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8" name="Google Shape;9728;p79"/>
          <p:cNvGrpSpPr/>
          <p:nvPr/>
        </p:nvGrpSpPr>
        <p:grpSpPr>
          <a:xfrm>
            <a:off x="7976174" y="2750858"/>
            <a:ext cx="334666" cy="334634"/>
            <a:chOff x="7976174" y="2925108"/>
            <a:chExt cx="334666" cy="334634"/>
          </a:xfrm>
        </p:grpSpPr>
        <p:sp>
          <p:nvSpPr>
            <p:cNvPr id="9729" name="Google Shape;9729;p79"/>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79"/>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79"/>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79"/>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79"/>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79"/>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79"/>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79"/>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79"/>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8" name="Google Shape;9738;p79"/>
          <p:cNvGrpSpPr/>
          <p:nvPr/>
        </p:nvGrpSpPr>
        <p:grpSpPr>
          <a:xfrm>
            <a:off x="3091957" y="3199881"/>
            <a:ext cx="354717" cy="332757"/>
            <a:chOff x="3091957" y="3374131"/>
            <a:chExt cx="354717" cy="332757"/>
          </a:xfrm>
        </p:grpSpPr>
        <p:sp>
          <p:nvSpPr>
            <p:cNvPr id="9739" name="Google Shape;9739;p79"/>
            <p:cNvSpPr/>
            <p:nvPr/>
          </p:nvSpPr>
          <p:spPr>
            <a:xfrm>
              <a:off x="3091957" y="3374131"/>
              <a:ext cx="354717" cy="332757"/>
            </a:xfrm>
            <a:custGeom>
              <a:rect b="b" l="l" r="r" t="t"/>
              <a:pathLst>
                <a:path extrusionOk="0" h="10455" w="11145">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79"/>
            <p:cNvSpPr/>
            <p:nvPr/>
          </p:nvSpPr>
          <p:spPr>
            <a:xfrm>
              <a:off x="3248835" y="3434380"/>
              <a:ext cx="40580" cy="40962"/>
            </a:xfrm>
            <a:custGeom>
              <a:rect b="b" l="l" r="r" t="t"/>
              <a:pathLst>
                <a:path extrusionOk="0" h="1287" w="1275">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79"/>
            <p:cNvSpPr/>
            <p:nvPr/>
          </p:nvSpPr>
          <p:spPr>
            <a:xfrm>
              <a:off x="3183270" y="3524197"/>
              <a:ext cx="181544" cy="115629"/>
            </a:xfrm>
            <a:custGeom>
              <a:rect b="b" l="l" r="r" t="t"/>
              <a:pathLst>
                <a:path extrusionOk="0" h="3633" w="5704">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79"/>
            <p:cNvSpPr/>
            <p:nvPr/>
          </p:nvSpPr>
          <p:spPr>
            <a:xfrm>
              <a:off x="3157872" y="3516050"/>
              <a:ext cx="34915" cy="33578"/>
            </a:xfrm>
            <a:custGeom>
              <a:rect b="b" l="l" r="r" t="t"/>
              <a:pathLst>
                <a:path extrusionOk="0" h="1055" w="1097">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79"/>
            <p:cNvSpPr/>
            <p:nvPr/>
          </p:nvSpPr>
          <p:spPr>
            <a:xfrm>
              <a:off x="3351892" y="3605485"/>
              <a:ext cx="35297" cy="33578"/>
            </a:xfrm>
            <a:custGeom>
              <a:rect b="b" l="l" r="r" t="t"/>
              <a:pathLst>
                <a:path extrusionOk="0" h="1055" w="1109">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79"/>
            <p:cNvSpPr/>
            <p:nvPr/>
          </p:nvSpPr>
          <p:spPr>
            <a:xfrm>
              <a:off x="3254882" y="3531231"/>
              <a:ext cx="35297" cy="33546"/>
            </a:xfrm>
            <a:custGeom>
              <a:rect b="b" l="l" r="r" t="t"/>
              <a:pathLst>
                <a:path extrusionOk="0" h="1054" w="1109">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5" name="Google Shape;9745;p79"/>
          <p:cNvGrpSpPr/>
          <p:nvPr/>
        </p:nvGrpSpPr>
        <p:grpSpPr>
          <a:xfrm>
            <a:off x="3988156" y="3205960"/>
            <a:ext cx="353954" cy="318880"/>
            <a:chOff x="3988156" y="3380210"/>
            <a:chExt cx="353954" cy="318880"/>
          </a:xfrm>
        </p:grpSpPr>
        <p:sp>
          <p:nvSpPr>
            <p:cNvPr id="9746" name="Google Shape;9746;p79"/>
            <p:cNvSpPr/>
            <p:nvPr/>
          </p:nvSpPr>
          <p:spPr>
            <a:xfrm>
              <a:off x="4134053" y="3446156"/>
              <a:ext cx="28454" cy="49269"/>
            </a:xfrm>
            <a:custGeom>
              <a:rect b="b" l="l" r="r" t="t"/>
              <a:pathLst>
                <a:path extrusionOk="0" h="1548" w="894">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79"/>
            <p:cNvSpPr/>
            <p:nvPr/>
          </p:nvSpPr>
          <p:spPr>
            <a:xfrm>
              <a:off x="4188988" y="3398001"/>
              <a:ext cx="81510" cy="81510"/>
            </a:xfrm>
            <a:custGeom>
              <a:rect b="b" l="l" r="r" t="t"/>
              <a:pathLst>
                <a:path extrusionOk="0" h="2561" w="2561">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79"/>
            <p:cNvSpPr/>
            <p:nvPr/>
          </p:nvSpPr>
          <p:spPr>
            <a:xfrm>
              <a:off x="4090863" y="3380210"/>
              <a:ext cx="195930" cy="146311"/>
            </a:xfrm>
            <a:custGeom>
              <a:rect b="b" l="l" r="r" t="t"/>
              <a:pathLst>
                <a:path extrusionOk="0" h="4597" w="6156">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79"/>
            <p:cNvSpPr/>
            <p:nvPr/>
          </p:nvSpPr>
          <p:spPr>
            <a:xfrm>
              <a:off x="4215914" y="3415061"/>
              <a:ext cx="28072" cy="49301"/>
            </a:xfrm>
            <a:custGeom>
              <a:rect b="b" l="l" r="r" t="t"/>
              <a:pathLst>
                <a:path extrusionOk="0" h="1549" w="882">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79"/>
            <p:cNvSpPr/>
            <p:nvPr/>
          </p:nvSpPr>
          <p:spPr>
            <a:xfrm>
              <a:off x="3988156" y="3495935"/>
              <a:ext cx="353954" cy="203155"/>
            </a:xfrm>
            <a:custGeom>
              <a:rect b="b" l="l" r="r" t="t"/>
              <a:pathLst>
                <a:path extrusionOk="0" h="6383" w="11121">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1" name="Google Shape;9751;p79"/>
          <p:cNvGrpSpPr/>
          <p:nvPr/>
        </p:nvGrpSpPr>
        <p:grpSpPr>
          <a:xfrm>
            <a:off x="3541011" y="3193070"/>
            <a:ext cx="348257" cy="346188"/>
            <a:chOff x="3541011" y="3367320"/>
            <a:chExt cx="348257" cy="346188"/>
          </a:xfrm>
        </p:grpSpPr>
        <p:sp>
          <p:nvSpPr>
            <p:cNvPr id="9752" name="Google Shape;9752;p79"/>
            <p:cNvSpPr/>
            <p:nvPr/>
          </p:nvSpPr>
          <p:spPr>
            <a:xfrm>
              <a:off x="3541011" y="3367320"/>
              <a:ext cx="347906" cy="346188"/>
            </a:xfrm>
            <a:custGeom>
              <a:rect b="b" l="l" r="r" t="t"/>
              <a:pathLst>
                <a:path extrusionOk="0" h="10877" w="10931">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79"/>
            <p:cNvSpPr/>
            <p:nvPr/>
          </p:nvSpPr>
          <p:spPr>
            <a:xfrm>
              <a:off x="3658105" y="3389599"/>
              <a:ext cx="208820" cy="199431"/>
            </a:xfrm>
            <a:custGeom>
              <a:rect b="b" l="l" r="r" t="t"/>
              <a:pathLst>
                <a:path extrusionOk="0" h="6266" w="6561">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79"/>
            <p:cNvSpPr/>
            <p:nvPr/>
          </p:nvSpPr>
          <p:spPr>
            <a:xfrm>
              <a:off x="3720614" y="3426805"/>
              <a:ext cx="95164" cy="116011"/>
            </a:xfrm>
            <a:custGeom>
              <a:rect b="b" l="l" r="r" t="t"/>
              <a:pathLst>
                <a:path extrusionOk="0" h="3645" w="299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79"/>
            <p:cNvSpPr/>
            <p:nvPr/>
          </p:nvSpPr>
          <p:spPr>
            <a:xfrm>
              <a:off x="3773671" y="3496030"/>
              <a:ext cx="115597" cy="114993"/>
            </a:xfrm>
            <a:custGeom>
              <a:rect b="b" l="l" r="r" t="t"/>
              <a:pathLst>
                <a:path extrusionOk="0" h="3613" w="3632">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6" name="Google Shape;9756;p79"/>
          <p:cNvGrpSpPr/>
          <p:nvPr/>
        </p:nvGrpSpPr>
        <p:grpSpPr>
          <a:xfrm>
            <a:off x="1314678" y="3183967"/>
            <a:ext cx="334666" cy="365348"/>
            <a:chOff x="1314678" y="3358217"/>
            <a:chExt cx="334666" cy="365348"/>
          </a:xfrm>
        </p:grpSpPr>
        <p:sp>
          <p:nvSpPr>
            <p:cNvPr id="9757" name="Google Shape;9757;p79"/>
            <p:cNvSpPr/>
            <p:nvPr/>
          </p:nvSpPr>
          <p:spPr>
            <a:xfrm>
              <a:off x="1316588" y="3358217"/>
              <a:ext cx="332757" cy="365348"/>
            </a:xfrm>
            <a:custGeom>
              <a:rect b="b" l="l" r="r" t="t"/>
              <a:pathLst>
                <a:path extrusionOk="0" h="11479" w="10455">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79"/>
            <p:cNvSpPr/>
            <p:nvPr/>
          </p:nvSpPr>
          <p:spPr>
            <a:xfrm>
              <a:off x="1314678" y="3358981"/>
              <a:ext cx="79632" cy="254684"/>
            </a:xfrm>
            <a:custGeom>
              <a:rect b="b" l="l" r="r" t="t"/>
              <a:pathLst>
                <a:path extrusionOk="0" h="8002" w="2502">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79"/>
            <p:cNvSpPr/>
            <p:nvPr/>
          </p:nvSpPr>
          <p:spPr>
            <a:xfrm>
              <a:off x="1411688" y="3629546"/>
              <a:ext cx="139118" cy="10662"/>
            </a:xfrm>
            <a:custGeom>
              <a:rect b="b" l="l" r="r" t="t"/>
              <a:pathLst>
                <a:path extrusionOk="0" h="335" w="4371">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79"/>
            <p:cNvSpPr/>
            <p:nvPr/>
          </p:nvSpPr>
          <p:spPr>
            <a:xfrm>
              <a:off x="1412070" y="3652303"/>
              <a:ext cx="139118" cy="10630"/>
            </a:xfrm>
            <a:custGeom>
              <a:rect b="b" l="l" r="r" t="t"/>
              <a:pathLst>
                <a:path extrusionOk="0" h="334" w="4371">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79"/>
            <p:cNvSpPr/>
            <p:nvPr/>
          </p:nvSpPr>
          <p:spPr>
            <a:xfrm>
              <a:off x="1432153" y="3417352"/>
              <a:ext cx="83802" cy="191379"/>
            </a:xfrm>
            <a:custGeom>
              <a:rect b="b" l="l" r="r" t="t"/>
              <a:pathLst>
                <a:path extrusionOk="0" h="6013" w="2633">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2" name="Google Shape;9762;p79"/>
          <p:cNvGrpSpPr/>
          <p:nvPr/>
        </p:nvGrpSpPr>
        <p:grpSpPr>
          <a:xfrm>
            <a:off x="1748582" y="3198385"/>
            <a:ext cx="359269" cy="335780"/>
            <a:chOff x="1748582" y="3372635"/>
            <a:chExt cx="359269" cy="335780"/>
          </a:xfrm>
        </p:grpSpPr>
        <p:sp>
          <p:nvSpPr>
            <p:cNvPr id="9763" name="Google Shape;9763;p79"/>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64" name="Google Shape;9764;p79"/>
            <p:cNvGrpSpPr/>
            <p:nvPr/>
          </p:nvGrpSpPr>
          <p:grpSpPr>
            <a:xfrm>
              <a:off x="1748582" y="3372635"/>
              <a:ext cx="333520" cy="335780"/>
              <a:chOff x="1748582" y="3372635"/>
              <a:chExt cx="333520" cy="335780"/>
            </a:xfrm>
          </p:grpSpPr>
          <p:sp>
            <p:nvSpPr>
              <p:cNvPr id="9765" name="Google Shape;9765;p79"/>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79"/>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79"/>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768" name="Google Shape;9768;p79"/>
          <p:cNvGrpSpPr/>
          <p:nvPr/>
        </p:nvGrpSpPr>
        <p:grpSpPr>
          <a:xfrm>
            <a:off x="2640993" y="3183585"/>
            <a:ext cx="365348" cy="364966"/>
            <a:chOff x="2640993" y="3357835"/>
            <a:chExt cx="365348" cy="364966"/>
          </a:xfrm>
        </p:grpSpPr>
        <p:sp>
          <p:nvSpPr>
            <p:cNvPr id="9769" name="Google Shape;9769;p79"/>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79"/>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79"/>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79"/>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79"/>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79"/>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79"/>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79"/>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79"/>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79"/>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9" name="Google Shape;9779;p79"/>
          <p:cNvGrpSpPr/>
          <p:nvPr/>
        </p:nvGrpSpPr>
        <p:grpSpPr>
          <a:xfrm>
            <a:off x="4886264" y="3191924"/>
            <a:ext cx="350548" cy="350198"/>
            <a:chOff x="4886264" y="3366174"/>
            <a:chExt cx="350548" cy="350198"/>
          </a:xfrm>
        </p:grpSpPr>
        <p:sp>
          <p:nvSpPr>
            <p:cNvPr id="9780" name="Google Shape;9780;p79"/>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79"/>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79"/>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79"/>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79"/>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79"/>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79"/>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79"/>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79"/>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79"/>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79"/>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79"/>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79"/>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3" name="Google Shape;9793;p79"/>
          <p:cNvGrpSpPr/>
          <p:nvPr/>
        </p:nvGrpSpPr>
        <p:grpSpPr>
          <a:xfrm>
            <a:off x="5331913" y="3239697"/>
            <a:ext cx="347143" cy="254684"/>
            <a:chOff x="5331913" y="3413947"/>
            <a:chExt cx="347143" cy="254684"/>
          </a:xfrm>
        </p:grpSpPr>
        <p:sp>
          <p:nvSpPr>
            <p:cNvPr id="9794" name="Google Shape;9794;p79"/>
            <p:cNvSpPr/>
            <p:nvPr/>
          </p:nvSpPr>
          <p:spPr>
            <a:xfrm>
              <a:off x="5597163" y="3523083"/>
              <a:ext cx="43222" cy="15564"/>
            </a:xfrm>
            <a:custGeom>
              <a:rect b="b" l="l" r="r" t="t"/>
              <a:pathLst>
                <a:path extrusionOk="0" h="489" w="1358">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79"/>
            <p:cNvSpPr/>
            <p:nvPr/>
          </p:nvSpPr>
          <p:spPr>
            <a:xfrm>
              <a:off x="5331913" y="3413947"/>
              <a:ext cx="347143" cy="253538"/>
            </a:xfrm>
            <a:custGeom>
              <a:rect b="b" l="l" r="r" t="t"/>
              <a:pathLst>
                <a:path extrusionOk="0" h="7966" w="10907">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79"/>
            <p:cNvSpPr/>
            <p:nvPr/>
          </p:nvSpPr>
          <p:spPr>
            <a:xfrm>
              <a:off x="5645669" y="3625759"/>
              <a:ext cx="10248" cy="42872"/>
            </a:xfrm>
            <a:custGeom>
              <a:rect b="b" l="l" r="r" t="t"/>
              <a:pathLst>
                <a:path extrusionOk="0" h="1347" w="322">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79"/>
            <p:cNvSpPr/>
            <p:nvPr/>
          </p:nvSpPr>
          <p:spPr>
            <a:xfrm>
              <a:off x="5462247" y="3461115"/>
              <a:ext cx="86825" cy="29759"/>
            </a:xfrm>
            <a:custGeom>
              <a:rect b="b" l="l" r="r" t="t"/>
              <a:pathLst>
                <a:path extrusionOk="0" h="935" w="2728">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79"/>
            <p:cNvSpPr/>
            <p:nvPr/>
          </p:nvSpPr>
          <p:spPr>
            <a:xfrm>
              <a:off x="5441050" y="3636389"/>
              <a:ext cx="10248" cy="32241"/>
            </a:xfrm>
            <a:custGeom>
              <a:rect b="b" l="l" r="r" t="t"/>
              <a:pathLst>
                <a:path extrusionOk="0" h="1013" w="322">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79"/>
            <p:cNvSpPr/>
            <p:nvPr/>
          </p:nvSpPr>
          <p:spPr>
            <a:xfrm>
              <a:off x="5559257" y="3636389"/>
              <a:ext cx="10662" cy="32241"/>
            </a:xfrm>
            <a:custGeom>
              <a:rect b="b" l="l" r="r" t="t"/>
              <a:pathLst>
                <a:path extrusionOk="0" h="1013" w="335">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0" name="Google Shape;9800;p79"/>
          <p:cNvGrpSpPr/>
          <p:nvPr/>
        </p:nvGrpSpPr>
        <p:grpSpPr>
          <a:xfrm>
            <a:off x="5776798" y="3235528"/>
            <a:ext cx="346379" cy="264518"/>
            <a:chOff x="5776798" y="3409778"/>
            <a:chExt cx="346379" cy="264518"/>
          </a:xfrm>
        </p:grpSpPr>
        <p:sp>
          <p:nvSpPr>
            <p:cNvPr id="9801" name="Google Shape;9801;p79"/>
            <p:cNvSpPr/>
            <p:nvPr/>
          </p:nvSpPr>
          <p:spPr>
            <a:xfrm>
              <a:off x="5890104" y="3642055"/>
              <a:ext cx="10248" cy="32241"/>
            </a:xfrm>
            <a:custGeom>
              <a:rect b="b" l="l" r="r" t="t"/>
              <a:pathLst>
                <a:path extrusionOk="0" h="1013" w="322">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79"/>
            <p:cNvSpPr/>
            <p:nvPr/>
          </p:nvSpPr>
          <p:spPr>
            <a:xfrm>
              <a:off x="5998094" y="3642055"/>
              <a:ext cx="10248" cy="32241"/>
            </a:xfrm>
            <a:custGeom>
              <a:rect b="b" l="l" r="r" t="t"/>
              <a:pathLst>
                <a:path extrusionOk="0" h="1013" w="322">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79"/>
            <p:cNvSpPr/>
            <p:nvPr/>
          </p:nvSpPr>
          <p:spPr>
            <a:xfrm>
              <a:off x="5814673" y="3528367"/>
              <a:ext cx="43222" cy="15564"/>
            </a:xfrm>
            <a:custGeom>
              <a:rect b="b" l="l" r="r" t="t"/>
              <a:pathLst>
                <a:path extrusionOk="0" h="489" w="1358">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79"/>
            <p:cNvSpPr/>
            <p:nvPr/>
          </p:nvSpPr>
          <p:spPr>
            <a:xfrm>
              <a:off x="5797995" y="3631074"/>
              <a:ext cx="10662" cy="42458"/>
            </a:xfrm>
            <a:custGeom>
              <a:rect b="b" l="l" r="r" t="t"/>
              <a:pathLst>
                <a:path extrusionOk="0" h="1334" w="335">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79"/>
            <p:cNvSpPr/>
            <p:nvPr/>
          </p:nvSpPr>
          <p:spPr>
            <a:xfrm>
              <a:off x="5776798" y="3409778"/>
              <a:ext cx="346379" cy="264136"/>
            </a:xfrm>
            <a:custGeom>
              <a:rect b="b" l="l" r="r" t="t"/>
              <a:pathLst>
                <a:path extrusionOk="0" h="8299" w="10883">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79"/>
            <p:cNvSpPr/>
            <p:nvPr/>
          </p:nvSpPr>
          <p:spPr>
            <a:xfrm>
              <a:off x="6089408" y="3637503"/>
              <a:ext cx="10662" cy="36029"/>
            </a:xfrm>
            <a:custGeom>
              <a:rect b="b" l="l" r="r" t="t"/>
              <a:pathLst>
                <a:path extrusionOk="0" h="1132" w="335">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7" name="Google Shape;9807;p79"/>
          <p:cNvGrpSpPr/>
          <p:nvPr/>
        </p:nvGrpSpPr>
        <p:grpSpPr>
          <a:xfrm>
            <a:off x="7108015" y="3222255"/>
            <a:ext cx="344883" cy="290299"/>
            <a:chOff x="7108015" y="3396505"/>
            <a:chExt cx="344883" cy="290299"/>
          </a:xfrm>
        </p:grpSpPr>
        <p:sp>
          <p:nvSpPr>
            <p:cNvPr id="9808" name="Google Shape;9808;p79"/>
            <p:cNvSpPr/>
            <p:nvPr/>
          </p:nvSpPr>
          <p:spPr>
            <a:xfrm>
              <a:off x="7108015" y="3396505"/>
              <a:ext cx="344883" cy="290299"/>
            </a:xfrm>
            <a:custGeom>
              <a:rect b="b" l="l" r="r" t="t"/>
              <a:pathLst>
                <a:path extrusionOk="0" h="9121" w="10836">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79"/>
            <p:cNvSpPr/>
            <p:nvPr/>
          </p:nvSpPr>
          <p:spPr>
            <a:xfrm>
              <a:off x="7211104" y="3487819"/>
              <a:ext cx="139468" cy="139500"/>
            </a:xfrm>
            <a:custGeom>
              <a:rect b="b" l="l" r="r" t="t"/>
              <a:pathLst>
                <a:path extrusionOk="0" h="4383" w="4382">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79"/>
            <p:cNvSpPr/>
            <p:nvPr/>
          </p:nvSpPr>
          <p:spPr>
            <a:xfrm>
              <a:off x="7180009" y="3466271"/>
              <a:ext cx="159201" cy="149685"/>
            </a:xfrm>
            <a:custGeom>
              <a:rect b="b" l="l" r="r" t="t"/>
              <a:pathLst>
                <a:path extrusionOk="0" h="4703" w="5002">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79"/>
            <p:cNvSpPr/>
            <p:nvPr/>
          </p:nvSpPr>
          <p:spPr>
            <a:xfrm>
              <a:off x="7222085" y="3499690"/>
              <a:ext cx="158819" cy="148825"/>
            </a:xfrm>
            <a:custGeom>
              <a:rect b="b" l="l" r="r" t="t"/>
              <a:pathLst>
                <a:path extrusionOk="0" h="4676" w="499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2" name="Google Shape;9812;p79"/>
          <p:cNvGrpSpPr/>
          <p:nvPr/>
        </p:nvGrpSpPr>
        <p:grpSpPr>
          <a:xfrm>
            <a:off x="7551754" y="3216558"/>
            <a:ext cx="344883" cy="301311"/>
            <a:chOff x="7551754" y="3390808"/>
            <a:chExt cx="344883" cy="301311"/>
          </a:xfrm>
        </p:grpSpPr>
        <p:sp>
          <p:nvSpPr>
            <p:cNvPr id="9813" name="Google Shape;9813;p79"/>
            <p:cNvSpPr/>
            <p:nvPr/>
          </p:nvSpPr>
          <p:spPr>
            <a:xfrm>
              <a:off x="7551754" y="3390808"/>
              <a:ext cx="344883" cy="301311"/>
            </a:xfrm>
            <a:custGeom>
              <a:rect b="b" l="l" r="r" t="t"/>
              <a:pathLst>
                <a:path extrusionOk="0" h="9467" w="10836">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79"/>
            <p:cNvSpPr/>
            <p:nvPr/>
          </p:nvSpPr>
          <p:spPr>
            <a:xfrm>
              <a:off x="7584345" y="3509811"/>
              <a:ext cx="117889" cy="150098"/>
            </a:xfrm>
            <a:custGeom>
              <a:rect b="b" l="l" r="r" t="t"/>
              <a:pathLst>
                <a:path extrusionOk="0" h="4716" w="3704">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79"/>
            <p:cNvSpPr/>
            <p:nvPr/>
          </p:nvSpPr>
          <p:spPr>
            <a:xfrm>
              <a:off x="7724959" y="3509811"/>
              <a:ext cx="139468" cy="31859"/>
            </a:xfrm>
            <a:custGeom>
              <a:rect b="b" l="l" r="r" t="t"/>
              <a:pathLst>
                <a:path extrusionOk="0" h="1001" w="4382">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79"/>
            <p:cNvSpPr/>
            <p:nvPr/>
          </p:nvSpPr>
          <p:spPr>
            <a:xfrm>
              <a:off x="7724577" y="3553001"/>
              <a:ext cx="107259" cy="31477"/>
            </a:xfrm>
            <a:custGeom>
              <a:rect b="b" l="l" r="r" t="t"/>
              <a:pathLst>
                <a:path extrusionOk="0" h="989" w="337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79"/>
            <p:cNvSpPr/>
            <p:nvPr/>
          </p:nvSpPr>
          <p:spPr>
            <a:xfrm>
              <a:off x="7724577" y="3595841"/>
              <a:ext cx="64451" cy="10630"/>
            </a:xfrm>
            <a:custGeom>
              <a:rect b="b" l="l" r="r" t="t"/>
              <a:pathLst>
                <a:path extrusionOk="0" h="334" w="2025">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79"/>
            <p:cNvSpPr/>
            <p:nvPr/>
          </p:nvSpPr>
          <p:spPr>
            <a:xfrm>
              <a:off x="7799977" y="3595841"/>
              <a:ext cx="32241" cy="10630"/>
            </a:xfrm>
            <a:custGeom>
              <a:rect b="b" l="l" r="r" t="t"/>
              <a:pathLst>
                <a:path extrusionOk="0" h="334" w="1013">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79"/>
            <p:cNvSpPr/>
            <p:nvPr/>
          </p:nvSpPr>
          <p:spPr>
            <a:xfrm>
              <a:off x="7724577" y="3628051"/>
              <a:ext cx="21229" cy="10630"/>
            </a:xfrm>
            <a:custGeom>
              <a:rect b="b" l="l" r="r" t="t"/>
              <a:pathLst>
                <a:path extrusionOk="0" h="334" w="667">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79"/>
            <p:cNvSpPr/>
            <p:nvPr/>
          </p:nvSpPr>
          <p:spPr>
            <a:xfrm>
              <a:off x="7756787" y="3628051"/>
              <a:ext cx="53438" cy="10630"/>
            </a:xfrm>
            <a:custGeom>
              <a:rect b="b" l="l" r="r" t="t"/>
              <a:pathLst>
                <a:path extrusionOk="0" h="334" w="1679">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79"/>
            <p:cNvSpPr/>
            <p:nvPr/>
          </p:nvSpPr>
          <p:spPr>
            <a:xfrm>
              <a:off x="7724577" y="3650012"/>
              <a:ext cx="21229" cy="10280"/>
            </a:xfrm>
            <a:custGeom>
              <a:rect b="b" l="l" r="r" t="t"/>
              <a:pathLst>
                <a:path extrusionOk="0" h="323" w="667">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79"/>
            <p:cNvSpPr/>
            <p:nvPr/>
          </p:nvSpPr>
          <p:spPr>
            <a:xfrm>
              <a:off x="7756787" y="3650012"/>
              <a:ext cx="53438" cy="10280"/>
            </a:xfrm>
            <a:custGeom>
              <a:rect b="b" l="l" r="r" t="t"/>
              <a:pathLst>
                <a:path extrusionOk="0" h="323" w="1679">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79"/>
            <p:cNvSpPr/>
            <p:nvPr/>
          </p:nvSpPr>
          <p:spPr>
            <a:xfrm>
              <a:off x="7719262" y="3466621"/>
              <a:ext cx="10630" cy="10630"/>
            </a:xfrm>
            <a:custGeom>
              <a:rect b="b" l="l" r="r" t="t"/>
              <a:pathLst>
                <a:path extrusionOk="0" h="334" w="334">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4" name="Google Shape;9824;p79"/>
          <p:cNvGrpSpPr/>
          <p:nvPr/>
        </p:nvGrpSpPr>
        <p:grpSpPr>
          <a:xfrm>
            <a:off x="6707084" y="3213153"/>
            <a:ext cx="261145" cy="308504"/>
            <a:chOff x="6707084" y="3387403"/>
            <a:chExt cx="261145" cy="308504"/>
          </a:xfrm>
        </p:grpSpPr>
        <p:sp>
          <p:nvSpPr>
            <p:cNvPr id="9825" name="Google Shape;9825;p79"/>
            <p:cNvSpPr/>
            <p:nvPr/>
          </p:nvSpPr>
          <p:spPr>
            <a:xfrm>
              <a:off x="6726053" y="3542403"/>
              <a:ext cx="68238" cy="153504"/>
            </a:xfrm>
            <a:custGeom>
              <a:rect b="b" l="l" r="r" t="t"/>
              <a:pathLst>
                <a:path extrusionOk="0" h="4823" w="2144">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79"/>
            <p:cNvSpPr/>
            <p:nvPr/>
          </p:nvSpPr>
          <p:spPr>
            <a:xfrm>
              <a:off x="6803362" y="3542403"/>
              <a:ext cx="68238" cy="153504"/>
            </a:xfrm>
            <a:custGeom>
              <a:rect b="b" l="l" r="r" t="t"/>
              <a:pathLst>
                <a:path extrusionOk="0" h="4823" w="2144">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79"/>
            <p:cNvSpPr/>
            <p:nvPr/>
          </p:nvSpPr>
          <p:spPr>
            <a:xfrm>
              <a:off x="6880289" y="3542403"/>
              <a:ext cx="68620" cy="153504"/>
            </a:xfrm>
            <a:custGeom>
              <a:rect b="b" l="l" r="r" t="t"/>
              <a:pathLst>
                <a:path extrusionOk="0" h="4823" w="2156">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79"/>
            <p:cNvSpPr/>
            <p:nvPr/>
          </p:nvSpPr>
          <p:spPr>
            <a:xfrm>
              <a:off x="6707084" y="3387403"/>
              <a:ext cx="261145" cy="183072"/>
            </a:xfrm>
            <a:custGeom>
              <a:rect b="b" l="l" r="r" t="t"/>
              <a:pathLst>
                <a:path extrusionOk="0" h="5752" w="8205">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9" name="Google Shape;9829;p79"/>
          <p:cNvGrpSpPr/>
          <p:nvPr/>
        </p:nvGrpSpPr>
        <p:grpSpPr>
          <a:xfrm>
            <a:off x="848978" y="4123387"/>
            <a:ext cx="377824" cy="324418"/>
            <a:chOff x="848978" y="4297637"/>
            <a:chExt cx="377824" cy="324418"/>
          </a:xfrm>
        </p:grpSpPr>
        <p:sp>
          <p:nvSpPr>
            <p:cNvPr id="9830" name="Google Shape;9830;p79"/>
            <p:cNvSpPr/>
            <p:nvPr/>
          </p:nvSpPr>
          <p:spPr>
            <a:xfrm>
              <a:off x="848978" y="4297637"/>
              <a:ext cx="377824" cy="324418"/>
            </a:xfrm>
            <a:custGeom>
              <a:rect b="b" l="l" r="r" t="t"/>
              <a:pathLst>
                <a:path extrusionOk="0" h="10193" w="11871">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79"/>
            <p:cNvSpPr/>
            <p:nvPr/>
          </p:nvSpPr>
          <p:spPr>
            <a:xfrm>
              <a:off x="1002450" y="4457157"/>
              <a:ext cx="70116" cy="34533"/>
            </a:xfrm>
            <a:custGeom>
              <a:rect b="b" l="l" r="r" t="t"/>
              <a:pathLst>
                <a:path extrusionOk="0" h="1085" w="2203">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2" name="Google Shape;9832;p79"/>
          <p:cNvGrpSpPr/>
          <p:nvPr/>
        </p:nvGrpSpPr>
        <p:grpSpPr>
          <a:xfrm>
            <a:off x="1754279" y="4112343"/>
            <a:ext cx="351439" cy="345965"/>
            <a:chOff x="1754279" y="4286593"/>
            <a:chExt cx="351439" cy="345965"/>
          </a:xfrm>
        </p:grpSpPr>
        <p:sp>
          <p:nvSpPr>
            <p:cNvPr id="9833" name="Google Shape;9833;p79"/>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79"/>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79"/>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79"/>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79"/>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8" name="Google Shape;9838;p79"/>
          <p:cNvGrpSpPr/>
          <p:nvPr/>
        </p:nvGrpSpPr>
        <p:grpSpPr>
          <a:xfrm>
            <a:off x="3996113" y="4116926"/>
            <a:ext cx="336512" cy="335048"/>
            <a:chOff x="3996113" y="4291176"/>
            <a:chExt cx="336512" cy="335048"/>
          </a:xfrm>
        </p:grpSpPr>
        <p:sp>
          <p:nvSpPr>
            <p:cNvPr id="9839" name="Google Shape;9839;p79"/>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79"/>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79"/>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42" name="Google Shape;9842;p79"/>
          <p:cNvSpPr/>
          <p:nvPr/>
        </p:nvSpPr>
        <p:spPr>
          <a:xfrm>
            <a:off x="1331737" y="4133127"/>
            <a:ext cx="304716" cy="30404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43" name="Google Shape;9843;p79"/>
          <p:cNvGrpSpPr/>
          <p:nvPr/>
        </p:nvGrpSpPr>
        <p:grpSpPr>
          <a:xfrm>
            <a:off x="2179081" y="4111261"/>
            <a:ext cx="397525" cy="348670"/>
            <a:chOff x="2179081" y="4285511"/>
            <a:chExt cx="397525" cy="348670"/>
          </a:xfrm>
        </p:grpSpPr>
        <p:sp>
          <p:nvSpPr>
            <p:cNvPr id="9844" name="Google Shape;9844;p79"/>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79"/>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6" name="Google Shape;9846;p79"/>
          <p:cNvGrpSpPr/>
          <p:nvPr/>
        </p:nvGrpSpPr>
        <p:grpSpPr>
          <a:xfrm>
            <a:off x="3584201" y="4120746"/>
            <a:ext cx="267574" cy="329415"/>
            <a:chOff x="3584201" y="4294996"/>
            <a:chExt cx="267574" cy="329415"/>
          </a:xfrm>
        </p:grpSpPr>
        <p:sp>
          <p:nvSpPr>
            <p:cNvPr id="9847" name="Google Shape;9847;p79"/>
            <p:cNvSpPr/>
            <p:nvPr/>
          </p:nvSpPr>
          <p:spPr>
            <a:xfrm>
              <a:off x="3584201" y="4294996"/>
              <a:ext cx="267574" cy="329415"/>
            </a:xfrm>
            <a:custGeom>
              <a:rect b="b" l="l" r="r" t="t"/>
              <a:pathLst>
                <a:path extrusionOk="0" h="10350" w="8407">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79"/>
            <p:cNvSpPr/>
            <p:nvPr/>
          </p:nvSpPr>
          <p:spPr>
            <a:xfrm>
              <a:off x="3604666" y="4315811"/>
              <a:ext cx="226644" cy="281610"/>
            </a:xfrm>
            <a:custGeom>
              <a:rect b="b" l="l" r="r" t="t"/>
              <a:pathLst>
                <a:path extrusionOk="0" h="8848" w="7121">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79"/>
            <p:cNvSpPr/>
            <p:nvPr/>
          </p:nvSpPr>
          <p:spPr>
            <a:xfrm>
              <a:off x="3645597" y="4362056"/>
              <a:ext cx="144019" cy="144019"/>
            </a:xfrm>
            <a:custGeom>
              <a:rect b="b" l="l" r="r" t="t"/>
              <a:pathLst>
                <a:path extrusionOk="0" h="4525" w="4525">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79"/>
            <p:cNvSpPr/>
            <p:nvPr/>
          </p:nvSpPr>
          <p:spPr>
            <a:xfrm>
              <a:off x="3692574" y="4377970"/>
              <a:ext cx="51561" cy="112574"/>
            </a:xfrm>
            <a:custGeom>
              <a:rect b="b" l="l" r="r" t="t"/>
              <a:pathLst>
                <a:path extrusionOk="0" h="3537" w="162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1" name="Google Shape;9851;p79"/>
          <p:cNvGrpSpPr/>
          <p:nvPr/>
        </p:nvGrpSpPr>
        <p:grpSpPr>
          <a:xfrm>
            <a:off x="3082855" y="4121478"/>
            <a:ext cx="375946" cy="327823"/>
            <a:chOff x="3082855" y="4295728"/>
            <a:chExt cx="375946" cy="327823"/>
          </a:xfrm>
        </p:grpSpPr>
        <p:sp>
          <p:nvSpPr>
            <p:cNvPr id="9852" name="Google Shape;9852;p79"/>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79"/>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79"/>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79"/>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79"/>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79"/>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79"/>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79"/>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79"/>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79"/>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79"/>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3" name="Google Shape;9863;p79"/>
          <p:cNvGrpSpPr/>
          <p:nvPr/>
        </p:nvGrpSpPr>
        <p:grpSpPr>
          <a:xfrm>
            <a:off x="2749016" y="4116926"/>
            <a:ext cx="150831" cy="336926"/>
            <a:chOff x="2749016" y="4291176"/>
            <a:chExt cx="150831" cy="336926"/>
          </a:xfrm>
        </p:grpSpPr>
        <p:sp>
          <p:nvSpPr>
            <p:cNvPr id="9864" name="Google Shape;9864;p79"/>
            <p:cNvSpPr/>
            <p:nvPr/>
          </p:nvSpPr>
          <p:spPr>
            <a:xfrm>
              <a:off x="2799399" y="4307472"/>
              <a:ext cx="51942" cy="114865"/>
            </a:xfrm>
            <a:custGeom>
              <a:rect b="b" l="l" r="r" t="t"/>
              <a:pathLst>
                <a:path extrusionOk="0" h="3609" w="1632">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79"/>
            <p:cNvSpPr/>
            <p:nvPr/>
          </p:nvSpPr>
          <p:spPr>
            <a:xfrm>
              <a:off x="2750894" y="4291176"/>
              <a:ext cx="147075" cy="336926"/>
            </a:xfrm>
            <a:custGeom>
              <a:rect b="b" l="l" r="r" t="t"/>
              <a:pathLst>
                <a:path extrusionOk="0" h="10586" w="4621">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79"/>
            <p:cNvSpPr/>
            <p:nvPr/>
          </p:nvSpPr>
          <p:spPr>
            <a:xfrm>
              <a:off x="2749016" y="4443917"/>
              <a:ext cx="69734" cy="52706"/>
            </a:xfrm>
            <a:custGeom>
              <a:rect b="b" l="l" r="r" t="t"/>
              <a:pathLst>
                <a:path extrusionOk="0" h="1656" w="2191">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79"/>
            <p:cNvSpPr/>
            <p:nvPr/>
          </p:nvSpPr>
          <p:spPr>
            <a:xfrm>
              <a:off x="2829731" y="4443917"/>
              <a:ext cx="70116" cy="52706"/>
            </a:xfrm>
            <a:custGeom>
              <a:rect b="b" l="l" r="r" t="t"/>
              <a:pathLst>
                <a:path extrusionOk="0" h="1656" w="2203">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8" name="Google Shape;9868;p79"/>
          <p:cNvGrpSpPr/>
          <p:nvPr/>
        </p:nvGrpSpPr>
        <p:grpSpPr>
          <a:xfrm>
            <a:off x="7127716" y="4105182"/>
            <a:ext cx="248254" cy="361942"/>
            <a:chOff x="7127716" y="4279432"/>
            <a:chExt cx="248254" cy="361942"/>
          </a:xfrm>
        </p:grpSpPr>
        <p:sp>
          <p:nvSpPr>
            <p:cNvPr id="9869" name="Google Shape;9869;p79"/>
            <p:cNvSpPr/>
            <p:nvPr/>
          </p:nvSpPr>
          <p:spPr>
            <a:xfrm>
              <a:off x="7167500" y="4279432"/>
              <a:ext cx="169068" cy="226644"/>
            </a:xfrm>
            <a:custGeom>
              <a:rect b="b" l="l" r="r" t="t"/>
              <a:pathLst>
                <a:path extrusionOk="0" h="7121" w="5312">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79"/>
            <p:cNvSpPr/>
            <p:nvPr/>
          </p:nvSpPr>
          <p:spPr>
            <a:xfrm>
              <a:off x="7246719" y="4455279"/>
              <a:ext cx="10248" cy="50033"/>
            </a:xfrm>
            <a:custGeom>
              <a:rect b="b" l="l" r="r" t="t"/>
              <a:pathLst>
                <a:path extrusionOk="0" h="1572" w="322">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79"/>
            <p:cNvSpPr/>
            <p:nvPr/>
          </p:nvSpPr>
          <p:spPr>
            <a:xfrm>
              <a:off x="7195572" y="4466642"/>
              <a:ext cx="11012" cy="38670"/>
            </a:xfrm>
            <a:custGeom>
              <a:rect b="b" l="l" r="r" t="t"/>
              <a:pathLst>
                <a:path extrusionOk="0" h="1215" w="346">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79"/>
            <p:cNvSpPr/>
            <p:nvPr/>
          </p:nvSpPr>
          <p:spPr>
            <a:xfrm>
              <a:off x="7297866" y="4466642"/>
              <a:ext cx="10280" cy="38670"/>
            </a:xfrm>
            <a:custGeom>
              <a:rect b="b" l="l" r="r" t="t"/>
              <a:pathLst>
                <a:path extrusionOk="0" h="1215" w="323">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79"/>
            <p:cNvSpPr/>
            <p:nvPr/>
          </p:nvSpPr>
          <p:spPr>
            <a:xfrm>
              <a:off x="7235357" y="4608369"/>
              <a:ext cx="33005" cy="33005"/>
            </a:xfrm>
            <a:custGeom>
              <a:rect b="b" l="l" r="r" t="t"/>
              <a:pathLst>
                <a:path extrusionOk="0" h="1037" w="1037">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79"/>
            <p:cNvSpPr/>
            <p:nvPr/>
          </p:nvSpPr>
          <p:spPr>
            <a:xfrm>
              <a:off x="7127716" y="4608369"/>
              <a:ext cx="33387" cy="33005"/>
            </a:xfrm>
            <a:custGeom>
              <a:rect b="b" l="l" r="r" t="t"/>
              <a:pathLst>
                <a:path extrusionOk="0" h="1037" w="1049">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79"/>
            <p:cNvSpPr/>
            <p:nvPr/>
          </p:nvSpPr>
          <p:spPr>
            <a:xfrm>
              <a:off x="7342965" y="4608369"/>
              <a:ext cx="33005" cy="33005"/>
            </a:xfrm>
            <a:custGeom>
              <a:rect b="b" l="l" r="r" t="t"/>
              <a:pathLst>
                <a:path extrusionOk="0" h="1037" w="1037">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79"/>
            <p:cNvSpPr/>
            <p:nvPr/>
          </p:nvSpPr>
          <p:spPr>
            <a:xfrm>
              <a:off x="7159194" y="4517788"/>
              <a:ext cx="186064" cy="84916"/>
            </a:xfrm>
            <a:custGeom>
              <a:rect b="b" l="l" r="r" t="t"/>
              <a:pathLst>
                <a:path extrusionOk="0" h="2668" w="5846">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79"/>
            <p:cNvSpPr/>
            <p:nvPr/>
          </p:nvSpPr>
          <p:spPr>
            <a:xfrm>
              <a:off x="7217915" y="4321126"/>
              <a:ext cx="68238" cy="25812"/>
            </a:xfrm>
            <a:custGeom>
              <a:rect b="b" l="l" r="r" t="t"/>
              <a:pathLst>
                <a:path extrusionOk="0" h="811" w="2144">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8" name="Google Shape;9878;p79"/>
          <p:cNvGrpSpPr/>
          <p:nvPr/>
        </p:nvGrpSpPr>
        <p:grpSpPr>
          <a:xfrm>
            <a:off x="7565408" y="4105182"/>
            <a:ext cx="248255" cy="361942"/>
            <a:chOff x="7565408" y="4279432"/>
            <a:chExt cx="248255" cy="361942"/>
          </a:xfrm>
        </p:grpSpPr>
        <p:sp>
          <p:nvSpPr>
            <p:cNvPr id="9879" name="Google Shape;9879;p79"/>
            <p:cNvSpPr/>
            <p:nvPr/>
          </p:nvSpPr>
          <p:spPr>
            <a:xfrm>
              <a:off x="7610126" y="4279432"/>
              <a:ext cx="158055" cy="236892"/>
            </a:xfrm>
            <a:custGeom>
              <a:rect b="b" l="l" r="r" t="t"/>
              <a:pathLst>
                <a:path extrusionOk="0" h="7443" w="4966">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79"/>
            <p:cNvSpPr/>
            <p:nvPr/>
          </p:nvSpPr>
          <p:spPr>
            <a:xfrm>
              <a:off x="7684411" y="4478004"/>
              <a:ext cx="10248" cy="38702"/>
            </a:xfrm>
            <a:custGeom>
              <a:rect b="b" l="l" r="r" t="t"/>
              <a:pathLst>
                <a:path extrusionOk="0" h="1216" w="322">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79"/>
            <p:cNvSpPr/>
            <p:nvPr/>
          </p:nvSpPr>
          <p:spPr>
            <a:xfrm>
              <a:off x="7638929" y="4489366"/>
              <a:ext cx="10248" cy="27340"/>
            </a:xfrm>
            <a:custGeom>
              <a:rect b="b" l="l" r="r" t="t"/>
              <a:pathLst>
                <a:path extrusionOk="0" h="859" w="322">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79"/>
            <p:cNvSpPr/>
            <p:nvPr/>
          </p:nvSpPr>
          <p:spPr>
            <a:xfrm>
              <a:off x="7729479" y="4489366"/>
              <a:ext cx="10662" cy="27340"/>
            </a:xfrm>
            <a:custGeom>
              <a:rect b="b" l="l" r="r" t="t"/>
              <a:pathLst>
                <a:path extrusionOk="0" h="859" w="335">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79"/>
            <p:cNvSpPr/>
            <p:nvPr/>
          </p:nvSpPr>
          <p:spPr>
            <a:xfrm>
              <a:off x="7673017" y="4608369"/>
              <a:ext cx="33005" cy="33005"/>
            </a:xfrm>
            <a:custGeom>
              <a:rect b="b" l="l" r="r" t="t"/>
              <a:pathLst>
                <a:path extrusionOk="0" h="1037" w="1037">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79"/>
            <p:cNvSpPr/>
            <p:nvPr/>
          </p:nvSpPr>
          <p:spPr>
            <a:xfrm>
              <a:off x="7565408" y="4608369"/>
              <a:ext cx="33387" cy="33005"/>
            </a:xfrm>
            <a:custGeom>
              <a:rect b="b" l="l" r="r" t="t"/>
              <a:pathLst>
                <a:path extrusionOk="0" h="1037" w="1049">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79"/>
            <p:cNvSpPr/>
            <p:nvPr/>
          </p:nvSpPr>
          <p:spPr>
            <a:xfrm>
              <a:off x="7780657" y="4608369"/>
              <a:ext cx="33005" cy="33005"/>
            </a:xfrm>
            <a:custGeom>
              <a:rect b="b" l="l" r="r" t="t"/>
              <a:pathLst>
                <a:path extrusionOk="0" h="1037" w="1037">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79"/>
            <p:cNvSpPr/>
            <p:nvPr/>
          </p:nvSpPr>
          <p:spPr>
            <a:xfrm>
              <a:off x="7596090" y="4528801"/>
              <a:ext cx="186859" cy="73362"/>
            </a:xfrm>
            <a:custGeom>
              <a:rect b="b" l="l" r="r" t="t"/>
              <a:pathLst>
                <a:path extrusionOk="0" h="2305" w="5871">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7" name="Google Shape;9887;p79"/>
          <p:cNvGrpSpPr/>
          <p:nvPr/>
        </p:nvGrpSpPr>
        <p:grpSpPr>
          <a:xfrm>
            <a:off x="6264109" y="4105182"/>
            <a:ext cx="225498" cy="361560"/>
            <a:chOff x="6264109" y="4279432"/>
            <a:chExt cx="225498" cy="361560"/>
          </a:xfrm>
        </p:grpSpPr>
        <p:sp>
          <p:nvSpPr>
            <p:cNvPr id="9888" name="Google Shape;9888;p79"/>
            <p:cNvSpPr/>
            <p:nvPr/>
          </p:nvSpPr>
          <p:spPr>
            <a:xfrm>
              <a:off x="6264109" y="4279432"/>
              <a:ext cx="225498" cy="361560"/>
            </a:xfrm>
            <a:custGeom>
              <a:rect b="b" l="l" r="r" t="t"/>
              <a:pathLst>
                <a:path extrusionOk="0" h="11360" w="7085">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79"/>
            <p:cNvSpPr/>
            <p:nvPr/>
          </p:nvSpPr>
          <p:spPr>
            <a:xfrm>
              <a:off x="6303129" y="4370395"/>
              <a:ext cx="146693" cy="106495"/>
            </a:xfrm>
            <a:custGeom>
              <a:rect b="b" l="l" r="r" t="t"/>
              <a:pathLst>
                <a:path extrusionOk="0" h="3346" w="4609">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0" name="Google Shape;9890;p79"/>
          <p:cNvGrpSpPr/>
          <p:nvPr/>
        </p:nvGrpSpPr>
        <p:grpSpPr>
          <a:xfrm>
            <a:off x="7929578" y="4110115"/>
            <a:ext cx="395266" cy="351312"/>
            <a:chOff x="7929578" y="4284365"/>
            <a:chExt cx="395266" cy="351312"/>
          </a:xfrm>
        </p:grpSpPr>
        <p:sp>
          <p:nvSpPr>
            <p:cNvPr id="9891" name="Google Shape;9891;p79"/>
            <p:cNvSpPr/>
            <p:nvPr/>
          </p:nvSpPr>
          <p:spPr>
            <a:xfrm>
              <a:off x="7954213" y="4588668"/>
              <a:ext cx="11394" cy="47009"/>
            </a:xfrm>
            <a:custGeom>
              <a:rect b="b" l="l" r="r" t="t"/>
              <a:pathLst>
                <a:path extrusionOk="0" h="1477" w="358">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79"/>
            <p:cNvSpPr/>
            <p:nvPr/>
          </p:nvSpPr>
          <p:spPr>
            <a:xfrm>
              <a:off x="7929578" y="4432522"/>
              <a:ext cx="213372" cy="203155"/>
            </a:xfrm>
            <a:custGeom>
              <a:rect b="b" l="l" r="r" t="t"/>
              <a:pathLst>
                <a:path extrusionOk="0" h="6383" w="6704">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79"/>
            <p:cNvSpPr/>
            <p:nvPr/>
          </p:nvSpPr>
          <p:spPr>
            <a:xfrm>
              <a:off x="8090243" y="4284365"/>
              <a:ext cx="234601" cy="196344"/>
            </a:xfrm>
            <a:custGeom>
              <a:rect b="b" l="l" r="r" t="t"/>
              <a:pathLst>
                <a:path extrusionOk="0" h="6169" w="7371">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79"/>
            <p:cNvSpPr/>
            <p:nvPr/>
          </p:nvSpPr>
          <p:spPr>
            <a:xfrm>
              <a:off x="8145591" y="4309382"/>
              <a:ext cx="136063" cy="135299"/>
            </a:xfrm>
            <a:custGeom>
              <a:rect b="b" l="l" r="r" t="t"/>
              <a:pathLst>
                <a:path extrusionOk="0" h="4251" w="4275">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5" name="Google Shape;9895;p79"/>
          <p:cNvGrpSpPr/>
          <p:nvPr/>
        </p:nvGrpSpPr>
        <p:grpSpPr>
          <a:xfrm>
            <a:off x="6595502" y="4149527"/>
            <a:ext cx="426315" cy="332826"/>
            <a:chOff x="6639652" y="4323777"/>
            <a:chExt cx="426315" cy="332826"/>
          </a:xfrm>
        </p:grpSpPr>
        <p:sp>
          <p:nvSpPr>
            <p:cNvPr id="9896" name="Google Shape;9896;p79"/>
            <p:cNvSpPr/>
            <p:nvPr/>
          </p:nvSpPr>
          <p:spPr>
            <a:xfrm>
              <a:off x="6639652" y="4323777"/>
              <a:ext cx="426315" cy="332826"/>
            </a:xfrm>
            <a:custGeom>
              <a:rect b="b" l="l" r="r" t="t"/>
              <a:pathLst>
                <a:path extrusionOk="0" h="8562" w="10967">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79"/>
            <p:cNvSpPr/>
            <p:nvPr/>
          </p:nvSpPr>
          <p:spPr>
            <a:xfrm>
              <a:off x="6830793" y="4458937"/>
              <a:ext cx="41244" cy="85675"/>
            </a:xfrm>
            <a:custGeom>
              <a:rect b="b" l="l" r="r" t="t"/>
              <a:pathLst>
                <a:path extrusionOk="0" h="2204" w="1061">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79"/>
            <p:cNvSpPr/>
            <p:nvPr/>
          </p:nvSpPr>
          <p:spPr>
            <a:xfrm>
              <a:off x="6879423" y="4426556"/>
              <a:ext cx="41205" cy="118522"/>
            </a:xfrm>
            <a:custGeom>
              <a:rect b="b" l="l" r="r" t="t"/>
              <a:pathLst>
                <a:path extrusionOk="0" h="3049" w="106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79"/>
            <p:cNvSpPr/>
            <p:nvPr/>
          </p:nvSpPr>
          <p:spPr>
            <a:xfrm>
              <a:off x="6927549" y="4443194"/>
              <a:ext cx="41205" cy="101418"/>
            </a:xfrm>
            <a:custGeom>
              <a:rect b="b" l="l" r="r" t="t"/>
              <a:pathLst>
                <a:path extrusionOk="0" h="2609" w="106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79"/>
            <p:cNvSpPr/>
            <p:nvPr/>
          </p:nvSpPr>
          <p:spPr>
            <a:xfrm>
              <a:off x="6976141" y="4387645"/>
              <a:ext cx="41244" cy="156967"/>
            </a:xfrm>
            <a:custGeom>
              <a:rect b="b" l="l" r="r" t="t"/>
              <a:pathLst>
                <a:path extrusionOk="0" h="4038" w="1061">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79"/>
            <p:cNvSpPr/>
            <p:nvPr/>
          </p:nvSpPr>
          <p:spPr>
            <a:xfrm>
              <a:off x="6745193" y="4404321"/>
              <a:ext cx="50029" cy="13916"/>
            </a:xfrm>
            <a:custGeom>
              <a:rect b="b" l="l" r="r" t="t"/>
              <a:pathLst>
                <a:path extrusionOk="0" h="358" w="1287">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79"/>
            <p:cNvSpPr/>
            <p:nvPr/>
          </p:nvSpPr>
          <p:spPr>
            <a:xfrm>
              <a:off x="6745193" y="4426090"/>
              <a:ext cx="69465" cy="13916"/>
            </a:xfrm>
            <a:custGeom>
              <a:rect b="b" l="l" r="r" t="t"/>
              <a:pathLst>
                <a:path extrusionOk="0" h="358" w="1787">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79"/>
            <p:cNvSpPr/>
            <p:nvPr/>
          </p:nvSpPr>
          <p:spPr>
            <a:xfrm>
              <a:off x="6745193" y="4447353"/>
              <a:ext cx="69465" cy="13955"/>
            </a:xfrm>
            <a:custGeom>
              <a:rect b="b" l="l" r="r" t="t"/>
              <a:pathLst>
                <a:path extrusionOk="0" h="359" w="1787">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79"/>
            <p:cNvSpPr/>
            <p:nvPr/>
          </p:nvSpPr>
          <p:spPr>
            <a:xfrm>
              <a:off x="6745193" y="4468189"/>
              <a:ext cx="69465" cy="13916"/>
            </a:xfrm>
            <a:custGeom>
              <a:rect b="b" l="l" r="r" t="t"/>
              <a:pathLst>
                <a:path extrusionOk="0" h="358" w="1787">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79"/>
            <p:cNvSpPr/>
            <p:nvPr/>
          </p:nvSpPr>
          <p:spPr>
            <a:xfrm>
              <a:off x="6684551" y="4528830"/>
              <a:ext cx="83809" cy="83809"/>
            </a:xfrm>
            <a:custGeom>
              <a:rect b="b" l="l" r="r" t="t"/>
              <a:pathLst>
                <a:path extrusionOk="0" h="2156" w="2156">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6" name="Google Shape;9906;p79"/>
          <p:cNvGrpSpPr/>
          <p:nvPr/>
        </p:nvGrpSpPr>
        <p:grpSpPr>
          <a:xfrm>
            <a:off x="5357662" y="4123387"/>
            <a:ext cx="287275" cy="326296"/>
            <a:chOff x="5357662" y="4297637"/>
            <a:chExt cx="287275" cy="326296"/>
          </a:xfrm>
        </p:grpSpPr>
        <p:sp>
          <p:nvSpPr>
            <p:cNvPr id="9907" name="Google Shape;9907;p79"/>
            <p:cNvSpPr/>
            <p:nvPr/>
          </p:nvSpPr>
          <p:spPr>
            <a:xfrm>
              <a:off x="5357662" y="4385545"/>
              <a:ext cx="287275" cy="238388"/>
            </a:xfrm>
            <a:custGeom>
              <a:rect b="b" l="l" r="r" t="t"/>
              <a:pathLst>
                <a:path extrusionOk="0" h="7490" w="9026">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79"/>
            <p:cNvSpPr/>
            <p:nvPr/>
          </p:nvSpPr>
          <p:spPr>
            <a:xfrm>
              <a:off x="5377363" y="4576542"/>
              <a:ext cx="62191" cy="10248"/>
            </a:xfrm>
            <a:custGeom>
              <a:rect b="b" l="l" r="r" t="t"/>
              <a:pathLst>
                <a:path extrusionOk="0" h="322" w="1954">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79"/>
            <p:cNvSpPr/>
            <p:nvPr/>
          </p:nvSpPr>
          <p:spPr>
            <a:xfrm>
              <a:off x="5470204" y="4495827"/>
              <a:ext cx="62191" cy="10630"/>
            </a:xfrm>
            <a:custGeom>
              <a:rect b="b" l="l" r="r" t="t"/>
              <a:pathLst>
                <a:path extrusionOk="0" h="334" w="1954">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79"/>
            <p:cNvSpPr/>
            <p:nvPr/>
          </p:nvSpPr>
          <p:spPr>
            <a:xfrm>
              <a:off x="5562694" y="4409798"/>
              <a:ext cx="62159" cy="10280"/>
            </a:xfrm>
            <a:custGeom>
              <a:rect b="b" l="l" r="r" t="t"/>
              <a:pathLst>
                <a:path extrusionOk="0" h="323" w="1953">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79"/>
            <p:cNvSpPr/>
            <p:nvPr/>
          </p:nvSpPr>
          <p:spPr>
            <a:xfrm>
              <a:off x="5358043" y="4297637"/>
              <a:ext cx="238388" cy="237624"/>
            </a:xfrm>
            <a:custGeom>
              <a:rect b="b" l="l" r="r" t="t"/>
              <a:pathLst>
                <a:path extrusionOk="0" h="7466" w="749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2" name="Google Shape;9912;p79"/>
          <p:cNvGrpSpPr/>
          <p:nvPr/>
        </p:nvGrpSpPr>
        <p:grpSpPr>
          <a:xfrm>
            <a:off x="5774124" y="4120300"/>
            <a:ext cx="331611" cy="331674"/>
            <a:chOff x="5774124" y="4294550"/>
            <a:chExt cx="331611" cy="331674"/>
          </a:xfrm>
        </p:grpSpPr>
        <p:sp>
          <p:nvSpPr>
            <p:cNvPr id="9913" name="Google Shape;9913;p79"/>
            <p:cNvSpPr/>
            <p:nvPr/>
          </p:nvSpPr>
          <p:spPr>
            <a:xfrm>
              <a:off x="5774124" y="4419664"/>
              <a:ext cx="331611" cy="206560"/>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79"/>
            <p:cNvSpPr/>
            <p:nvPr/>
          </p:nvSpPr>
          <p:spPr>
            <a:xfrm>
              <a:off x="5778294" y="4294550"/>
              <a:ext cx="316461" cy="191442"/>
            </a:xfrm>
            <a:custGeom>
              <a:rect b="b" l="l" r="r" t="t"/>
              <a:pathLst>
                <a:path extrusionOk="0" h="6015" w="9943">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5" name="Google Shape;9915;p79"/>
          <p:cNvGrpSpPr/>
          <p:nvPr/>
        </p:nvGrpSpPr>
        <p:grpSpPr>
          <a:xfrm>
            <a:off x="4890434" y="4113139"/>
            <a:ext cx="345997" cy="346029"/>
            <a:chOff x="4890434" y="4287389"/>
            <a:chExt cx="345997" cy="346029"/>
          </a:xfrm>
        </p:grpSpPr>
        <p:sp>
          <p:nvSpPr>
            <p:cNvPr id="9916" name="Google Shape;9916;p79"/>
            <p:cNvSpPr/>
            <p:nvPr/>
          </p:nvSpPr>
          <p:spPr>
            <a:xfrm>
              <a:off x="5111349" y="4400695"/>
              <a:ext cx="54998" cy="54998"/>
            </a:xfrm>
            <a:custGeom>
              <a:rect b="b" l="l" r="r" t="t"/>
              <a:pathLst>
                <a:path extrusionOk="0" h="1728" w="1728">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79"/>
            <p:cNvSpPr/>
            <p:nvPr/>
          </p:nvSpPr>
          <p:spPr>
            <a:xfrm>
              <a:off x="5113640" y="4466642"/>
              <a:ext cx="70498" cy="51179"/>
            </a:xfrm>
            <a:custGeom>
              <a:rect b="b" l="l" r="r" t="t"/>
              <a:pathLst>
                <a:path extrusionOk="0" h="1608" w="2215">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79"/>
            <p:cNvSpPr/>
            <p:nvPr/>
          </p:nvSpPr>
          <p:spPr>
            <a:xfrm>
              <a:off x="4943490" y="4467023"/>
              <a:ext cx="70880" cy="51179"/>
            </a:xfrm>
            <a:custGeom>
              <a:rect b="b" l="l" r="r" t="t"/>
              <a:pathLst>
                <a:path extrusionOk="0" h="1608" w="2227">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79"/>
            <p:cNvSpPr/>
            <p:nvPr/>
          </p:nvSpPr>
          <p:spPr>
            <a:xfrm>
              <a:off x="4961282" y="4400695"/>
              <a:ext cx="54616" cy="54998"/>
            </a:xfrm>
            <a:custGeom>
              <a:rect b="b" l="l" r="r" t="t"/>
              <a:pathLst>
                <a:path extrusionOk="0" h="1728" w="1716">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79"/>
            <p:cNvSpPr/>
            <p:nvPr/>
          </p:nvSpPr>
          <p:spPr>
            <a:xfrm>
              <a:off x="5028374" y="4386691"/>
              <a:ext cx="71262" cy="70880"/>
            </a:xfrm>
            <a:custGeom>
              <a:rect b="b" l="l" r="r" t="t"/>
              <a:pathLst>
                <a:path extrusionOk="0" h="2227" w="2239">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79"/>
            <p:cNvSpPr/>
            <p:nvPr/>
          </p:nvSpPr>
          <p:spPr>
            <a:xfrm>
              <a:off x="5004122" y="4468901"/>
              <a:ext cx="120149" cy="65596"/>
            </a:xfrm>
            <a:custGeom>
              <a:rect b="b" l="l" r="r" t="t"/>
              <a:pathLst>
                <a:path extrusionOk="0" h="2061" w="3775">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79"/>
            <p:cNvSpPr/>
            <p:nvPr/>
          </p:nvSpPr>
          <p:spPr>
            <a:xfrm>
              <a:off x="4890434" y="4287389"/>
              <a:ext cx="345997" cy="346029"/>
            </a:xfrm>
            <a:custGeom>
              <a:rect b="b" l="l" r="r" t="t"/>
              <a:pathLst>
                <a:path extrusionOk="0" h="10872" w="10871">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3" name="Google Shape;9923;p79"/>
          <p:cNvGrpSpPr/>
          <p:nvPr/>
        </p:nvGrpSpPr>
        <p:grpSpPr>
          <a:xfrm>
            <a:off x="2165809" y="3636809"/>
            <a:ext cx="422542" cy="342973"/>
            <a:chOff x="2165809" y="3811059"/>
            <a:chExt cx="422542" cy="342973"/>
          </a:xfrm>
        </p:grpSpPr>
        <p:sp>
          <p:nvSpPr>
            <p:cNvPr id="9924" name="Google Shape;9924;p79"/>
            <p:cNvSpPr/>
            <p:nvPr/>
          </p:nvSpPr>
          <p:spPr>
            <a:xfrm>
              <a:off x="2165809" y="3811059"/>
              <a:ext cx="422542" cy="342973"/>
            </a:xfrm>
            <a:custGeom>
              <a:rect b="b" l="l" r="r" t="t"/>
              <a:pathLst>
                <a:path extrusionOk="0" h="10776" w="13276">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79"/>
            <p:cNvSpPr/>
            <p:nvPr/>
          </p:nvSpPr>
          <p:spPr>
            <a:xfrm>
              <a:off x="2193085" y="3877387"/>
              <a:ext cx="368753" cy="12158"/>
            </a:xfrm>
            <a:custGeom>
              <a:rect b="b" l="l" r="r" t="t"/>
              <a:pathLst>
                <a:path extrusionOk="0" h="382" w="11586">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79"/>
            <p:cNvSpPr/>
            <p:nvPr/>
          </p:nvSpPr>
          <p:spPr>
            <a:xfrm>
              <a:off x="2212404" y="3930062"/>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79"/>
            <p:cNvSpPr/>
            <p:nvPr/>
          </p:nvSpPr>
          <p:spPr>
            <a:xfrm>
              <a:off x="2305245" y="3930062"/>
              <a:ext cx="51974" cy="12158"/>
            </a:xfrm>
            <a:custGeom>
              <a:rect b="b" l="l" r="r" t="t"/>
              <a:pathLst>
                <a:path extrusionOk="0" h="382" w="1633">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79"/>
            <p:cNvSpPr/>
            <p:nvPr/>
          </p:nvSpPr>
          <p:spPr>
            <a:xfrm>
              <a:off x="2489813" y="3930062"/>
              <a:ext cx="52324" cy="12158"/>
            </a:xfrm>
            <a:custGeom>
              <a:rect b="b" l="l" r="r" t="t"/>
              <a:pathLst>
                <a:path extrusionOk="0" h="382" w="1644">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79"/>
            <p:cNvSpPr/>
            <p:nvPr/>
          </p:nvSpPr>
          <p:spPr>
            <a:xfrm>
              <a:off x="2212404" y="3983118"/>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79"/>
            <p:cNvSpPr/>
            <p:nvPr/>
          </p:nvSpPr>
          <p:spPr>
            <a:xfrm>
              <a:off x="2397736" y="3983118"/>
              <a:ext cx="51942" cy="12158"/>
            </a:xfrm>
            <a:custGeom>
              <a:rect b="b" l="l" r="r" t="t"/>
              <a:pathLst>
                <a:path extrusionOk="0" h="382" w="1632">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79"/>
            <p:cNvSpPr/>
            <p:nvPr/>
          </p:nvSpPr>
          <p:spPr>
            <a:xfrm>
              <a:off x="2212404" y="4036175"/>
              <a:ext cx="51942" cy="12158"/>
            </a:xfrm>
            <a:custGeom>
              <a:rect b="b" l="l" r="r" t="t"/>
              <a:pathLst>
                <a:path extrusionOk="0" h="382" w="1632">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79"/>
            <p:cNvSpPr/>
            <p:nvPr/>
          </p:nvSpPr>
          <p:spPr>
            <a:xfrm>
              <a:off x="2305245" y="4036175"/>
              <a:ext cx="51974" cy="12158"/>
            </a:xfrm>
            <a:custGeom>
              <a:rect b="b" l="l" r="r" t="t"/>
              <a:pathLst>
                <a:path extrusionOk="0" h="382" w="1633">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79"/>
            <p:cNvSpPr/>
            <p:nvPr/>
          </p:nvSpPr>
          <p:spPr>
            <a:xfrm>
              <a:off x="2489813" y="4036175"/>
              <a:ext cx="52324" cy="12158"/>
            </a:xfrm>
            <a:custGeom>
              <a:rect b="b" l="l" r="r" t="t"/>
              <a:pathLst>
                <a:path extrusionOk="0" h="382" w="1644">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79"/>
            <p:cNvSpPr/>
            <p:nvPr/>
          </p:nvSpPr>
          <p:spPr>
            <a:xfrm>
              <a:off x="2305245" y="4088467"/>
              <a:ext cx="51974" cy="12540"/>
            </a:xfrm>
            <a:custGeom>
              <a:rect b="b" l="l" r="r" t="t"/>
              <a:pathLst>
                <a:path extrusionOk="0" h="394" w="1633">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79"/>
            <p:cNvSpPr/>
            <p:nvPr/>
          </p:nvSpPr>
          <p:spPr>
            <a:xfrm>
              <a:off x="2397736" y="4088467"/>
              <a:ext cx="51942" cy="12540"/>
            </a:xfrm>
            <a:custGeom>
              <a:rect b="b" l="l" r="r" t="t"/>
              <a:pathLst>
                <a:path extrusionOk="0" h="394" w="1632">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79"/>
            <p:cNvSpPr/>
            <p:nvPr/>
          </p:nvSpPr>
          <p:spPr>
            <a:xfrm>
              <a:off x="2489813" y="4088467"/>
              <a:ext cx="52324" cy="12540"/>
            </a:xfrm>
            <a:custGeom>
              <a:rect b="b" l="l" r="r" t="t"/>
              <a:pathLst>
                <a:path extrusionOk="0" h="394" w="1644">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79"/>
            <p:cNvSpPr/>
            <p:nvPr/>
          </p:nvSpPr>
          <p:spPr>
            <a:xfrm>
              <a:off x="2304863" y="3969751"/>
              <a:ext cx="53088" cy="38766"/>
            </a:xfrm>
            <a:custGeom>
              <a:rect b="b" l="l" r="r" t="t"/>
              <a:pathLst>
                <a:path extrusionOk="0" h="1218" w="1668">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79"/>
            <p:cNvSpPr/>
            <p:nvPr/>
          </p:nvSpPr>
          <p:spPr>
            <a:xfrm>
              <a:off x="2489813" y="3969751"/>
              <a:ext cx="53088" cy="38766"/>
            </a:xfrm>
            <a:custGeom>
              <a:rect b="b" l="l" r="r" t="t"/>
              <a:pathLst>
                <a:path extrusionOk="0" h="1218" w="1668">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79"/>
            <p:cNvSpPr/>
            <p:nvPr/>
          </p:nvSpPr>
          <p:spPr>
            <a:xfrm>
              <a:off x="2396972" y="4022807"/>
              <a:ext cx="53088" cy="38766"/>
            </a:xfrm>
            <a:custGeom>
              <a:rect b="b" l="l" r="r" t="t"/>
              <a:pathLst>
                <a:path extrusionOk="0" h="1218" w="1668">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79"/>
            <p:cNvSpPr/>
            <p:nvPr/>
          </p:nvSpPr>
          <p:spPr>
            <a:xfrm>
              <a:off x="2212404" y="4075386"/>
              <a:ext cx="53088" cy="38861"/>
            </a:xfrm>
            <a:custGeom>
              <a:rect b="b" l="l" r="r" t="t"/>
              <a:pathLst>
                <a:path extrusionOk="0" h="1221" w="1668">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79"/>
            <p:cNvSpPr/>
            <p:nvPr/>
          </p:nvSpPr>
          <p:spPr>
            <a:xfrm>
              <a:off x="2396972" y="3916694"/>
              <a:ext cx="53088" cy="38798"/>
            </a:xfrm>
            <a:custGeom>
              <a:rect b="b" l="l" r="r" t="t"/>
              <a:pathLst>
                <a:path extrusionOk="0" h="1219" w="1668">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42" name="Google Shape;9942;p79"/>
          <p:cNvSpPr/>
          <p:nvPr/>
        </p:nvSpPr>
        <p:spPr>
          <a:xfrm>
            <a:off x="6217513" y="3223401"/>
            <a:ext cx="347524" cy="289917"/>
          </a:xfrm>
          <a:custGeom>
            <a:rect b="b" l="l" r="r" t="t"/>
            <a:pathLst>
              <a:path extrusionOk="0" h="9109" w="10919">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43" name="Google Shape;9943;p79"/>
          <p:cNvGrpSpPr/>
          <p:nvPr/>
        </p:nvGrpSpPr>
        <p:grpSpPr>
          <a:xfrm>
            <a:off x="903530" y="3631875"/>
            <a:ext cx="264550" cy="353222"/>
            <a:chOff x="903530" y="3806125"/>
            <a:chExt cx="264550" cy="353222"/>
          </a:xfrm>
        </p:grpSpPr>
        <p:sp>
          <p:nvSpPr>
            <p:cNvPr id="9944" name="Google Shape;9944;p79"/>
            <p:cNvSpPr/>
            <p:nvPr/>
          </p:nvSpPr>
          <p:spPr>
            <a:xfrm>
              <a:off x="926637" y="3839321"/>
              <a:ext cx="173237" cy="162002"/>
            </a:xfrm>
            <a:custGeom>
              <a:rect b="b" l="l" r="r" t="t"/>
              <a:pathLst>
                <a:path extrusionOk="0" h="5090" w="5443">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79"/>
            <p:cNvSpPr/>
            <p:nvPr/>
          </p:nvSpPr>
          <p:spPr>
            <a:xfrm>
              <a:off x="903530" y="3806125"/>
              <a:ext cx="264550" cy="353222"/>
            </a:xfrm>
            <a:custGeom>
              <a:rect b="b" l="l" r="r" t="t"/>
              <a:pathLst>
                <a:path extrusionOk="0" h="11098" w="8312">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79"/>
            <p:cNvSpPr/>
            <p:nvPr/>
          </p:nvSpPr>
          <p:spPr>
            <a:xfrm>
              <a:off x="1008879" y="3904059"/>
              <a:ext cx="54966" cy="18460"/>
            </a:xfrm>
            <a:custGeom>
              <a:rect b="b" l="l" r="r" t="t"/>
              <a:pathLst>
                <a:path extrusionOk="0" h="580" w="1727">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79"/>
            <p:cNvSpPr/>
            <p:nvPr/>
          </p:nvSpPr>
          <p:spPr>
            <a:xfrm>
              <a:off x="972118" y="3872072"/>
              <a:ext cx="172473" cy="164866"/>
            </a:xfrm>
            <a:custGeom>
              <a:rect b="b" l="l" r="r" t="t"/>
              <a:pathLst>
                <a:path extrusionOk="0" h="5180" w="5419">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8" name="Google Shape;9948;p79"/>
          <p:cNvGrpSpPr/>
          <p:nvPr/>
        </p:nvGrpSpPr>
        <p:grpSpPr>
          <a:xfrm>
            <a:off x="850092" y="3178684"/>
            <a:ext cx="369517" cy="375660"/>
            <a:chOff x="850092" y="3352934"/>
            <a:chExt cx="369517" cy="375660"/>
          </a:xfrm>
        </p:grpSpPr>
        <p:sp>
          <p:nvSpPr>
            <p:cNvPr id="9949" name="Google Shape;9949;p79"/>
            <p:cNvSpPr/>
            <p:nvPr/>
          </p:nvSpPr>
          <p:spPr>
            <a:xfrm>
              <a:off x="969859" y="3475692"/>
              <a:ext cx="53088" cy="53088"/>
            </a:xfrm>
            <a:custGeom>
              <a:rect b="b" l="l" r="r" t="t"/>
              <a:pathLst>
                <a:path extrusionOk="0" h="1668" w="1668">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79"/>
            <p:cNvSpPr/>
            <p:nvPr/>
          </p:nvSpPr>
          <p:spPr>
            <a:xfrm>
              <a:off x="1046786" y="3552237"/>
              <a:ext cx="53088" cy="53088"/>
            </a:xfrm>
            <a:custGeom>
              <a:rect b="b" l="l" r="r" t="t"/>
              <a:pathLst>
                <a:path extrusionOk="0" h="1668" w="1668">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79"/>
            <p:cNvSpPr/>
            <p:nvPr/>
          </p:nvSpPr>
          <p:spPr>
            <a:xfrm>
              <a:off x="984245" y="3485272"/>
              <a:ext cx="106527" cy="104999"/>
            </a:xfrm>
            <a:custGeom>
              <a:rect b="b" l="l" r="r" t="t"/>
              <a:pathLst>
                <a:path extrusionOk="0" h="3299" w="3347">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79"/>
            <p:cNvSpPr/>
            <p:nvPr/>
          </p:nvSpPr>
          <p:spPr>
            <a:xfrm>
              <a:off x="922850" y="3428715"/>
              <a:ext cx="223620" cy="223620"/>
            </a:xfrm>
            <a:custGeom>
              <a:rect b="b" l="l" r="r" t="t"/>
              <a:pathLst>
                <a:path extrusionOk="0" h="7026" w="7026">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79"/>
            <p:cNvSpPr/>
            <p:nvPr/>
          </p:nvSpPr>
          <p:spPr>
            <a:xfrm>
              <a:off x="850092" y="3352934"/>
              <a:ext cx="369517" cy="375660"/>
            </a:xfrm>
            <a:custGeom>
              <a:rect b="b" l="l" r="r" t="t"/>
              <a:pathLst>
                <a:path extrusionOk="0" h="11803" w="1161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4" name="Google Shape;9954;p79"/>
          <p:cNvGrpSpPr/>
          <p:nvPr/>
        </p:nvGrpSpPr>
        <p:grpSpPr>
          <a:xfrm>
            <a:off x="2611458" y="3642124"/>
            <a:ext cx="426329" cy="332375"/>
            <a:chOff x="2611458" y="3816374"/>
            <a:chExt cx="426329" cy="332375"/>
          </a:xfrm>
        </p:grpSpPr>
        <p:sp>
          <p:nvSpPr>
            <p:cNvPr id="9955" name="Google Shape;9955;p79"/>
            <p:cNvSpPr/>
            <p:nvPr/>
          </p:nvSpPr>
          <p:spPr>
            <a:xfrm>
              <a:off x="2611458" y="3816374"/>
              <a:ext cx="426329" cy="332375"/>
            </a:xfrm>
            <a:custGeom>
              <a:rect b="b" l="l" r="r" t="t"/>
              <a:pathLst>
                <a:path extrusionOk="0" h="10443" w="13395">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79"/>
            <p:cNvSpPr/>
            <p:nvPr/>
          </p:nvSpPr>
          <p:spPr>
            <a:xfrm>
              <a:off x="2803568" y="3950909"/>
              <a:ext cx="40198" cy="85648"/>
            </a:xfrm>
            <a:custGeom>
              <a:rect b="b" l="l" r="r" t="t"/>
              <a:pathLst>
                <a:path extrusionOk="0" h="2691" w="1263">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79"/>
            <p:cNvSpPr/>
            <p:nvPr/>
          </p:nvSpPr>
          <p:spPr>
            <a:xfrm>
              <a:off x="2851691" y="3917935"/>
              <a:ext cx="40580" cy="118621"/>
            </a:xfrm>
            <a:custGeom>
              <a:rect b="b" l="l" r="r" t="t"/>
              <a:pathLst>
                <a:path extrusionOk="0" h="3727" w="1275">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79"/>
            <p:cNvSpPr/>
            <p:nvPr/>
          </p:nvSpPr>
          <p:spPr>
            <a:xfrm>
              <a:off x="2900197" y="3934995"/>
              <a:ext cx="40198" cy="101562"/>
            </a:xfrm>
            <a:custGeom>
              <a:rect b="b" l="l" r="r" t="t"/>
              <a:pathLst>
                <a:path extrusionOk="0" h="3191" w="1263">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79"/>
            <p:cNvSpPr/>
            <p:nvPr/>
          </p:nvSpPr>
          <p:spPr>
            <a:xfrm>
              <a:off x="2948320" y="3879265"/>
              <a:ext cx="40580" cy="156941"/>
            </a:xfrm>
            <a:custGeom>
              <a:rect b="b" l="l" r="r" t="t"/>
              <a:pathLst>
                <a:path extrusionOk="0" h="4931" w="1275">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79"/>
            <p:cNvSpPr/>
            <p:nvPr/>
          </p:nvSpPr>
          <p:spPr>
            <a:xfrm>
              <a:off x="2716807" y="3896325"/>
              <a:ext cx="49269" cy="13304"/>
            </a:xfrm>
            <a:custGeom>
              <a:rect b="b" l="l" r="r" t="t"/>
              <a:pathLst>
                <a:path extrusionOk="0" h="418" w="1548">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79"/>
            <p:cNvSpPr/>
            <p:nvPr/>
          </p:nvSpPr>
          <p:spPr>
            <a:xfrm>
              <a:off x="2717157" y="3917553"/>
              <a:ext cx="69002" cy="13304"/>
            </a:xfrm>
            <a:custGeom>
              <a:rect b="b" l="l" r="r" t="t"/>
              <a:pathLst>
                <a:path extrusionOk="0" h="418" w="2168">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79"/>
            <p:cNvSpPr/>
            <p:nvPr/>
          </p:nvSpPr>
          <p:spPr>
            <a:xfrm>
              <a:off x="2717157" y="3938782"/>
              <a:ext cx="69002" cy="13272"/>
            </a:xfrm>
            <a:custGeom>
              <a:rect b="b" l="l" r="r" t="t"/>
              <a:pathLst>
                <a:path extrusionOk="0" h="417" w="2168">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79"/>
            <p:cNvSpPr/>
            <p:nvPr/>
          </p:nvSpPr>
          <p:spPr>
            <a:xfrm>
              <a:off x="2717157" y="3960361"/>
              <a:ext cx="69002" cy="13304"/>
            </a:xfrm>
            <a:custGeom>
              <a:rect b="b" l="l" r="r" t="t"/>
              <a:pathLst>
                <a:path extrusionOk="0" h="418" w="2168">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79"/>
            <p:cNvSpPr/>
            <p:nvPr/>
          </p:nvSpPr>
          <p:spPr>
            <a:xfrm>
              <a:off x="2655793" y="4020993"/>
              <a:ext cx="84152" cy="82656"/>
            </a:xfrm>
            <a:custGeom>
              <a:rect b="b" l="l" r="r" t="t"/>
              <a:pathLst>
                <a:path extrusionOk="0" h="2597" w="2644">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65" name="Google Shape;9965;p79"/>
          <p:cNvSpPr/>
          <p:nvPr/>
        </p:nvSpPr>
        <p:spPr>
          <a:xfrm>
            <a:off x="1752752" y="3629616"/>
            <a:ext cx="356245" cy="356627"/>
          </a:xfrm>
          <a:custGeom>
            <a:rect b="b" l="l" r="r" t="t"/>
            <a:pathLst>
              <a:path extrusionOk="0" h="11205" w="11193">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66" name="Google Shape;9966;p79"/>
          <p:cNvGrpSpPr/>
          <p:nvPr/>
        </p:nvGrpSpPr>
        <p:grpSpPr>
          <a:xfrm>
            <a:off x="4019984" y="3631143"/>
            <a:ext cx="293704" cy="353954"/>
            <a:chOff x="4019984" y="3805393"/>
            <a:chExt cx="293704" cy="353954"/>
          </a:xfrm>
        </p:grpSpPr>
        <p:sp>
          <p:nvSpPr>
            <p:cNvPr id="9967" name="Google Shape;9967;p79"/>
            <p:cNvSpPr/>
            <p:nvPr/>
          </p:nvSpPr>
          <p:spPr>
            <a:xfrm>
              <a:off x="4019984" y="3805393"/>
              <a:ext cx="293704" cy="353954"/>
            </a:xfrm>
            <a:custGeom>
              <a:rect b="b" l="l" r="r" t="t"/>
              <a:pathLst>
                <a:path extrusionOk="0" h="11121" w="9228">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79"/>
            <p:cNvSpPr/>
            <p:nvPr/>
          </p:nvSpPr>
          <p:spPr>
            <a:xfrm>
              <a:off x="4118903" y="3867139"/>
              <a:ext cx="93987" cy="87971"/>
            </a:xfrm>
            <a:custGeom>
              <a:rect b="b" l="l" r="r" t="t"/>
              <a:pathLst>
                <a:path extrusionOk="0" h="2764" w="2953">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9" name="Google Shape;9969;p79"/>
          <p:cNvGrpSpPr/>
          <p:nvPr/>
        </p:nvGrpSpPr>
        <p:grpSpPr>
          <a:xfrm>
            <a:off x="8006505" y="3215794"/>
            <a:ext cx="323654" cy="303189"/>
            <a:chOff x="8006505" y="3390044"/>
            <a:chExt cx="323654" cy="303189"/>
          </a:xfrm>
        </p:grpSpPr>
        <p:sp>
          <p:nvSpPr>
            <p:cNvPr id="9970" name="Google Shape;9970;p79"/>
            <p:cNvSpPr/>
            <p:nvPr/>
          </p:nvSpPr>
          <p:spPr>
            <a:xfrm>
              <a:off x="8006505" y="3390044"/>
              <a:ext cx="323654" cy="303189"/>
            </a:xfrm>
            <a:custGeom>
              <a:rect b="b" l="l" r="r" t="t"/>
              <a:pathLst>
                <a:path extrusionOk="0" h="9526" w="10169">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79"/>
            <p:cNvSpPr/>
            <p:nvPr/>
          </p:nvSpPr>
          <p:spPr>
            <a:xfrm>
              <a:off x="8148997" y="3444247"/>
              <a:ext cx="37907" cy="37938"/>
            </a:xfrm>
            <a:custGeom>
              <a:rect b="b" l="l" r="r" t="t"/>
              <a:pathLst>
                <a:path extrusionOk="0" h="1192" w="1191">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79"/>
            <p:cNvSpPr/>
            <p:nvPr/>
          </p:nvSpPr>
          <p:spPr>
            <a:xfrm>
              <a:off x="8089861" y="3526871"/>
              <a:ext cx="165630" cy="104617"/>
            </a:xfrm>
            <a:custGeom>
              <a:rect b="b" l="l" r="r" t="t"/>
              <a:pathLst>
                <a:path extrusionOk="0" h="3287" w="5204">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79"/>
            <p:cNvSpPr/>
            <p:nvPr/>
          </p:nvSpPr>
          <p:spPr>
            <a:xfrm>
              <a:off x="8067519" y="3519742"/>
              <a:ext cx="32241" cy="30268"/>
            </a:xfrm>
            <a:custGeom>
              <a:rect b="b" l="l" r="r" t="t"/>
              <a:pathLst>
                <a:path extrusionOk="0" h="951" w="1013">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79"/>
            <p:cNvSpPr/>
            <p:nvPr/>
          </p:nvSpPr>
          <p:spPr>
            <a:xfrm>
              <a:off x="8244479" y="3601602"/>
              <a:ext cx="32623" cy="30268"/>
            </a:xfrm>
            <a:custGeom>
              <a:rect b="b" l="l" r="r" t="t"/>
              <a:pathLst>
                <a:path extrusionOk="0" h="951" w="1025">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79"/>
            <p:cNvSpPr/>
            <p:nvPr/>
          </p:nvSpPr>
          <p:spPr>
            <a:xfrm>
              <a:off x="8156190" y="3533396"/>
              <a:ext cx="32241" cy="30236"/>
            </a:xfrm>
            <a:custGeom>
              <a:rect b="b" l="l" r="r" t="t"/>
              <a:pathLst>
                <a:path extrusionOk="0" h="950" w="1013">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6" name="Google Shape;9976;p79"/>
          <p:cNvGrpSpPr/>
          <p:nvPr/>
        </p:nvGrpSpPr>
        <p:grpSpPr>
          <a:xfrm>
            <a:off x="1299146" y="3632257"/>
            <a:ext cx="367990" cy="351312"/>
            <a:chOff x="1299146" y="3806507"/>
            <a:chExt cx="367990" cy="351312"/>
          </a:xfrm>
        </p:grpSpPr>
        <p:sp>
          <p:nvSpPr>
            <p:cNvPr id="9977" name="Google Shape;9977;p79"/>
            <p:cNvSpPr/>
            <p:nvPr/>
          </p:nvSpPr>
          <p:spPr>
            <a:xfrm>
              <a:off x="1299146" y="3844414"/>
              <a:ext cx="321012" cy="313405"/>
            </a:xfrm>
            <a:custGeom>
              <a:rect b="b" l="l" r="r" t="t"/>
              <a:pathLst>
                <a:path extrusionOk="0" h="9847" w="10086">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79"/>
            <p:cNvSpPr/>
            <p:nvPr/>
          </p:nvSpPr>
          <p:spPr>
            <a:xfrm>
              <a:off x="1345391" y="3806507"/>
              <a:ext cx="321744" cy="313819"/>
            </a:xfrm>
            <a:custGeom>
              <a:rect b="b" l="l" r="r" t="t"/>
              <a:pathLst>
                <a:path extrusionOk="0" h="9860" w="10109">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79" name="Google Shape;9979;p79"/>
          <p:cNvSpPr/>
          <p:nvPr/>
        </p:nvSpPr>
        <p:spPr>
          <a:xfrm>
            <a:off x="3524716" y="3629934"/>
            <a:ext cx="389187" cy="355927"/>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80" name="Google Shape;9980;p79"/>
          <p:cNvGrpSpPr/>
          <p:nvPr/>
        </p:nvGrpSpPr>
        <p:grpSpPr>
          <a:xfrm>
            <a:off x="3095745" y="3631143"/>
            <a:ext cx="352840" cy="354717"/>
            <a:chOff x="3095745" y="3805393"/>
            <a:chExt cx="352840" cy="354717"/>
          </a:xfrm>
        </p:grpSpPr>
        <p:sp>
          <p:nvSpPr>
            <p:cNvPr id="9981" name="Google Shape;9981;p79"/>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79"/>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79"/>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79"/>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79"/>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79"/>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7" name="Google Shape;9987;p79"/>
          <p:cNvGrpSpPr/>
          <p:nvPr/>
        </p:nvGrpSpPr>
        <p:grpSpPr>
          <a:xfrm>
            <a:off x="7550258" y="3658420"/>
            <a:ext cx="371395" cy="301279"/>
            <a:chOff x="7550258" y="3832670"/>
            <a:chExt cx="371395" cy="301279"/>
          </a:xfrm>
        </p:grpSpPr>
        <p:sp>
          <p:nvSpPr>
            <p:cNvPr id="9988" name="Google Shape;9988;p79"/>
            <p:cNvSpPr/>
            <p:nvPr/>
          </p:nvSpPr>
          <p:spPr>
            <a:xfrm>
              <a:off x="7550258" y="3832670"/>
              <a:ext cx="371395" cy="301279"/>
            </a:xfrm>
            <a:custGeom>
              <a:rect b="b" l="l" r="r" t="t"/>
              <a:pathLst>
                <a:path extrusionOk="0" h="9466" w="11669">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79"/>
            <p:cNvSpPr/>
            <p:nvPr/>
          </p:nvSpPr>
          <p:spPr>
            <a:xfrm>
              <a:off x="7574129" y="3891009"/>
              <a:ext cx="324418" cy="10662"/>
            </a:xfrm>
            <a:custGeom>
              <a:rect b="b" l="l" r="r" t="t"/>
              <a:pathLst>
                <a:path extrusionOk="0" h="335" w="10193">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79"/>
            <p:cNvSpPr/>
            <p:nvPr/>
          </p:nvSpPr>
          <p:spPr>
            <a:xfrm>
              <a:off x="7591188" y="3937637"/>
              <a:ext cx="45481" cy="10248"/>
            </a:xfrm>
            <a:custGeom>
              <a:rect b="b" l="l" r="r" t="t"/>
              <a:pathLst>
                <a:path extrusionOk="0" h="322" w="1429">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79"/>
            <p:cNvSpPr/>
            <p:nvPr/>
          </p:nvSpPr>
          <p:spPr>
            <a:xfrm>
              <a:off x="7672667" y="3937637"/>
              <a:ext cx="45481" cy="10248"/>
            </a:xfrm>
            <a:custGeom>
              <a:rect b="b" l="l" r="r" t="t"/>
              <a:pathLst>
                <a:path extrusionOk="0" h="322" w="1429">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79"/>
            <p:cNvSpPr/>
            <p:nvPr/>
          </p:nvSpPr>
          <p:spPr>
            <a:xfrm>
              <a:off x="7835592" y="3937637"/>
              <a:ext cx="45131" cy="10248"/>
            </a:xfrm>
            <a:custGeom>
              <a:rect b="b" l="l" r="r" t="t"/>
              <a:pathLst>
                <a:path extrusionOk="0" h="322" w="1418">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79"/>
            <p:cNvSpPr/>
            <p:nvPr/>
          </p:nvSpPr>
          <p:spPr>
            <a:xfrm>
              <a:off x="7591188" y="3984232"/>
              <a:ext cx="45481" cy="10662"/>
            </a:xfrm>
            <a:custGeom>
              <a:rect b="b" l="l" r="r" t="t"/>
              <a:pathLst>
                <a:path extrusionOk="0" h="335" w="1429">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79"/>
            <p:cNvSpPr/>
            <p:nvPr/>
          </p:nvSpPr>
          <p:spPr>
            <a:xfrm>
              <a:off x="7754113" y="3984232"/>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79"/>
            <p:cNvSpPr/>
            <p:nvPr/>
          </p:nvSpPr>
          <p:spPr>
            <a:xfrm>
              <a:off x="7591188" y="4030859"/>
              <a:ext cx="45481" cy="10248"/>
            </a:xfrm>
            <a:custGeom>
              <a:rect b="b" l="l" r="r" t="t"/>
              <a:pathLst>
                <a:path extrusionOk="0" h="322" w="1429">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79"/>
            <p:cNvSpPr/>
            <p:nvPr/>
          </p:nvSpPr>
          <p:spPr>
            <a:xfrm>
              <a:off x="7672667" y="4030859"/>
              <a:ext cx="45481" cy="10248"/>
            </a:xfrm>
            <a:custGeom>
              <a:rect b="b" l="l" r="r" t="t"/>
              <a:pathLst>
                <a:path extrusionOk="0" h="322" w="1429">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79"/>
            <p:cNvSpPr/>
            <p:nvPr/>
          </p:nvSpPr>
          <p:spPr>
            <a:xfrm>
              <a:off x="7835592" y="4030859"/>
              <a:ext cx="45131" cy="10248"/>
            </a:xfrm>
            <a:custGeom>
              <a:rect b="b" l="l" r="r" t="t"/>
              <a:pathLst>
                <a:path extrusionOk="0" h="322" w="1418">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79"/>
            <p:cNvSpPr/>
            <p:nvPr/>
          </p:nvSpPr>
          <p:spPr>
            <a:xfrm>
              <a:off x="7672667" y="4077073"/>
              <a:ext cx="45481" cy="10662"/>
            </a:xfrm>
            <a:custGeom>
              <a:rect b="b" l="l" r="r" t="t"/>
              <a:pathLst>
                <a:path extrusionOk="0" h="335" w="1429">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79"/>
            <p:cNvSpPr/>
            <p:nvPr/>
          </p:nvSpPr>
          <p:spPr>
            <a:xfrm>
              <a:off x="7754113" y="4077073"/>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79"/>
            <p:cNvSpPr/>
            <p:nvPr/>
          </p:nvSpPr>
          <p:spPr>
            <a:xfrm>
              <a:off x="7835592" y="4077073"/>
              <a:ext cx="45131" cy="10662"/>
            </a:xfrm>
            <a:custGeom>
              <a:rect b="b" l="l" r="r" t="t"/>
              <a:pathLst>
                <a:path extrusionOk="0" h="335" w="1418">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79"/>
            <p:cNvSpPr/>
            <p:nvPr/>
          </p:nvSpPr>
          <p:spPr>
            <a:xfrm>
              <a:off x="7672667" y="3972583"/>
              <a:ext cx="46245" cy="34055"/>
            </a:xfrm>
            <a:custGeom>
              <a:rect b="b" l="l" r="r" t="t"/>
              <a:pathLst>
                <a:path extrusionOk="0" h="1070" w="1453">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79"/>
            <p:cNvSpPr/>
            <p:nvPr/>
          </p:nvSpPr>
          <p:spPr>
            <a:xfrm>
              <a:off x="7835592" y="3972583"/>
              <a:ext cx="45895" cy="34055"/>
            </a:xfrm>
            <a:custGeom>
              <a:rect b="b" l="l" r="r" t="t"/>
              <a:pathLst>
                <a:path extrusionOk="0" h="1070" w="1442">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79"/>
            <p:cNvSpPr/>
            <p:nvPr/>
          </p:nvSpPr>
          <p:spPr>
            <a:xfrm>
              <a:off x="7754113" y="4019592"/>
              <a:ext cx="46277" cy="34024"/>
            </a:xfrm>
            <a:custGeom>
              <a:rect b="b" l="l" r="r" t="t"/>
              <a:pathLst>
                <a:path extrusionOk="0" h="1069" w="1454">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79"/>
            <p:cNvSpPr/>
            <p:nvPr/>
          </p:nvSpPr>
          <p:spPr>
            <a:xfrm>
              <a:off x="7591188" y="4065806"/>
              <a:ext cx="46245" cy="34055"/>
            </a:xfrm>
            <a:custGeom>
              <a:rect b="b" l="l" r="r" t="t"/>
              <a:pathLst>
                <a:path extrusionOk="0" h="1070" w="1453">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79"/>
            <p:cNvSpPr/>
            <p:nvPr/>
          </p:nvSpPr>
          <p:spPr>
            <a:xfrm>
              <a:off x="7754113" y="3925988"/>
              <a:ext cx="46277" cy="34406"/>
            </a:xfrm>
            <a:custGeom>
              <a:rect b="b" l="l" r="r" t="t"/>
              <a:pathLst>
                <a:path extrusionOk="0" h="1081" w="1454">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06" name="Google Shape;10006;p79"/>
          <p:cNvSpPr/>
          <p:nvPr/>
        </p:nvSpPr>
        <p:spPr>
          <a:xfrm>
            <a:off x="7114476" y="3634549"/>
            <a:ext cx="350548" cy="350548"/>
          </a:xfrm>
          <a:custGeom>
            <a:rect b="b" l="l" r="r" t="t"/>
            <a:pathLst>
              <a:path extrusionOk="0" h="11014" w="11014">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07" name="Google Shape;10007;p79"/>
          <p:cNvGrpSpPr/>
          <p:nvPr/>
        </p:nvGrpSpPr>
        <p:grpSpPr>
          <a:xfrm>
            <a:off x="6659725" y="3633785"/>
            <a:ext cx="367608" cy="350548"/>
            <a:chOff x="6659725" y="3808035"/>
            <a:chExt cx="367608" cy="350548"/>
          </a:xfrm>
        </p:grpSpPr>
        <p:sp>
          <p:nvSpPr>
            <p:cNvPr id="10008" name="Google Shape;10008;p79"/>
            <p:cNvSpPr/>
            <p:nvPr/>
          </p:nvSpPr>
          <p:spPr>
            <a:xfrm>
              <a:off x="6659725" y="3845942"/>
              <a:ext cx="321394" cy="312642"/>
            </a:xfrm>
            <a:custGeom>
              <a:rect b="b" l="l" r="r" t="t"/>
              <a:pathLst>
                <a:path extrusionOk="0" h="9823" w="10098">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79"/>
            <p:cNvSpPr/>
            <p:nvPr/>
          </p:nvSpPr>
          <p:spPr>
            <a:xfrm>
              <a:off x="6705588" y="3808035"/>
              <a:ext cx="321744" cy="313787"/>
            </a:xfrm>
            <a:custGeom>
              <a:rect b="b" l="l" r="r" t="t"/>
              <a:pathLst>
                <a:path extrusionOk="0" h="9859" w="10109">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0" name="Google Shape;10010;p79"/>
          <p:cNvGrpSpPr/>
          <p:nvPr/>
        </p:nvGrpSpPr>
        <p:grpSpPr>
          <a:xfrm>
            <a:off x="6219391" y="3642506"/>
            <a:ext cx="356627" cy="334252"/>
            <a:chOff x="6219391" y="3816756"/>
            <a:chExt cx="356627" cy="334252"/>
          </a:xfrm>
        </p:grpSpPr>
        <p:sp>
          <p:nvSpPr>
            <p:cNvPr id="10011" name="Google Shape;10011;p79"/>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79"/>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79"/>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79"/>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5" name="Google Shape;10015;p79"/>
          <p:cNvGrpSpPr/>
          <p:nvPr/>
        </p:nvGrpSpPr>
        <p:grpSpPr>
          <a:xfrm>
            <a:off x="5778676" y="3652722"/>
            <a:ext cx="349052" cy="313055"/>
            <a:chOff x="5778676" y="3826972"/>
            <a:chExt cx="349052" cy="313055"/>
          </a:xfrm>
        </p:grpSpPr>
        <p:sp>
          <p:nvSpPr>
            <p:cNvPr id="10016" name="Google Shape;10016;p79"/>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79"/>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79"/>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79"/>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79"/>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1" name="Google Shape;10021;p79"/>
          <p:cNvGrpSpPr/>
          <p:nvPr/>
        </p:nvGrpSpPr>
        <p:grpSpPr>
          <a:xfrm>
            <a:off x="5355784" y="3660297"/>
            <a:ext cx="299019" cy="297905"/>
            <a:chOff x="5355784" y="3834547"/>
            <a:chExt cx="299019" cy="297905"/>
          </a:xfrm>
        </p:grpSpPr>
        <p:sp>
          <p:nvSpPr>
            <p:cNvPr id="10022" name="Google Shape;10022;p79"/>
            <p:cNvSpPr/>
            <p:nvPr/>
          </p:nvSpPr>
          <p:spPr>
            <a:xfrm>
              <a:off x="5355784" y="3834547"/>
              <a:ext cx="299019" cy="297905"/>
            </a:xfrm>
            <a:custGeom>
              <a:rect b="b" l="l" r="r" t="t"/>
              <a:pathLst>
                <a:path extrusionOk="0" h="9360" w="9395">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79"/>
            <p:cNvSpPr/>
            <p:nvPr/>
          </p:nvSpPr>
          <p:spPr>
            <a:xfrm>
              <a:off x="5455054" y="3854280"/>
              <a:ext cx="179666" cy="171296"/>
            </a:xfrm>
            <a:custGeom>
              <a:rect b="b" l="l" r="r" t="t"/>
              <a:pathLst>
                <a:path extrusionOk="0" h="5382" w="5645">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79"/>
            <p:cNvSpPr/>
            <p:nvPr/>
          </p:nvSpPr>
          <p:spPr>
            <a:xfrm>
              <a:off x="5508110" y="3886490"/>
              <a:ext cx="81510" cy="99302"/>
            </a:xfrm>
            <a:custGeom>
              <a:rect b="b" l="l" r="r" t="t"/>
              <a:pathLst>
                <a:path extrusionOk="0" h="3120" w="2561">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79"/>
            <p:cNvSpPr/>
            <p:nvPr/>
          </p:nvSpPr>
          <p:spPr>
            <a:xfrm>
              <a:off x="5554706" y="3945530"/>
              <a:ext cx="98952" cy="98251"/>
            </a:xfrm>
            <a:custGeom>
              <a:rect b="b" l="l" r="r" t="t"/>
              <a:pathLst>
                <a:path extrusionOk="0" h="3087" w="3109">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6" name="Google Shape;10026;p79"/>
          <p:cNvGrpSpPr/>
          <p:nvPr/>
        </p:nvGrpSpPr>
        <p:grpSpPr>
          <a:xfrm>
            <a:off x="8036455" y="3633021"/>
            <a:ext cx="292176" cy="353985"/>
            <a:chOff x="8036455" y="3807271"/>
            <a:chExt cx="292176" cy="353985"/>
          </a:xfrm>
        </p:grpSpPr>
        <p:sp>
          <p:nvSpPr>
            <p:cNvPr id="10027" name="Google Shape;10027;p79"/>
            <p:cNvSpPr/>
            <p:nvPr/>
          </p:nvSpPr>
          <p:spPr>
            <a:xfrm>
              <a:off x="8039479" y="3807271"/>
              <a:ext cx="289153" cy="330465"/>
            </a:xfrm>
            <a:custGeom>
              <a:rect b="b" l="l" r="r" t="t"/>
              <a:pathLst>
                <a:path extrusionOk="0" h="10383" w="9085">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79"/>
            <p:cNvSpPr/>
            <p:nvPr/>
          </p:nvSpPr>
          <p:spPr>
            <a:xfrm>
              <a:off x="8036455" y="3934613"/>
              <a:ext cx="291795" cy="226644"/>
            </a:xfrm>
            <a:custGeom>
              <a:rect b="b" l="l" r="r" t="t"/>
              <a:pathLst>
                <a:path extrusionOk="0" h="7121" w="9168">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29" name="Google Shape;10029;p79"/>
          <p:cNvSpPr txBox="1"/>
          <p:nvPr/>
        </p:nvSpPr>
        <p:spPr>
          <a:xfrm>
            <a:off x="849675" y="71597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Business Icons</a:t>
            </a:r>
            <a:endParaRPr sz="2400">
              <a:solidFill>
                <a:srgbClr val="FFFFFF"/>
              </a:solidFill>
            </a:endParaRPr>
          </a:p>
        </p:txBody>
      </p:sp>
      <p:sp>
        <p:nvSpPr>
          <p:cNvPr id="10030" name="Google Shape;10030;p79"/>
          <p:cNvSpPr txBox="1"/>
          <p:nvPr/>
        </p:nvSpPr>
        <p:spPr>
          <a:xfrm>
            <a:off x="4858400" y="71597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Teamwork Icons</a:t>
            </a:r>
            <a:endParaRPr sz="2400">
              <a:solidFill>
                <a:srgbClr val="FFFFFF"/>
              </a:solidFill>
            </a:endParaRPr>
          </a:p>
        </p:txBody>
      </p:sp>
      <p:grpSp>
        <p:nvGrpSpPr>
          <p:cNvPr id="10031" name="Google Shape;10031;p79"/>
          <p:cNvGrpSpPr/>
          <p:nvPr/>
        </p:nvGrpSpPr>
        <p:grpSpPr>
          <a:xfrm>
            <a:off x="4874902" y="3634549"/>
            <a:ext cx="345615" cy="350835"/>
            <a:chOff x="4874902" y="3808799"/>
            <a:chExt cx="345615" cy="350835"/>
          </a:xfrm>
        </p:grpSpPr>
        <p:sp>
          <p:nvSpPr>
            <p:cNvPr id="10032" name="Google Shape;10032;p79"/>
            <p:cNvSpPr/>
            <p:nvPr/>
          </p:nvSpPr>
          <p:spPr>
            <a:xfrm>
              <a:off x="4874902" y="3808799"/>
              <a:ext cx="345615" cy="350835"/>
            </a:xfrm>
            <a:custGeom>
              <a:rect b="b" l="l" r="r" t="t"/>
              <a:pathLst>
                <a:path extrusionOk="0" h="11023" w="10859">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79"/>
            <p:cNvSpPr/>
            <p:nvPr/>
          </p:nvSpPr>
          <p:spPr>
            <a:xfrm>
              <a:off x="4939321" y="4009630"/>
              <a:ext cx="145929" cy="123618"/>
            </a:xfrm>
            <a:custGeom>
              <a:rect b="b" l="l" r="r" t="t"/>
              <a:pathLst>
                <a:path extrusionOk="0" h="3884" w="4585">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79"/>
            <p:cNvSpPr/>
            <p:nvPr/>
          </p:nvSpPr>
          <p:spPr>
            <a:xfrm>
              <a:off x="4942344" y="3897629"/>
              <a:ext cx="205033" cy="101816"/>
            </a:xfrm>
            <a:custGeom>
              <a:rect b="b" l="l" r="r" t="t"/>
              <a:pathLst>
                <a:path extrusionOk="0" h="3199" w="6442">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79"/>
            <p:cNvSpPr/>
            <p:nvPr/>
          </p:nvSpPr>
          <p:spPr>
            <a:xfrm>
              <a:off x="5092729" y="3950240"/>
              <a:ext cx="84597" cy="175465"/>
            </a:xfrm>
            <a:custGeom>
              <a:rect b="b" l="l" r="r" t="t"/>
              <a:pathLst>
                <a:path extrusionOk="0" h="5513" w="2658">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79"/>
            <p:cNvSpPr/>
            <p:nvPr/>
          </p:nvSpPr>
          <p:spPr>
            <a:xfrm>
              <a:off x="5004886" y="3993717"/>
              <a:ext cx="81478" cy="55348"/>
            </a:xfrm>
            <a:custGeom>
              <a:rect b="b" l="l" r="r" t="t"/>
              <a:pathLst>
                <a:path extrusionOk="0" h="1739" w="256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79"/>
            <p:cNvSpPr/>
            <p:nvPr/>
          </p:nvSpPr>
          <p:spPr>
            <a:xfrm>
              <a:off x="5053391" y="3915262"/>
              <a:ext cx="10630" cy="29982"/>
            </a:xfrm>
            <a:custGeom>
              <a:rect b="b" l="l" r="r" t="t"/>
              <a:pathLst>
                <a:path extrusionOk="0" h="942" w="334">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79"/>
            <p:cNvSpPr/>
            <p:nvPr/>
          </p:nvSpPr>
          <p:spPr>
            <a:xfrm>
              <a:off x="5005236" y="3928216"/>
              <a:ext cx="21261" cy="26894"/>
            </a:xfrm>
            <a:custGeom>
              <a:rect b="b" l="l" r="r" t="t"/>
              <a:pathLst>
                <a:path extrusionOk="0" h="845" w="668">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79"/>
            <p:cNvSpPr/>
            <p:nvPr/>
          </p:nvSpPr>
          <p:spPr>
            <a:xfrm>
              <a:off x="4970766" y="3962876"/>
              <a:ext cx="28454" cy="19510"/>
            </a:xfrm>
            <a:custGeom>
              <a:rect b="b" l="l" r="r" t="t"/>
              <a:pathLst>
                <a:path extrusionOk="0" h="613" w="894">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79"/>
            <p:cNvSpPr/>
            <p:nvPr/>
          </p:nvSpPr>
          <p:spPr>
            <a:xfrm>
              <a:off x="4958258" y="4010012"/>
              <a:ext cx="29982" cy="10248"/>
            </a:xfrm>
            <a:custGeom>
              <a:rect b="b" l="l" r="r" t="t"/>
              <a:pathLst>
                <a:path extrusionOk="0" h="322" w="942">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79"/>
            <p:cNvSpPr/>
            <p:nvPr/>
          </p:nvSpPr>
          <p:spPr>
            <a:xfrm>
              <a:off x="4969239" y="4047601"/>
              <a:ext cx="30363" cy="20051"/>
            </a:xfrm>
            <a:custGeom>
              <a:rect b="b" l="l" r="r" t="t"/>
              <a:pathLst>
                <a:path extrusionOk="0" h="630" w="954">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79"/>
            <p:cNvSpPr/>
            <p:nvPr/>
          </p:nvSpPr>
          <p:spPr>
            <a:xfrm>
              <a:off x="5005236" y="4075641"/>
              <a:ext cx="21261" cy="26862"/>
            </a:xfrm>
            <a:custGeom>
              <a:rect b="b" l="l" r="r" t="t"/>
              <a:pathLst>
                <a:path extrusionOk="0" h="844" w="668">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79"/>
            <p:cNvSpPr/>
            <p:nvPr/>
          </p:nvSpPr>
          <p:spPr>
            <a:xfrm>
              <a:off x="5053391" y="4085794"/>
              <a:ext cx="10630" cy="29982"/>
            </a:xfrm>
            <a:custGeom>
              <a:rect b="b" l="l" r="r" t="t"/>
              <a:pathLst>
                <a:path extrusionOk="0" h="942" w="334">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79"/>
            <p:cNvSpPr/>
            <p:nvPr/>
          </p:nvSpPr>
          <p:spPr>
            <a:xfrm>
              <a:off x="5090501" y="4075641"/>
              <a:ext cx="21261" cy="26894"/>
            </a:xfrm>
            <a:custGeom>
              <a:rect b="b" l="l" r="r" t="t"/>
              <a:pathLst>
                <a:path extrusionOk="0" h="845" w="668">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79"/>
            <p:cNvSpPr/>
            <p:nvPr/>
          </p:nvSpPr>
          <p:spPr>
            <a:xfrm>
              <a:off x="5117809" y="4048142"/>
              <a:ext cx="28454" cy="19510"/>
            </a:xfrm>
            <a:custGeom>
              <a:rect b="b" l="l" r="r" t="t"/>
              <a:pathLst>
                <a:path extrusionOk="0" h="613" w="894">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79"/>
            <p:cNvSpPr/>
            <p:nvPr/>
          </p:nvSpPr>
          <p:spPr>
            <a:xfrm>
              <a:off x="5128790" y="4010012"/>
              <a:ext cx="29950" cy="10248"/>
            </a:xfrm>
            <a:custGeom>
              <a:rect b="b" l="l" r="r" t="t"/>
              <a:pathLst>
                <a:path extrusionOk="0" h="322" w="941">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79"/>
            <p:cNvSpPr/>
            <p:nvPr/>
          </p:nvSpPr>
          <p:spPr>
            <a:xfrm>
              <a:off x="5117809" y="3962717"/>
              <a:ext cx="28454" cy="19669"/>
            </a:xfrm>
            <a:custGeom>
              <a:rect b="b" l="l" r="r" t="t"/>
              <a:pathLst>
                <a:path extrusionOk="0" h="618" w="894">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79"/>
            <p:cNvSpPr/>
            <p:nvPr/>
          </p:nvSpPr>
          <p:spPr>
            <a:xfrm>
              <a:off x="5090501" y="3928152"/>
              <a:ext cx="20879" cy="26958"/>
            </a:xfrm>
            <a:custGeom>
              <a:rect b="b" l="l" r="r" t="t"/>
              <a:pathLst>
                <a:path extrusionOk="0" h="847" w="656">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052" name="Shape 10052"/>
        <p:cNvGrpSpPr/>
        <p:nvPr/>
      </p:nvGrpSpPr>
      <p:grpSpPr>
        <a:xfrm>
          <a:off x="0" y="0"/>
          <a:ext cx="0" cy="0"/>
          <a:chOff x="0" y="0"/>
          <a:chExt cx="0" cy="0"/>
        </a:xfrm>
      </p:grpSpPr>
      <p:grpSp>
        <p:nvGrpSpPr>
          <p:cNvPr id="10053" name="Google Shape;10053;p80"/>
          <p:cNvGrpSpPr/>
          <p:nvPr/>
        </p:nvGrpSpPr>
        <p:grpSpPr>
          <a:xfrm>
            <a:off x="2704005" y="4083381"/>
            <a:ext cx="342144" cy="362704"/>
            <a:chOff x="2704005" y="4258781"/>
            <a:chExt cx="342144" cy="362704"/>
          </a:xfrm>
        </p:grpSpPr>
        <p:sp>
          <p:nvSpPr>
            <p:cNvPr id="10054" name="Google Shape;10054;p80"/>
            <p:cNvSpPr/>
            <p:nvPr/>
          </p:nvSpPr>
          <p:spPr>
            <a:xfrm>
              <a:off x="2704005" y="4258781"/>
              <a:ext cx="173543" cy="183554"/>
            </a:xfrm>
            <a:custGeom>
              <a:rect b="b" l="l" r="r" t="t"/>
              <a:pathLst>
                <a:path extrusionOk="0" h="5794" w="5478">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80"/>
            <p:cNvSpPr/>
            <p:nvPr/>
          </p:nvSpPr>
          <p:spPr>
            <a:xfrm>
              <a:off x="2733816" y="4278961"/>
              <a:ext cx="112052" cy="122633"/>
            </a:xfrm>
            <a:custGeom>
              <a:rect b="b" l="l" r="r" t="t"/>
              <a:pathLst>
                <a:path extrusionOk="0" h="3871" w="3537">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80"/>
            <p:cNvSpPr/>
            <p:nvPr/>
          </p:nvSpPr>
          <p:spPr>
            <a:xfrm>
              <a:off x="2759445" y="4322711"/>
              <a:ext cx="33993" cy="44542"/>
            </a:xfrm>
            <a:custGeom>
              <a:rect b="b" l="l" r="r" t="t"/>
              <a:pathLst>
                <a:path extrusionOk="0" h="1406" w="1073">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80"/>
            <p:cNvSpPr/>
            <p:nvPr/>
          </p:nvSpPr>
          <p:spPr>
            <a:xfrm>
              <a:off x="2791885" y="4321951"/>
              <a:ext cx="26073" cy="44922"/>
            </a:xfrm>
            <a:custGeom>
              <a:rect b="b" l="l" r="r" t="t"/>
              <a:pathLst>
                <a:path extrusionOk="0" h="1418" w="823">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80"/>
            <p:cNvSpPr/>
            <p:nvPr/>
          </p:nvSpPr>
          <p:spPr>
            <a:xfrm>
              <a:off x="2828095" y="4322648"/>
              <a:ext cx="218053" cy="170597"/>
            </a:xfrm>
            <a:custGeom>
              <a:rect b="b" l="l" r="r" t="t"/>
              <a:pathLst>
                <a:path extrusionOk="0" h="5385" w="6883">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80"/>
            <p:cNvSpPr/>
            <p:nvPr/>
          </p:nvSpPr>
          <p:spPr>
            <a:xfrm>
              <a:off x="2746995" y="4480034"/>
              <a:ext cx="232404" cy="141451"/>
            </a:xfrm>
            <a:custGeom>
              <a:rect b="b" l="l" r="r" t="t"/>
              <a:pathLst>
                <a:path extrusionOk="0" h="4465" w="7336">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80"/>
            <p:cNvSpPr/>
            <p:nvPr/>
          </p:nvSpPr>
          <p:spPr>
            <a:xfrm>
              <a:off x="2889206" y="4345046"/>
              <a:ext cx="46411" cy="47488"/>
            </a:xfrm>
            <a:custGeom>
              <a:rect b="b" l="l" r="r" t="t"/>
              <a:pathLst>
                <a:path extrusionOk="0" h="1499" w="1465">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1" name="Google Shape;10061;p80"/>
          <p:cNvGrpSpPr/>
          <p:nvPr/>
        </p:nvGrpSpPr>
        <p:grpSpPr>
          <a:xfrm>
            <a:off x="2157462" y="4083096"/>
            <a:ext cx="347435" cy="363370"/>
            <a:chOff x="2157462" y="4258496"/>
            <a:chExt cx="347435" cy="363370"/>
          </a:xfrm>
        </p:grpSpPr>
        <p:sp>
          <p:nvSpPr>
            <p:cNvPr id="10062" name="Google Shape;10062;p80"/>
            <p:cNvSpPr/>
            <p:nvPr/>
          </p:nvSpPr>
          <p:spPr>
            <a:xfrm>
              <a:off x="2296252" y="4258496"/>
              <a:ext cx="208644" cy="220778"/>
            </a:xfrm>
            <a:custGeom>
              <a:rect b="b" l="l" r="r" t="t"/>
              <a:pathLst>
                <a:path extrusionOk="0" h="6969" w="6586">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80"/>
            <p:cNvSpPr/>
            <p:nvPr/>
          </p:nvSpPr>
          <p:spPr>
            <a:xfrm>
              <a:off x="2157462" y="4323313"/>
              <a:ext cx="300643" cy="298552"/>
            </a:xfrm>
            <a:custGeom>
              <a:rect b="b" l="l" r="r" t="t"/>
              <a:pathLst>
                <a:path extrusionOk="0" h="9424" w="949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80"/>
            <p:cNvSpPr/>
            <p:nvPr/>
          </p:nvSpPr>
          <p:spPr>
            <a:xfrm>
              <a:off x="2339653" y="4297463"/>
              <a:ext cx="123362" cy="123742"/>
            </a:xfrm>
            <a:custGeom>
              <a:rect b="b" l="l" r="r" t="t"/>
              <a:pathLst>
                <a:path extrusionOk="0" h="3906" w="3894">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5" name="Google Shape;10065;p80"/>
          <p:cNvGrpSpPr/>
          <p:nvPr/>
        </p:nvGrpSpPr>
        <p:grpSpPr>
          <a:xfrm>
            <a:off x="4010963" y="3588381"/>
            <a:ext cx="343665" cy="363211"/>
            <a:chOff x="4010963" y="3763781"/>
            <a:chExt cx="343665" cy="363211"/>
          </a:xfrm>
        </p:grpSpPr>
        <p:sp>
          <p:nvSpPr>
            <p:cNvPr id="10066" name="Google Shape;10066;p80"/>
            <p:cNvSpPr/>
            <p:nvPr/>
          </p:nvSpPr>
          <p:spPr>
            <a:xfrm>
              <a:off x="4152415" y="3763781"/>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80"/>
            <p:cNvSpPr/>
            <p:nvPr/>
          </p:nvSpPr>
          <p:spPr>
            <a:xfrm>
              <a:off x="4010963" y="3828662"/>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80"/>
            <p:cNvSpPr/>
            <p:nvPr/>
          </p:nvSpPr>
          <p:spPr>
            <a:xfrm>
              <a:off x="4187104" y="3787731"/>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80"/>
            <p:cNvSpPr/>
            <p:nvPr/>
          </p:nvSpPr>
          <p:spPr>
            <a:xfrm>
              <a:off x="4220685" y="3840669"/>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80"/>
            <p:cNvSpPr/>
            <p:nvPr/>
          </p:nvSpPr>
          <p:spPr>
            <a:xfrm>
              <a:off x="4259905" y="3840669"/>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1" name="Google Shape;10071;p80"/>
          <p:cNvGrpSpPr/>
          <p:nvPr/>
        </p:nvGrpSpPr>
        <p:grpSpPr>
          <a:xfrm>
            <a:off x="2214042" y="3635109"/>
            <a:ext cx="368153" cy="311193"/>
            <a:chOff x="2214042" y="3810509"/>
            <a:chExt cx="368153" cy="311193"/>
          </a:xfrm>
        </p:grpSpPr>
        <p:sp>
          <p:nvSpPr>
            <p:cNvPr id="10072" name="Google Shape;10072;p80"/>
            <p:cNvSpPr/>
            <p:nvPr/>
          </p:nvSpPr>
          <p:spPr>
            <a:xfrm>
              <a:off x="2214042" y="3810509"/>
              <a:ext cx="368153" cy="311193"/>
            </a:xfrm>
            <a:custGeom>
              <a:rect b="b" l="l" r="r" t="t"/>
              <a:pathLst>
                <a:path extrusionOk="0" h="9823" w="11621">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80"/>
            <p:cNvSpPr/>
            <p:nvPr/>
          </p:nvSpPr>
          <p:spPr>
            <a:xfrm>
              <a:off x="2451674" y="3927060"/>
              <a:ext cx="70932" cy="32092"/>
            </a:xfrm>
            <a:custGeom>
              <a:rect b="b" l="l" r="r" t="t"/>
              <a:pathLst>
                <a:path extrusionOk="0" h="1013" w="2239">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4" name="Google Shape;10074;p80"/>
          <p:cNvGrpSpPr/>
          <p:nvPr/>
        </p:nvGrpSpPr>
        <p:grpSpPr>
          <a:xfrm>
            <a:off x="1768938" y="3606819"/>
            <a:ext cx="367805" cy="367773"/>
            <a:chOff x="1768938" y="3782219"/>
            <a:chExt cx="367805" cy="367773"/>
          </a:xfrm>
        </p:grpSpPr>
        <p:sp>
          <p:nvSpPr>
            <p:cNvPr id="10075" name="Google Shape;10075;p80"/>
            <p:cNvSpPr/>
            <p:nvPr/>
          </p:nvSpPr>
          <p:spPr>
            <a:xfrm>
              <a:off x="1884380" y="3782219"/>
              <a:ext cx="252363" cy="198412"/>
            </a:xfrm>
            <a:custGeom>
              <a:rect b="b" l="l" r="r" t="t"/>
              <a:pathLst>
                <a:path extrusionOk="0" h="6263" w="7966">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80"/>
            <p:cNvSpPr/>
            <p:nvPr/>
          </p:nvSpPr>
          <p:spPr>
            <a:xfrm>
              <a:off x="2034480" y="3821914"/>
              <a:ext cx="31743" cy="31236"/>
            </a:xfrm>
            <a:custGeom>
              <a:rect b="b" l="l" r="r" t="t"/>
              <a:pathLst>
                <a:path extrusionOk="0" h="986" w="1002">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80"/>
            <p:cNvSpPr/>
            <p:nvPr/>
          </p:nvSpPr>
          <p:spPr>
            <a:xfrm>
              <a:off x="2065431" y="3852359"/>
              <a:ext cx="31712" cy="31332"/>
            </a:xfrm>
            <a:custGeom>
              <a:rect b="b" l="l" r="r" t="t"/>
              <a:pathLst>
                <a:path extrusionOk="0" h="989" w="1001">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80"/>
            <p:cNvSpPr/>
            <p:nvPr/>
          </p:nvSpPr>
          <p:spPr>
            <a:xfrm>
              <a:off x="1768938" y="3922625"/>
              <a:ext cx="281413" cy="227367"/>
            </a:xfrm>
            <a:custGeom>
              <a:rect b="b" l="l" r="r" t="t"/>
              <a:pathLst>
                <a:path extrusionOk="0" h="7177" w="8883">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80"/>
            <p:cNvSpPr/>
            <p:nvPr/>
          </p:nvSpPr>
          <p:spPr>
            <a:xfrm>
              <a:off x="1847790" y="3937704"/>
              <a:ext cx="143352" cy="127417"/>
            </a:xfrm>
            <a:custGeom>
              <a:rect b="b" l="l" r="r" t="t"/>
              <a:pathLst>
                <a:path extrusionOk="0" h="4022" w="4525">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0" name="Google Shape;10080;p80"/>
          <p:cNvGrpSpPr/>
          <p:nvPr/>
        </p:nvGrpSpPr>
        <p:grpSpPr>
          <a:xfrm>
            <a:off x="2681385" y="3623039"/>
            <a:ext cx="325544" cy="327413"/>
            <a:chOff x="2681385" y="3798439"/>
            <a:chExt cx="325544" cy="327413"/>
          </a:xfrm>
        </p:grpSpPr>
        <p:sp>
          <p:nvSpPr>
            <p:cNvPr id="10081" name="Google Shape;10081;p80"/>
            <p:cNvSpPr/>
            <p:nvPr/>
          </p:nvSpPr>
          <p:spPr>
            <a:xfrm>
              <a:off x="2713826" y="3830975"/>
              <a:ext cx="58101" cy="56866"/>
            </a:xfrm>
            <a:custGeom>
              <a:rect b="b" l="l" r="r" t="t"/>
              <a:pathLst>
                <a:path extrusionOk="0" h="1795" w="1834">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80"/>
            <p:cNvSpPr/>
            <p:nvPr/>
          </p:nvSpPr>
          <p:spPr>
            <a:xfrm>
              <a:off x="2683255" y="3880110"/>
              <a:ext cx="75462" cy="28100"/>
            </a:xfrm>
            <a:custGeom>
              <a:rect b="b" l="l" r="r" t="t"/>
              <a:pathLst>
                <a:path extrusionOk="0" h="887" w="2382">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80"/>
            <p:cNvSpPr/>
            <p:nvPr/>
          </p:nvSpPr>
          <p:spPr>
            <a:xfrm>
              <a:off x="2681385" y="3918918"/>
              <a:ext cx="75082" cy="29272"/>
            </a:xfrm>
            <a:custGeom>
              <a:rect b="b" l="l" r="r" t="t"/>
              <a:pathLst>
                <a:path extrusionOk="0" h="924" w="237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80"/>
            <p:cNvSpPr/>
            <p:nvPr/>
          </p:nvSpPr>
          <p:spPr>
            <a:xfrm>
              <a:off x="2762835" y="3800340"/>
              <a:ext cx="29462" cy="74321"/>
            </a:xfrm>
            <a:custGeom>
              <a:rect b="b" l="l" r="r" t="t"/>
              <a:pathLst>
                <a:path extrusionOk="0" h="2346" w="93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80"/>
            <p:cNvSpPr/>
            <p:nvPr/>
          </p:nvSpPr>
          <p:spPr>
            <a:xfrm>
              <a:off x="2801326" y="3798439"/>
              <a:ext cx="30951" cy="73941"/>
            </a:xfrm>
            <a:custGeom>
              <a:rect b="b" l="l" r="r" t="t"/>
              <a:pathLst>
                <a:path extrusionOk="0" h="2334" w="977">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80"/>
            <p:cNvSpPr/>
            <p:nvPr/>
          </p:nvSpPr>
          <p:spPr>
            <a:xfrm>
              <a:off x="2851095" y="3944262"/>
              <a:ext cx="124534" cy="127670"/>
            </a:xfrm>
            <a:custGeom>
              <a:rect b="b" l="l" r="r" t="t"/>
              <a:pathLst>
                <a:path extrusionOk="0" h="4030" w="3931">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80"/>
            <p:cNvSpPr/>
            <p:nvPr/>
          </p:nvSpPr>
          <p:spPr>
            <a:xfrm>
              <a:off x="2750416" y="3870163"/>
              <a:ext cx="256513" cy="255689"/>
            </a:xfrm>
            <a:custGeom>
              <a:rect b="b" l="l" r="r" t="t"/>
              <a:pathLst>
                <a:path extrusionOk="0" h="8071" w="8097">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8" name="Google Shape;10088;p80"/>
          <p:cNvGrpSpPr/>
          <p:nvPr/>
        </p:nvGrpSpPr>
        <p:grpSpPr>
          <a:xfrm>
            <a:off x="6243928" y="4088102"/>
            <a:ext cx="274254" cy="350824"/>
            <a:chOff x="6243928" y="4263502"/>
            <a:chExt cx="274254" cy="350824"/>
          </a:xfrm>
        </p:grpSpPr>
        <p:sp>
          <p:nvSpPr>
            <p:cNvPr id="10089" name="Google Shape;10089;p80"/>
            <p:cNvSpPr/>
            <p:nvPr/>
          </p:nvSpPr>
          <p:spPr>
            <a:xfrm>
              <a:off x="6342390" y="4373653"/>
              <a:ext cx="10581" cy="15872"/>
            </a:xfrm>
            <a:custGeom>
              <a:rect b="b" l="l" r="r" t="t"/>
              <a:pathLst>
                <a:path extrusionOk="0" h="501" w="334">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80"/>
            <p:cNvSpPr/>
            <p:nvPr/>
          </p:nvSpPr>
          <p:spPr>
            <a:xfrm>
              <a:off x="6407999" y="4373653"/>
              <a:ext cx="10233" cy="15872"/>
            </a:xfrm>
            <a:custGeom>
              <a:rect b="b" l="l" r="r" t="t"/>
              <a:pathLst>
                <a:path extrusionOk="0" h="501" w="323">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80"/>
            <p:cNvSpPr/>
            <p:nvPr/>
          </p:nvSpPr>
          <p:spPr>
            <a:xfrm>
              <a:off x="6336719" y="4357053"/>
              <a:ext cx="21162" cy="10201"/>
            </a:xfrm>
            <a:custGeom>
              <a:rect b="b" l="l" r="r" t="t"/>
              <a:pathLst>
                <a:path extrusionOk="0" h="322" w="668">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80"/>
            <p:cNvSpPr/>
            <p:nvPr/>
          </p:nvSpPr>
          <p:spPr>
            <a:xfrm>
              <a:off x="6402740" y="4357053"/>
              <a:ext cx="21131" cy="10201"/>
            </a:xfrm>
            <a:custGeom>
              <a:rect b="b" l="l" r="r" t="t"/>
              <a:pathLst>
                <a:path extrusionOk="0" h="322" w="667">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80"/>
            <p:cNvSpPr/>
            <p:nvPr/>
          </p:nvSpPr>
          <p:spPr>
            <a:xfrm>
              <a:off x="6243928" y="4263502"/>
              <a:ext cx="274254" cy="350824"/>
            </a:xfrm>
            <a:custGeom>
              <a:rect b="b" l="l" r="r" t="t"/>
              <a:pathLst>
                <a:path extrusionOk="0" h="11074" w="8657">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80"/>
            <p:cNvSpPr/>
            <p:nvPr/>
          </p:nvSpPr>
          <p:spPr>
            <a:xfrm>
              <a:off x="6375559" y="4549033"/>
              <a:ext cx="10233" cy="10201"/>
            </a:xfrm>
            <a:custGeom>
              <a:rect b="b" l="l" r="r" t="t"/>
              <a:pathLst>
                <a:path extrusionOk="0" h="322" w="323">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80"/>
            <p:cNvSpPr/>
            <p:nvPr/>
          </p:nvSpPr>
          <p:spPr>
            <a:xfrm>
              <a:off x="6375559" y="4587493"/>
              <a:ext cx="10233" cy="10613"/>
            </a:xfrm>
            <a:custGeom>
              <a:rect b="b" l="l" r="r" t="t"/>
              <a:pathLst>
                <a:path extrusionOk="0" h="335" w="323">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80"/>
            <p:cNvSpPr/>
            <p:nvPr/>
          </p:nvSpPr>
          <p:spPr>
            <a:xfrm>
              <a:off x="6342009" y="4406442"/>
              <a:ext cx="76222" cy="32472"/>
            </a:xfrm>
            <a:custGeom>
              <a:rect b="b" l="l" r="r" t="t"/>
              <a:pathLst>
                <a:path extrusionOk="0" h="1025" w="2406">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7" name="Google Shape;10097;p80"/>
          <p:cNvGrpSpPr/>
          <p:nvPr/>
        </p:nvGrpSpPr>
        <p:grpSpPr>
          <a:xfrm>
            <a:off x="3560600" y="3587938"/>
            <a:ext cx="352345" cy="363655"/>
            <a:chOff x="3560600" y="3763338"/>
            <a:chExt cx="352345" cy="363655"/>
          </a:xfrm>
        </p:grpSpPr>
        <p:sp>
          <p:nvSpPr>
            <p:cNvPr id="10098" name="Google Shape;10098;p80"/>
            <p:cNvSpPr/>
            <p:nvPr/>
          </p:nvSpPr>
          <p:spPr>
            <a:xfrm>
              <a:off x="3665841" y="3763338"/>
              <a:ext cx="143352" cy="173543"/>
            </a:xfrm>
            <a:custGeom>
              <a:rect b="b" l="l" r="r" t="t"/>
              <a:pathLst>
                <a:path extrusionOk="0" h="5478" w="4525">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80"/>
            <p:cNvSpPr/>
            <p:nvPr/>
          </p:nvSpPr>
          <p:spPr>
            <a:xfrm>
              <a:off x="3696761" y="3794099"/>
              <a:ext cx="82653" cy="78661"/>
            </a:xfrm>
            <a:custGeom>
              <a:rect b="b" l="l" r="r" t="t"/>
              <a:pathLst>
                <a:path extrusionOk="0" h="2483" w="2609">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80"/>
            <p:cNvSpPr/>
            <p:nvPr/>
          </p:nvSpPr>
          <p:spPr>
            <a:xfrm>
              <a:off x="3560600" y="3916574"/>
              <a:ext cx="352345" cy="210419"/>
            </a:xfrm>
            <a:custGeom>
              <a:rect b="b" l="l" r="r" t="t"/>
              <a:pathLst>
                <a:path extrusionOk="0" h="6642" w="11122">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1" name="Google Shape;10101;p80"/>
          <p:cNvGrpSpPr/>
          <p:nvPr/>
        </p:nvGrpSpPr>
        <p:grpSpPr>
          <a:xfrm>
            <a:off x="5790556" y="4085852"/>
            <a:ext cx="279513" cy="356083"/>
            <a:chOff x="5790556" y="4261252"/>
            <a:chExt cx="279513" cy="356083"/>
          </a:xfrm>
        </p:grpSpPr>
        <p:sp>
          <p:nvSpPr>
            <p:cNvPr id="10102" name="Google Shape;10102;p80"/>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80"/>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80"/>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80"/>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80"/>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80"/>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80"/>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9" name="Google Shape;10109;p80"/>
          <p:cNvGrpSpPr/>
          <p:nvPr/>
        </p:nvGrpSpPr>
        <p:grpSpPr>
          <a:xfrm>
            <a:off x="5341333" y="4085852"/>
            <a:ext cx="278752" cy="356463"/>
            <a:chOff x="5341333" y="4261252"/>
            <a:chExt cx="278752" cy="356463"/>
          </a:xfrm>
        </p:grpSpPr>
        <p:sp>
          <p:nvSpPr>
            <p:cNvPr id="10110" name="Google Shape;10110;p80"/>
            <p:cNvSpPr/>
            <p:nvPr/>
          </p:nvSpPr>
          <p:spPr>
            <a:xfrm>
              <a:off x="5442773" y="4383442"/>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80"/>
            <p:cNvSpPr/>
            <p:nvPr/>
          </p:nvSpPr>
          <p:spPr>
            <a:xfrm>
              <a:off x="5509174" y="4383442"/>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80"/>
            <p:cNvSpPr/>
            <p:nvPr/>
          </p:nvSpPr>
          <p:spPr>
            <a:xfrm>
              <a:off x="5458232" y="4422377"/>
              <a:ext cx="45302" cy="16157"/>
            </a:xfrm>
            <a:custGeom>
              <a:rect b="b" l="l" r="r" t="t"/>
              <a:pathLst>
                <a:path extrusionOk="0" h="510" w="143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80"/>
            <p:cNvSpPr/>
            <p:nvPr/>
          </p:nvSpPr>
          <p:spPr>
            <a:xfrm>
              <a:off x="5437134" y="4572793"/>
              <a:ext cx="10581" cy="44162"/>
            </a:xfrm>
            <a:custGeom>
              <a:rect b="b" l="l" r="r" t="t"/>
              <a:pathLst>
                <a:path extrusionOk="0" h="1394" w="334">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80"/>
            <p:cNvSpPr/>
            <p:nvPr/>
          </p:nvSpPr>
          <p:spPr>
            <a:xfrm>
              <a:off x="5341333" y="4261252"/>
              <a:ext cx="278752" cy="356463"/>
            </a:xfrm>
            <a:custGeom>
              <a:rect b="b" l="l" r="r" t="t"/>
              <a:pathLst>
                <a:path extrusionOk="0" h="11252" w="8799">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80"/>
            <p:cNvSpPr/>
            <p:nvPr/>
          </p:nvSpPr>
          <p:spPr>
            <a:xfrm>
              <a:off x="5436753" y="4366842"/>
              <a:ext cx="21511" cy="10613"/>
            </a:xfrm>
            <a:custGeom>
              <a:rect b="b" l="l" r="r" t="t"/>
              <a:pathLst>
                <a:path extrusionOk="0" h="335" w="679">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80"/>
            <p:cNvSpPr/>
            <p:nvPr/>
          </p:nvSpPr>
          <p:spPr>
            <a:xfrm>
              <a:off x="5503503" y="4366842"/>
              <a:ext cx="21923" cy="10613"/>
            </a:xfrm>
            <a:custGeom>
              <a:rect b="b" l="l" r="r" t="t"/>
              <a:pathLst>
                <a:path extrusionOk="0" h="335" w="692">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17" name="Google Shape;10117;p80"/>
          <p:cNvSpPr/>
          <p:nvPr/>
        </p:nvSpPr>
        <p:spPr>
          <a:xfrm>
            <a:off x="1322345" y="3661182"/>
            <a:ext cx="367805" cy="259871"/>
          </a:xfrm>
          <a:custGeom>
            <a:rect b="b" l="l" r="r" t="t"/>
            <a:pathLst>
              <a:path extrusionOk="0" h="8203" w="1161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18" name="Google Shape;10118;p80"/>
          <p:cNvGrpSpPr/>
          <p:nvPr/>
        </p:nvGrpSpPr>
        <p:grpSpPr>
          <a:xfrm>
            <a:off x="3103646" y="3590676"/>
            <a:ext cx="360233" cy="362451"/>
            <a:chOff x="3107608" y="3763401"/>
            <a:chExt cx="360233" cy="362451"/>
          </a:xfrm>
        </p:grpSpPr>
        <p:sp>
          <p:nvSpPr>
            <p:cNvPr id="10119" name="Google Shape;10119;p80"/>
            <p:cNvSpPr/>
            <p:nvPr/>
          </p:nvSpPr>
          <p:spPr>
            <a:xfrm>
              <a:off x="3323349" y="3763401"/>
              <a:ext cx="144492" cy="152729"/>
            </a:xfrm>
            <a:custGeom>
              <a:rect b="b" l="l" r="r" t="t"/>
              <a:pathLst>
                <a:path extrusionOk="0" h="4821" w="4561">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80"/>
            <p:cNvSpPr/>
            <p:nvPr/>
          </p:nvSpPr>
          <p:spPr>
            <a:xfrm>
              <a:off x="3107608" y="3863256"/>
              <a:ext cx="333844" cy="262596"/>
            </a:xfrm>
            <a:custGeom>
              <a:rect b="b" l="l" r="r" t="t"/>
              <a:pathLst>
                <a:path extrusionOk="0" h="8289" w="10538">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80"/>
            <p:cNvSpPr/>
            <p:nvPr/>
          </p:nvSpPr>
          <p:spPr>
            <a:xfrm>
              <a:off x="3361840" y="3799453"/>
              <a:ext cx="74701" cy="71438"/>
            </a:xfrm>
            <a:custGeom>
              <a:rect b="b" l="l" r="r" t="t"/>
              <a:pathLst>
                <a:path extrusionOk="0" h="2255" w="2358">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2" name="Google Shape;10122;p80"/>
          <p:cNvGrpSpPr/>
          <p:nvPr/>
        </p:nvGrpSpPr>
        <p:grpSpPr>
          <a:xfrm>
            <a:off x="889343" y="3625827"/>
            <a:ext cx="351585" cy="339705"/>
            <a:chOff x="889343" y="3801227"/>
            <a:chExt cx="351585" cy="339705"/>
          </a:xfrm>
        </p:grpSpPr>
        <p:sp>
          <p:nvSpPr>
            <p:cNvPr id="10123" name="Google Shape;10123;p80"/>
            <p:cNvSpPr/>
            <p:nvPr/>
          </p:nvSpPr>
          <p:spPr>
            <a:xfrm>
              <a:off x="1014954" y="4068479"/>
              <a:ext cx="35862" cy="10233"/>
            </a:xfrm>
            <a:custGeom>
              <a:rect b="b" l="l" r="r" t="t"/>
              <a:pathLst>
                <a:path extrusionOk="0" h="323" w="1132">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80"/>
            <p:cNvSpPr/>
            <p:nvPr/>
          </p:nvSpPr>
          <p:spPr>
            <a:xfrm>
              <a:off x="889343" y="3801227"/>
              <a:ext cx="351585" cy="339705"/>
            </a:xfrm>
            <a:custGeom>
              <a:rect b="b" l="l" r="r" t="t"/>
              <a:pathLst>
                <a:path extrusionOk="0" h="10723" w="11098">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80"/>
            <p:cNvSpPr/>
            <p:nvPr/>
          </p:nvSpPr>
          <p:spPr>
            <a:xfrm>
              <a:off x="1148865" y="3851598"/>
              <a:ext cx="27181" cy="51733"/>
            </a:xfrm>
            <a:custGeom>
              <a:rect b="b" l="l" r="r" t="t"/>
              <a:pathLst>
                <a:path extrusionOk="0" h="1633" w="858">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80"/>
            <p:cNvSpPr/>
            <p:nvPr/>
          </p:nvSpPr>
          <p:spPr>
            <a:xfrm>
              <a:off x="1152255" y="3836138"/>
              <a:ext cx="15111" cy="15111"/>
            </a:xfrm>
            <a:custGeom>
              <a:rect b="b" l="l" r="r" t="t"/>
              <a:pathLst>
                <a:path extrusionOk="0" h="477" w="477">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80"/>
            <p:cNvSpPr/>
            <p:nvPr/>
          </p:nvSpPr>
          <p:spPr>
            <a:xfrm>
              <a:off x="1022494" y="3867438"/>
              <a:ext cx="19642" cy="29843"/>
            </a:xfrm>
            <a:custGeom>
              <a:rect b="b" l="l" r="r" t="t"/>
              <a:pathLst>
                <a:path extrusionOk="0" h="942" w="62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8" name="Google Shape;10128;p80"/>
          <p:cNvGrpSpPr/>
          <p:nvPr/>
        </p:nvGrpSpPr>
        <p:grpSpPr>
          <a:xfrm>
            <a:off x="4896609" y="4085472"/>
            <a:ext cx="278784" cy="355323"/>
            <a:chOff x="4896609" y="4260872"/>
            <a:chExt cx="278784" cy="355323"/>
          </a:xfrm>
        </p:grpSpPr>
        <p:sp>
          <p:nvSpPr>
            <p:cNvPr id="10129" name="Google Shape;10129;p80"/>
            <p:cNvSpPr/>
            <p:nvPr/>
          </p:nvSpPr>
          <p:spPr>
            <a:xfrm>
              <a:off x="4997700" y="4378151"/>
              <a:ext cx="10201" cy="16252"/>
            </a:xfrm>
            <a:custGeom>
              <a:rect b="b" l="l" r="r" t="t"/>
              <a:pathLst>
                <a:path extrusionOk="0" h="513" w="322">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80"/>
            <p:cNvSpPr/>
            <p:nvPr/>
          </p:nvSpPr>
          <p:spPr>
            <a:xfrm>
              <a:off x="5064830" y="4378151"/>
              <a:ext cx="10233" cy="16252"/>
            </a:xfrm>
            <a:custGeom>
              <a:rect b="b" l="l" r="r" t="t"/>
              <a:pathLst>
                <a:path extrusionOk="0" h="513" w="323">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80"/>
            <p:cNvSpPr/>
            <p:nvPr/>
          </p:nvSpPr>
          <p:spPr>
            <a:xfrm>
              <a:off x="5013160" y="4417498"/>
              <a:ext cx="46063" cy="15777"/>
            </a:xfrm>
            <a:custGeom>
              <a:rect b="b" l="l" r="r" t="t"/>
              <a:pathLst>
                <a:path extrusionOk="0" h="498" w="1454">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80"/>
            <p:cNvSpPr/>
            <p:nvPr/>
          </p:nvSpPr>
          <p:spPr>
            <a:xfrm>
              <a:off x="4896609" y="4260872"/>
              <a:ext cx="278784" cy="355323"/>
            </a:xfrm>
            <a:custGeom>
              <a:rect b="b" l="l" r="r" t="t"/>
              <a:pathLst>
                <a:path extrusionOk="0" h="11216" w="880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80"/>
            <p:cNvSpPr/>
            <p:nvPr/>
          </p:nvSpPr>
          <p:spPr>
            <a:xfrm>
              <a:off x="4992030" y="4361203"/>
              <a:ext cx="21923" cy="10581"/>
            </a:xfrm>
            <a:custGeom>
              <a:rect b="b" l="l" r="r" t="t"/>
              <a:pathLst>
                <a:path extrusionOk="0" h="334" w="692">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80"/>
            <p:cNvSpPr/>
            <p:nvPr/>
          </p:nvSpPr>
          <p:spPr>
            <a:xfrm>
              <a:off x="5059191" y="4361203"/>
              <a:ext cx="21511" cy="10581"/>
            </a:xfrm>
            <a:custGeom>
              <a:rect b="b" l="l" r="r" t="t"/>
              <a:pathLst>
                <a:path extrusionOk="0" h="334" w="679">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5" name="Google Shape;10135;p80"/>
          <p:cNvGrpSpPr/>
          <p:nvPr/>
        </p:nvGrpSpPr>
        <p:grpSpPr>
          <a:xfrm>
            <a:off x="7598438" y="4090731"/>
            <a:ext cx="260283" cy="345914"/>
            <a:chOff x="7598438" y="4266131"/>
            <a:chExt cx="260283" cy="345914"/>
          </a:xfrm>
        </p:grpSpPr>
        <p:sp>
          <p:nvSpPr>
            <p:cNvPr id="10136" name="Google Shape;10136;p80"/>
            <p:cNvSpPr/>
            <p:nvPr/>
          </p:nvSpPr>
          <p:spPr>
            <a:xfrm>
              <a:off x="7598438" y="4266131"/>
              <a:ext cx="260283" cy="345914"/>
            </a:xfrm>
            <a:custGeom>
              <a:rect b="b" l="l" r="r" t="t"/>
              <a:pathLst>
                <a:path extrusionOk="0" h="10919" w="8216">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80"/>
            <p:cNvSpPr/>
            <p:nvPr/>
          </p:nvSpPr>
          <p:spPr>
            <a:xfrm>
              <a:off x="7686319" y="4368743"/>
              <a:ext cx="21131" cy="10581"/>
            </a:xfrm>
            <a:custGeom>
              <a:rect b="b" l="l" r="r" t="t"/>
              <a:pathLst>
                <a:path extrusionOk="0" h="334" w="667">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80"/>
            <p:cNvSpPr/>
            <p:nvPr/>
          </p:nvSpPr>
          <p:spPr>
            <a:xfrm>
              <a:off x="7751199" y="4368743"/>
              <a:ext cx="21131" cy="10581"/>
            </a:xfrm>
            <a:custGeom>
              <a:rect b="b" l="l" r="r" t="t"/>
              <a:pathLst>
                <a:path extrusionOk="0" h="334" w="667">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80"/>
            <p:cNvSpPr/>
            <p:nvPr/>
          </p:nvSpPr>
          <p:spPr>
            <a:xfrm>
              <a:off x="7794189" y="4558474"/>
              <a:ext cx="37731" cy="37731"/>
            </a:xfrm>
            <a:custGeom>
              <a:rect b="b" l="l" r="r" t="t"/>
              <a:pathLst>
                <a:path extrusionOk="0" h="1191" w="1191">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80"/>
            <p:cNvSpPr/>
            <p:nvPr/>
          </p:nvSpPr>
          <p:spPr>
            <a:xfrm>
              <a:off x="7691197" y="4385343"/>
              <a:ext cx="10613" cy="15492"/>
            </a:xfrm>
            <a:custGeom>
              <a:rect b="b" l="l" r="r" t="t"/>
              <a:pathLst>
                <a:path extrusionOk="0" h="489" w="335">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80"/>
            <p:cNvSpPr/>
            <p:nvPr/>
          </p:nvSpPr>
          <p:spPr>
            <a:xfrm>
              <a:off x="7756458" y="4385343"/>
              <a:ext cx="10233" cy="15492"/>
            </a:xfrm>
            <a:custGeom>
              <a:rect b="b" l="l" r="r" t="t"/>
              <a:pathLst>
                <a:path extrusionOk="0" h="489" w="323">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80"/>
            <p:cNvSpPr/>
            <p:nvPr/>
          </p:nvSpPr>
          <p:spPr>
            <a:xfrm>
              <a:off x="7699878" y="4415122"/>
              <a:ext cx="58893" cy="32092"/>
            </a:xfrm>
            <a:custGeom>
              <a:rect b="b" l="l" r="r" t="t"/>
              <a:pathLst>
                <a:path extrusionOk="0" h="1013" w="1859">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3" name="Google Shape;10143;p80"/>
          <p:cNvGrpSpPr/>
          <p:nvPr/>
        </p:nvGrpSpPr>
        <p:grpSpPr>
          <a:xfrm>
            <a:off x="1767069" y="3184746"/>
            <a:ext cx="286324" cy="348163"/>
            <a:chOff x="1767069" y="3360146"/>
            <a:chExt cx="286324" cy="348163"/>
          </a:xfrm>
        </p:grpSpPr>
        <p:sp>
          <p:nvSpPr>
            <p:cNvPr id="10144" name="Google Shape;10144;p80"/>
            <p:cNvSpPr/>
            <p:nvPr/>
          </p:nvSpPr>
          <p:spPr>
            <a:xfrm>
              <a:off x="1767069" y="3404277"/>
              <a:ext cx="228223" cy="304033"/>
            </a:xfrm>
            <a:custGeom>
              <a:rect b="b" l="l" r="r" t="t"/>
              <a:pathLst>
                <a:path extrusionOk="0" h="9597" w="7204">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80"/>
            <p:cNvSpPr/>
            <p:nvPr/>
          </p:nvSpPr>
          <p:spPr>
            <a:xfrm>
              <a:off x="1799509" y="3360146"/>
              <a:ext cx="253884" cy="276883"/>
            </a:xfrm>
            <a:custGeom>
              <a:rect b="b" l="l" r="r" t="t"/>
              <a:pathLst>
                <a:path extrusionOk="0" h="8740" w="8014">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80"/>
            <p:cNvSpPr/>
            <p:nvPr/>
          </p:nvSpPr>
          <p:spPr>
            <a:xfrm>
              <a:off x="1948120" y="3388532"/>
              <a:ext cx="78852" cy="75367"/>
            </a:xfrm>
            <a:custGeom>
              <a:rect b="b" l="l" r="r" t="t"/>
              <a:pathLst>
                <a:path extrusionOk="0" h="2379" w="2489">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80"/>
            <p:cNvSpPr/>
            <p:nvPr/>
          </p:nvSpPr>
          <p:spPr>
            <a:xfrm>
              <a:off x="1800270" y="3513636"/>
              <a:ext cx="162582" cy="10233"/>
            </a:xfrm>
            <a:custGeom>
              <a:rect b="b" l="l" r="r" t="t"/>
              <a:pathLst>
                <a:path extrusionOk="0" h="323" w="5132">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80"/>
            <p:cNvSpPr/>
            <p:nvPr/>
          </p:nvSpPr>
          <p:spPr>
            <a:xfrm>
              <a:off x="1800270" y="3536287"/>
              <a:ext cx="162582" cy="10201"/>
            </a:xfrm>
            <a:custGeom>
              <a:rect b="b" l="l" r="r" t="t"/>
              <a:pathLst>
                <a:path extrusionOk="0" h="322" w="5132">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80"/>
            <p:cNvSpPr/>
            <p:nvPr/>
          </p:nvSpPr>
          <p:spPr>
            <a:xfrm>
              <a:off x="1800270" y="3558146"/>
              <a:ext cx="162582" cy="10613"/>
            </a:xfrm>
            <a:custGeom>
              <a:rect b="b" l="l" r="r" t="t"/>
              <a:pathLst>
                <a:path extrusionOk="0" h="335" w="5132">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80"/>
            <p:cNvSpPr/>
            <p:nvPr/>
          </p:nvSpPr>
          <p:spPr>
            <a:xfrm>
              <a:off x="1800270" y="3580798"/>
              <a:ext cx="162582" cy="10581"/>
            </a:xfrm>
            <a:custGeom>
              <a:rect b="b" l="l" r="r" t="t"/>
              <a:pathLst>
                <a:path extrusionOk="0" h="334" w="5132">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1" name="Google Shape;10151;p80"/>
          <p:cNvGrpSpPr/>
          <p:nvPr/>
        </p:nvGrpSpPr>
        <p:grpSpPr>
          <a:xfrm>
            <a:off x="7149944" y="4090731"/>
            <a:ext cx="260283" cy="345914"/>
            <a:chOff x="7149944" y="4266131"/>
            <a:chExt cx="260283" cy="345914"/>
          </a:xfrm>
        </p:grpSpPr>
        <p:sp>
          <p:nvSpPr>
            <p:cNvPr id="10152" name="Google Shape;10152;p80"/>
            <p:cNvSpPr/>
            <p:nvPr/>
          </p:nvSpPr>
          <p:spPr>
            <a:xfrm>
              <a:off x="7149944" y="4266131"/>
              <a:ext cx="260283" cy="345914"/>
            </a:xfrm>
            <a:custGeom>
              <a:rect b="b" l="l" r="r" t="t"/>
              <a:pathLst>
                <a:path extrusionOk="0" h="10919" w="8216">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80"/>
            <p:cNvSpPr/>
            <p:nvPr/>
          </p:nvSpPr>
          <p:spPr>
            <a:xfrm>
              <a:off x="7257815" y="4428808"/>
              <a:ext cx="43782" cy="15396"/>
            </a:xfrm>
            <a:custGeom>
              <a:rect b="b" l="l" r="r" t="t"/>
              <a:pathLst>
                <a:path extrusionOk="0" h="486" w="1382">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80"/>
            <p:cNvSpPr/>
            <p:nvPr/>
          </p:nvSpPr>
          <p:spPr>
            <a:xfrm>
              <a:off x="7241975" y="4390602"/>
              <a:ext cx="10581" cy="15523"/>
            </a:xfrm>
            <a:custGeom>
              <a:rect b="b" l="l" r="r" t="t"/>
              <a:pathLst>
                <a:path extrusionOk="0" h="490" w="334">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80"/>
            <p:cNvSpPr/>
            <p:nvPr/>
          </p:nvSpPr>
          <p:spPr>
            <a:xfrm>
              <a:off x="7307236" y="4390602"/>
              <a:ext cx="10201" cy="15523"/>
            </a:xfrm>
            <a:custGeom>
              <a:rect b="b" l="l" r="r" t="t"/>
              <a:pathLst>
                <a:path extrusionOk="0" h="490" w="322">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80"/>
            <p:cNvSpPr/>
            <p:nvPr/>
          </p:nvSpPr>
          <p:spPr>
            <a:xfrm>
              <a:off x="7236336" y="4374382"/>
              <a:ext cx="21131" cy="10613"/>
            </a:xfrm>
            <a:custGeom>
              <a:rect b="b" l="l" r="r" t="t"/>
              <a:pathLst>
                <a:path extrusionOk="0" h="335" w="667">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80"/>
            <p:cNvSpPr/>
            <p:nvPr/>
          </p:nvSpPr>
          <p:spPr>
            <a:xfrm>
              <a:off x="7301565" y="4374382"/>
              <a:ext cx="21162" cy="10613"/>
            </a:xfrm>
            <a:custGeom>
              <a:rect b="b" l="l" r="r" t="t"/>
              <a:pathLst>
                <a:path extrusionOk="0" h="335" w="668">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8" name="Google Shape;10158;p80"/>
          <p:cNvGrpSpPr/>
          <p:nvPr/>
        </p:nvGrpSpPr>
        <p:grpSpPr>
          <a:xfrm>
            <a:off x="6695051" y="4083951"/>
            <a:ext cx="270104" cy="360233"/>
            <a:chOff x="6695051" y="4259351"/>
            <a:chExt cx="270104" cy="360233"/>
          </a:xfrm>
        </p:grpSpPr>
        <p:sp>
          <p:nvSpPr>
            <p:cNvPr id="10159" name="Google Shape;10159;p80"/>
            <p:cNvSpPr/>
            <p:nvPr/>
          </p:nvSpPr>
          <p:spPr>
            <a:xfrm>
              <a:off x="6790852" y="4383442"/>
              <a:ext cx="10233" cy="15872"/>
            </a:xfrm>
            <a:custGeom>
              <a:rect b="b" l="l" r="r" t="t"/>
              <a:pathLst>
                <a:path extrusionOk="0" h="501" w="323">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80"/>
            <p:cNvSpPr/>
            <p:nvPr/>
          </p:nvSpPr>
          <p:spPr>
            <a:xfrm>
              <a:off x="6858742" y="4383442"/>
              <a:ext cx="10233" cy="15872"/>
            </a:xfrm>
            <a:custGeom>
              <a:rect b="b" l="l" r="r" t="t"/>
              <a:pathLst>
                <a:path extrusionOk="0" h="501" w="323">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80"/>
            <p:cNvSpPr/>
            <p:nvPr/>
          </p:nvSpPr>
          <p:spPr>
            <a:xfrm>
              <a:off x="6695051" y="4259351"/>
              <a:ext cx="270104" cy="360233"/>
            </a:xfrm>
            <a:custGeom>
              <a:rect b="b" l="l" r="r" t="t"/>
              <a:pathLst>
                <a:path extrusionOk="0" h="11371" w="8526">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80"/>
            <p:cNvSpPr/>
            <p:nvPr/>
          </p:nvSpPr>
          <p:spPr>
            <a:xfrm>
              <a:off x="6799152" y="4414362"/>
              <a:ext cx="61523" cy="33232"/>
            </a:xfrm>
            <a:custGeom>
              <a:rect b="b" l="l" r="r" t="t"/>
              <a:pathLst>
                <a:path extrusionOk="0" h="1049" w="1942">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3" name="Google Shape;10163;p80"/>
          <p:cNvGrpSpPr/>
          <p:nvPr/>
        </p:nvGrpSpPr>
        <p:grpSpPr>
          <a:xfrm>
            <a:off x="8047661" y="4082051"/>
            <a:ext cx="277263" cy="362514"/>
            <a:chOff x="8047661" y="4257451"/>
            <a:chExt cx="277263" cy="362514"/>
          </a:xfrm>
        </p:grpSpPr>
        <p:sp>
          <p:nvSpPr>
            <p:cNvPr id="10164" name="Google Shape;10164;p80"/>
            <p:cNvSpPr/>
            <p:nvPr/>
          </p:nvSpPr>
          <p:spPr>
            <a:xfrm>
              <a:off x="8164211" y="4425418"/>
              <a:ext cx="44542" cy="16157"/>
            </a:xfrm>
            <a:custGeom>
              <a:rect b="b" l="l" r="r" t="t"/>
              <a:pathLst>
                <a:path extrusionOk="0" h="510" w="1406">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80"/>
            <p:cNvSpPr/>
            <p:nvPr/>
          </p:nvSpPr>
          <p:spPr>
            <a:xfrm>
              <a:off x="8141940" y="4575423"/>
              <a:ext cx="10613" cy="43813"/>
            </a:xfrm>
            <a:custGeom>
              <a:rect b="b" l="l" r="r" t="t"/>
              <a:pathLst>
                <a:path extrusionOk="0" h="1383" w="335">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80"/>
            <p:cNvSpPr/>
            <p:nvPr/>
          </p:nvSpPr>
          <p:spPr>
            <a:xfrm>
              <a:off x="8125720" y="4375522"/>
              <a:ext cx="121873" cy="42293"/>
            </a:xfrm>
            <a:custGeom>
              <a:rect b="b" l="l" r="r" t="t"/>
              <a:pathLst>
                <a:path extrusionOk="0" h="1335" w="3847">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80"/>
            <p:cNvSpPr/>
            <p:nvPr/>
          </p:nvSpPr>
          <p:spPr>
            <a:xfrm>
              <a:off x="8047661" y="4257451"/>
              <a:ext cx="277263" cy="362514"/>
            </a:xfrm>
            <a:custGeom>
              <a:rect b="b" l="l" r="r" t="t"/>
              <a:pathLst>
                <a:path extrusionOk="0" h="11443" w="8752">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8" name="Google Shape;10168;p80"/>
          <p:cNvGrpSpPr/>
          <p:nvPr/>
        </p:nvGrpSpPr>
        <p:grpSpPr>
          <a:xfrm>
            <a:off x="6248078" y="3609068"/>
            <a:ext cx="277263" cy="356115"/>
            <a:chOff x="6248078" y="3784468"/>
            <a:chExt cx="277263" cy="356115"/>
          </a:xfrm>
        </p:grpSpPr>
        <p:sp>
          <p:nvSpPr>
            <p:cNvPr id="10169" name="Google Shape;10169;p80"/>
            <p:cNvSpPr/>
            <p:nvPr/>
          </p:nvSpPr>
          <p:spPr>
            <a:xfrm>
              <a:off x="6337099" y="3874630"/>
              <a:ext cx="43402" cy="43402"/>
            </a:xfrm>
            <a:custGeom>
              <a:rect b="b" l="l" r="r" t="t"/>
              <a:pathLst>
                <a:path extrusionOk="0" h="1370" w="137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80"/>
            <p:cNvSpPr/>
            <p:nvPr/>
          </p:nvSpPr>
          <p:spPr>
            <a:xfrm>
              <a:off x="6392919" y="3874630"/>
              <a:ext cx="43402" cy="43402"/>
            </a:xfrm>
            <a:custGeom>
              <a:rect b="b" l="l" r="r" t="t"/>
              <a:pathLst>
                <a:path extrusionOk="0" h="1370" w="137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80"/>
            <p:cNvSpPr/>
            <p:nvPr/>
          </p:nvSpPr>
          <p:spPr>
            <a:xfrm>
              <a:off x="6381609" y="3913469"/>
              <a:ext cx="10201" cy="15872"/>
            </a:xfrm>
            <a:custGeom>
              <a:rect b="b" l="l" r="r" t="t"/>
              <a:pathLst>
                <a:path extrusionOk="0" h="501" w="322">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80"/>
            <p:cNvSpPr/>
            <p:nvPr/>
          </p:nvSpPr>
          <p:spPr>
            <a:xfrm>
              <a:off x="6248078" y="3784468"/>
              <a:ext cx="277263" cy="356115"/>
            </a:xfrm>
            <a:custGeom>
              <a:rect b="b" l="l" r="r" t="t"/>
              <a:pathLst>
                <a:path extrusionOk="0" h="11241" w="8752">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80"/>
            <p:cNvSpPr/>
            <p:nvPr/>
          </p:nvSpPr>
          <p:spPr>
            <a:xfrm>
              <a:off x="6381609" y="4085840"/>
              <a:ext cx="10201" cy="54743"/>
            </a:xfrm>
            <a:custGeom>
              <a:rect b="b" l="l" r="r" t="t"/>
              <a:pathLst>
                <a:path extrusionOk="0" h="1728" w="322">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4" name="Google Shape;10174;p80"/>
          <p:cNvGrpSpPr/>
          <p:nvPr/>
        </p:nvGrpSpPr>
        <p:grpSpPr>
          <a:xfrm>
            <a:off x="5800725" y="3610589"/>
            <a:ext cx="277644" cy="354594"/>
            <a:chOff x="5800725" y="3785989"/>
            <a:chExt cx="277644" cy="354594"/>
          </a:xfrm>
        </p:grpSpPr>
        <p:sp>
          <p:nvSpPr>
            <p:cNvPr id="10175" name="Google Shape;10175;p80"/>
            <p:cNvSpPr/>
            <p:nvPr/>
          </p:nvSpPr>
          <p:spPr>
            <a:xfrm>
              <a:off x="5901055" y="3896869"/>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80"/>
            <p:cNvSpPr/>
            <p:nvPr/>
          </p:nvSpPr>
          <p:spPr>
            <a:xfrm>
              <a:off x="5968217" y="3896869"/>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80"/>
            <p:cNvSpPr/>
            <p:nvPr/>
          </p:nvSpPr>
          <p:spPr>
            <a:xfrm>
              <a:off x="5916547" y="3935804"/>
              <a:ext cx="45271" cy="16157"/>
            </a:xfrm>
            <a:custGeom>
              <a:rect b="b" l="l" r="r" t="t"/>
              <a:pathLst>
                <a:path extrusionOk="0" h="510" w="1429">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80"/>
            <p:cNvSpPr/>
            <p:nvPr/>
          </p:nvSpPr>
          <p:spPr>
            <a:xfrm>
              <a:off x="5895416" y="3879888"/>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80"/>
            <p:cNvSpPr/>
            <p:nvPr/>
          </p:nvSpPr>
          <p:spPr>
            <a:xfrm>
              <a:off x="5961786" y="3879888"/>
              <a:ext cx="21923" cy="10233"/>
            </a:xfrm>
            <a:custGeom>
              <a:rect b="b" l="l" r="r" t="t"/>
              <a:pathLst>
                <a:path extrusionOk="0" h="323" w="692">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80"/>
            <p:cNvSpPr/>
            <p:nvPr/>
          </p:nvSpPr>
          <p:spPr>
            <a:xfrm>
              <a:off x="5800725" y="3785989"/>
              <a:ext cx="277644" cy="354594"/>
            </a:xfrm>
            <a:custGeom>
              <a:rect b="b" l="l" r="r" t="t"/>
              <a:pathLst>
                <a:path extrusionOk="0" h="11193" w="8764">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80"/>
            <p:cNvSpPr/>
            <p:nvPr/>
          </p:nvSpPr>
          <p:spPr>
            <a:xfrm>
              <a:off x="6012727" y="4085840"/>
              <a:ext cx="37731" cy="37763"/>
            </a:xfrm>
            <a:custGeom>
              <a:rect b="b" l="l" r="r" t="t"/>
              <a:pathLst>
                <a:path extrusionOk="0" h="1192" w="1191">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2" name="Google Shape;10182;p80"/>
          <p:cNvGrpSpPr/>
          <p:nvPr/>
        </p:nvGrpSpPr>
        <p:grpSpPr>
          <a:xfrm>
            <a:off x="2206122" y="3185348"/>
            <a:ext cx="308183" cy="347561"/>
            <a:chOff x="2206122" y="3360748"/>
            <a:chExt cx="308183" cy="347561"/>
          </a:xfrm>
        </p:grpSpPr>
        <p:sp>
          <p:nvSpPr>
            <p:cNvPr id="10183" name="Google Shape;10183;p80"/>
            <p:cNvSpPr/>
            <p:nvPr/>
          </p:nvSpPr>
          <p:spPr>
            <a:xfrm>
              <a:off x="2206122" y="3543859"/>
              <a:ext cx="199932" cy="164451"/>
            </a:xfrm>
            <a:custGeom>
              <a:rect b="b" l="l" r="r" t="t"/>
              <a:pathLst>
                <a:path extrusionOk="0" h="5191" w="6311">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80"/>
            <p:cNvSpPr/>
            <p:nvPr/>
          </p:nvSpPr>
          <p:spPr>
            <a:xfrm>
              <a:off x="2216291" y="3360748"/>
              <a:ext cx="298014" cy="312872"/>
            </a:xfrm>
            <a:custGeom>
              <a:rect b="b" l="l" r="r" t="t"/>
              <a:pathLst>
                <a:path extrusionOk="0" h="9876" w="9407">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80"/>
            <p:cNvSpPr/>
            <p:nvPr/>
          </p:nvSpPr>
          <p:spPr>
            <a:xfrm>
              <a:off x="2392812" y="3401615"/>
              <a:ext cx="83033" cy="80372"/>
            </a:xfrm>
            <a:custGeom>
              <a:rect b="b" l="l" r="r" t="t"/>
              <a:pathLst>
                <a:path extrusionOk="0" h="2537" w="2621">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80"/>
            <p:cNvSpPr/>
            <p:nvPr/>
          </p:nvSpPr>
          <p:spPr>
            <a:xfrm>
              <a:off x="2229502" y="3535147"/>
              <a:ext cx="201833" cy="94723"/>
            </a:xfrm>
            <a:custGeom>
              <a:rect b="b" l="l" r="r" t="t"/>
              <a:pathLst>
                <a:path extrusionOk="0" h="2990" w="6371">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80"/>
            <p:cNvSpPr/>
            <p:nvPr/>
          </p:nvSpPr>
          <p:spPr>
            <a:xfrm>
              <a:off x="2236281" y="3609215"/>
              <a:ext cx="81893" cy="38364"/>
            </a:xfrm>
            <a:custGeom>
              <a:rect b="b" l="l" r="r" t="t"/>
              <a:pathLst>
                <a:path extrusionOk="0" h="1211" w="2585">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8" name="Google Shape;10188;p80"/>
          <p:cNvGrpSpPr/>
          <p:nvPr/>
        </p:nvGrpSpPr>
        <p:grpSpPr>
          <a:xfrm>
            <a:off x="5353403" y="3610209"/>
            <a:ext cx="277992" cy="354974"/>
            <a:chOff x="5353403" y="3785609"/>
            <a:chExt cx="277992" cy="354974"/>
          </a:xfrm>
        </p:grpSpPr>
        <p:sp>
          <p:nvSpPr>
            <p:cNvPr id="10189" name="Google Shape;10189;p80"/>
            <p:cNvSpPr/>
            <p:nvPr/>
          </p:nvSpPr>
          <p:spPr>
            <a:xfrm>
              <a:off x="5476734" y="3952562"/>
              <a:ext cx="33232" cy="15998"/>
            </a:xfrm>
            <a:custGeom>
              <a:rect b="b" l="l" r="r" t="t"/>
              <a:pathLst>
                <a:path extrusionOk="0" h="505" w="1049">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80"/>
            <p:cNvSpPr/>
            <p:nvPr/>
          </p:nvSpPr>
          <p:spPr>
            <a:xfrm>
              <a:off x="5457124" y="3902540"/>
              <a:ext cx="10201" cy="15872"/>
            </a:xfrm>
            <a:custGeom>
              <a:rect b="b" l="l" r="r" t="t"/>
              <a:pathLst>
                <a:path extrusionOk="0" h="501" w="322">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80"/>
            <p:cNvSpPr/>
            <p:nvPr/>
          </p:nvSpPr>
          <p:spPr>
            <a:xfrm>
              <a:off x="5518234" y="3902540"/>
              <a:ext cx="10581" cy="15872"/>
            </a:xfrm>
            <a:custGeom>
              <a:rect b="b" l="l" r="r" t="t"/>
              <a:pathLst>
                <a:path extrusionOk="0" h="501" w="334">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80"/>
            <p:cNvSpPr/>
            <p:nvPr/>
          </p:nvSpPr>
          <p:spPr>
            <a:xfrm>
              <a:off x="5353403" y="3785609"/>
              <a:ext cx="277992" cy="354974"/>
            </a:xfrm>
            <a:custGeom>
              <a:rect b="b" l="l" r="r" t="t"/>
              <a:pathLst>
                <a:path extrusionOk="0" h="11205" w="8775">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80"/>
            <p:cNvSpPr/>
            <p:nvPr/>
          </p:nvSpPr>
          <p:spPr>
            <a:xfrm>
              <a:off x="5420533" y="4102440"/>
              <a:ext cx="10581" cy="10201"/>
            </a:xfrm>
            <a:custGeom>
              <a:rect b="b" l="l" r="r" t="t"/>
              <a:pathLst>
                <a:path extrusionOk="0" h="322" w="334">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80"/>
            <p:cNvSpPr/>
            <p:nvPr/>
          </p:nvSpPr>
          <p:spPr>
            <a:xfrm>
              <a:off x="5554064" y="4102440"/>
              <a:ext cx="10201" cy="10201"/>
            </a:xfrm>
            <a:custGeom>
              <a:rect b="b" l="l" r="r" t="t"/>
              <a:pathLst>
                <a:path extrusionOk="0" h="322" w="322">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5" name="Google Shape;10195;p80"/>
          <p:cNvGrpSpPr/>
          <p:nvPr/>
        </p:nvGrpSpPr>
        <p:grpSpPr>
          <a:xfrm>
            <a:off x="4896229" y="3610589"/>
            <a:ext cx="278784" cy="354594"/>
            <a:chOff x="4896229" y="3785989"/>
            <a:chExt cx="278784" cy="354594"/>
          </a:xfrm>
        </p:grpSpPr>
        <p:sp>
          <p:nvSpPr>
            <p:cNvPr id="10196" name="Google Shape;10196;p80"/>
            <p:cNvSpPr/>
            <p:nvPr/>
          </p:nvSpPr>
          <p:spPr>
            <a:xfrm>
              <a:off x="4896229" y="3785989"/>
              <a:ext cx="278784" cy="354594"/>
            </a:xfrm>
            <a:custGeom>
              <a:rect b="b" l="l" r="r" t="t"/>
              <a:pathLst>
                <a:path extrusionOk="0" h="11193" w="880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80"/>
            <p:cNvSpPr/>
            <p:nvPr/>
          </p:nvSpPr>
          <p:spPr>
            <a:xfrm>
              <a:off x="4997700" y="3932319"/>
              <a:ext cx="10201" cy="15872"/>
            </a:xfrm>
            <a:custGeom>
              <a:rect b="b" l="l" r="r" t="t"/>
              <a:pathLst>
                <a:path extrusionOk="0" h="501" w="322">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80"/>
            <p:cNvSpPr/>
            <p:nvPr/>
          </p:nvSpPr>
          <p:spPr>
            <a:xfrm>
              <a:off x="5064830" y="3932319"/>
              <a:ext cx="10233" cy="15872"/>
            </a:xfrm>
            <a:custGeom>
              <a:rect b="b" l="l" r="r" t="t"/>
              <a:pathLst>
                <a:path extrusionOk="0" h="501" w="323">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80"/>
            <p:cNvSpPr/>
            <p:nvPr/>
          </p:nvSpPr>
          <p:spPr>
            <a:xfrm>
              <a:off x="5013160" y="3970905"/>
              <a:ext cx="46063" cy="16157"/>
            </a:xfrm>
            <a:custGeom>
              <a:rect b="b" l="l" r="r" t="t"/>
              <a:pathLst>
                <a:path extrusionOk="0" h="510" w="1454">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80"/>
            <p:cNvSpPr/>
            <p:nvPr/>
          </p:nvSpPr>
          <p:spPr>
            <a:xfrm>
              <a:off x="4991649" y="3915370"/>
              <a:ext cx="28322" cy="16252"/>
            </a:xfrm>
            <a:custGeom>
              <a:rect b="b" l="l" r="r" t="t"/>
              <a:pathLst>
                <a:path extrusionOk="0" h="513" w="894">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80"/>
            <p:cNvSpPr/>
            <p:nvPr/>
          </p:nvSpPr>
          <p:spPr>
            <a:xfrm>
              <a:off x="5052760" y="3915370"/>
              <a:ext cx="28322" cy="16252"/>
            </a:xfrm>
            <a:custGeom>
              <a:rect b="b" l="l" r="r" t="t"/>
              <a:pathLst>
                <a:path extrusionOk="0" h="513" w="894">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2" name="Google Shape;10202;p80"/>
          <p:cNvGrpSpPr/>
          <p:nvPr/>
        </p:nvGrpSpPr>
        <p:grpSpPr>
          <a:xfrm>
            <a:off x="7592387" y="3612458"/>
            <a:ext cx="273874" cy="351204"/>
            <a:chOff x="7592387" y="3787858"/>
            <a:chExt cx="273874" cy="351204"/>
          </a:xfrm>
        </p:grpSpPr>
        <p:sp>
          <p:nvSpPr>
            <p:cNvPr id="10203" name="Google Shape;10203;p80"/>
            <p:cNvSpPr/>
            <p:nvPr/>
          </p:nvSpPr>
          <p:spPr>
            <a:xfrm>
              <a:off x="7592387" y="3787858"/>
              <a:ext cx="273874" cy="351204"/>
            </a:xfrm>
            <a:custGeom>
              <a:rect b="b" l="l" r="r" t="t"/>
              <a:pathLst>
                <a:path extrusionOk="0" h="11086" w="8645">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80"/>
            <p:cNvSpPr/>
            <p:nvPr/>
          </p:nvSpPr>
          <p:spPr>
            <a:xfrm>
              <a:off x="7691197" y="3930830"/>
              <a:ext cx="10613" cy="15872"/>
            </a:xfrm>
            <a:custGeom>
              <a:rect b="b" l="l" r="r" t="t"/>
              <a:pathLst>
                <a:path extrusionOk="0" h="501" w="335">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80"/>
            <p:cNvSpPr/>
            <p:nvPr/>
          </p:nvSpPr>
          <p:spPr>
            <a:xfrm>
              <a:off x="7757218" y="3930830"/>
              <a:ext cx="10581" cy="15872"/>
            </a:xfrm>
            <a:custGeom>
              <a:rect b="b" l="l" r="r" t="t"/>
              <a:pathLst>
                <a:path extrusionOk="0" h="501" w="334">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80"/>
            <p:cNvSpPr/>
            <p:nvPr/>
          </p:nvSpPr>
          <p:spPr>
            <a:xfrm>
              <a:off x="7713088" y="3974580"/>
              <a:ext cx="32472" cy="10581"/>
            </a:xfrm>
            <a:custGeom>
              <a:rect b="b" l="l" r="r" t="t"/>
              <a:pathLst>
                <a:path extrusionOk="0" h="334" w="1025">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7" name="Google Shape;10207;p80"/>
          <p:cNvGrpSpPr/>
          <p:nvPr/>
        </p:nvGrpSpPr>
        <p:grpSpPr>
          <a:xfrm>
            <a:off x="7145794" y="3612458"/>
            <a:ext cx="274254" cy="350444"/>
            <a:chOff x="7145794" y="3787858"/>
            <a:chExt cx="274254" cy="350444"/>
          </a:xfrm>
        </p:grpSpPr>
        <p:sp>
          <p:nvSpPr>
            <p:cNvPr id="10208" name="Google Shape;10208;p80"/>
            <p:cNvSpPr/>
            <p:nvPr/>
          </p:nvSpPr>
          <p:spPr>
            <a:xfrm>
              <a:off x="7247265"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80"/>
            <p:cNvSpPr/>
            <p:nvPr/>
          </p:nvSpPr>
          <p:spPr>
            <a:xfrm>
              <a:off x="7307616"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80"/>
            <p:cNvSpPr/>
            <p:nvPr/>
          </p:nvSpPr>
          <p:spPr>
            <a:xfrm>
              <a:off x="7145794" y="3787858"/>
              <a:ext cx="274254" cy="350444"/>
            </a:xfrm>
            <a:custGeom>
              <a:rect b="b" l="l" r="r" t="t"/>
              <a:pathLst>
                <a:path extrusionOk="0" h="11062" w="8657">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80"/>
            <p:cNvSpPr/>
            <p:nvPr/>
          </p:nvSpPr>
          <p:spPr>
            <a:xfrm>
              <a:off x="7260824" y="3930925"/>
              <a:ext cx="43813" cy="15396"/>
            </a:xfrm>
            <a:custGeom>
              <a:rect b="b" l="l" r="r" t="t"/>
              <a:pathLst>
                <a:path extrusionOk="0" h="486" w="1383">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80"/>
            <p:cNvSpPr/>
            <p:nvPr/>
          </p:nvSpPr>
          <p:spPr>
            <a:xfrm>
              <a:off x="7260476" y="3837532"/>
              <a:ext cx="44162" cy="21289"/>
            </a:xfrm>
            <a:custGeom>
              <a:rect b="b" l="l" r="r" t="t"/>
              <a:pathLst>
                <a:path extrusionOk="0" h="672" w="1394">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80"/>
            <p:cNvSpPr/>
            <p:nvPr/>
          </p:nvSpPr>
          <p:spPr>
            <a:xfrm>
              <a:off x="7277425" y="3821059"/>
              <a:ext cx="10233" cy="15872"/>
            </a:xfrm>
            <a:custGeom>
              <a:rect b="b" l="l" r="r" t="t"/>
              <a:pathLst>
                <a:path extrusionOk="0" h="501" w="323">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4" name="Google Shape;10214;p80"/>
          <p:cNvGrpSpPr/>
          <p:nvPr/>
        </p:nvGrpSpPr>
        <p:grpSpPr>
          <a:xfrm>
            <a:off x="8054060" y="3611698"/>
            <a:ext cx="266334" cy="353834"/>
            <a:chOff x="8054060" y="3787098"/>
            <a:chExt cx="266334" cy="353834"/>
          </a:xfrm>
        </p:grpSpPr>
        <p:sp>
          <p:nvSpPr>
            <p:cNvPr id="10215" name="Google Shape;10215;p80"/>
            <p:cNvSpPr/>
            <p:nvPr/>
          </p:nvSpPr>
          <p:spPr>
            <a:xfrm>
              <a:off x="8164972" y="3974675"/>
              <a:ext cx="43782" cy="15396"/>
            </a:xfrm>
            <a:custGeom>
              <a:rect b="b" l="l" r="r" t="t"/>
              <a:pathLst>
                <a:path extrusionOk="0" h="486" w="1382">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80"/>
            <p:cNvSpPr/>
            <p:nvPr/>
          </p:nvSpPr>
          <p:spPr>
            <a:xfrm>
              <a:off x="8148371" y="3930450"/>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80"/>
            <p:cNvSpPr/>
            <p:nvPr/>
          </p:nvSpPr>
          <p:spPr>
            <a:xfrm>
              <a:off x="8214361" y="3930450"/>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80"/>
            <p:cNvSpPr/>
            <p:nvPr/>
          </p:nvSpPr>
          <p:spPr>
            <a:xfrm>
              <a:off x="8054060" y="3787098"/>
              <a:ext cx="266334" cy="353834"/>
            </a:xfrm>
            <a:custGeom>
              <a:rect b="b" l="l" r="r" t="t"/>
              <a:pathLst>
                <a:path extrusionOk="0" h="11169" w="8407">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9" name="Google Shape;10219;p80"/>
          <p:cNvGrpSpPr/>
          <p:nvPr/>
        </p:nvGrpSpPr>
        <p:grpSpPr>
          <a:xfrm>
            <a:off x="6702211" y="3607199"/>
            <a:ext cx="270104" cy="361754"/>
            <a:chOff x="6702211" y="3782599"/>
            <a:chExt cx="270104" cy="361754"/>
          </a:xfrm>
        </p:grpSpPr>
        <p:sp>
          <p:nvSpPr>
            <p:cNvPr id="10220" name="Google Shape;10220;p80"/>
            <p:cNvSpPr/>
            <p:nvPr/>
          </p:nvSpPr>
          <p:spPr>
            <a:xfrm>
              <a:off x="6798011" y="3907070"/>
              <a:ext cx="10233" cy="16252"/>
            </a:xfrm>
            <a:custGeom>
              <a:rect b="b" l="l" r="r" t="t"/>
              <a:pathLst>
                <a:path extrusionOk="0" h="513" w="323">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80"/>
            <p:cNvSpPr/>
            <p:nvPr/>
          </p:nvSpPr>
          <p:spPr>
            <a:xfrm>
              <a:off x="6865933" y="3907070"/>
              <a:ext cx="10201" cy="16252"/>
            </a:xfrm>
            <a:custGeom>
              <a:rect b="b" l="l" r="r" t="t"/>
              <a:pathLst>
                <a:path extrusionOk="0" h="513" w="322">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80"/>
            <p:cNvSpPr/>
            <p:nvPr/>
          </p:nvSpPr>
          <p:spPr>
            <a:xfrm>
              <a:off x="6814231" y="3946765"/>
              <a:ext cx="45302" cy="16157"/>
            </a:xfrm>
            <a:custGeom>
              <a:rect b="b" l="l" r="r" t="t"/>
              <a:pathLst>
                <a:path extrusionOk="0" h="510" w="143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80"/>
            <p:cNvSpPr/>
            <p:nvPr/>
          </p:nvSpPr>
          <p:spPr>
            <a:xfrm>
              <a:off x="6702211" y="3782599"/>
              <a:ext cx="270104" cy="361754"/>
            </a:xfrm>
            <a:custGeom>
              <a:rect b="b" l="l" r="r" t="t"/>
              <a:pathLst>
                <a:path extrusionOk="0" h="11419" w="8526">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80"/>
            <p:cNvSpPr/>
            <p:nvPr/>
          </p:nvSpPr>
          <p:spPr>
            <a:xfrm>
              <a:off x="6785941" y="3884229"/>
              <a:ext cx="29082" cy="16442"/>
            </a:xfrm>
            <a:custGeom>
              <a:rect b="b" l="l" r="r" t="t"/>
              <a:pathLst>
                <a:path extrusionOk="0" h="519" w="918">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5" name="Google Shape;10225;p80"/>
          <p:cNvGrpSpPr/>
          <p:nvPr/>
        </p:nvGrpSpPr>
        <p:grpSpPr>
          <a:xfrm>
            <a:off x="3516886" y="3263327"/>
            <a:ext cx="391854" cy="269922"/>
            <a:chOff x="3516850" y="3406526"/>
            <a:chExt cx="369674" cy="254644"/>
          </a:xfrm>
        </p:grpSpPr>
        <p:sp>
          <p:nvSpPr>
            <p:cNvPr id="10226" name="Google Shape;10226;p80"/>
            <p:cNvSpPr/>
            <p:nvPr/>
          </p:nvSpPr>
          <p:spPr>
            <a:xfrm>
              <a:off x="3570421" y="3564577"/>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80"/>
            <p:cNvSpPr/>
            <p:nvPr/>
          </p:nvSpPr>
          <p:spPr>
            <a:xfrm>
              <a:off x="3516850" y="3406526"/>
              <a:ext cx="184473" cy="253503"/>
            </a:xfrm>
            <a:custGeom>
              <a:rect b="b" l="l" r="r" t="t"/>
              <a:pathLst>
                <a:path extrusionOk="0" h="8002" w="5823">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80"/>
            <p:cNvSpPr/>
            <p:nvPr/>
          </p:nvSpPr>
          <p:spPr>
            <a:xfrm>
              <a:off x="3768073" y="3480087"/>
              <a:ext cx="11341" cy="37731"/>
            </a:xfrm>
            <a:custGeom>
              <a:rect b="b" l="l" r="r" t="t"/>
              <a:pathLst>
                <a:path extrusionOk="0" h="1191" w="358">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80"/>
            <p:cNvSpPr/>
            <p:nvPr/>
          </p:nvSpPr>
          <p:spPr>
            <a:xfrm>
              <a:off x="3705061" y="3407286"/>
              <a:ext cx="181463" cy="253884"/>
            </a:xfrm>
            <a:custGeom>
              <a:rect b="b" l="l" r="r" t="t"/>
              <a:pathLst>
                <a:path extrusionOk="0" h="8014" w="5728">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0" name="Google Shape;10230;p80"/>
          <p:cNvGrpSpPr/>
          <p:nvPr/>
        </p:nvGrpSpPr>
        <p:grpSpPr>
          <a:xfrm>
            <a:off x="1310655" y="3185127"/>
            <a:ext cx="306314" cy="347403"/>
            <a:chOff x="1310655" y="3360527"/>
            <a:chExt cx="306314" cy="347403"/>
          </a:xfrm>
        </p:grpSpPr>
        <p:sp>
          <p:nvSpPr>
            <p:cNvPr id="10231" name="Google Shape;10231;p80"/>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80"/>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80"/>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80"/>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80"/>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6" name="Google Shape;10236;p80"/>
          <p:cNvGrpSpPr/>
          <p:nvPr/>
        </p:nvGrpSpPr>
        <p:grpSpPr>
          <a:xfrm>
            <a:off x="3119678" y="3184746"/>
            <a:ext cx="269343" cy="348543"/>
            <a:chOff x="3119678" y="3360146"/>
            <a:chExt cx="269343" cy="348543"/>
          </a:xfrm>
        </p:grpSpPr>
        <p:sp>
          <p:nvSpPr>
            <p:cNvPr id="10237" name="Google Shape;10237;p80"/>
            <p:cNvSpPr/>
            <p:nvPr/>
          </p:nvSpPr>
          <p:spPr>
            <a:xfrm>
              <a:off x="3268289" y="3498271"/>
              <a:ext cx="43782" cy="46728"/>
            </a:xfrm>
            <a:custGeom>
              <a:rect b="b" l="l" r="r" t="t"/>
              <a:pathLst>
                <a:path extrusionOk="0" h="1475" w="1382">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80"/>
            <p:cNvSpPr/>
            <p:nvPr/>
          </p:nvSpPr>
          <p:spPr>
            <a:xfrm>
              <a:off x="3147208" y="3475176"/>
              <a:ext cx="214664" cy="233513"/>
            </a:xfrm>
            <a:custGeom>
              <a:rect b="b" l="l" r="r" t="t"/>
              <a:pathLst>
                <a:path extrusionOk="0" h="7371" w="6776">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80"/>
            <p:cNvSpPr/>
            <p:nvPr/>
          </p:nvSpPr>
          <p:spPr>
            <a:xfrm>
              <a:off x="3249408" y="3360146"/>
              <a:ext cx="10613" cy="97321"/>
            </a:xfrm>
            <a:custGeom>
              <a:rect b="b" l="l" r="r" t="t"/>
              <a:pathLst>
                <a:path extrusionOk="0" h="3072" w="335">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80"/>
            <p:cNvSpPr/>
            <p:nvPr/>
          </p:nvSpPr>
          <p:spPr>
            <a:xfrm>
              <a:off x="3175879" y="3377919"/>
              <a:ext cx="54331" cy="86740"/>
            </a:xfrm>
            <a:custGeom>
              <a:rect b="b" l="l" r="r" t="t"/>
              <a:pathLst>
                <a:path extrusionOk="0" h="2738" w="1715">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80"/>
            <p:cNvSpPr/>
            <p:nvPr/>
          </p:nvSpPr>
          <p:spPr>
            <a:xfrm>
              <a:off x="3119678" y="3429399"/>
              <a:ext cx="89401" cy="50720"/>
            </a:xfrm>
            <a:custGeom>
              <a:rect b="b" l="l" r="r" t="t"/>
              <a:pathLst>
                <a:path extrusionOk="0" h="1601" w="2822">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80"/>
            <p:cNvSpPr/>
            <p:nvPr/>
          </p:nvSpPr>
          <p:spPr>
            <a:xfrm>
              <a:off x="3279219" y="3377919"/>
              <a:ext cx="54363" cy="85980"/>
            </a:xfrm>
            <a:custGeom>
              <a:rect b="b" l="l" r="r" t="t"/>
              <a:pathLst>
                <a:path extrusionOk="0" h="2714" w="1716">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80"/>
            <p:cNvSpPr/>
            <p:nvPr/>
          </p:nvSpPr>
          <p:spPr>
            <a:xfrm>
              <a:off x="3300349" y="3429399"/>
              <a:ext cx="88672" cy="51100"/>
            </a:xfrm>
            <a:custGeom>
              <a:rect b="b" l="l" r="r" t="t"/>
              <a:pathLst>
                <a:path extrusionOk="0" h="1613" w="2799">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4" name="Google Shape;10244;p80"/>
          <p:cNvGrpSpPr/>
          <p:nvPr/>
        </p:nvGrpSpPr>
        <p:grpSpPr>
          <a:xfrm>
            <a:off x="3967213" y="3181547"/>
            <a:ext cx="368185" cy="354753"/>
            <a:chOff x="3967213" y="3356947"/>
            <a:chExt cx="368185" cy="354753"/>
          </a:xfrm>
        </p:grpSpPr>
        <p:sp>
          <p:nvSpPr>
            <p:cNvPr id="10245" name="Google Shape;10245;p80"/>
            <p:cNvSpPr/>
            <p:nvPr/>
          </p:nvSpPr>
          <p:spPr>
            <a:xfrm>
              <a:off x="4180705" y="3356947"/>
              <a:ext cx="154693" cy="164292"/>
            </a:xfrm>
            <a:custGeom>
              <a:rect b="b" l="l" r="r" t="t"/>
              <a:pathLst>
                <a:path extrusionOk="0" h="5186" w="4883">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80"/>
            <p:cNvSpPr/>
            <p:nvPr/>
          </p:nvSpPr>
          <p:spPr>
            <a:xfrm>
              <a:off x="4093585" y="3484237"/>
              <a:ext cx="21891" cy="37002"/>
            </a:xfrm>
            <a:custGeom>
              <a:rect b="b" l="l" r="r" t="t"/>
              <a:pathLst>
                <a:path extrusionOk="0" h="1168" w="691">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80"/>
            <p:cNvSpPr/>
            <p:nvPr/>
          </p:nvSpPr>
          <p:spPr>
            <a:xfrm>
              <a:off x="3967213" y="3408047"/>
              <a:ext cx="275394" cy="303653"/>
            </a:xfrm>
            <a:custGeom>
              <a:rect b="b" l="l" r="r" t="t"/>
              <a:pathLst>
                <a:path extrusionOk="0" h="9585" w="8693">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80"/>
            <p:cNvSpPr/>
            <p:nvPr/>
          </p:nvSpPr>
          <p:spPr>
            <a:xfrm>
              <a:off x="4239154" y="3387518"/>
              <a:ext cx="44922" cy="65071"/>
            </a:xfrm>
            <a:custGeom>
              <a:rect b="b" l="l" r="r" t="t"/>
              <a:pathLst>
                <a:path extrusionOk="0" h="2054" w="1418">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80"/>
            <p:cNvSpPr/>
            <p:nvPr/>
          </p:nvSpPr>
          <p:spPr>
            <a:xfrm>
              <a:off x="4250876" y="3457816"/>
              <a:ext cx="14351" cy="14383"/>
            </a:xfrm>
            <a:custGeom>
              <a:rect b="b" l="l" r="r" t="t"/>
              <a:pathLst>
                <a:path extrusionOk="0" h="454" w="453">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0" name="Google Shape;10250;p80"/>
          <p:cNvGrpSpPr/>
          <p:nvPr/>
        </p:nvGrpSpPr>
        <p:grpSpPr>
          <a:xfrm>
            <a:off x="871254" y="3184746"/>
            <a:ext cx="285183" cy="347023"/>
            <a:chOff x="871254" y="3360146"/>
            <a:chExt cx="285183" cy="347023"/>
          </a:xfrm>
        </p:grpSpPr>
        <p:sp>
          <p:nvSpPr>
            <p:cNvPr id="10251" name="Google Shape;10251;p80"/>
            <p:cNvSpPr/>
            <p:nvPr/>
          </p:nvSpPr>
          <p:spPr>
            <a:xfrm>
              <a:off x="871254" y="3360146"/>
              <a:ext cx="135052" cy="164863"/>
            </a:xfrm>
            <a:custGeom>
              <a:rect b="b" l="l" r="r" t="t"/>
              <a:pathLst>
                <a:path extrusionOk="0" h="5204" w="4263">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80"/>
            <p:cNvSpPr/>
            <p:nvPr/>
          </p:nvSpPr>
          <p:spPr>
            <a:xfrm>
              <a:off x="876132" y="3360146"/>
              <a:ext cx="280305" cy="347023"/>
            </a:xfrm>
            <a:custGeom>
              <a:rect b="b" l="l" r="r" t="t"/>
              <a:pathLst>
                <a:path extrusionOk="0" h="10954" w="8848">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80"/>
            <p:cNvSpPr/>
            <p:nvPr/>
          </p:nvSpPr>
          <p:spPr>
            <a:xfrm>
              <a:off x="950073" y="3450656"/>
              <a:ext cx="792" cy="1172"/>
            </a:xfrm>
            <a:custGeom>
              <a:rect b="b" l="l" r="r" t="t"/>
              <a:pathLst>
                <a:path extrusionOk="0" h="37" w="25">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80"/>
            <p:cNvSpPr/>
            <p:nvPr/>
          </p:nvSpPr>
          <p:spPr>
            <a:xfrm>
              <a:off x="923304" y="3434784"/>
              <a:ext cx="178042" cy="156594"/>
            </a:xfrm>
            <a:custGeom>
              <a:rect b="b" l="l" r="r" t="t"/>
              <a:pathLst>
                <a:path extrusionOk="0" h="4943" w="562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5" name="Google Shape;10255;p80"/>
          <p:cNvGrpSpPr/>
          <p:nvPr/>
        </p:nvGrpSpPr>
        <p:grpSpPr>
          <a:xfrm>
            <a:off x="2665165" y="3184746"/>
            <a:ext cx="281794" cy="349684"/>
            <a:chOff x="2665165" y="3360146"/>
            <a:chExt cx="281794" cy="349684"/>
          </a:xfrm>
        </p:grpSpPr>
        <p:sp>
          <p:nvSpPr>
            <p:cNvPr id="10256" name="Google Shape;10256;p80"/>
            <p:cNvSpPr/>
            <p:nvPr/>
          </p:nvSpPr>
          <p:spPr>
            <a:xfrm>
              <a:off x="2665165" y="3495547"/>
              <a:ext cx="136572" cy="214284"/>
            </a:xfrm>
            <a:custGeom>
              <a:rect b="b" l="l" r="r" t="t"/>
              <a:pathLst>
                <a:path extrusionOk="0" h="6764" w="4311">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80"/>
            <p:cNvSpPr/>
            <p:nvPr/>
          </p:nvSpPr>
          <p:spPr>
            <a:xfrm>
              <a:off x="2811495" y="3494786"/>
              <a:ext cx="135464" cy="212003"/>
            </a:xfrm>
            <a:custGeom>
              <a:rect b="b" l="l" r="r" t="t"/>
              <a:pathLst>
                <a:path extrusionOk="0" h="6692" w="4276">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80"/>
            <p:cNvSpPr/>
            <p:nvPr/>
          </p:nvSpPr>
          <p:spPr>
            <a:xfrm>
              <a:off x="2731915" y="3360146"/>
              <a:ext cx="149403" cy="181812"/>
            </a:xfrm>
            <a:custGeom>
              <a:rect b="b" l="l" r="r" t="t"/>
              <a:pathLst>
                <a:path extrusionOk="0" h="5739" w="4716">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80"/>
            <p:cNvSpPr/>
            <p:nvPr/>
          </p:nvSpPr>
          <p:spPr>
            <a:xfrm>
              <a:off x="2760585" y="3389545"/>
              <a:ext cx="92442" cy="91333"/>
            </a:xfrm>
            <a:custGeom>
              <a:rect b="b" l="l" r="r" t="t"/>
              <a:pathLst>
                <a:path extrusionOk="0" h="2883" w="2918">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80"/>
            <p:cNvSpPr/>
            <p:nvPr/>
          </p:nvSpPr>
          <p:spPr>
            <a:xfrm>
              <a:off x="2789636" y="3417836"/>
              <a:ext cx="33961" cy="33993"/>
            </a:xfrm>
            <a:custGeom>
              <a:rect b="b" l="l" r="r" t="t"/>
              <a:pathLst>
                <a:path extrusionOk="0" h="1073" w="1072">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1" name="Google Shape;10261;p80"/>
          <p:cNvGrpSpPr/>
          <p:nvPr/>
        </p:nvGrpSpPr>
        <p:grpSpPr>
          <a:xfrm>
            <a:off x="7156344" y="3172296"/>
            <a:ext cx="264465" cy="353074"/>
            <a:chOff x="7156344" y="3347696"/>
            <a:chExt cx="264465" cy="353074"/>
          </a:xfrm>
        </p:grpSpPr>
        <p:sp>
          <p:nvSpPr>
            <p:cNvPr id="10262" name="Google Shape;10262;p80"/>
            <p:cNvSpPr/>
            <p:nvPr/>
          </p:nvSpPr>
          <p:spPr>
            <a:xfrm>
              <a:off x="7248754" y="3468397"/>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80"/>
            <p:cNvSpPr/>
            <p:nvPr/>
          </p:nvSpPr>
          <p:spPr>
            <a:xfrm>
              <a:off x="7314775" y="3468397"/>
              <a:ext cx="10201" cy="15872"/>
            </a:xfrm>
            <a:custGeom>
              <a:rect b="b" l="l" r="r" t="t"/>
              <a:pathLst>
                <a:path extrusionOk="0" h="501" w="322">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80"/>
            <p:cNvSpPr/>
            <p:nvPr/>
          </p:nvSpPr>
          <p:spPr>
            <a:xfrm>
              <a:off x="7156344" y="3347696"/>
              <a:ext cx="264465" cy="353074"/>
            </a:xfrm>
            <a:custGeom>
              <a:rect b="b" l="l" r="r" t="t"/>
              <a:pathLst>
                <a:path extrusionOk="0" h="11145" w="8348">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80"/>
            <p:cNvSpPr/>
            <p:nvPr/>
          </p:nvSpPr>
          <p:spPr>
            <a:xfrm>
              <a:off x="7212544" y="3678023"/>
              <a:ext cx="14763" cy="21226"/>
            </a:xfrm>
            <a:custGeom>
              <a:rect b="b" l="l" r="r" t="t"/>
              <a:pathLst>
                <a:path extrusionOk="0" h="670" w="466">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80"/>
            <p:cNvSpPr/>
            <p:nvPr/>
          </p:nvSpPr>
          <p:spPr>
            <a:xfrm>
              <a:off x="7257055" y="3498936"/>
              <a:ext cx="60382" cy="32472"/>
            </a:xfrm>
            <a:custGeom>
              <a:rect b="b" l="l" r="r" t="t"/>
              <a:pathLst>
                <a:path extrusionOk="0" h="1025" w="1906">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7" name="Google Shape;10267;p80"/>
          <p:cNvGrpSpPr/>
          <p:nvPr/>
        </p:nvGrpSpPr>
        <p:grpSpPr>
          <a:xfrm>
            <a:off x="6703732" y="3171536"/>
            <a:ext cx="264813" cy="352693"/>
            <a:chOff x="6703732" y="3346936"/>
            <a:chExt cx="264813" cy="352693"/>
          </a:xfrm>
        </p:grpSpPr>
        <p:sp>
          <p:nvSpPr>
            <p:cNvPr id="10268" name="Google Shape;10268;p80"/>
            <p:cNvSpPr/>
            <p:nvPr/>
          </p:nvSpPr>
          <p:spPr>
            <a:xfrm>
              <a:off x="6797283" y="3468777"/>
              <a:ext cx="10581" cy="15872"/>
            </a:xfrm>
            <a:custGeom>
              <a:rect b="b" l="l" r="r" t="t"/>
              <a:pathLst>
                <a:path extrusionOk="0" h="501" w="334">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80"/>
            <p:cNvSpPr/>
            <p:nvPr/>
          </p:nvSpPr>
          <p:spPr>
            <a:xfrm>
              <a:off x="6863272" y="3468777"/>
              <a:ext cx="10613" cy="15872"/>
            </a:xfrm>
            <a:custGeom>
              <a:rect b="b" l="l" r="r" t="t"/>
              <a:pathLst>
                <a:path extrusionOk="0" h="501" w="335">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80"/>
            <p:cNvSpPr/>
            <p:nvPr/>
          </p:nvSpPr>
          <p:spPr>
            <a:xfrm>
              <a:off x="6814231" y="3507712"/>
              <a:ext cx="43433" cy="15777"/>
            </a:xfrm>
            <a:custGeom>
              <a:rect b="b" l="l" r="r" t="t"/>
              <a:pathLst>
                <a:path extrusionOk="0" h="498" w="1371">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80"/>
            <p:cNvSpPr/>
            <p:nvPr/>
          </p:nvSpPr>
          <p:spPr>
            <a:xfrm>
              <a:off x="6902143" y="3489876"/>
              <a:ext cx="32" cy="412"/>
            </a:xfrm>
            <a:custGeom>
              <a:rect b="b" l="l" r="r" t="t"/>
              <a:pathLst>
                <a:path extrusionOk="0" h="13" w="1">
                  <a:moveTo>
                    <a:pt x="0" y="13"/>
                  </a:moveTo>
                  <a:cubicBezTo>
                    <a:pt x="0" y="1"/>
                    <a:pt x="0" y="13"/>
                    <a:pt x="0" y="13"/>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80"/>
            <p:cNvSpPr/>
            <p:nvPr/>
          </p:nvSpPr>
          <p:spPr>
            <a:xfrm>
              <a:off x="6703732" y="3346936"/>
              <a:ext cx="264813" cy="352693"/>
            </a:xfrm>
            <a:custGeom>
              <a:rect b="b" l="l" r="r" t="t"/>
              <a:pathLst>
                <a:path extrusionOk="0" h="11133" w="8359">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3" name="Google Shape;10273;p80"/>
          <p:cNvGrpSpPr/>
          <p:nvPr/>
        </p:nvGrpSpPr>
        <p:grpSpPr>
          <a:xfrm>
            <a:off x="6252228" y="3171536"/>
            <a:ext cx="265193" cy="352693"/>
            <a:chOff x="6252228" y="3346936"/>
            <a:chExt cx="265193" cy="352693"/>
          </a:xfrm>
        </p:grpSpPr>
        <p:sp>
          <p:nvSpPr>
            <p:cNvPr id="10274" name="Google Shape;10274;p80"/>
            <p:cNvSpPr/>
            <p:nvPr/>
          </p:nvSpPr>
          <p:spPr>
            <a:xfrm>
              <a:off x="6252228" y="3346936"/>
              <a:ext cx="265193" cy="352693"/>
            </a:xfrm>
            <a:custGeom>
              <a:rect b="b" l="l" r="r" t="t"/>
              <a:pathLst>
                <a:path extrusionOk="0" h="11133" w="8371">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80"/>
            <p:cNvSpPr/>
            <p:nvPr/>
          </p:nvSpPr>
          <p:spPr>
            <a:xfrm>
              <a:off x="6363140" y="3540532"/>
              <a:ext cx="43402" cy="15396"/>
            </a:xfrm>
            <a:custGeom>
              <a:rect b="b" l="l" r="r" t="t"/>
              <a:pathLst>
                <a:path extrusionOk="0" h="486" w="137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80"/>
            <p:cNvSpPr/>
            <p:nvPr/>
          </p:nvSpPr>
          <p:spPr>
            <a:xfrm>
              <a:off x="6406890" y="3468397"/>
              <a:ext cx="21511" cy="10201"/>
            </a:xfrm>
            <a:custGeom>
              <a:rect b="b" l="l" r="r" t="t"/>
              <a:pathLst>
                <a:path extrusionOk="0" h="322" w="679">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7" name="Google Shape;10277;p80"/>
          <p:cNvGrpSpPr/>
          <p:nvPr/>
        </p:nvGrpSpPr>
        <p:grpSpPr>
          <a:xfrm>
            <a:off x="5801105" y="3172296"/>
            <a:ext cx="264813" cy="351933"/>
            <a:chOff x="5801105" y="3347696"/>
            <a:chExt cx="264813" cy="351933"/>
          </a:xfrm>
        </p:grpSpPr>
        <p:sp>
          <p:nvSpPr>
            <p:cNvPr id="10278" name="Google Shape;10278;p80"/>
            <p:cNvSpPr/>
            <p:nvPr/>
          </p:nvSpPr>
          <p:spPr>
            <a:xfrm>
              <a:off x="5911256" y="3534862"/>
              <a:ext cx="43782" cy="15396"/>
            </a:xfrm>
            <a:custGeom>
              <a:rect b="b" l="l" r="r" t="t"/>
              <a:pathLst>
                <a:path extrusionOk="0" h="486" w="1382">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80"/>
            <p:cNvSpPr/>
            <p:nvPr/>
          </p:nvSpPr>
          <p:spPr>
            <a:xfrm>
              <a:off x="5894656" y="3490256"/>
              <a:ext cx="10201" cy="16252"/>
            </a:xfrm>
            <a:custGeom>
              <a:rect b="b" l="l" r="r" t="t"/>
              <a:pathLst>
                <a:path extrusionOk="0" h="513" w="322">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80"/>
            <p:cNvSpPr/>
            <p:nvPr/>
          </p:nvSpPr>
          <p:spPr>
            <a:xfrm>
              <a:off x="5961057" y="3490256"/>
              <a:ext cx="10201" cy="16252"/>
            </a:xfrm>
            <a:custGeom>
              <a:rect b="b" l="l" r="r" t="t"/>
              <a:pathLst>
                <a:path extrusionOk="0" h="513" w="322">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80"/>
            <p:cNvSpPr/>
            <p:nvPr/>
          </p:nvSpPr>
          <p:spPr>
            <a:xfrm>
              <a:off x="5801105" y="3347696"/>
              <a:ext cx="264813" cy="351933"/>
            </a:xfrm>
            <a:custGeom>
              <a:rect b="b" l="l" r="r" t="t"/>
              <a:pathLst>
                <a:path extrusionOk="0" h="11109" w="8359">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2" name="Google Shape;10282;p80"/>
          <p:cNvGrpSpPr/>
          <p:nvPr/>
        </p:nvGrpSpPr>
        <p:grpSpPr>
          <a:xfrm>
            <a:off x="5349253" y="3171536"/>
            <a:ext cx="265922" cy="352693"/>
            <a:chOff x="5349253" y="3346936"/>
            <a:chExt cx="265922" cy="352693"/>
          </a:xfrm>
        </p:grpSpPr>
        <p:sp>
          <p:nvSpPr>
            <p:cNvPr id="10283" name="Google Shape;10283;p80"/>
            <p:cNvSpPr/>
            <p:nvPr/>
          </p:nvSpPr>
          <p:spPr>
            <a:xfrm>
              <a:off x="5460133" y="3534862"/>
              <a:ext cx="44162" cy="15396"/>
            </a:xfrm>
            <a:custGeom>
              <a:rect b="b" l="l" r="r" t="t"/>
              <a:pathLst>
                <a:path extrusionOk="0" h="486" w="1394">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80"/>
            <p:cNvSpPr/>
            <p:nvPr/>
          </p:nvSpPr>
          <p:spPr>
            <a:xfrm>
              <a:off x="5443153" y="3495927"/>
              <a:ext cx="10613" cy="16252"/>
            </a:xfrm>
            <a:custGeom>
              <a:rect b="b" l="l" r="r" t="t"/>
              <a:pathLst>
                <a:path extrusionOk="0" h="513" w="335">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80"/>
            <p:cNvSpPr/>
            <p:nvPr/>
          </p:nvSpPr>
          <p:spPr>
            <a:xfrm>
              <a:off x="5509934" y="3495927"/>
              <a:ext cx="10201" cy="16252"/>
            </a:xfrm>
            <a:custGeom>
              <a:rect b="b" l="l" r="r" t="t"/>
              <a:pathLst>
                <a:path extrusionOk="0" h="513" w="322">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80"/>
            <p:cNvSpPr/>
            <p:nvPr/>
          </p:nvSpPr>
          <p:spPr>
            <a:xfrm>
              <a:off x="5438242" y="3479707"/>
              <a:ext cx="21162" cy="10201"/>
            </a:xfrm>
            <a:custGeom>
              <a:rect b="b" l="l" r="r" t="t"/>
              <a:pathLst>
                <a:path extrusionOk="0" h="322" w="668">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80"/>
            <p:cNvSpPr/>
            <p:nvPr/>
          </p:nvSpPr>
          <p:spPr>
            <a:xfrm>
              <a:off x="5504644" y="3479707"/>
              <a:ext cx="21162" cy="10201"/>
            </a:xfrm>
            <a:custGeom>
              <a:rect b="b" l="l" r="r" t="t"/>
              <a:pathLst>
                <a:path extrusionOk="0" h="322" w="668">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80"/>
            <p:cNvSpPr/>
            <p:nvPr/>
          </p:nvSpPr>
          <p:spPr>
            <a:xfrm>
              <a:off x="5349253" y="3346936"/>
              <a:ext cx="265922" cy="352693"/>
            </a:xfrm>
            <a:custGeom>
              <a:rect b="b" l="l" r="r" t="t"/>
              <a:pathLst>
                <a:path extrusionOk="0" h="11133" w="8394">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9" name="Google Shape;10289;p80"/>
          <p:cNvGrpSpPr/>
          <p:nvPr/>
        </p:nvGrpSpPr>
        <p:grpSpPr>
          <a:xfrm>
            <a:off x="4907159" y="3171536"/>
            <a:ext cx="264845" cy="354214"/>
            <a:chOff x="4907159" y="3346936"/>
            <a:chExt cx="264845" cy="354214"/>
          </a:xfrm>
        </p:grpSpPr>
        <p:sp>
          <p:nvSpPr>
            <p:cNvPr id="10290" name="Google Shape;10290;p80"/>
            <p:cNvSpPr/>
            <p:nvPr/>
          </p:nvSpPr>
          <p:spPr>
            <a:xfrm>
              <a:off x="5015061" y="3556752"/>
              <a:ext cx="43402" cy="15777"/>
            </a:xfrm>
            <a:custGeom>
              <a:rect b="b" l="l" r="r" t="t"/>
              <a:pathLst>
                <a:path extrusionOk="0" h="498" w="137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80"/>
            <p:cNvSpPr/>
            <p:nvPr/>
          </p:nvSpPr>
          <p:spPr>
            <a:xfrm>
              <a:off x="4907159" y="3346936"/>
              <a:ext cx="264845" cy="354214"/>
            </a:xfrm>
            <a:custGeom>
              <a:rect b="b" l="l" r="r" t="t"/>
              <a:pathLst>
                <a:path extrusionOk="0" h="11181" w="836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2" name="Google Shape;10292;p80"/>
          <p:cNvGrpSpPr/>
          <p:nvPr/>
        </p:nvGrpSpPr>
        <p:grpSpPr>
          <a:xfrm>
            <a:off x="8048421" y="3159086"/>
            <a:ext cx="276503" cy="369674"/>
            <a:chOff x="8048421" y="3334486"/>
            <a:chExt cx="276503" cy="369674"/>
          </a:xfrm>
        </p:grpSpPr>
        <p:sp>
          <p:nvSpPr>
            <p:cNvPr id="10293" name="Google Shape;10293;p80"/>
            <p:cNvSpPr/>
            <p:nvPr/>
          </p:nvSpPr>
          <p:spPr>
            <a:xfrm>
              <a:off x="8146471" y="3456327"/>
              <a:ext cx="10613" cy="16252"/>
            </a:xfrm>
            <a:custGeom>
              <a:rect b="b" l="l" r="r" t="t"/>
              <a:pathLst>
                <a:path extrusionOk="0" h="513" w="335">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80"/>
            <p:cNvSpPr/>
            <p:nvPr/>
          </p:nvSpPr>
          <p:spPr>
            <a:xfrm>
              <a:off x="8215501" y="3456327"/>
              <a:ext cx="10961" cy="16252"/>
            </a:xfrm>
            <a:custGeom>
              <a:rect b="b" l="l" r="r" t="t"/>
              <a:pathLst>
                <a:path extrusionOk="0" h="513" w="346">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80"/>
            <p:cNvSpPr/>
            <p:nvPr/>
          </p:nvSpPr>
          <p:spPr>
            <a:xfrm>
              <a:off x="8048421" y="3334486"/>
              <a:ext cx="276503" cy="369674"/>
            </a:xfrm>
            <a:custGeom>
              <a:rect b="b" l="l" r="r" t="t"/>
              <a:pathLst>
                <a:path extrusionOk="0" h="11669" w="8728">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80"/>
            <p:cNvSpPr/>
            <p:nvPr/>
          </p:nvSpPr>
          <p:spPr>
            <a:xfrm>
              <a:off x="8154771" y="3491016"/>
              <a:ext cx="63392" cy="33993"/>
            </a:xfrm>
            <a:custGeom>
              <a:rect b="b" l="l" r="r" t="t"/>
              <a:pathLst>
                <a:path extrusionOk="0" h="1073" w="2001">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80"/>
            <p:cNvSpPr/>
            <p:nvPr/>
          </p:nvSpPr>
          <p:spPr>
            <a:xfrm>
              <a:off x="8139691" y="3435988"/>
              <a:ext cx="23792" cy="13939"/>
            </a:xfrm>
            <a:custGeom>
              <a:rect b="b" l="l" r="r" t="t"/>
              <a:pathLst>
                <a:path extrusionOk="0" h="440" w="751">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80"/>
            <p:cNvSpPr/>
            <p:nvPr/>
          </p:nvSpPr>
          <p:spPr>
            <a:xfrm>
              <a:off x="8209102" y="3435418"/>
              <a:ext cx="23412" cy="13401"/>
            </a:xfrm>
            <a:custGeom>
              <a:rect b="b" l="l" r="r" t="t"/>
              <a:pathLst>
                <a:path extrusionOk="0" h="423" w="739">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9" name="Google Shape;10299;p80"/>
          <p:cNvGrpSpPr/>
          <p:nvPr/>
        </p:nvGrpSpPr>
        <p:grpSpPr>
          <a:xfrm>
            <a:off x="7575787" y="3154555"/>
            <a:ext cx="295384" cy="376834"/>
            <a:chOff x="7575787" y="3329955"/>
            <a:chExt cx="295384" cy="376834"/>
          </a:xfrm>
        </p:grpSpPr>
        <p:sp>
          <p:nvSpPr>
            <p:cNvPr id="10300" name="Google Shape;10300;p80"/>
            <p:cNvSpPr/>
            <p:nvPr/>
          </p:nvSpPr>
          <p:spPr>
            <a:xfrm>
              <a:off x="7682549" y="3453666"/>
              <a:ext cx="11341" cy="17392"/>
            </a:xfrm>
            <a:custGeom>
              <a:rect b="b" l="l" r="r" t="t"/>
              <a:pathLst>
                <a:path extrusionOk="0" h="549" w="358">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80"/>
            <p:cNvSpPr/>
            <p:nvPr/>
          </p:nvSpPr>
          <p:spPr>
            <a:xfrm>
              <a:off x="7753068" y="3453666"/>
              <a:ext cx="11341" cy="17392"/>
            </a:xfrm>
            <a:custGeom>
              <a:rect b="b" l="l" r="r" t="t"/>
              <a:pathLst>
                <a:path extrusionOk="0" h="549" w="358">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80"/>
            <p:cNvSpPr/>
            <p:nvPr/>
          </p:nvSpPr>
          <p:spPr>
            <a:xfrm>
              <a:off x="7699149" y="3494691"/>
              <a:ext cx="47932" cy="17487"/>
            </a:xfrm>
            <a:custGeom>
              <a:rect b="b" l="l" r="r" t="t"/>
              <a:pathLst>
                <a:path extrusionOk="0" h="552" w="1513">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80"/>
            <p:cNvSpPr/>
            <p:nvPr/>
          </p:nvSpPr>
          <p:spPr>
            <a:xfrm>
              <a:off x="7575787" y="3329955"/>
              <a:ext cx="295384" cy="376834"/>
            </a:xfrm>
            <a:custGeom>
              <a:rect b="b" l="l" r="r" t="t"/>
              <a:pathLst>
                <a:path extrusionOk="0" h="11895" w="9324">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80"/>
            <p:cNvSpPr/>
            <p:nvPr/>
          </p:nvSpPr>
          <p:spPr>
            <a:xfrm>
              <a:off x="7676118" y="3435576"/>
              <a:ext cx="23412" cy="11341"/>
            </a:xfrm>
            <a:custGeom>
              <a:rect b="b" l="l" r="r" t="t"/>
              <a:pathLst>
                <a:path extrusionOk="0" h="358" w="739">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80"/>
            <p:cNvSpPr/>
            <p:nvPr/>
          </p:nvSpPr>
          <p:spPr>
            <a:xfrm>
              <a:off x="7747049" y="3435576"/>
              <a:ext cx="23031" cy="11341"/>
            </a:xfrm>
            <a:custGeom>
              <a:rect b="b" l="l" r="r" t="t"/>
              <a:pathLst>
                <a:path extrusionOk="0" h="358" w="727">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6" name="Google Shape;10306;p80"/>
          <p:cNvGrpSpPr/>
          <p:nvPr/>
        </p:nvGrpSpPr>
        <p:grpSpPr>
          <a:xfrm>
            <a:off x="864062" y="2709103"/>
            <a:ext cx="264084" cy="347783"/>
            <a:chOff x="864062" y="2884503"/>
            <a:chExt cx="264084" cy="347783"/>
          </a:xfrm>
        </p:grpSpPr>
        <p:sp>
          <p:nvSpPr>
            <p:cNvPr id="10307" name="Google Shape;10307;p80"/>
            <p:cNvSpPr/>
            <p:nvPr/>
          </p:nvSpPr>
          <p:spPr>
            <a:xfrm>
              <a:off x="944783" y="2884503"/>
              <a:ext cx="102263" cy="122982"/>
            </a:xfrm>
            <a:custGeom>
              <a:rect b="b" l="l" r="r" t="t"/>
              <a:pathLst>
                <a:path extrusionOk="0" h="3882" w="3228">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80"/>
            <p:cNvSpPr/>
            <p:nvPr/>
          </p:nvSpPr>
          <p:spPr>
            <a:xfrm>
              <a:off x="963664" y="2903733"/>
              <a:ext cx="65261" cy="64152"/>
            </a:xfrm>
            <a:custGeom>
              <a:rect b="b" l="l" r="r" t="t"/>
              <a:pathLst>
                <a:path extrusionOk="0" h="2025" w="206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80"/>
            <p:cNvSpPr/>
            <p:nvPr/>
          </p:nvSpPr>
          <p:spPr>
            <a:xfrm>
              <a:off x="864062" y="2987843"/>
              <a:ext cx="264084" cy="244443"/>
            </a:xfrm>
            <a:custGeom>
              <a:rect b="b" l="l" r="r" t="t"/>
              <a:pathLst>
                <a:path extrusionOk="0" h="7716" w="8336">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80"/>
            <p:cNvSpPr/>
            <p:nvPr/>
          </p:nvSpPr>
          <p:spPr>
            <a:xfrm>
              <a:off x="1022494" y="3006724"/>
              <a:ext cx="44162" cy="22271"/>
            </a:xfrm>
            <a:custGeom>
              <a:rect b="b" l="l" r="r" t="t"/>
              <a:pathLst>
                <a:path extrusionOk="0" h="703" w="1394">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80"/>
            <p:cNvSpPr/>
            <p:nvPr/>
          </p:nvSpPr>
          <p:spPr>
            <a:xfrm>
              <a:off x="1086234" y="3100244"/>
              <a:ext cx="28322" cy="37002"/>
            </a:xfrm>
            <a:custGeom>
              <a:rect b="b" l="l" r="r" t="t"/>
              <a:pathLst>
                <a:path extrusionOk="0" h="1168" w="894">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80"/>
            <p:cNvSpPr/>
            <p:nvPr/>
          </p:nvSpPr>
          <p:spPr>
            <a:xfrm>
              <a:off x="1023634" y="3077941"/>
              <a:ext cx="26041" cy="49167"/>
            </a:xfrm>
            <a:custGeom>
              <a:rect b="b" l="l" r="r" t="t"/>
              <a:pathLst>
                <a:path extrusionOk="0" h="1552" w="822">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80"/>
            <p:cNvSpPr/>
            <p:nvPr/>
          </p:nvSpPr>
          <p:spPr>
            <a:xfrm>
              <a:off x="924413" y="3006819"/>
              <a:ext cx="44162" cy="22176"/>
            </a:xfrm>
            <a:custGeom>
              <a:rect b="b" l="l" r="r" t="t"/>
              <a:pathLst>
                <a:path extrusionOk="0" h="700" w="1394">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80"/>
            <p:cNvSpPr/>
            <p:nvPr/>
          </p:nvSpPr>
          <p:spPr>
            <a:xfrm>
              <a:off x="929703" y="3158757"/>
              <a:ext cx="56232" cy="41849"/>
            </a:xfrm>
            <a:custGeom>
              <a:rect b="b" l="l" r="r" t="t"/>
              <a:pathLst>
                <a:path extrusionOk="0" h="1321" w="1775">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80"/>
            <p:cNvSpPr/>
            <p:nvPr/>
          </p:nvSpPr>
          <p:spPr>
            <a:xfrm>
              <a:off x="876512" y="3100244"/>
              <a:ext cx="28322" cy="37002"/>
            </a:xfrm>
            <a:custGeom>
              <a:rect b="b" l="l" r="r" t="t"/>
              <a:pathLst>
                <a:path extrusionOk="0" h="1168" w="894">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80"/>
            <p:cNvSpPr/>
            <p:nvPr/>
          </p:nvSpPr>
          <p:spPr>
            <a:xfrm>
              <a:off x="941393" y="3077941"/>
              <a:ext cx="26453" cy="49484"/>
            </a:xfrm>
            <a:custGeom>
              <a:rect b="b" l="l" r="r" t="t"/>
              <a:pathLst>
                <a:path extrusionOk="0" h="1562" w="835">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7" name="Google Shape;10317;p80"/>
          <p:cNvGrpSpPr/>
          <p:nvPr/>
        </p:nvGrpSpPr>
        <p:grpSpPr>
          <a:xfrm>
            <a:off x="3978523" y="2709261"/>
            <a:ext cx="348955" cy="346516"/>
            <a:chOff x="3978523" y="2884661"/>
            <a:chExt cx="348955" cy="346516"/>
          </a:xfrm>
        </p:grpSpPr>
        <p:sp>
          <p:nvSpPr>
            <p:cNvPr id="10318" name="Google Shape;10318;p80"/>
            <p:cNvSpPr/>
            <p:nvPr/>
          </p:nvSpPr>
          <p:spPr>
            <a:xfrm>
              <a:off x="4237285" y="2916658"/>
              <a:ext cx="58101" cy="56897"/>
            </a:xfrm>
            <a:custGeom>
              <a:rect b="b" l="l" r="r" t="t"/>
              <a:pathLst>
                <a:path extrusionOk="0" h="1796" w="1834">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80"/>
            <p:cNvSpPr/>
            <p:nvPr/>
          </p:nvSpPr>
          <p:spPr>
            <a:xfrm>
              <a:off x="4216535" y="2886594"/>
              <a:ext cx="29843" cy="73751"/>
            </a:xfrm>
            <a:custGeom>
              <a:rect b="b" l="l" r="r" t="t"/>
              <a:pathLst>
                <a:path extrusionOk="0" h="2328" w="942">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80"/>
            <p:cNvSpPr/>
            <p:nvPr/>
          </p:nvSpPr>
          <p:spPr>
            <a:xfrm>
              <a:off x="4176935" y="2884661"/>
              <a:ext cx="30571" cy="74163"/>
            </a:xfrm>
            <a:custGeom>
              <a:rect b="b" l="l" r="r" t="t"/>
              <a:pathLst>
                <a:path extrusionOk="0" h="2341" w="965">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80"/>
            <p:cNvSpPr/>
            <p:nvPr/>
          </p:nvSpPr>
          <p:spPr>
            <a:xfrm>
              <a:off x="4250116" y="2965762"/>
              <a:ext cx="74701" cy="28544"/>
            </a:xfrm>
            <a:custGeom>
              <a:rect b="b" l="l" r="r" t="t"/>
              <a:pathLst>
                <a:path extrusionOk="0" h="901" w="2358">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80"/>
            <p:cNvSpPr/>
            <p:nvPr/>
          </p:nvSpPr>
          <p:spPr>
            <a:xfrm>
              <a:off x="4251985" y="3004443"/>
              <a:ext cx="75493" cy="29462"/>
            </a:xfrm>
            <a:custGeom>
              <a:rect b="b" l="l" r="r" t="t"/>
              <a:pathLst>
                <a:path extrusionOk="0" h="930" w="2383">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80"/>
            <p:cNvSpPr/>
            <p:nvPr/>
          </p:nvSpPr>
          <p:spPr>
            <a:xfrm>
              <a:off x="4033615" y="2996428"/>
              <a:ext cx="73941" cy="84237"/>
            </a:xfrm>
            <a:custGeom>
              <a:rect b="b" l="l" r="r" t="t"/>
              <a:pathLst>
                <a:path extrusionOk="0" h="2659" w="2334">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80"/>
            <p:cNvSpPr/>
            <p:nvPr/>
          </p:nvSpPr>
          <p:spPr>
            <a:xfrm>
              <a:off x="3978523" y="2931738"/>
              <a:ext cx="303684" cy="299439"/>
            </a:xfrm>
            <a:custGeom>
              <a:rect b="b" l="l" r="r" t="t"/>
              <a:pathLst>
                <a:path extrusionOk="0" h="9452" w="9586">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80"/>
            <p:cNvSpPr/>
            <p:nvPr/>
          </p:nvSpPr>
          <p:spPr>
            <a:xfrm>
              <a:off x="4116204" y="3078638"/>
              <a:ext cx="73973" cy="84269"/>
            </a:xfrm>
            <a:custGeom>
              <a:rect b="b" l="l" r="r" t="t"/>
              <a:pathLst>
                <a:path extrusionOk="0" h="2660" w="2335">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6" name="Google Shape;10326;p80"/>
          <p:cNvGrpSpPr/>
          <p:nvPr/>
        </p:nvGrpSpPr>
        <p:grpSpPr>
          <a:xfrm>
            <a:off x="3527780" y="2709863"/>
            <a:ext cx="347435" cy="345534"/>
            <a:chOff x="3527780" y="2885263"/>
            <a:chExt cx="347435" cy="345534"/>
          </a:xfrm>
        </p:grpSpPr>
        <p:sp>
          <p:nvSpPr>
            <p:cNvPr id="10327" name="Google Shape;10327;p80"/>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80"/>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80"/>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80"/>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80"/>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80"/>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80"/>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80"/>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80"/>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80"/>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80"/>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80"/>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80"/>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80"/>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80"/>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80"/>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80"/>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80"/>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80"/>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80"/>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80"/>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80"/>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80"/>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0" name="Google Shape;10350;p80"/>
          <p:cNvGrpSpPr/>
          <p:nvPr/>
        </p:nvGrpSpPr>
        <p:grpSpPr>
          <a:xfrm>
            <a:off x="2239671" y="2709103"/>
            <a:ext cx="218053" cy="348543"/>
            <a:chOff x="2239671" y="2884503"/>
            <a:chExt cx="218053" cy="348543"/>
          </a:xfrm>
        </p:grpSpPr>
        <p:sp>
          <p:nvSpPr>
            <p:cNvPr id="10351" name="Google Shape;10351;p80"/>
            <p:cNvSpPr/>
            <p:nvPr/>
          </p:nvSpPr>
          <p:spPr>
            <a:xfrm>
              <a:off x="2341903" y="2884503"/>
              <a:ext cx="115822" cy="268963"/>
            </a:xfrm>
            <a:custGeom>
              <a:rect b="b" l="l" r="r" t="t"/>
              <a:pathLst>
                <a:path extrusionOk="0" h="8490" w="3656">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80"/>
            <p:cNvSpPr/>
            <p:nvPr/>
          </p:nvSpPr>
          <p:spPr>
            <a:xfrm>
              <a:off x="2275881" y="3157965"/>
              <a:ext cx="168284" cy="75082"/>
            </a:xfrm>
            <a:custGeom>
              <a:rect b="b" l="l" r="r" t="t"/>
              <a:pathLst>
                <a:path extrusionOk="0" h="2370" w="5312">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80"/>
            <p:cNvSpPr/>
            <p:nvPr/>
          </p:nvSpPr>
          <p:spPr>
            <a:xfrm>
              <a:off x="2320012" y="3098755"/>
              <a:ext cx="10613" cy="54711"/>
            </a:xfrm>
            <a:custGeom>
              <a:rect b="b" l="l" r="r" t="t"/>
              <a:pathLst>
                <a:path extrusionOk="0" h="1727" w="335">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80"/>
            <p:cNvSpPr/>
            <p:nvPr/>
          </p:nvSpPr>
          <p:spPr>
            <a:xfrm>
              <a:off x="2267961" y="3116939"/>
              <a:ext cx="42293" cy="41437"/>
            </a:xfrm>
            <a:custGeom>
              <a:rect b="b" l="l" r="r" t="t"/>
              <a:pathLst>
                <a:path extrusionOk="0" h="1308" w="1335">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80"/>
            <p:cNvSpPr/>
            <p:nvPr/>
          </p:nvSpPr>
          <p:spPr>
            <a:xfrm>
              <a:off x="2239671" y="3166645"/>
              <a:ext cx="54743" cy="10201"/>
            </a:xfrm>
            <a:custGeom>
              <a:rect b="b" l="l" r="r" t="t"/>
              <a:pathLst>
                <a:path extrusionOk="0" h="322" w="1728">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6" name="Google Shape;10356;p80"/>
          <p:cNvGrpSpPr/>
          <p:nvPr/>
        </p:nvGrpSpPr>
        <p:grpSpPr>
          <a:xfrm>
            <a:off x="2691555" y="2709103"/>
            <a:ext cx="215044" cy="348924"/>
            <a:chOff x="2691555" y="2884503"/>
            <a:chExt cx="215044" cy="348924"/>
          </a:xfrm>
        </p:grpSpPr>
        <p:sp>
          <p:nvSpPr>
            <p:cNvPr id="10357" name="Google Shape;10357;p80"/>
            <p:cNvSpPr/>
            <p:nvPr/>
          </p:nvSpPr>
          <p:spPr>
            <a:xfrm>
              <a:off x="2691555" y="2884503"/>
              <a:ext cx="215044" cy="348924"/>
            </a:xfrm>
            <a:custGeom>
              <a:rect b="b" l="l" r="r" t="t"/>
              <a:pathLst>
                <a:path extrusionOk="0" h="11014" w="6788">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80"/>
            <p:cNvSpPr/>
            <p:nvPr/>
          </p:nvSpPr>
          <p:spPr>
            <a:xfrm>
              <a:off x="2754535" y="2907503"/>
              <a:ext cx="126783" cy="127164"/>
            </a:xfrm>
            <a:custGeom>
              <a:rect b="b" l="l" r="r" t="t"/>
              <a:pathLst>
                <a:path extrusionOk="0" h="4014" w="4002">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80"/>
            <p:cNvSpPr/>
            <p:nvPr/>
          </p:nvSpPr>
          <p:spPr>
            <a:xfrm>
              <a:off x="2781336" y="2931263"/>
              <a:ext cx="74321" cy="74353"/>
            </a:xfrm>
            <a:custGeom>
              <a:rect b="b" l="l" r="r" t="t"/>
              <a:pathLst>
                <a:path extrusionOk="0" h="2347" w="2346">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0" name="Google Shape;10360;p80"/>
          <p:cNvGrpSpPr/>
          <p:nvPr/>
        </p:nvGrpSpPr>
        <p:grpSpPr>
          <a:xfrm>
            <a:off x="1770459" y="2709103"/>
            <a:ext cx="254644" cy="348828"/>
            <a:chOff x="1770459" y="2884503"/>
            <a:chExt cx="254644" cy="348828"/>
          </a:xfrm>
        </p:grpSpPr>
        <p:sp>
          <p:nvSpPr>
            <p:cNvPr id="10361" name="Google Shape;10361;p80"/>
            <p:cNvSpPr/>
            <p:nvPr/>
          </p:nvSpPr>
          <p:spPr>
            <a:xfrm>
              <a:off x="1832330" y="2884503"/>
              <a:ext cx="130902" cy="159572"/>
            </a:xfrm>
            <a:custGeom>
              <a:rect b="b" l="l" r="r" t="t"/>
              <a:pathLst>
                <a:path extrusionOk="0" h="5037" w="4132">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80"/>
            <p:cNvSpPr/>
            <p:nvPr/>
          </p:nvSpPr>
          <p:spPr>
            <a:xfrm>
              <a:off x="1861000" y="2912698"/>
              <a:ext cx="75842" cy="72167"/>
            </a:xfrm>
            <a:custGeom>
              <a:rect b="b" l="l" r="r" t="t"/>
              <a:pathLst>
                <a:path extrusionOk="0" h="2278" w="2394">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80"/>
            <p:cNvSpPr/>
            <p:nvPr/>
          </p:nvSpPr>
          <p:spPr>
            <a:xfrm>
              <a:off x="1818359" y="3060644"/>
              <a:ext cx="57753" cy="24172"/>
            </a:xfrm>
            <a:custGeom>
              <a:rect b="b" l="l" r="r" t="t"/>
              <a:pathLst>
                <a:path extrusionOk="0" h="763" w="1823">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80"/>
            <p:cNvSpPr/>
            <p:nvPr/>
          </p:nvSpPr>
          <p:spPr>
            <a:xfrm>
              <a:off x="1818359" y="3078384"/>
              <a:ext cx="57753" cy="24552"/>
            </a:xfrm>
            <a:custGeom>
              <a:rect b="b" l="l" r="r" t="t"/>
              <a:pathLst>
                <a:path extrusionOk="0" h="775" w="1823">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80"/>
            <p:cNvSpPr/>
            <p:nvPr/>
          </p:nvSpPr>
          <p:spPr>
            <a:xfrm>
              <a:off x="1818359" y="3096474"/>
              <a:ext cx="57753" cy="24172"/>
            </a:xfrm>
            <a:custGeom>
              <a:rect b="b" l="l" r="r" t="t"/>
              <a:pathLst>
                <a:path extrusionOk="0" h="763" w="1823">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80"/>
            <p:cNvSpPr/>
            <p:nvPr/>
          </p:nvSpPr>
          <p:spPr>
            <a:xfrm>
              <a:off x="2022410" y="3029914"/>
              <a:ext cx="760" cy="570"/>
            </a:xfrm>
            <a:custGeom>
              <a:rect b="b" l="l" r="r" t="t"/>
              <a:pathLst>
                <a:path extrusionOk="0" h="18" w="24">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80"/>
            <p:cNvSpPr/>
            <p:nvPr/>
          </p:nvSpPr>
          <p:spPr>
            <a:xfrm>
              <a:off x="1770459" y="3017337"/>
              <a:ext cx="254644" cy="215994"/>
            </a:xfrm>
            <a:custGeom>
              <a:rect b="b" l="l" r="r" t="t"/>
              <a:pathLst>
                <a:path extrusionOk="0" h="6818" w="8038">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80"/>
            <p:cNvSpPr/>
            <p:nvPr/>
          </p:nvSpPr>
          <p:spPr>
            <a:xfrm>
              <a:off x="1929271" y="3055987"/>
              <a:ext cx="38111" cy="47298"/>
            </a:xfrm>
            <a:custGeom>
              <a:rect b="b" l="l" r="r" t="t"/>
              <a:pathLst>
                <a:path extrusionOk="0" h="1493" w="1203">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9" name="Google Shape;10369;p80"/>
          <p:cNvGrpSpPr/>
          <p:nvPr/>
        </p:nvGrpSpPr>
        <p:grpSpPr>
          <a:xfrm>
            <a:off x="1317466" y="2709483"/>
            <a:ext cx="258382" cy="348543"/>
            <a:chOff x="1317466" y="2884883"/>
            <a:chExt cx="258382" cy="348543"/>
          </a:xfrm>
        </p:grpSpPr>
        <p:sp>
          <p:nvSpPr>
            <p:cNvPr id="10370" name="Google Shape;10370;p80"/>
            <p:cNvSpPr/>
            <p:nvPr/>
          </p:nvSpPr>
          <p:spPr>
            <a:xfrm>
              <a:off x="1317847" y="2916943"/>
              <a:ext cx="51702" cy="278404"/>
            </a:xfrm>
            <a:custGeom>
              <a:rect b="b" l="l" r="r" t="t"/>
              <a:pathLst>
                <a:path extrusionOk="0" h="8788" w="1632">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80"/>
            <p:cNvSpPr/>
            <p:nvPr/>
          </p:nvSpPr>
          <p:spPr>
            <a:xfrm>
              <a:off x="1394766" y="3181725"/>
              <a:ext cx="32852" cy="32852"/>
            </a:xfrm>
            <a:custGeom>
              <a:rect b="b" l="l" r="r" t="t"/>
              <a:pathLst>
                <a:path extrusionOk="0" h="1037" w="1037">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80"/>
            <p:cNvSpPr/>
            <p:nvPr/>
          </p:nvSpPr>
          <p:spPr>
            <a:xfrm>
              <a:off x="1317466" y="2884883"/>
              <a:ext cx="258382" cy="348543"/>
            </a:xfrm>
            <a:custGeom>
              <a:rect b="b" l="l" r="r" t="t"/>
              <a:pathLst>
                <a:path extrusionOk="0" h="11002" w="8156">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80"/>
            <p:cNvSpPr/>
            <p:nvPr/>
          </p:nvSpPr>
          <p:spPr>
            <a:xfrm>
              <a:off x="1467186" y="2912033"/>
              <a:ext cx="82653" cy="82273"/>
            </a:xfrm>
            <a:custGeom>
              <a:rect b="b" l="l" r="r" t="t"/>
              <a:pathLst>
                <a:path extrusionOk="0" h="2597" w="2609">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80"/>
            <p:cNvSpPr/>
            <p:nvPr/>
          </p:nvSpPr>
          <p:spPr>
            <a:xfrm>
              <a:off x="1403066" y="2929393"/>
              <a:ext cx="15872" cy="15872"/>
            </a:xfrm>
            <a:custGeom>
              <a:rect b="b" l="l" r="r" t="t"/>
              <a:pathLst>
                <a:path extrusionOk="0" h="501" w="501">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80"/>
            <p:cNvSpPr/>
            <p:nvPr/>
          </p:nvSpPr>
          <p:spPr>
            <a:xfrm>
              <a:off x="1361597" y="3023293"/>
              <a:ext cx="98461" cy="30983"/>
            </a:xfrm>
            <a:custGeom>
              <a:rect b="b" l="l" r="r" t="t"/>
              <a:pathLst>
                <a:path extrusionOk="0" h="978" w="3108">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80"/>
            <p:cNvSpPr/>
            <p:nvPr/>
          </p:nvSpPr>
          <p:spPr>
            <a:xfrm>
              <a:off x="1361597" y="3061024"/>
              <a:ext cx="98461" cy="30951"/>
            </a:xfrm>
            <a:custGeom>
              <a:rect b="b" l="l" r="r" t="t"/>
              <a:pathLst>
                <a:path extrusionOk="0" h="977" w="3108">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80"/>
            <p:cNvSpPr/>
            <p:nvPr/>
          </p:nvSpPr>
          <p:spPr>
            <a:xfrm>
              <a:off x="1361597" y="3098755"/>
              <a:ext cx="98461" cy="30951"/>
            </a:xfrm>
            <a:custGeom>
              <a:rect b="b" l="l" r="r" t="t"/>
              <a:pathLst>
                <a:path extrusionOk="0" h="977" w="3108">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8" name="Google Shape;10378;p80"/>
          <p:cNvGrpSpPr/>
          <p:nvPr/>
        </p:nvGrpSpPr>
        <p:grpSpPr>
          <a:xfrm>
            <a:off x="3121167" y="2709483"/>
            <a:ext cx="258414" cy="348543"/>
            <a:chOff x="3121167" y="2884883"/>
            <a:chExt cx="258414" cy="348543"/>
          </a:xfrm>
        </p:grpSpPr>
        <p:sp>
          <p:nvSpPr>
            <p:cNvPr id="10379" name="Google Shape;10379;p80"/>
            <p:cNvSpPr/>
            <p:nvPr/>
          </p:nvSpPr>
          <p:spPr>
            <a:xfrm>
              <a:off x="3196249" y="2932023"/>
              <a:ext cx="37351" cy="10581"/>
            </a:xfrm>
            <a:custGeom>
              <a:rect b="b" l="l" r="r" t="t"/>
              <a:pathLst>
                <a:path extrusionOk="0" h="334" w="1179">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80"/>
            <p:cNvSpPr/>
            <p:nvPr/>
          </p:nvSpPr>
          <p:spPr>
            <a:xfrm>
              <a:off x="3165297" y="3031593"/>
              <a:ext cx="98873" cy="31332"/>
            </a:xfrm>
            <a:custGeom>
              <a:rect b="b" l="l" r="r" t="t"/>
              <a:pathLst>
                <a:path extrusionOk="0" h="989" w="3121">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80"/>
            <p:cNvSpPr/>
            <p:nvPr/>
          </p:nvSpPr>
          <p:spPr>
            <a:xfrm>
              <a:off x="3165297" y="3075343"/>
              <a:ext cx="98873" cy="10613"/>
            </a:xfrm>
            <a:custGeom>
              <a:rect b="b" l="l" r="r" t="t"/>
              <a:pathLst>
                <a:path extrusionOk="0" h="335" w="3121">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80"/>
            <p:cNvSpPr/>
            <p:nvPr/>
          </p:nvSpPr>
          <p:spPr>
            <a:xfrm>
              <a:off x="3165297" y="3099863"/>
              <a:ext cx="98873" cy="10613"/>
            </a:xfrm>
            <a:custGeom>
              <a:rect b="b" l="l" r="r" t="t"/>
              <a:pathLst>
                <a:path extrusionOk="0" h="335" w="3121">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80"/>
            <p:cNvSpPr/>
            <p:nvPr/>
          </p:nvSpPr>
          <p:spPr>
            <a:xfrm>
              <a:off x="3198498" y="3181725"/>
              <a:ext cx="33232" cy="32852"/>
            </a:xfrm>
            <a:custGeom>
              <a:rect b="b" l="l" r="r" t="t"/>
              <a:pathLst>
                <a:path extrusionOk="0" h="1037" w="1049">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80"/>
            <p:cNvSpPr/>
            <p:nvPr/>
          </p:nvSpPr>
          <p:spPr>
            <a:xfrm>
              <a:off x="3121167" y="2884883"/>
              <a:ext cx="258414" cy="348543"/>
            </a:xfrm>
            <a:custGeom>
              <a:rect b="b" l="l" r="r" t="t"/>
              <a:pathLst>
                <a:path extrusionOk="0" h="11002" w="8157">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80"/>
            <p:cNvSpPr/>
            <p:nvPr/>
          </p:nvSpPr>
          <p:spPr>
            <a:xfrm>
              <a:off x="3298448" y="2932403"/>
              <a:ext cx="28322" cy="54331"/>
            </a:xfrm>
            <a:custGeom>
              <a:rect b="b" l="l" r="r" t="t"/>
              <a:pathLst>
                <a:path extrusionOk="0" h="1715" w="894">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80"/>
            <p:cNvSpPr/>
            <p:nvPr/>
          </p:nvSpPr>
          <p:spPr>
            <a:xfrm>
              <a:off x="3302218" y="2916183"/>
              <a:ext cx="15492" cy="15111"/>
            </a:xfrm>
            <a:custGeom>
              <a:rect b="b" l="l" r="r" t="t"/>
              <a:pathLst>
                <a:path extrusionOk="0" h="477" w="489">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7" name="Google Shape;10387;p80"/>
          <p:cNvGrpSpPr/>
          <p:nvPr/>
        </p:nvGrpSpPr>
        <p:grpSpPr>
          <a:xfrm>
            <a:off x="4899999" y="2706695"/>
            <a:ext cx="271244" cy="346801"/>
            <a:chOff x="4899999" y="2882095"/>
            <a:chExt cx="271244" cy="346801"/>
          </a:xfrm>
        </p:grpSpPr>
        <p:sp>
          <p:nvSpPr>
            <p:cNvPr id="10388" name="Google Shape;10388;p80"/>
            <p:cNvSpPr/>
            <p:nvPr/>
          </p:nvSpPr>
          <p:spPr>
            <a:xfrm>
              <a:off x="4899999" y="2882095"/>
              <a:ext cx="271244" cy="346801"/>
            </a:xfrm>
            <a:custGeom>
              <a:rect b="b" l="l" r="r" t="t"/>
              <a:pathLst>
                <a:path extrusionOk="0" h="10947" w="8562">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80"/>
            <p:cNvSpPr/>
            <p:nvPr/>
          </p:nvSpPr>
          <p:spPr>
            <a:xfrm>
              <a:off x="5090491" y="3141364"/>
              <a:ext cx="10581" cy="86391"/>
            </a:xfrm>
            <a:custGeom>
              <a:rect b="b" l="l" r="r" t="t"/>
              <a:pathLst>
                <a:path extrusionOk="0" h="2727" w="334">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80"/>
            <p:cNvSpPr/>
            <p:nvPr/>
          </p:nvSpPr>
          <p:spPr>
            <a:xfrm>
              <a:off x="5031281" y="3152294"/>
              <a:ext cx="10201" cy="10613"/>
            </a:xfrm>
            <a:custGeom>
              <a:rect b="b" l="l" r="r" t="t"/>
              <a:pathLst>
                <a:path extrusionOk="0" h="335" w="322">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80"/>
            <p:cNvSpPr/>
            <p:nvPr/>
          </p:nvSpPr>
          <p:spPr>
            <a:xfrm>
              <a:off x="5031281" y="3217555"/>
              <a:ext cx="10201" cy="10201"/>
            </a:xfrm>
            <a:custGeom>
              <a:rect b="b" l="l" r="r" t="t"/>
              <a:pathLst>
                <a:path extrusionOk="0" h="322" w="322">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80"/>
            <p:cNvSpPr/>
            <p:nvPr/>
          </p:nvSpPr>
          <p:spPr>
            <a:xfrm>
              <a:off x="5031281" y="3184734"/>
              <a:ext cx="10201" cy="10613"/>
            </a:xfrm>
            <a:custGeom>
              <a:rect b="b" l="l" r="r" t="t"/>
              <a:pathLst>
                <a:path extrusionOk="0" h="335" w="322">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80"/>
            <p:cNvSpPr/>
            <p:nvPr/>
          </p:nvSpPr>
          <p:spPr>
            <a:xfrm>
              <a:off x="4998841" y="2995763"/>
              <a:ext cx="10201" cy="15492"/>
            </a:xfrm>
            <a:custGeom>
              <a:rect b="b" l="l" r="r" t="t"/>
              <a:pathLst>
                <a:path extrusionOk="0" h="489" w="322">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80"/>
            <p:cNvSpPr/>
            <p:nvPr/>
          </p:nvSpPr>
          <p:spPr>
            <a:xfrm>
              <a:off x="5063721" y="2995763"/>
              <a:ext cx="10201" cy="15492"/>
            </a:xfrm>
            <a:custGeom>
              <a:rect b="b" l="l" r="r" t="t"/>
              <a:pathLst>
                <a:path extrusionOk="0" h="489" w="322">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80"/>
            <p:cNvSpPr/>
            <p:nvPr/>
          </p:nvSpPr>
          <p:spPr>
            <a:xfrm>
              <a:off x="4993550"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80"/>
            <p:cNvSpPr/>
            <p:nvPr/>
          </p:nvSpPr>
          <p:spPr>
            <a:xfrm>
              <a:off x="5058051"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80"/>
            <p:cNvSpPr/>
            <p:nvPr/>
          </p:nvSpPr>
          <p:spPr>
            <a:xfrm>
              <a:off x="5007141" y="3025574"/>
              <a:ext cx="58481" cy="32092"/>
            </a:xfrm>
            <a:custGeom>
              <a:rect b="b" l="l" r="r" t="t"/>
              <a:pathLst>
                <a:path extrusionOk="0" h="1013" w="1846">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8" name="Google Shape;10398;p80"/>
          <p:cNvGrpSpPr/>
          <p:nvPr/>
        </p:nvGrpSpPr>
        <p:grpSpPr>
          <a:xfrm>
            <a:off x="7162775" y="2705713"/>
            <a:ext cx="259523" cy="346294"/>
            <a:chOff x="7162775" y="2881113"/>
            <a:chExt cx="259523" cy="346294"/>
          </a:xfrm>
        </p:grpSpPr>
        <p:sp>
          <p:nvSpPr>
            <p:cNvPr id="10399" name="Google Shape;10399;p80"/>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80"/>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80"/>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80"/>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80"/>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80"/>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5" name="Google Shape;10405;p80"/>
          <p:cNvGrpSpPr/>
          <p:nvPr/>
        </p:nvGrpSpPr>
        <p:grpSpPr>
          <a:xfrm>
            <a:off x="6709751" y="2706442"/>
            <a:ext cx="261075" cy="347815"/>
            <a:chOff x="6709751" y="2881842"/>
            <a:chExt cx="261075" cy="347815"/>
          </a:xfrm>
        </p:grpSpPr>
        <p:sp>
          <p:nvSpPr>
            <p:cNvPr id="10406" name="Google Shape;10406;p80"/>
            <p:cNvSpPr/>
            <p:nvPr/>
          </p:nvSpPr>
          <p:spPr>
            <a:xfrm>
              <a:off x="6709751" y="2881842"/>
              <a:ext cx="261075" cy="347815"/>
            </a:xfrm>
            <a:custGeom>
              <a:rect b="b" l="l" r="r" t="t"/>
              <a:pathLst>
                <a:path extrusionOk="0" h="10979" w="8241">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80"/>
            <p:cNvSpPr/>
            <p:nvPr/>
          </p:nvSpPr>
          <p:spPr>
            <a:xfrm>
              <a:off x="6819522" y="3044519"/>
              <a:ext cx="43402" cy="15396"/>
            </a:xfrm>
            <a:custGeom>
              <a:rect b="b" l="l" r="r" t="t"/>
              <a:pathLst>
                <a:path extrusionOk="0" h="486" w="137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80"/>
            <p:cNvSpPr/>
            <p:nvPr/>
          </p:nvSpPr>
          <p:spPr>
            <a:xfrm>
              <a:off x="6803682" y="3006344"/>
              <a:ext cx="10233" cy="15492"/>
            </a:xfrm>
            <a:custGeom>
              <a:rect b="b" l="l" r="r" t="t"/>
              <a:pathLst>
                <a:path extrusionOk="0" h="489" w="323">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80"/>
            <p:cNvSpPr/>
            <p:nvPr/>
          </p:nvSpPr>
          <p:spPr>
            <a:xfrm>
              <a:off x="6868183" y="3006344"/>
              <a:ext cx="10201" cy="15492"/>
            </a:xfrm>
            <a:custGeom>
              <a:rect b="b" l="l" r="r" t="t"/>
              <a:pathLst>
                <a:path extrusionOk="0" h="489" w="322">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80"/>
            <p:cNvSpPr/>
            <p:nvPr/>
          </p:nvSpPr>
          <p:spPr>
            <a:xfrm>
              <a:off x="6798011" y="2990124"/>
              <a:ext cx="21162" cy="10581"/>
            </a:xfrm>
            <a:custGeom>
              <a:rect b="b" l="l" r="r" t="t"/>
              <a:pathLst>
                <a:path extrusionOk="0" h="334" w="668">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80"/>
            <p:cNvSpPr/>
            <p:nvPr/>
          </p:nvSpPr>
          <p:spPr>
            <a:xfrm>
              <a:off x="6862892" y="2990124"/>
              <a:ext cx="21162" cy="10581"/>
            </a:xfrm>
            <a:custGeom>
              <a:rect b="b" l="l" r="r" t="t"/>
              <a:pathLst>
                <a:path extrusionOk="0" h="334" w="668">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2" name="Google Shape;10412;p80"/>
          <p:cNvGrpSpPr/>
          <p:nvPr/>
        </p:nvGrpSpPr>
        <p:grpSpPr>
          <a:xfrm>
            <a:off x="5807156" y="2705713"/>
            <a:ext cx="261043" cy="348163"/>
            <a:chOff x="5807156" y="2881113"/>
            <a:chExt cx="261043" cy="348163"/>
          </a:xfrm>
        </p:grpSpPr>
        <p:sp>
          <p:nvSpPr>
            <p:cNvPr id="10413" name="Google Shape;10413;p80"/>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80"/>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80"/>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80"/>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80"/>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8" name="Google Shape;10418;p80"/>
          <p:cNvGrpSpPr/>
          <p:nvPr/>
        </p:nvGrpSpPr>
        <p:grpSpPr>
          <a:xfrm>
            <a:off x="5355653" y="2706093"/>
            <a:ext cx="262184" cy="346643"/>
            <a:chOff x="5355653" y="2881493"/>
            <a:chExt cx="262184" cy="346643"/>
          </a:xfrm>
        </p:grpSpPr>
        <p:sp>
          <p:nvSpPr>
            <p:cNvPr id="10419" name="Google Shape;10419;p80"/>
            <p:cNvSpPr/>
            <p:nvPr/>
          </p:nvSpPr>
          <p:spPr>
            <a:xfrm>
              <a:off x="5465044" y="3060359"/>
              <a:ext cx="43402" cy="15777"/>
            </a:xfrm>
            <a:custGeom>
              <a:rect b="b" l="l" r="r" t="t"/>
              <a:pathLst>
                <a:path extrusionOk="0" h="498" w="137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80"/>
            <p:cNvSpPr/>
            <p:nvPr/>
          </p:nvSpPr>
          <p:spPr>
            <a:xfrm>
              <a:off x="5448823" y="3022564"/>
              <a:ext cx="10581" cy="15872"/>
            </a:xfrm>
            <a:custGeom>
              <a:rect b="b" l="l" r="r" t="t"/>
              <a:pathLst>
                <a:path extrusionOk="0" h="501" w="334">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80"/>
            <p:cNvSpPr/>
            <p:nvPr/>
          </p:nvSpPr>
          <p:spPr>
            <a:xfrm>
              <a:off x="5514084" y="3022564"/>
              <a:ext cx="10201" cy="15872"/>
            </a:xfrm>
            <a:custGeom>
              <a:rect b="b" l="l" r="r" t="t"/>
              <a:pathLst>
                <a:path extrusionOk="0" h="501" w="322">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80"/>
            <p:cNvSpPr/>
            <p:nvPr/>
          </p:nvSpPr>
          <p:spPr>
            <a:xfrm>
              <a:off x="5355653" y="2881493"/>
              <a:ext cx="262184" cy="346643"/>
            </a:xfrm>
            <a:custGeom>
              <a:rect b="b" l="l" r="r" t="t"/>
              <a:pathLst>
                <a:path extrusionOk="0" h="10942" w="8276">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80"/>
            <p:cNvSpPr/>
            <p:nvPr/>
          </p:nvSpPr>
          <p:spPr>
            <a:xfrm>
              <a:off x="5529924" y="3201335"/>
              <a:ext cx="10581" cy="26421"/>
            </a:xfrm>
            <a:custGeom>
              <a:rect b="b" l="l" r="r" t="t"/>
              <a:pathLst>
                <a:path extrusionOk="0" h="834" w="334">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4" name="Google Shape;10424;p80"/>
          <p:cNvGrpSpPr/>
          <p:nvPr/>
        </p:nvGrpSpPr>
        <p:grpSpPr>
          <a:xfrm>
            <a:off x="8055961" y="2706442"/>
            <a:ext cx="260283" cy="345914"/>
            <a:chOff x="8055961" y="2881842"/>
            <a:chExt cx="260283" cy="345914"/>
          </a:xfrm>
        </p:grpSpPr>
        <p:sp>
          <p:nvSpPr>
            <p:cNvPr id="10425" name="Google Shape;10425;p80"/>
            <p:cNvSpPr/>
            <p:nvPr/>
          </p:nvSpPr>
          <p:spPr>
            <a:xfrm>
              <a:off x="8055961" y="2881842"/>
              <a:ext cx="260283" cy="345914"/>
            </a:xfrm>
            <a:custGeom>
              <a:rect b="b" l="l" r="r" t="t"/>
              <a:pathLst>
                <a:path extrusionOk="0" h="10919" w="8216">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80"/>
            <p:cNvSpPr/>
            <p:nvPr/>
          </p:nvSpPr>
          <p:spPr>
            <a:xfrm>
              <a:off x="8164591" y="3033589"/>
              <a:ext cx="43402" cy="15396"/>
            </a:xfrm>
            <a:custGeom>
              <a:rect b="b" l="l" r="r" t="t"/>
              <a:pathLst>
                <a:path extrusionOk="0" h="486" w="137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80"/>
            <p:cNvSpPr/>
            <p:nvPr/>
          </p:nvSpPr>
          <p:spPr>
            <a:xfrm>
              <a:off x="8213632" y="2995383"/>
              <a:ext cx="10581" cy="15492"/>
            </a:xfrm>
            <a:custGeom>
              <a:rect b="b" l="l" r="r" t="t"/>
              <a:pathLst>
                <a:path extrusionOk="0" h="489" w="334">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80"/>
            <p:cNvSpPr/>
            <p:nvPr/>
          </p:nvSpPr>
          <p:spPr>
            <a:xfrm>
              <a:off x="8088401" y="3165758"/>
              <a:ext cx="21511" cy="61998"/>
            </a:xfrm>
            <a:custGeom>
              <a:rect b="b" l="l" r="r" t="t"/>
              <a:pathLst>
                <a:path extrusionOk="0" h="1957" w="679">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9" name="Google Shape;10429;p80"/>
          <p:cNvGrpSpPr/>
          <p:nvPr/>
        </p:nvGrpSpPr>
        <p:grpSpPr>
          <a:xfrm>
            <a:off x="7609368" y="2718512"/>
            <a:ext cx="264813" cy="353105"/>
            <a:chOff x="7609368" y="2893912"/>
            <a:chExt cx="264813" cy="353105"/>
          </a:xfrm>
        </p:grpSpPr>
        <p:sp>
          <p:nvSpPr>
            <p:cNvPr id="10430" name="Google Shape;10430;p80"/>
            <p:cNvSpPr/>
            <p:nvPr/>
          </p:nvSpPr>
          <p:spPr>
            <a:xfrm>
              <a:off x="7703267" y="3015753"/>
              <a:ext cx="10233" cy="15872"/>
            </a:xfrm>
            <a:custGeom>
              <a:rect b="b" l="l" r="r" t="t"/>
              <a:pathLst>
                <a:path extrusionOk="0" h="501" w="323">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80"/>
            <p:cNvSpPr/>
            <p:nvPr/>
          </p:nvSpPr>
          <p:spPr>
            <a:xfrm>
              <a:off x="7769288" y="3015753"/>
              <a:ext cx="10233" cy="15872"/>
            </a:xfrm>
            <a:custGeom>
              <a:rect b="b" l="l" r="r" t="t"/>
              <a:pathLst>
                <a:path extrusionOk="0" h="501" w="323">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80"/>
            <p:cNvSpPr/>
            <p:nvPr/>
          </p:nvSpPr>
          <p:spPr>
            <a:xfrm>
              <a:off x="7697628" y="2997664"/>
              <a:ext cx="21542" cy="11722"/>
            </a:xfrm>
            <a:custGeom>
              <a:rect b="b" l="l" r="r" t="t"/>
              <a:pathLst>
                <a:path extrusionOk="0" h="370" w="68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80"/>
            <p:cNvSpPr/>
            <p:nvPr/>
          </p:nvSpPr>
          <p:spPr>
            <a:xfrm>
              <a:off x="7763618" y="2997600"/>
              <a:ext cx="21542" cy="11785"/>
            </a:xfrm>
            <a:custGeom>
              <a:rect b="b" l="l" r="r" t="t"/>
              <a:pathLst>
                <a:path extrusionOk="0" h="372" w="68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80"/>
            <p:cNvSpPr/>
            <p:nvPr/>
          </p:nvSpPr>
          <p:spPr>
            <a:xfrm>
              <a:off x="7609368" y="2893912"/>
              <a:ext cx="264813" cy="353105"/>
            </a:xfrm>
            <a:custGeom>
              <a:rect b="b" l="l" r="r" t="t"/>
              <a:pathLst>
                <a:path extrusionOk="0" h="11146" w="8359">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80"/>
            <p:cNvSpPr/>
            <p:nvPr/>
          </p:nvSpPr>
          <p:spPr>
            <a:xfrm>
              <a:off x="7711219" y="3046324"/>
              <a:ext cx="60350" cy="32472"/>
            </a:xfrm>
            <a:custGeom>
              <a:rect b="b" l="l" r="r" t="t"/>
              <a:pathLst>
                <a:path extrusionOk="0" h="1025" w="1905">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6" name="Google Shape;10436;p80"/>
          <p:cNvGrpSpPr/>
          <p:nvPr/>
        </p:nvGrpSpPr>
        <p:grpSpPr>
          <a:xfrm>
            <a:off x="6248458" y="2694372"/>
            <a:ext cx="270864" cy="360645"/>
            <a:chOff x="6248458" y="2869772"/>
            <a:chExt cx="270864" cy="360645"/>
          </a:xfrm>
        </p:grpSpPr>
        <p:sp>
          <p:nvSpPr>
            <p:cNvPr id="10437" name="Google Shape;10437;p80"/>
            <p:cNvSpPr/>
            <p:nvPr/>
          </p:nvSpPr>
          <p:spPr>
            <a:xfrm>
              <a:off x="6345399" y="2995003"/>
              <a:ext cx="10201" cy="15872"/>
            </a:xfrm>
            <a:custGeom>
              <a:rect b="b" l="l" r="r" t="t"/>
              <a:pathLst>
                <a:path extrusionOk="0" h="501" w="322">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80"/>
            <p:cNvSpPr/>
            <p:nvPr/>
          </p:nvSpPr>
          <p:spPr>
            <a:xfrm>
              <a:off x="6412529" y="2995003"/>
              <a:ext cx="10993" cy="15872"/>
            </a:xfrm>
            <a:custGeom>
              <a:rect b="b" l="l" r="r" t="t"/>
              <a:pathLst>
                <a:path extrusionOk="0" h="501" w="347">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80"/>
            <p:cNvSpPr/>
            <p:nvPr/>
          </p:nvSpPr>
          <p:spPr>
            <a:xfrm>
              <a:off x="6248458" y="2869772"/>
              <a:ext cx="270864" cy="360645"/>
            </a:xfrm>
            <a:custGeom>
              <a:rect b="b" l="l" r="r" t="t"/>
              <a:pathLst>
                <a:path extrusionOk="0" h="11384" w="855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80"/>
            <p:cNvSpPr/>
            <p:nvPr/>
          </p:nvSpPr>
          <p:spPr>
            <a:xfrm>
              <a:off x="6339728" y="2977294"/>
              <a:ext cx="21542" cy="10581"/>
            </a:xfrm>
            <a:custGeom>
              <a:rect b="b" l="l" r="r" t="t"/>
              <a:pathLst>
                <a:path extrusionOk="0" h="334" w="68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80"/>
            <p:cNvSpPr/>
            <p:nvPr/>
          </p:nvSpPr>
          <p:spPr>
            <a:xfrm>
              <a:off x="6353319" y="3025194"/>
              <a:ext cx="61903" cy="32852"/>
            </a:xfrm>
            <a:custGeom>
              <a:rect b="b" l="l" r="r" t="t"/>
              <a:pathLst>
                <a:path extrusionOk="0" h="1037" w="1954">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2" name="Google Shape;10442;p80"/>
          <p:cNvGrpSpPr/>
          <p:nvPr/>
        </p:nvGrpSpPr>
        <p:grpSpPr>
          <a:xfrm>
            <a:off x="3075928" y="2270398"/>
            <a:ext cx="363243" cy="300675"/>
            <a:chOff x="3075928" y="2445798"/>
            <a:chExt cx="363243" cy="300675"/>
          </a:xfrm>
        </p:grpSpPr>
        <p:sp>
          <p:nvSpPr>
            <p:cNvPr id="10443" name="Google Shape;10443;p80"/>
            <p:cNvSpPr/>
            <p:nvPr/>
          </p:nvSpPr>
          <p:spPr>
            <a:xfrm>
              <a:off x="3227168" y="2675542"/>
              <a:ext cx="37002" cy="10581"/>
            </a:xfrm>
            <a:custGeom>
              <a:rect b="b" l="l" r="r" t="t"/>
              <a:pathLst>
                <a:path extrusionOk="0" h="334" w="1168">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80"/>
            <p:cNvSpPr/>
            <p:nvPr/>
          </p:nvSpPr>
          <p:spPr>
            <a:xfrm>
              <a:off x="3075928" y="2445798"/>
              <a:ext cx="363243" cy="300675"/>
            </a:xfrm>
            <a:custGeom>
              <a:rect b="b" l="l" r="r" t="t"/>
              <a:pathLst>
                <a:path extrusionOk="0" h="9491" w="11466">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80"/>
            <p:cNvSpPr/>
            <p:nvPr/>
          </p:nvSpPr>
          <p:spPr>
            <a:xfrm>
              <a:off x="3141537" y="2565390"/>
              <a:ext cx="37763" cy="37382"/>
            </a:xfrm>
            <a:custGeom>
              <a:rect b="b" l="l" r="r" t="t"/>
              <a:pathLst>
                <a:path extrusionOk="0" h="1180" w="1192">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80"/>
            <p:cNvSpPr/>
            <p:nvPr/>
          </p:nvSpPr>
          <p:spPr>
            <a:xfrm>
              <a:off x="3185287" y="2565390"/>
              <a:ext cx="73593" cy="10233"/>
            </a:xfrm>
            <a:custGeom>
              <a:rect b="b" l="l" r="r" t="t"/>
              <a:pathLst>
                <a:path extrusionOk="0" h="323" w="2323">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80"/>
            <p:cNvSpPr/>
            <p:nvPr/>
          </p:nvSpPr>
          <p:spPr>
            <a:xfrm>
              <a:off x="3185287" y="2578601"/>
              <a:ext cx="73593" cy="10201"/>
            </a:xfrm>
            <a:custGeom>
              <a:rect b="b" l="l" r="r" t="t"/>
              <a:pathLst>
                <a:path extrusionOk="0" h="322" w="2323">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80"/>
            <p:cNvSpPr/>
            <p:nvPr/>
          </p:nvSpPr>
          <p:spPr>
            <a:xfrm>
              <a:off x="3185287" y="2591811"/>
              <a:ext cx="73212" cy="10201"/>
            </a:xfrm>
            <a:custGeom>
              <a:rect b="b" l="l" r="r" t="t"/>
              <a:pathLst>
                <a:path extrusionOk="0" h="322" w="2311">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80"/>
            <p:cNvSpPr/>
            <p:nvPr/>
          </p:nvSpPr>
          <p:spPr>
            <a:xfrm>
              <a:off x="3141537" y="2609520"/>
              <a:ext cx="37763" cy="37382"/>
            </a:xfrm>
            <a:custGeom>
              <a:rect b="b" l="l" r="r" t="t"/>
              <a:pathLst>
                <a:path extrusionOk="0" h="1180" w="1192">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80"/>
            <p:cNvSpPr/>
            <p:nvPr/>
          </p:nvSpPr>
          <p:spPr>
            <a:xfrm>
              <a:off x="3185287" y="2609520"/>
              <a:ext cx="73212" cy="10613"/>
            </a:xfrm>
            <a:custGeom>
              <a:rect b="b" l="l" r="r" t="t"/>
              <a:pathLst>
                <a:path extrusionOk="0" h="335" w="2311">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80"/>
            <p:cNvSpPr/>
            <p:nvPr/>
          </p:nvSpPr>
          <p:spPr>
            <a:xfrm>
              <a:off x="3185287" y="2622731"/>
              <a:ext cx="73212" cy="10581"/>
            </a:xfrm>
            <a:custGeom>
              <a:rect b="b" l="l" r="r" t="t"/>
              <a:pathLst>
                <a:path extrusionOk="0" h="334" w="2311">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80"/>
            <p:cNvSpPr/>
            <p:nvPr/>
          </p:nvSpPr>
          <p:spPr>
            <a:xfrm>
              <a:off x="3185287" y="2636670"/>
              <a:ext cx="73212" cy="10233"/>
            </a:xfrm>
            <a:custGeom>
              <a:rect b="b" l="l" r="r" t="t"/>
              <a:pathLst>
                <a:path extrusionOk="0" h="323" w="2311">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80"/>
            <p:cNvSpPr/>
            <p:nvPr/>
          </p:nvSpPr>
          <p:spPr>
            <a:xfrm>
              <a:off x="3330509" y="2471839"/>
              <a:ext cx="82653" cy="82653"/>
            </a:xfrm>
            <a:custGeom>
              <a:rect b="b" l="l" r="r" t="t"/>
              <a:pathLst>
                <a:path extrusionOk="0" h="2609" w="2609">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4" name="Google Shape;10454;p80"/>
          <p:cNvGrpSpPr/>
          <p:nvPr/>
        </p:nvGrpSpPr>
        <p:grpSpPr>
          <a:xfrm>
            <a:off x="2633105" y="2256459"/>
            <a:ext cx="363243" cy="328585"/>
            <a:chOff x="2633105" y="2431859"/>
            <a:chExt cx="363243" cy="328585"/>
          </a:xfrm>
        </p:grpSpPr>
        <p:sp>
          <p:nvSpPr>
            <p:cNvPr id="10455" name="Google Shape;10455;p80"/>
            <p:cNvSpPr/>
            <p:nvPr/>
          </p:nvSpPr>
          <p:spPr>
            <a:xfrm>
              <a:off x="2633105" y="2498260"/>
              <a:ext cx="250462" cy="262184"/>
            </a:xfrm>
            <a:custGeom>
              <a:rect b="b" l="l" r="r" t="t"/>
              <a:pathLst>
                <a:path extrusionOk="0" h="8276" w="7906">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80"/>
            <p:cNvSpPr/>
            <p:nvPr/>
          </p:nvSpPr>
          <p:spPr>
            <a:xfrm>
              <a:off x="2772655" y="2680800"/>
              <a:ext cx="38491" cy="10613"/>
            </a:xfrm>
            <a:custGeom>
              <a:rect b="b" l="l" r="r" t="t"/>
              <a:pathLst>
                <a:path extrusionOk="0" h="335" w="1215">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80"/>
            <p:cNvSpPr/>
            <p:nvPr/>
          </p:nvSpPr>
          <p:spPr>
            <a:xfrm>
              <a:off x="272928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80"/>
            <p:cNvSpPr/>
            <p:nvPr/>
          </p:nvSpPr>
          <p:spPr>
            <a:xfrm>
              <a:off x="2774176" y="2583131"/>
              <a:ext cx="35482" cy="35862"/>
            </a:xfrm>
            <a:custGeom>
              <a:rect b="b" l="l" r="r" t="t"/>
              <a:pathLst>
                <a:path extrusionOk="0" h="1132" w="112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80"/>
            <p:cNvSpPr/>
            <p:nvPr/>
          </p:nvSpPr>
          <p:spPr>
            <a:xfrm>
              <a:off x="281792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80"/>
            <p:cNvSpPr/>
            <p:nvPr/>
          </p:nvSpPr>
          <p:spPr>
            <a:xfrm>
              <a:off x="2653475" y="2431859"/>
              <a:ext cx="342873" cy="275394"/>
            </a:xfrm>
            <a:custGeom>
              <a:rect b="b" l="l" r="r" t="t"/>
              <a:pathLst>
                <a:path extrusionOk="0" h="8693" w="10823">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80"/>
            <p:cNvSpPr/>
            <p:nvPr/>
          </p:nvSpPr>
          <p:spPr>
            <a:xfrm>
              <a:off x="2881286" y="2460529"/>
              <a:ext cx="87532" cy="87912"/>
            </a:xfrm>
            <a:custGeom>
              <a:rect b="b" l="l" r="r" t="t"/>
              <a:pathLst>
                <a:path extrusionOk="0" h="2775" w="2763">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80"/>
            <p:cNvSpPr/>
            <p:nvPr/>
          </p:nvSpPr>
          <p:spPr>
            <a:xfrm>
              <a:off x="2908436" y="2488059"/>
              <a:ext cx="33612" cy="33993"/>
            </a:xfrm>
            <a:custGeom>
              <a:rect b="b" l="l" r="r" t="t"/>
              <a:pathLst>
                <a:path extrusionOk="0" h="1073" w="1061">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3" name="Google Shape;10463;p80"/>
          <p:cNvGrpSpPr/>
          <p:nvPr/>
        </p:nvGrpSpPr>
        <p:grpSpPr>
          <a:xfrm>
            <a:off x="2189142" y="2245910"/>
            <a:ext cx="365904" cy="350064"/>
            <a:chOff x="2189142" y="2421310"/>
            <a:chExt cx="365904" cy="350064"/>
          </a:xfrm>
        </p:grpSpPr>
        <p:sp>
          <p:nvSpPr>
            <p:cNvPr id="10464" name="Google Shape;10464;p80"/>
            <p:cNvSpPr/>
            <p:nvPr/>
          </p:nvSpPr>
          <p:spPr>
            <a:xfrm>
              <a:off x="2400384" y="2421310"/>
              <a:ext cx="154662" cy="162613"/>
            </a:xfrm>
            <a:custGeom>
              <a:rect b="b" l="l" r="r" t="t"/>
              <a:pathLst>
                <a:path extrusionOk="0" h="5133" w="4882">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80"/>
            <p:cNvSpPr/>
            <p:nvPr/>
          </p:nvSpPr>
          <p:spPr>
            <a:xfrm>
              <a:off x="2292862" y="2724899"/>
              <a:ext cx="168252" cy="46475"/>
            </a:xfrm>
            <a:custGeom>
              <a:rect b="b" l="l" r="r" t="t"/>
              <a:pathLst>
                <a:path extrusionOk="0" h="1467" w="5311">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80"/>
            <p:cNvSpPr/>
            <p:nvPr/>
          </p:nvSpPr>
          <p:spPr>
            <a:xfrm>
              <a:off x="2189142" y="2460149"/>
              <a:ext cx="266714" cy="310844"/>
            </a:xfrm>
            <a:custGeom>
              <a:rect b="b" l="l" r="r" t="t"/>
              <a:pathLst>
                <a:path extrusionOk="0" h="9812" w="8419">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80"/>
            <p:cNvSpPr/>
            <p:nvPr/>
          </p:nvSpPr>
          <p:spPr>
            <a:xfrm>
              <a:off x="2320012" y="2699682"/>
              <a:ext cx="10993" cy="11341"/>
            </a:xfrm>
            <a:custGeom>
              <a:rect b="b" l="l" r="r" t="t"/>
              <a:pathLst>
                <a:path extrusionOk="0" h="358" w="347">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80"/>
            <p:cNvSpPr/>
            <p:nvPr/>
          </p:nvSpPr>
          <p:spPr>
            <a:xfrm>
              <a:off x="2320012" y="2718151"/>
              <a:ext cx="10993" cy="11341"/>
            </a:xfrm>
            <a:custGeom>
              <a:rect b="b" l="l" r="r" t="t"/>
              <a:pathLst>
                <a:path extrusionOk="0" h="358" w="347">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80"/>
            <p:cNvSpPr/>
            <p:nvPr/>
          </p:nvSpPr>
          <p:spPr>
            <a:xfrm>
              <a:off x="2364522" y="2716662"/>
              <a:ext cx="63804" cy="30571"/>
            </a:xfrm>
            <a:custGeom>
              <a:rect b="b" l="l" r="r" t="t"/>
              <a:pathLst>
                <a:path extrusionOk="0" h="965" w="2014">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80"/>
            <p:cNvSpPr/>
            <p:nvPr/>
          </p:nvSpPr>
          <p:spPr>
            <a:xfrm>
              <a:off x="2437323" y="2454510"/>
              <a:ext cx="82273" cy="83002"/>
            </a:xfrm>
            <a:custGeom>
              <a:rect b="b" l="l" r="r" t="t"/>
              <a:pathLst>
                <a:path extrusionOk="0" h="2620" w="2597">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80"/>
            <p:cNvSpPr/>
            <p:nvPr/>
          </p:nvSpPr>
          <p:spPr>
            <a:xfrm>
              <a:off x="2462603" y="2479759"/>
              <a:ext cx="32092" cy="32092"/>
            </a:xfrm>
            <a:custGeom>
              <a:rect b="b" l="l" r="r" t="t"/>
              <a:pathLst>
                <a:path extrusionOk="0" h="1013" w="1013">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80"/>
            <p:cNvSpPr/>
            <p:nvPr/>
          </p:nvSpPr>
          <p:spPr>
            <a:xfrm>
              <a:off x="2314373" y="2546921"/>
              <a:ext cx="21891" cy="36242"/>
            </a:xfrm>
            <a:custGeom>
              <a:rect b="b" l="l" r="r" t="t"/>
              <a:pathLst>
                <a:path extrusionOk="0" h="1144" w="691">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73" name="Google Shape;10473;p80"/>
          <p:cNvSpPr/>
          <p:nvPr/>
        </p:nvSpPr>
        <p:spPr>
          <a:xfrm>
            <a:off x="3518751" y="2239859"/>
            <a:ext cx="364003" cy="361405"/>
          </a:xfrm>
          <a:custGeom>
            <a:rect b="b" l="l" r="r" t="t"/>
            <a:pathLst>
              <a:path extrusionOk="0" h="11408" w="1149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74" name="Google Shape;10474;p80"/>
          <p:cNvGrpSpPr/>
          <p:nvPr/>
        </p:nvGrpSpPr>
        <p:grpSpPr>
          <a:xfrm>
            <a:off x="3961923" y="2310917"/>
            <a:ext cx="364415" cy="220936"/>
            <a:chOff x="3961923" y="2486317"/>
            <a:chExt cx="364415" cy="220936"/>
          </a:xfrm>
        </p:grpSpPr>
        <p:sp>
          <p:nvSpPr>
            <p:cNvPr id="10475" name="Google Shape;10475;p80"/>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80"/>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80"/>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80"/>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79" name="Google Shape;10479;p80"/>
          <p:cNvSpPr/>
          <p:nvPr/>
        </p:nvSpPr>
        <p:spPr>
          <a:xfrm>
            <a:off x="1747839" y="2238750"/>
            <a:ext cx="361754" cy="362514"/>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80" name="Google Shape;10480;p80"/>
          <p:cNvGrpSpPr/>
          <p:nvPr/>
        </p:nvGrpSpPr>
        <p:grpSpPr>
          <a:xfrm>
            <a:off x="1303876" y="2243977"/>
            <a:ext cx="363275" cy="354626"/>
            <a:chOff x="1303876" y="2419377"/>
            <a:chExt cx="363275" cy="354626"/>
          </a:xfrm>
        </p:grpSpPr>
        <p:sp>
          <p:nvSpPr>
            <p:cNvPr id="10481" name="Google Shape;10481;p80"/>
            <p:cNvSpPr/>
            <p:nvPr/>
          </p:nvSpPr>
          <p:spPr>
            <a:xfrm>
              <a:off x="1303876" y="2507701"/>
              <a:ext cx="363275" cy="266302"/>
            </a:xfrm>
            <a:custGeom>
              <a:rect b="b" l="l" r="r" t="t"/>
              <a:pathLst>
                <a:path extrusionOk="0" h="8406" w="11467">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80"/>
            <p:cNvSpPr/>
            <p:nvPr/>
          </p:nvSpPr>
          <p:spPr>
            <a:xfrm>
              <a:off x="1399296" y="2419377"/>
              <a:ext cx="172054" cy="104924"/>
            </a:xfrm>
            <a:custGeom>
              <a:rect b="b" l="l" r="r" t="t"/>
              <a:pathLst>
                <a:path extrusionOk="0" h="3312" w="5431">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80"/>
            <p:cNvSpPr/>
            <p:nvPr/>
          </p:nvSpPr>
          <p:spPr>
            <a:xfrm>
              <a:off x="1428346" y="2463191"/>
              <a:ext cx="10581" cy="11341"/>
            </a:xfrm>
            <a:custGeom>
              <a:rect b="b" l="l" r="r" t="t"/>
              <a:pathLst>
                <a:path extrusionOk="0" h="358" w="334">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80"/>
            <p:cNvSpPr/>
            <p:nvPr/>
          </p:nvSpPr>
          <p:spPr>
            <a:xfrm>
              <a:off x="1443426"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80"/>
            <p:cNvSpPr/>
            <p:nvPr/>
          </p:nvSpPr>
          <p:spPr>
            <a:xfrm>
              <a:off x="1458537" y="2463191"/>
              <a:ext cx="10581" cy="11341"/>
            </a:xfrm>
            <a:custGeom>
              <a:rect b="b" l="l" r="r" t="t"/>
              <a:pathLst>
                <a:path extrusionOk="0" h="358" w="334">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80"/>
            <p:cNvSpPr/>
            <p:nvPr/>
          </p:nvSpPr>
          <p:spPr>
            <a:xfrm>
              <a:off x="150228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80"/>
            <p:cNvSpPr/>
            <p:nvPr/>
          </p:nvSpPr>
          <p:spPr>
            <a:xfrm>
              <a:off x="151736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80"/>
            <p:cNvSpPr/>
            <p:nvPr/>
          </p:nvSpPr>
          <p:spPr>
            <a:xfrm>
              <a:off x="1532067"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9" name="Google Shape;10489;p80"/>
          <p:cNvGrpSpPr/>
          <p:nvPr/>
        </p:nvGrpSpPr>
        <p:grpSpPr>
          <a:xfrm>
            <a:off x="861053" y="2239510"/>
            <a:ext cx="362134" cy="363623"/>
            <a:chOff x="861053" y="2414910"/>
            <a:chExt cx="362134" cy="363623"/>
          </a:xfrm>
        </p:grpSpPr>
        <p:sp>
          <p:nvSpPr>
            <p:cNvPr id="10490" name="Google Shape;10490;p80"/>
            <p:cNvSpPr/>
            <p:nvPr/>
          </p:nvSpPr>
          <p:spPr>
            <a:xfrm>
              <a:off x="965153" y="2609235"/>
              <a:ext cx="64912" cy="63677"/>
            </a:xfrm>
            <a:custGeom>
              <a:rect b="b" l="l" r="r" t="t"/>
              <a:pathLst>
                <a:path extrusionOk="0" h="2010" w="2049">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80"/>
            <p:cNvSpPr/>
            <p:nvPr/>
          </p:nvSpPr>
          <p:spPr>
            <a:xfrm>
              <a:off x="861053" y="2479854"/>
              <a:ext cx="298394" cy="298679"/>
            </a:xfrm>
            <a:custGeom>
              <a:rect b="b" l="l" r="r" t="t"/>
              <a:pathLst>
                <a:path extrusionOk="0" h="9428" w="9419">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80"/>
            <p:cNvSpPr/>
            <p:nvPr/>
          </p:nvSpPr>
          <p:spPr>
            <a:xfrm>
              <a:off x="1128875" y="2455366"/>
              <a:ext cx="54711" cy="53856"/>
            </a:xfrm>
            <a:custGeom>
              <a:rect b="b" l="l" r="r" t="t"/>
              <a:pathLst>
                <a:path extrusionOk="0" h="1700" w="1727">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80"/>
            <p:cNvSpPr/>
            <p:nvPr/>
          </p:nvSpPr>
          <p:spPr>
            <a:xfrm>
              <a:off x="1099445" y="2414910"/>
              <a:ext cx="10581" cy="71692"/>
            </a:xfrm>
            <a:custGeom>
              <a:rect b="b" l="l" r="r" t="t"/>
              <a:pathLst>
                <a:path extrusionOk="0" h="2263" w="334">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80"/>
            <p:cNvSpPr/>
            <p:nvPr/>
          </p:nvSpPr>
          <p:spPr>
            <a:xfrm>
              <a:off x="1151495" y="2528420"/>
              <a:ext cx="71692" cy="10613"/>
            </a:xfrm>
            <a:custGeom>
              <a:rect b="b" l="l" r="r" t="t"/>
              <a:pathLst>
                <a:path extrusionOk="0" h="335" w="2263">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5" name="Google Shape;10495;p80"/>
          <p:cNvGrpSpPr/>
          <p:nvPr/>
        </p:nvGrpSpPr>
        <p:grpSpPr>
          <a:xfrm>
            <a:off x="7594288" y="2239859"/>
            <a:ext cx="279513" cy="355735"/>
            <a:chOff x="7594288" y="2415259"/>
            <a:chExt cx="279513" cy="355735"/>
          </a:xfrm>
        </p:grpSpPr>
        <p:sp>
          <p:nvSpPr>
            <p:cNvPr id="10496" name="Google Shape;10496;p80"/>
            <p:cNvSpPr/>
            <p:nvPr/>
          </p:nvSpPr>
          <p:spPr>
            <a:xfrm>
              <a:off x="7696108" y="2531841"/>
              <a:ext cx="10233" cy="16220"/>
            </a:xfrm>
            <a:custGeom>
              <a:rect b="b" l="l" r="r" t="t"/>
              <a:pathLst>
                <a:path extrusionOk="0" h="512" w="323">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80"/>
            <p:cNvSpPr/>
            <p:nvPr/>
          </p:nvSpPr>
          <p:spPr>
            <a:xfrm>
              <a:off x="7762889" y="2531841"/>
              <a:ext cx="10581" cy="16220"/>
            </a:xfrm>
            <a:custGeom>
              <a:rect b="b" l="l" r="r" t="t"/>
              <a:pathLst>
                <a:path extrusionOk="0" h="512" w="334">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80"/>
            <p:cNvSpPr/>
            <p:nvPr/>
          </p:nvSpPr>
          <p:spPr>
            <a:xfrm>
              <a:off x="7711948" y="2571156"/>
              <a:ext cx="45302" cy="15777"/>
            </a:xfrm>
            <a:custGeom>
              <a:rect b="b" l="l" r="r" t="t"/>
              <a:pathLst>
                <a:path extrusionOk="0" h="498" w="143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80"/>
            <p:cNvSpPr/>
            <p:nvPr/>
          </p:nvSpPr>
          <p:spPr>
            <a:xfrm>
              <a:off x="7594288" y="2415259"/>
              <a:ext cx="279513" cy="355735"/>
            </a:xfrm>
            <a:custGeom>
              <a:rect b="b" l="l" r="r" t="t"/>
              <a:pathLst>
                <a:path extrusionOk="0" h="11229" w="8823">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80"/>
            <p:cNvSpPr/>
            <p:nvPr/>
          </p:nvSpPr>
          <p:spPr>
            <a:xfrm>
              <a:off x="7690469" y="2515241"/>
              <a:ext cx="21511" cy="10581"/>
            </a:xfrm>
            <a:custGeom>
              <a:rect b="b" l="l" r="r" t="t"/>
              <a:pathLst>
                <a:path extrusionOk="0" h="334" w="679">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80"/>
            <p:cNvSpPr/>
            <p:nvPr/>
          </p:nvSpPr>
          <p:spPr>
            <a:xfrm>
              <a:off x="7757218" y="2515241"/>
              <a:ext cx="21923" cy="10581"/>
            </a:xfrm>
            <a:custGeom>
              <a:rect b="b" l="l" r="r" t="t"/>
              <a:pathLst>
                <a:path extrusionOk="0" h="334" w="692">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2" name="Google Shape;10502;p80"/>
          <p:cNvGrpSpPr/>
          <p:nvPr/>
        </p:nvGrpSpPr>
        <p:grpSpPr>
          <a:xfrm>
            <a:off x="7145794" y="2240239"/>
            <a:ext cx="278784" cy="355735"/>
            <a:chOff x="7145794" y="2415639"/>
            <a:chExt cx="278784" cy="355735"/>
          </a:xfrm>
        </p:grpSpPr>
        <p:sp>
          <p:nvSpPr>
            <p:cNvPr id="10503" name="Google Shape;10503;p80"/>
            <p:cNvSpPr/>
            <p:nvPr/>
          </p:nvSpPr>
          <p:spPr>
            <a:xfrm>
              <a:off x="7247265" y="2520880"/>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80"/>
            <p:cNvSpPr/>
            <p:nvPr/>
          </p:nvSpPr>
          <p:spPr>
            <a:xfrm>
              <a:off x="7313635" y="2520880"/>
              <a:ext cx="10613" cy="16252"/>
            </a:xfrm>
            <a:custGeom>
              <a:rect b="b" l="l" r="r" t="t"/>
              <a:pathLst>
                <a:path extrusionOk="0" h="513" w="335">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80"/>
            <p:cNvSpPr/>
            <p:nvPr/>
          </p:nvSpPr>
          <p:spPr>
            <a:xfrm>
              <a:off x="7145794" y="2415639"/>
              <a:ext cx="278784" cy="355735"/>
            </a:xfrm>
            <a:custGeom>
              <a:rect b="b" l="l" r="r" t="t"/>
              <a:pathLst>
                <a:path extrusionOk="0" h="11229" w="880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80"/>
            <p:cNvSpPr/>
            <p:nvPr/>
          </p:nvSpPr>
          <p:spPr>
            <a:xfrm>
              <a:off x="7254045" y="2717834"/>
              <a:ext cx="23031" cy="12799"/>
            </a:xfrm>
            <a:custGeom>
              <a:rect b="b" l="l" r="r" t="t"/>
              <a:pathLst>
                <a:path extrusionOk="0" h="404" w="727">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80"/>
            <p:cNvSpPr/>
            <p:nvPr/>
          </p:nvSpPr>
          <p:spPr>
            <a:xfrm>
              <a:off x="7287626" y="2719703"/>
              <a:ext cx="22271" cy="12070"/>
            </a:xfrm>
            <a:custGeom>
              <a:rect b="b" l="l" r="r" t="t"/>
              <a:pathLst>
                <a:path extrusionOk="0" h="381" w="703">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80"/>
            <p:cNvSpPr/>
            <p:nvPr/>
          </p:nvSpPr>
          <p:spPr>
            <a:xfrm>
              <a:off x="7224614" y="2703357"/>
              <a:ext cx="21162" cy="17107"/>
            </a:xfrm>
            <a:custGeom>
              <a:rect b="b" l="l" r="r" t="t"/>
              <a:pathLst>
                <a:path extrusionOk="0" h="540" w="668">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80"/>
            <p:cNvSpPr/>
            <p:nvPr/>
          </p:nvSpPr>
          <p:spPr>
            <a:xfrm>
              <a:off x="7319306" y="2706335"/>
              <a:ext cx="21162" cy="15998"/>
            </a:xfrm>
            <a:custGeom>
              <a:rect b="b" l="l" r="r" t="t"/>
              <a:pathLst>
                <a:path extrusionOk="0" h="505" w="668">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80"/>
            <p:cNvSpPr/>
            <p:nvPr/>
          </p:nvSpPr>
          <p:spPr>
            <a:xfrm>
              <a:off x="7202375" y="2678234"/>
              <a:ext cx="18501" cy="19578"/>
            </a:xfrm>
            <a:custGeom>
              <a:rect b="b" l="l" r="r" t="t"/>
              <a:pathLst>
                <a:path extrusionOk="0" h="618" w="584">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80"/>
            <p:cNvSpPr/>
            <p:nvPr/>
          </p:nvSpPr>
          <p:spPr>
            <a:xfrm>
              <a:off x="7345695" y="2683335"/>
              <a:ext cx="18913" cy="19388"/>
            </a:xfrm>
            <a:custGeom>
              <a:rect b="b" l="l" r="r" t="t"/>
              <a:pathLst>
                <a:path extrusionOk="0" h="612" w="597">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80"/>
            <p:cNvSpPr/>
            <p:nvPr/>
          </p:nvSpPr>
          <p:spPr>
            <a:xfrm>
              <a:off x="7280086" y="2559751"/>
              <a:ext cx="21891" cy="10201"/>
            </a:xfrm>
            <a:custGeom>
              <a:rect b="b" l="l" r="r" t="t"/>
              <a:pathLst>
                <a:path extrusionOk="0" h="322" w="691">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3" name="Google Shape;10513;p80"/>
          <p:cNvGrpSpPr/>
          <p:nvPr/>
        </p:nvGrpSpPr>
        <p:grpSpPr>
          <a:xfrm>
            <a:off x="6698441" y="2239130"/>
            <a:ext cx="277644" cy="357984"/>
            <a:chOff x="6698441" y="2414530"/>
            <a:chExt cx="277644" cy="357984"/>
          </a:xfrm>
        </p:grpSpPr>
        <p:sp>
          <p:nvSpPr>
            <p:cNvPr id="10514" name="Google Shape;10514;p80"/>
            <p:cNvSpPr/>
            <p:nvPr/>
          </p:nvSpPr>
          <p:spPr>
            <a:xfrm>
              <a:off x="6764462" y="2710611"/>
              <a:ext cx="10201" cy="60382"/>
            </a:xfrm>
            <a:custGeom>
              <a:rect b="b" l="l" r="r" t="t"/>
              <a:pathLst>
                <a:path extrusionOk="0" h="1906" w="322">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80"/>
            <p:cNvSpPr/>
            <p:nvPr/>
          </p:nvSpPr>
          <p:spPr>
            <a:xfrm>
              <a:off x="6898374" y="2710611"/>
              <a:ext cx="10201" cy="60382"/>
            </a:xfrm>
            <a:custGeom>
              <a:rect b="b" l="l" r="r" t="t"/>
              <a:pathLst>
                <a:path extrusionOk="0" h="1906" w="322">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80"/>
            <p:cNvSpPr/>
            <p:nvPr/>
          </p:nvSpPr>
          <p:spPr>
            <a:xfrm>
              <a:off x="6698441" y="2414530"/>
              <a:ext cx="277644" cy="357984"/>
            </a:xfrm>
            <a:custGeom>
              <a:rect b="b" l="l" r="r" t="t"/>
              <a:pathLst>
                <a:path extrusionOk="0" h="11300" w="8764">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80"/>
            <p:cNvSpPr/>
            <p:nvPr/>
          </p:nvSpPr>
          <p:spPr>
            <a:xfrm>
              <a:off x="6813503" y="2560195"/>
              <a:ext cx="45271" cy="16157"/>
            </a:xfrm>
            <a:custGeom>
              <a:rect b="b" l="l" r="r" t="t"/>
              <a:pathLst>
                <a:path extrusionOk="0" h="510" w="1429">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80"/>
            <p:cNvSpPr/>
            <p:nvPr/>
          </p:nvSpPr>
          <p:spPr>
            <a:xfrm>
              <a:off x="6792372" y="2493350"/>
              <a:ext cx="26801" cy="10233"/>
            </a:xfrm>
            <a:custGeom>
              <a:rect b="b" l="l" r="r" t="t"/>
              <a:pathLst>
                <a:path extrusionOk="0" h="323" w="846">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80"/>
            <p:cNvSpPr/>
            <p:nvPr/>
          </p:nvSpPr>
          <p:spPr>
            <a:xfrm>
              <a:off x="6853483" y="2493350"/>
              <a:ext cx="26801" cy="10233"/>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0" name="Google Shape;10520;p80"/>
          <p:cNvGrpSpPr/>
          <p:nvPr/>
        </p:nvGrpSpPr>
        <p:grpSpPr>
          <a:xfrm>
            <a:off x="4897750" y="2240239"/>
            <a:ext cx="279513" cy="357255"/>
            <a:chOff x="4897750" y="2415639"/>
            <a:chExt cx="279513" cy="357255"/>
          </a:xfrm>
        </p:grpSpPr>
        <p:sp>
          <p:nvSpPr>
            <p:cNvPr id="10521" name="Google Shape;10521;p80"/>
            <p:cNvSpPr/>
            <p:nvPr/>
          </p:nvSpPr>
          <p:spPr>
            <a:xfrm>
              <a:off x="4964119" y="2715522"/>
              <a:ext cx="10613" cy="55472"/>
            </a:xfrm>
            <a:custGeom>
              <a:rect b="b" l="l" r="r" t="t"/>
              <a:pathLst>
                <a:path extrusionOk="0" h="1751" w="335">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80"/>
            <p:cNvSpPr/>
            <p:nvPr/>
          </p:nvSpPr>
          <p:spPr>
            <a:xfrm>
              <a:off x="5098031" y="2715522"/>
              <a:ext cx="10581" cy="55472"/>
            </a:xfrm>
            <a:custGeom>
              <a:rect b="b" l="l" r="r" t="t"/>
              <a:pathLst>
                <a:path extrusionOk="0" h="1751" w="334">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80"/>
            <p:cNvSpPr/>
            <p:nvPr/>
          </p:nvSpPr>
          <p:spPr>
            <a:xfrm>
              <a:off x="4897750" y="2415639"/>
              <a:ext cx="279513" cy="357255"/>
            </a:xfrm>
            <a:custGeom>
              <a:rect b="b" l="l" r="r" t="t"/>
              <a:pathLst>
                <a:path extrusionOk="0" h="11277" w="8823">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80"/>
            <p:cNvSpPr/>
            <p:nvPr/>
          </p:nvSpPr>
          <p:spPr>
            <a:xfrm>
              <a:off x="4997700" y="2526551"/>
              <a:ext cx="10201" cy="16252"/>
            </a:xfrm>
            <a:custGeom>
              <a:rect b="b" l="l" r="r" t="t"/>
              <a:pathLst>
                <a:path extrusionOk="0" h="513" w="322">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80"/>
            <p:cNvSpPr/>
            <p:nvPr/>
          </p:nvSpPr>
          <p:spPr>
            <a:xfrm>
              <a:off x="5064830" y="2526551"/>
              <a:ext cx="10233" cy="16252"/>
            </a:xfrm>
            <a:custGeom>
              <a:rect b="b" l="l" r="r" t="t"/>
              <a:pathLst>
                <a:path extrusionOk="0" h="513" w="323">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80"/>
            <p:cNvSpPr/>
            <p:nvPr/>
          </p:nvSpPr>
          <p:spPr>
            <a:xfrm>
              <a:off x="5013160" y="2565865"/>
              <a:ext cx="46063" cy="16157"/>
            </a:xfrm>
            <a:custGeom>
              <a:rect b="b" l="l" r="r" t="t"/>
              <a:pathLst>
                <a:path extrusionOk="0" h="510" w="1454">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80"/>
            <p:cNvSpPr/>
            <p:nvPr/>
          </p:nvSpPr>
          <p:spPr>
            <a:xfrm>
              <a:off x="4992030" y="2509570"/>
              <a:ext cx="21923" cy="10581"/>
            </a:xfrm>
            <a:custGeom>
              <a:rect b="b" l="l" r="r" t="t"/>
              <a:pathLst>
                <a:path extrusionOk="0" h="334" w="692">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80"/>
            <p:cNvSpPr/>
            <p:nvPr/>
          </p:nvSpPr>
          <p:spPr>
            <a:xfrm>
              <a:off x="5059191" y="2509570"/>
              <a:ext cx="21511" cy="10581"/>
            </a:xfrm>
            <a:custGeom>
              <a:rect b="b" l="l" r="r" t="t"/>
              <a:pathLst>
                <a:path extrusionOk="0" h="334" w="679">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9" name="Google Shape;10529;p80"/>
          <p:cNvGrpSpPr/>
          <p:nvPr/>
        </p:nvGrpSpPr>
        <p:grpSpPr>
          <a:xfrm>
            <a:off x="5812066" y="2240619"/>
            <a:ext cx="264813" cy="353454"/>
            <a:chOff x="5812066" y="2416019"/>
            <a:chExt cx="264813" cy="353454"/>
          </a:xfrm>
        </p:grpSpPr>
        <p:sp>
          <p:nvSpPr>
            <p:cNvPr id="10530" name="Google Shape;10530;p80"/>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80"/>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80"/>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80"/>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80"/>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80"/>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80"/>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7" name="Google Shape;10537;p80"/>
          <p:cNvGrpSpPr/>
          <p:nvPr/>
        </p:nvGrpSpPr>
        <p:grpSpPr>
          <a:xfrm>
            <a:off x="8054820" y="2240999"/>
            <a:ext cx="264433" cy="353454"/>
            <a:chOff x="8054820" y="2416399"/>
            <a:chExt cx="264433" cy="353454"/>
          </a:xfrm>
        </p:grpSpPr>
        <p:sp>
          <p:nvSpPr>
            <p:cNvPr id="10538" name="Google Shape;10538;p80"/>
            <p:cNvSpPr/>
            <p:nvPr/>
          </p:nvSpPr>
          <p:spPr>
            <a:xfrm>
              <a:off x="8148371" y="2538621"/>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80"/>
            <p:cNvSpPr/>
            <p:nvPr/>
          </p:nvSpPr>
          <p:spPr>
            <a:xfrm>
              <a:off x="8214361" y="2538621"/>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80"/>
            <p:cNvSpPr/>
            <p:nvPr/>
          </p:nvSpPr>
          <p:spPr>
            <a:xfrm>
              <a:off x="8054820" y="2416399"/>
              <a:ext cx="264433" cy="353454"/>
            </a:xfrm>
            <a:custGeom>
              <a:rect b="b" l="l" r="r" t="t"/>
              <a:pathLst>
                <a:path extrusionOk="0" h="11157" w="8347">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80"/>
            <p:cNvSpPr/>
            <p:nvPr/>
          </p:nvSpPr>
          <p:spPr>
            <a:xfrm>
              <a:off x="8164972" y="2582371"/>
              <a:ext cx="43782" cy="15492"/>
            </a:xfrm>
            <a:custGeom>
              <a:rect b="b" l="l" r="r" t="t"/>
              <a:pathLst>
                <a:path extrusionOk="0" h="489" w="1382">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80"/>
            <p:cNvSpPr/>
            <p:nvPr/>
          </p:nvSpPr>
          <p:spPr>
            <a:xfrm>
              <a:off x="8141592" y="2519137"/>
              <a:ext cx="18501" cy="13844"/>
            </a:xfrm>
            <a:custGeom>
              <a:rect b="b" l="l" r="r" t="t"/>
              <a:pathLst>
                <a:path extrusionOk="0" h="437" w="584">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80"/>
            <p:cNvSpPr/>
            <p:nvPr/>
          </p:nvSpPr>
          <p:spPr>
            <a:xfrm>
              <a:off x="8211731" y="2518409"/>
              <a:ext cx="18881" cy="13812"/>
            </a:xfrm>
            <a:custGeom>
              <a:rect b="b" l="l" r="r" t="t"/>
              <a:pathLst>
                <a:path extrusionOk="0" h="436" w="596">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4" name="Google Shape;10544;p80"/>
          <p:cNvGrpSpPr/>
          <p:nvPr/>
        </p:nvGrpSpPr>
        <p:grpSpPr>
          <a:xfrm>
            <a:off x="5356413" y="2237990"/>
            <a:ext cx="271212" cy="361374"/>
            <a:chOff x="5356413" y="2413390"/>
            <a:chExt cx="271212" cy="361374"/>
          </a:xfrm>
        </p:grpSpPr>
        <p:sp>
          <p:nvSpPr>
            <p:cNvPr id="10545" name="Google Shape;10545;p80"/>
            <p:cNvSpPr/>
            <p:nvPr/>
          </p:nvSpPr>
          <p:spPr>
            <a:xfrm>
              <a:off x="5453734" y="2525790"/>
              <a:ext cx="10201" cy="15872"/>
            </a:xfrm>
            <a:custGeom>
              <a:rect b="b" l="l" r="r" t="t"/>
              <a:pathLst>
                <a:path extrusionOk="0" h="501" w="322">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80"/>
            <p:cNvSpPr/>
            <p:nvPr/>
          </p:nvSpPr>
          <p:spPr>
            <a:xfrm>
              <a:off x="5521624" y="2525790"/>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80"/>
            <p:cNvSpPr/>
            <p:nvPr/>
          </p:nvSpPr>
          <p:spPr>
            <a:xfrm>
              <a:off x="5356413" y="2413390"/>
              <a:ext cx="271212" cy="361374"/>
            </a:xfrm>
            <a:custGeom>
              <a:rect b="b" l="l" r="r" t="t"/>
              <a:pathLst>
                <a:path extrusionOk="0" h="11407" w="8561">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80"/>
            <p:cNvSpPr/>
            <p:nvPr/>
          </p:nvSpPr>
          <p:spPr>
            <a:xfrm>
              <a:off x="5459373" y="2530701"/>
              <a:ext cx="66813" cy="72832"/>
            </a:xfrm>
            <a:custGeom>
              <a:rect b="b" l="l" r="r" t="t"/>
              <a:pathLst>
                <a:path extrusionOk="0" h="2299" w="2109">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80"/>
            <p:cNvSpPr/>
            <p:nvPr/>
          </p:nvSpPr>
          <p:spPr>
            <a:xfrm>
              <a:off x="5446923" y="2502854"/>
              <a:ext cx="23792" cy="16188"/>
            </a:xfrm>
            <a:custGeom>
              <a:rect b="b" l="l" r="r" t="t"/>
              <a:pathLst>
                <a:path extrusionOk="0" h="511" w="751">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0" name="Google Shape;10550;p80"/>
          <p:cNvGrpSpPr/>
          <p:nvPr/>
        </p:nvGrpSpPr>
        <p:grpSpPr>
          <a:xfrm>
            <a:off x="6255238" y="2236849"/>
            <a:ext cx="271244" cy="360994"/>
            <a:chOff x="6255238" y="2412249"/>
            <a:chExt cx="271244" cy="360994"/>
          </a:xfrm>
        </p:grpSpPr>
        <p:sp>
          <p:nvSpPr>
            <p:cNvPr id="10551" name="Google Shape;10551;p80"/>
            <p:cNvSpPr/>
            <p:nvPr/>
          </p:nvSpPr>
          <p:spPr>
            <a:xfrm>
              <a:off x="6351799" y="2554080"/>
              <a:ext cx="10613" cy="15872"/>
            </a:xfrm>
            <a:custGeom>
              <a:rect b="b" l="l" r="r" t="t"/>
              <a:pathLst>
                <a:path extrusionOk="0" h="501" w="335">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80"/>
            <p:cNvSpPr/>
            <p:nvPr/>
          </p:nvSpPr>
          <p:spPr>
            <a:xfrm>
              <a:off x="6419720" y="2554080"/>
              <a:ext cx="10581" cy="15872"/>
            </a:xfrm>
            <a:custGeom>
              <a:rect b="b" l="l" r="r" t="t"/>
              <a:pathLst>
                <a:path extrusionOk="0" h="501" w="334">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80"/>
            <p:cNvSpPr/>
            <p:nvPr/>
          </p:nvSpPr>
          <p:spPr>
            <a:xfrm>
              <a:off x="6368399" y="2593775"/>
              <a:ext cx="45302" cy="15777"/>
            </a:xfrm>
            <a:custGeom>
              <a:rect b="b" l="l" r="r" t="t"/>
              <a:pathLst>
                <a:path extrusionOk="0" h="498" w="143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80"/>
            <p:cNvSpPr/>
            <p:nvPr/>
          </p:nvSpPr>
          <p:spPr>
            <a:xfrm>
              <a:off x="6255238" y="2412249"/>
              <a:ext cx="271244" cy="360994"/>
            </a:xfrm>
            <a:custGeom>
              <a:rect b="b" l="l" r="r" t="t"/>
              <a:pathLst>
                <a:path extrusionOk="0" h="11395" w="8562">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80"/>
            <p:cNvSpPr/>
            <p:nvPr/>
          </p:nvSpPr>
          <p:spPr>
            <a:xfrm>
              <a:off x="6345779" y="2535167"/>
              <a:ext cx="22651" cy="12545"/>
            </a:xfrm>
            <a:custGeom>
              <a:rect b="b" l="l" r="r" t="t"/>
              <a:pathLst>
                <a:path extrusionOk="0" h="396" w="715">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80"/>
            <p:cNvSpPr/>
            <p:nvPr/>
          </p:nvSpPr>
          <p:spPr>
            <a:xfrm>
              <a:off x="6413670" y="2535167"/>
              <a:ext cx="22651" cy="12545"/>
            </a:xfrm>
            <a:custGeom>
              <a:rect b="b" l="l" r="r" t="t"/>
              <a:pathLst>
                <a:path extrusionOk="0" h="396" w="715">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7" name="Google Shape;10557;p80"/>
          <p:cNvGrpSpPr/>
          <p:nvPr/>
        </p:nvGrpSpPr>
        <p:grpSpPr>
          <a:xfrm>
            <a:off x="2185372" y="1782399"/>
            <a:ext cx="366664" cy="366981"/>
            <a:chOff x="2185372" y="1957799"/>
            <a:chExt cx="366664" cy="366981"/>
          </a:xfrm>
        </p:grpSpPr>
        <p:sp>
          <p:nvSpPr>
            <p:cNvPr id="10558" name="Google Shape;10558;p80"/>
            <p:cNvSpPr/>
            <p:nvPr/>
          </p:nvSpPr>
          <p:spPr>
            <a:xfrm>
              <a:off x="2228742" y="2000853"/>
              <a:ext cx="75082" cy="74226"/>
            </a:xfrm>
            <a:custGeom>
              <a:rect b="b" l="l" r="r" t="t"/>
              <a:pathLst>
                <a:path extrusionOk="0" h="2343" w="237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80"/>
            <p:cNvSpPr/>
            <p:nvPr/>
          </p:nvSpPr>
          <p:spPr>
            <a:xfrm>
              <a:off x="2188001" y="2067159"/>
              <a:ext cx="98873" cy="35070"/>
            </a:xfrm>
            <a:custGeom>
              <a:rect b="b" l="l" r="r" t="t"/>
              <a:pathLst>
                <a:path extrusionOk="0" h="1107" w="3121">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80"/>
            <p:cNvSpPr/>
            <p:nvPr/>
          </p:nvSpPr>
          <p:spPr>
            <a:xfrm>
              <a:off x="2185372" y="2119114"/>
              <a:ext cx="97733" cy="37066"/>
            </a:xfrm>
            <a:custGeom>
              <a:rect b="b" l="l" r="r" t="t"/>
              <a:pathLst>
                <a:path extrusionOk="0" h="1170" w="3085">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80"/>
            <p:cNvSpPr/>
            <p:nvPr/>
          </p:nvSpPr>
          <p:spPr>
            <a:xfrm>
              <a:off x="2294763" y="1960587"/>
              <a:ext cx="36242" cy="97131"/>
            </a:xfrm>
            <a:custGeom>
              <a:rect b="b" l="l" r="r" t="t"/>
              <a:pathLst>
                <a:path extrusionOk="0" h="3066" w="1144">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80"/>
            <p:cNvSpPr/>
            <p:nvPr/>
          </p:nvSpPr>
          <p:spPr>
            <a:xfrm>
              <a:off x="2346433" y="1957799"/>
              <a:ext cx="38491" cy="96909"/>
            </a:xfrm>
            <a:custGeom>
              <a:rect b="b" l="l" r="r" t="t"/>
              <a:pathLst>
                <a:path extrusionOk="0" h="3059" w="1215">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80"/>
            <p:cNvSpPr/>
            <p:nvPr/>
          </p:nvSpPr>
          <p:spPr>
            <a:xfrm>
              <a:off x="2290993" y="2100391"/>
              <a:ext cx="37731" cy="121778"/>
            </a:xfrm>
            <a:custGeom>
              <a:rect b="b" l="l" r="r" t="t"/>
              <a:pathLst>
                <a:path extrusionOk="0" h="3844" w="1191">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80"/>
            <p:cNvSpPr/>
            <p:nvPr/>
          </p:nvSpPr>
          <p:spPr>
            <a:xfrm>
              <a:off x="2353592" y="2091362"/>
              <a:ext cx="68302" cy="20307"/>
            </a:xfrm>
            <a:custGeom>
              <a:rect b="b" l="l" r="r" t="t"/>
              <a:pathLst>
                <a:path extrusionOk="0" h="641" w="2156">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80"/>
            <p:cNvSpPr/>
            <p:nvPr/>
          </p:nvSpPr>
          <p:spPr>
            <a:xfrm>
              <a:off x="2321532" y="2064434"/>
              <a:ext cx="230504" cy="260346"/>
            </a:xfrm>
            <a:custGeom>
              <a:rect b="b" l="l" r="r" t="t"/>
              <a:pathLst>
                <a:path extrusionOk="0" h="8218" w="7276">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6" name="Google Shape;10566;p80"/>
          <p:cNvGrpSpPr/>
          <p:nvPr/>
        </p:nvGrpSpPr>
        <p:grpSpPr>
          <a:xfrm>
            <a:off x="1737258" y="1812971"/>
            <a:ext cx="370814" cy="307359"/>
            <a:chOff x="1737258" y="1988371"/>
            <a:chExt cx="370814" cy="307359"/>
          </a:xfrm>
        </p:grpSpPr>
        <p:sp>
          <p:nvSpPr>
            <p:cNvPr id="10567" name="Google Shape;10567;p80"/>
            <p:cNvSpPr/>
            <p:nvPr/>
          </p:nvSpPr>
          <p:spPr>
            <a:xfrm>
              <a:off x="1963200" y="1996607"/>
              <a:ext cx="144873" cy="144492"/>
            </a:xfrm>
            <a:custGeom>
              <a:rect b="b" l="l" r="r" t="t"/>
              <a:pathLst>
                <a:path extrusionOk="0" h="4561" w="4573">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80"/>
            <p:cNvSpPr/>
            <p:nvPr/>
          </p:nvSpPr>
          <p:spPr>
            <a:xfrm>
              <a:off x="1737258" y="1988371"/>
              <a:ext cx="350064" cy="307359"/>
            </a:xfrm>
            <a:custGeom>
              <a:rect b="b" l="l" r="r" t="t"/>
              <a:pathLst>
                <a:path extrusionOk="0" h="9702" w="1105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80"/>
            <p:cNvSpPr/>
            <p:nvPr/>
          </p:nvSpPr>
          <p:spPr>
            <a:xfrm>
              <a:off x="1799129" y="2040738"/>
              <a:ext cx="28322" cy="53571"/>
            </a:xfrm>
            <a:custGeom>
              <a:rect b="b" l="l" r="r" t="t"/>
              <a:pathLst>
                <a:path extrusionOk="0" h="1691" w="894">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80"/>
            <p:cNvSpPr/>
            <p:nvPr/>
          </p:nvSpPr>
          <p:spPr>
            <a:xfrm>
              <a:off x="1802899" y="2024137"/>
              <a:ext cx="16252" cy="15872"/>
            </a:xfrm>
            <a:custGeom>
              <a:rect b="b" l="l" r="r" t="t"/>
              <a:pathLst>
                <a:path extrusionOk="0" h="501" w="513">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1" name="Google Shape;10571;p80"/>
          <p:cNvGrpSpPr/>
          <p:nvPr/>
        </p:nvGrpSpPr>
        <p:grpSpPr>
          <a:xfrm>
            <a:off x="848983" y="1814111"/>
            <a:ext cx="369294" cy="304350"/>
            <a:chOff x="848983" y="1989511"/>
            <a:chExt cx="369294" cy="304350"/>
          </a:xfrm>
        </p:grpSpPr>
        <p:sp>
          <p:nvSpPr>
            <p:cNvPr id="10572" name="Google Shape;10572;p80"/>
            <p:cNvSpPr/>
            <p:nvPr/>
          </p:nvSpPr>
          <p:spPr>
            <a:xfrm>
              <a:off x="890483" y="1989511"/>
              <a:ext cx="286704" cy="304350"/>
            </a:xfrm>
            <a:custGeom>
              <a:rect b="b" l="l" r="r" t="t"/>
              <a:pathLst>
                <a:path extrusionOk="0" h="9607" w="905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80"/>
            <p:cNvSpPr/>
            <p:nvPr/>
          </p:nvSpPr>
          <p:spPr>
            <a:xfrm>
              <a:off x="882943" y="2031107"/>
              <a:ext cx="42641" cy="56802"/>
            </a:xfrm>
            <a:custGeom>
              <a:rect b="b" l="l" r="r" t="t"/>
              <a:pathLst>
                <a:path extrusionOk="0" h="1793" w="1346">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80"/>
            <p:cNvSpPr/>
            <p:nvPr/>
          </p:nvSpPr>
          <p:spPr>
            <a:xfrm>
              <a:off x="848983" y="2072354"/>
              <a:ext cx="59622" cy="30635"/>
            </a:xfrm>
            <a:custGeom>
              <a:rect b="b" l="l" r="r" t="t"/>
              <a:pathLst>
                <a:path extrusionOk="0" h="967" w="1882">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80"/>
            <p:cNvSpPr/>
            <p:nvPr/>
          </p:nvSpPr>
          <p:spPr>
            <a:xfrm>
              <a:off x="1142054" y="2031265"/>
              <a:ext cx="41913" cy="56644"/>
            </a:xfrm>
            <a:custGeom>
              <a:rect b="b" l="l" r="r" t="t"/>
              <a:pathLst>
                <a:path extrusionOk="0" h="1788" w="1323">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80"/>
            <p:cNvSpPr/>
            <p:nvPr/>
          </p:nvSpPr>
          <p:spPr>
            <a:xfrm>
              <a:off x="1158274" y="2072196"/>
              <a:ext cx="60002" cy="30413"/>
            </a:xfrm>
            <a:custGeom>
              <a:rect b="b" l="l" r="r" t="t"/>
              <a:pathLst>
                <a:path extrusionOk="0" h="960" w="1894">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7" name="Google Shape;10577;p80"/>
          <p:cNvGrpSpPr/>
          <p:nvPr/>
        </p:nvGrpSpPr>
        <p:grpSpPr>
          <a:xfrm>
            <a:off x="3074027" y="1808377"/>
            <a:ext cx="380604" cy="313854"/>
            <a:chOff x="3074027" y="1983777"/>
            <a:chExt cx="380604" cy="313854"/>
          </a:xfrm>
        </p:grpSpPr>
        <p:sp>
          <p:nvSpPr>
            <p:cNvPr id="10578" name="Google Shape;10578;p80"/>
            <p:cNvSpPr/>
            <p:nvPr/>
          </p:nvSpPr>
          <p:spPr>
            <a:xfrm>
              <a:off x="3130608" y="1984886"/>
              <a:ext cx="324023" cy="312745"/>
            </a:xfrm>
            <a:custGeom>
              <a:rect b="b" l="l" r="r" t="t"/>
              <a:pathLst>
                <a:path extrusionOk="0" h="9872" w="10228">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80"/>
            <p:cNvSpPr/>
            <p:nvPr/>
          </p:nvSpPr>
          <p:spPr>
            <a:xfrm>
              <a:off x="3243008" y="2008678"/>
              <a:ext cx="185613" cy="169741"/>
            </a:xfrm>
            <a:custGeom>
              <a:rect b="b" l="l" r="r" t="t"/>
              <a:pathLst>
                <a:path extrusionOk="0" h="5358" w="5859">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80"/>
            <p:cNvSpPr/>
            <p:nvPr/>
          </p:nvSpPr>
          <p:spPr>
            <a:xfrm>
              <a:off x="3074027" y="1983777"/>
              <a:ext cx="155802" cy="163342"/>
            </a:xfrm>
            <a:custGeom>
              <a:rect b="b" l="l" r="r" t="t"/>
              <a:pathLst>
                <a:path extrusionOk="0" h="5156" w="4918">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80"/>
            <p:cNvSpPr/>
            <p:nvPr/>
          </p:nvSpPr>
          <p:spPr>
            <a:xfrm>
              <a:off x="3135518" y="2038077"/>
              <a:ext cx="28322" cy="54363"/>
            </a:xfrm>
            <a:custGeom>
              <a:rect b="b" l="l" r="r" t="t"/>
              <a:pathLst>
                <a:path extrusionOk="0" h="1716" w="894">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80"/>
            <p:cNvSpPr/>
            <p:nvPr/>
          </p:nvSpPr>
          <p:spPr>
            <a:xfrm>
              <a:off x="3138908" y="2021096"/>
              <a:ext cx="16252" cy="16252"/>
            </a:xfrm>
            <a:custGeom>
              <a:rect b="b" l="l" r="r" t="t"/>
              <a:pathLst>
                <a:path extrusionOk="0" h="513" w="513">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3" name="Google Shape;10583;p80"/>
          <p:cNvGrpSpPr/>
          <p:nvPr/>
        </p:nvGrpSpPr>
        <p:grpSpPr>
          <a:xfrm>
            <a:off x="3522521" y="1800457"/>
            <a:ext cx="367013" cy="331278"/>
            <a:chOff x="3522521" y="1975857"/>
            <a:chExt cx="367013" cy="331278"/>
          </a:xfrm>
        </p:grpSpPr>
        <p:sp>
          <p:nvSpPr>
            <p:cNvPr id="10584" name="Google Shape;10584;p80"/>
            <p:cNvSpPr/>
            <p:nvPr/>
          </p:nvSpPr>
          <p:spPr>
            <a:xfrm>
              <a:off x="3665841" y="1975857"/>
              <a:ext cx="91302" cy="91682"/>
            </a:xfrm>
            <a:custGeom>
              <a:rect b="b" l="l" r="r" t="t"/>
              <a:pathLst>
                <a:path extrusionOk="0" h="2894" w="2882">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80"/>
            <p:cNvSpPr/>
            <p:nvPr/>
          </p:nvSpPr>
          <p:spPr>
            <a:xfrm>
              <a:off x="3693751" y="2004147"/>
              <a:ext cx="34721" cy="35101"/>
            </a:xfrm>
            <a:custGeom>
              <a:rect b="b" l="l" r="r" t="t"/>
              <a:pathLst>
                <a:path extrusionOk="0" h="1108" w="1096">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80"/>
            <p:cNvSpPr/>
            <p:nvPr/>
          </p:nvSpPr>
          <p:spPr>
            <a:xfrm>
              <a:off x="3679052" y="2008297"/>
              <a:ext cx="210482" cy="228983"/>
            </a:xfrm>
            <a:custGeom>
              <a:rect b="b" l="l" r="r" t="t"/>
              <a:pathLst>
                <a:path extrusionOk="0" h="7228" w="6644">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80"/>
            <p:cNvSpPr/>
            <p:nvPr/>
          </p:nvSpPr>
          <p:spPr>
            <a:xfrm>
              <a:off x="3772951" y="2050907"/>
              <a:ext cx="73973" cy="73593"/>
            </a:xfrm>
            <a:custGeom>
              <a:rect b="b" l="l" r="r" t="t"/>
              <a:pathLst>
                <a:path extrusionOk="0" h="2323" w="2335">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80"/>
            <p:cNvSpPr/>
            <p:nvPr/>
          </p:nvSpPr>
          <p:spPr>
            <a:xfrm>
              <a:off x="3790312" y="2069028"/>
              <a:ext cx="38491" cy="38491"/>
            </a:xfrm>
            <a:custGeom>
              <a:rect b="b" l="l" r="r" t="t"/>
              <a:pathLst>
                <a:path extrusionOk="0" h="1215" w="1215">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80"/>
            <p:cNvSpPr/>
            <p:nvPr/>
          </p:nvSpPr>
          <p:spPr>
            <a:xfrm>
              <a:off x="3522521" y="2081447"/>
              <a:ext cx="294212" cy="225688"/>
            </a:xfrm>
            <a:custGeom>
              <a:rect b="b" l="l" r="r" t="t"/>
              <a:pathLst>
                <a:path extrusionOk="0" h="7124" w="9287">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80"/>
            <p:cNvSpPr/>
            <p:nvPr/>
          </p:nvSpPr>
          <p:spPr>
            <a:xfrm>
              <a:off x="3810682" y="2248812"/>
              <a:ext cx="1774" cy="253"/>
            </a:xfrm>
            <a:custGeom>
              <a:rect b="b" l="l" r="r" t="t"/>
              <a:pathLst>
                <a:path extrusionOk="0" h="8" w="56">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1" name="Google Shape;10591;p80"/>
          <p:cNvGrpSpPr/>
          <p:nvPr/>
        </p:nvGrpSpPr>
        <p:grpSpPr>
          <a:xfrm>
            <a:off x="2630824" y="1801566"/>
            <a:ext cx="368185" cy="330454"/>
            <a:chOff x="2630824" y="1976966"/>
            <a:chExt cx="368185" cy="330454"/>
          </a:xfrm>
        </p:grpSpPr>
        <p:sp>
          <p:nvSpPr>
            <p:cNvPr id="10592" name="Google Shape;10592;p80"/>
            <p:cNvSpPr/>
            <p:nvPr/>
          </p:nvSpPr>
          <p:spPr>
            <a:xfrm>
              <a:off x="2630824" y="2059967"/>
              <a:ext cx="229743" cy="247072"/>
            </a:xfrm>
            <a:custGeom>
              <a:rect b="b" l="l" r="r" t="t"/>
              <a:pathLst>
                <a:path extrusionOk="0" h="7799" w="7252">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80"/>
            <p:cNvSpPr/>
            <p:nvPr/>
          </p:nvSpPr>
          <p:spPr>
            <a:xfrm>
              <a:off x="2792646" y="1976966"/>
              <a:ext cx="206364" cy="330454"/>
            </a:xfrm>
            <a:custGeom>
              <a:rect b="b" l="l" r="r" t="t"/>
              <a:pathLst>
                <a:path extrusionOk="0" h="10431" w="6514">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80"/>
            <p:cNvSpPr/>
            <p:nvPr/>
          </p:nvSpPr>
          <p:spPr>
            <a:xfrm>
              <a:off x="2876376" y="2005256"/>
              <a:ext cx="78123" cy="91333"/>
            </a:xfrm>
            <a:custGeom>
              <a:rect b="b" l="l" r="r" t="t"/>
              <a:pathLst>
                <a:path extrusionOk="0" h="2883" w="2466">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80"/>
            <p:cNvSpPr/>
            <p:nvPr/>
          </p:nvSpPr>
          <p:spPr>
            <a:xfrm>
              <a:off x="2715695" y="2177659"/>
              <a:ext cx="43782" cy="43402"/>
            </a:xfrm>
            <a:custGeom>
              <a:rect b="b" l="l" r="r" t="t"/>
              <a:pathLst>
                <a:path extrusionOk="0" h="1370" w="1382">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80"/>
            <p:cNvSpPr/>
            <p:nvPr/>
          </p:nvSpPr>
          <p:spPr>
            <a:xfrm>
              <a:off x="2770026" y="2177659"/>
              <a:ext cx="88292" cy="10581"/>
            </a:xfrm>
            <a:custGeom>
              <a:rect b="b" l="l" r="r" t="t"/>
              <a:pathLst>
                <a:path extrusionOk="0" h="334" w="2787">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80"/>
            <p:cNvSpPr/>
            <p:nvPr/>
          </p:nvSpPr>
          <p:spPr>
            <a:xfrm>
              <a:off x="2770026" y="2194227"/>
              <a:ext cx="88292" cy="10613"/>
            </a:xfrm>
            <a:custGeom>
              <a:rect b="b" l="l" r="r" t="t"/>
              <a:pathLst>
                <a:path extrusionOk="0" h="335" w="2787">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80"/>
            <p:cNvSpPr/>
            <p:nvPr/>
          </p:nvSpPr>
          <p:spPr>
            <a:xfrm>
              <a:off x="2770026" y="2210828"/>
              <a:ext cx="88292" cy="10233"/>
            </a:xfrm>
            <a:custGeom>
              <a:rect b="b" l="l" r="r" t="t"/>
              <a:pathLst>
                <a:path extrusionOk="0" h="323" w="2787">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80"/>
            <p:cNvSpPr/>
            <p:nvPr/>
          </p:nvSpPr>
          <p:spPr>
            <a:xfrm>
              <a:off x="2908436" y="2058447"/>
              <a:ext cx="16252" cy="18913"/>
            </a:xfrm>
            <a:custGeom>
              <a:rect b="b" l="l" r="r" t="t"/>
              <a:pathLst>
                <a:path extrusionOk="0" h="597" w="513">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0" name="Google Shape;10600;p80"/>
          <p:cNvGrpSpPr/>
          <p:nvPr/>
        </p:nvGrpSpPr>
        <p:grpSpPr>
          <a:xfrm>
            <a:off x="1293706" y="1791016"/>
            <a:ext cx="369294" cy="350444"/>
            <a:chOff x="1293706" y="1966416"/>
            <a:chExt cx="369294" cy="350444"/>
          </a:xfrm>
        </p:grpSpPr>
        <p:sp>
          <p:nvSpPr>
            <p:cNvPr id="10601" name="Google Shape;10601;p80"/>
            <p:cNvSpPr/>
            <p:nvPr/>
          </p:nvSpPr>
          <p:spPr>
            <a:xfrm>
              <a:off x="1509067" y="1966416"/>
              <a:ext cx="153933" cy="162994"/>
            </a:xfrm>
            <a:custGeom>
              <a:rect b="b" l="l" r="r" t="t"/>
              <a:pathLst>
                <a:path extrusionOk="0" h="5145" w="4859">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80"/>
            <p:cNvSpPr/>
            <p:nvPr/>
          </p:nvSpPr>
          <p:spPr>
            <a:xfrm>
              <a:off x="1574328" y="2021096"/>
              <a:ext cx="28702" cy="54363"/>
            </a:xfrm>
            <a:custGeom>
              <a:rect b="b" l="l" r="r" t="t"/>
              <a:pathLst>
                <a:path extrusionOk="0" h="1716" w="906">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80"/>
            <p:cNvSpPr/>
            <p:nvPr/>
          </p:nvSpPr>
          <p:spPr>
            <a:xfrm>
              <a:off x="1578098" y="2004147"/>
              <a:ext cx="15872" cy="16252"/>
            </a:xfrm>
            <a:custGeom>
              <a:rect b="b" l="l" r="r" t="t"/>
              <a:pathLst>
                <a:path extrusionOk="0" h="513" w="501">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80"/>
            <p:cNvSpPr/>
            <p:nvPr/>
          </p:nvSpPr>
          <p:spPr>
            <a:xfrm>
              <a:off x="1293706" y="1999997"/>
              <a:ext cx="274982" cy="316863"/>
            </a:xfrm>
            <a:custGeom>
              <a:rect b="b" l="l" r="r" t="t"/>
              <a:pathLst>
                <a:path extrusionOk="0" h="10002" w="868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80"/>
            <p:cNvSpPr/>
            <p:nvPr/>
          </p:nvSpPr>
          <p:spPr>
            <a:xfrm>
              <a:off x="1426826" y="2243648"/>
              <a:ext cx="10233" cy="11341"/>
            </a:xfrm>
            <a:custGeom>
              <a:rect b="b" l="l" r="r" t="t"/>
              <a:pathLst>
                <a:path extrusionOk="0" h="358" w="323">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80"/>
            <p:cNvSpPr/>
            <p:nvPr/>
          </p:nvSpPr>
          <p:spPr>
            <a:xfrm>
              <a:off x="1426826" y="2262149"/>
              <a:ext cx="10233" cy="11341"/>
            </a:xfrm>
            <a:custGeom>
              <a:rect b="b" l="l" r="r" t="t"/>
              <a:pathLst>
                <a:path extrusionOk="0" h="358" w="323">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80"/>
            <p:cNvSpPr/>
            <p:nvPr/>
          </p:nvSpPr>
          <p:spPr>
            <a:xfrm>
              <a:off x="1471336" y="2261389"/>
              <a:ext cx="63804" cy="30571"/>
            </a:xfrm>
            <a:custGeom>
              <a:rect b="b" l="l" r="r" t="t"/>
              <a:pathLst>
                <a:path extrusionOk="0" h="965" w="2014">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80"/>
            <p:cNvSpPr/>
            <p:nvPr/>
          </p:nvSpPr>
          <p:spPr>
            <a:xfrm>
              <a:off x="1420807" y="2092788"/>
              <a:ext cx="22271" cy="36971"/>
            </a:xfrm>
            <a:custGeom>
              <a:rect b="b" l="l" r="r" t="t"/>
              <a:pathLst>
                <a:path extrusionOk="0" h="1167" w="703">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9" name="Google Shape;10609;p80"/>
          <p:cNvGrpSpPr/>
          <p:nvPr/>
        </p:nvGrpSpPr>
        <p:grpSpPr>
          <a:xfrm>
            <a:off x="3967213" y="1800077"/>
            <a:ext cx="368185" cy="331816"/>
            <a:chOff x="3967213" y="1975477"/>
            <a:chExt cx="368185" cy="331816"/>
          </a:xfrm>
        </p:grpSpPr>
        <p:sp>
          <p:nvSpPr>
            <p:cNvPr id="10610" name="Google Shape;10610;p80"/>
            <p:cNvSpPr/>
            <p:nvPr/>
          </p:nvSpPr>
          <p:spPr>
            <a:xfrm>
              <a:off x="3967213" y="1975477"/>
              <a:ext cx="368185" cy="331816"/>
            </a:xfrm>
            <a:custGeom>
              <a:rect b="b" l="l" r="r" t="t"/>
              <a:pathLst>
                <a:path extrusionOk="0" h="10474" w="11622">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80"/>
            <p:cNvSpPr/>
            <p:nvPr/>
          </p:nvSpPr>
          <p:spPr>
            <a:xfrm>
              <a:off x="4237665" y="2034307"/>
              <a:ext cx="32092" cy="63772"/>
            </a:xfrm>
            <a:custGeom>
              <a:rect b="b" l="l" r="r" t="t"/>
              <a:pathLst>
                <a:path extrusionOk="0" h="2013" w="1013">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80"/>
            <p:cNvSpPr/>
            <p:nvPr/>
          </p:nvSpPr>
          <p:spPr>
            <a:xfrm>
              <a:off x="4241815" y="2014317"/>
              <a:ext cx="17012" cy="17012"/>
            </a:xfrm>
            <a:custGeom>
              <a:rect b="b" l="l" r="r" t="t"/>
              <a:pathLst>
                <a:path extrusionOk="0" h="537" w="537">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3" name="Google Shape;10613;p80"/>
          <p:cNvGrpSpPr/>
          <p:nvPr/>
        </p:nvGrpSpPr>
        <p:grpSpPr>
          <a:xfrm>
            <a:off x="8047661" y="1793646"/>
            <a:ext cx="279132" cy="356875"/>
            <a:chOff x="8047661" y="1969046"/>
            <a:chExt cx="279132" cy="356875"/>
          </a:xfrm>
        </p:grpSpPr>
        <p:sp>
          <p:nvSpPr>
            <p:cNvPr id="10614" name="Google Shape;10614;p80"/>
            <p:cNvSpPr/>
            <p:nvPr/>
          </p:nvSpPr>
          <p:spPr>
            <a:xfrm>
              <a:off x="8169502" y="2126115"/>
              <a:ext cx="33961" cy="15713"/>
            </a:xfrm>
            <a:custGeom>
              <a:rect b="b" l="l" r="r" t="t"/>
              <a:pathLst>
                <a:path extrusionOk="0" h="496" w="1072">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80"/>
            <p:cNvSpPr/>
            <p:nvPr/>
          </p:nvSpPr>
          <p:spPr>
            <a:xfrm>
              <a:off x="8141592" y="2047517"/>
              <a:ext cx="27562" cy="10581"/>
            </a:xfrm>
            <a:custGeom>
              <a:rect b="b" l="l" r="r" t="t"/>
              <a:pathLst>
                <a:path extrusionOk="0" h="334" w="87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80"/>
            <p:cNvSpPr/>
            <p:nvPr/>
          </p:nvSpPr>
          <p:spPr>
            <a:xfrm>
              <a:off x="8203431" y="2047517"/>
              <a:ext cx="27181" cy="10581"/>
            </a:xfrm>
            <a:custGeom>
              <a:rect b="b" l="l" r="r" t="t"/>
              <a:pathLst>
                <a:path extrusionOk="0" h="334" w="858">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80"/>
            <p:cNvSpPr/>
            <p:nvPr/>
          </p:nvSpPr>
          <p:spPr>
            <a:xfrm>
              <a:off x="8047661" y="1969046"/>
              <a:ext cx="279132" cy="356875"/>
            </a:xfrm>
            <a:custGeom>
              <a:rect b="b" l="l" r="r" t="t"/>
              <a:pathLst>
                <a:path extrusionOk="0" h="11265" w="8811">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8" name="Google Shape;10618;p80"/>
          <p:cNvGrpSpPr/>
          <p:nvPr/>
        </p:nvGrpSpPr>
        <p:grpSpPr>
          <a:xfrm>
            <a:off x="7596157" y="1792759"/>
            <a:ext cx="279544" cy="358142"/>
            <a:chOff x="7596157" y="1968159"/>
            <a:chExt cx="279544" cy="358142"/>
          </a:xfrm>
        </p:grpSpPr>
        <p:sp>
          <p:nvSpPr>
            <p:cNvPr id="10619" name="Google Shape;10619;p80"/>
            <p:cNvSpPr/>
            <p:nvPr/>
          </p:nvSpPr>
          <p:spPr>
            <a:xfrm>
              <a:off x="7696868" y="2092408"/>
              <a:ext cx="10581" cy="16252"/>
            </a:xfrm>
            <a:custGeom>
              <a:rect b="b" l="l" r="r" t="t"/>
              <a:pathLst>
                <a:path extrusionOk="0" h="513" w="334">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80"/>
            <p:cNvSpPr/>
            <p:nvPr/>
          </p:nvSpPr>
          <p:spPr>
            <a:xfrm>
              <a:off x="7764378" y="2092408"/>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80"/>
            <p:cNvSpPr/>
            <p:nvPr/>
          </p:nvSpPr>
          <p:spPr>
            <a:xfrm>
              <a:off x="7713088" y="2143032"/>
              <a:ext cx="45302" cy="15777"/>
            </a:xfrm>
            <a:custGeom>
              <a:rect b="b" l="l" r="r" t="t"/>
              <a:pathLst>
                <a:path extrusionOk="0" h="498" w="143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80"/>
            <p:cNvSpPr/>
            <p:nvPr/>
          </p:nvSpPr>
          <p:spPr>
            <a:xfrm>
              <a:off x="7691197" y="2075427"/>
              <a:ext cx="21923" cy="10581"/>
            </a:xfrm>
            <a:custGeom>
              <a:rect b="b" l="l" r="r" t="t"/>
              <a:pathLst>
                <a:path extrusionOk="0" h="334" w="692">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80"/>
            <p:cNvSpPr/>
            <p:nvPr/>
          </p:nvSpPr>
          <p:spPr>
            <a:xfrm>
              <a:off x="7758739" y="2075427"/>
              <a:ext cx="21891" cy="10581"/>
            </a:xfrm>
            <a:custGeom>
              <a:rect b="b" l="l" r="r" t="t"/>
              <a:pathLst>
                <a:path extrusionOk="0" h="334" w="691">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80"/>
            <p:cNvSpPr/>
            <p:nvPr/>
          </p:nvSpPr>
          <p:spPr>
            <a:xfrm>
              <a:off x="7596157" y="1968159"/>
              <a:ext cx="279544" cy="358142"/>
            </a:xfrm>
            <a:custGeom>
              <a:rect b="b" l="l" r="r" t="t"/>
              <a:pathLst>
                <a:path extrusionOk="0" h="11305" w="8824">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5" name="Google Shape;10625;p80"/>
          <p:cNvGrpSpPr/>
          <p:nvPr/>
        </p:nvGrpSpPr>
        <p:grpSpPr>
          <a:xfrm>
            <a:off x="7147315" y="1793646"/>
            <a:ext cx="279513" cy="357636"/>
            <a:chOff x="7147315" y="1969046"/>
            <a:chExt cx="279513" cy="357636"/>
          </a:xfrm>
        </p:grpSpPr>
        <p:sp>
          <p:nvSpPr>
            <p:cNvPr id="10626" name="Google Shape;10626;p80"/>
            <p:cNvSpPr/>
            <p:nvPr/>
          </p:nvSpPr>
          <p:spPr>
            <a:xfrm>
              <a:off x="7248026" y="2081098"/>
              <a:ext cx="10581" cy="16252"/>
            </a:xfrm>
            <a:custGeom>
              <a:rect b="b" l="l" r="r" t="t"/>
              <a:pathLst>
                <a:path extrusionOk="0" h="513" w="334">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80"/>
            <p:cNvSpPr/>
            <p:nvPr/>
          </p:nvSpPr>
          <p:spPr>
            <a:xfrm>
              <a:off x="7315536" y="2081098"/>
              <a:ext cx="10581" cy="16252"/>
            </a:xfrm>
            <a:custGeom>
              <a:rect b="b" l="l" r="r" t="t"/>
              <a:pathLst>
                <a:path extrusionOk="0" h="513" w="334">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80"/>
            <p:cNvSpPr/>
            <p:nvPr/>
          </p:nvSpPr>
          <p:spPr>
            <a:xfrm>
              <a:off x="7241595" y="2064308"/>
              <a:ext cx="28702" cy="16442"/>
            </a:xfrm>
            <a:custGeom>
              <a:rect b="b" l="l" r="r" t="t"/>
              <a:pathLst>
                <a:path extrusionOk="0" h="519" w="906">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80"/>
            <p:cNvSpPr/>
            <p:nvPr/>
          </p:nvSpPr>
          <p:spPr>
            <a:xfrm>
              <a:off x="7303466" y="2064276"/>
              <a:ext cx="28702" cy="16474"/>
            </a:xfrm>
            <a:custGeom>
              <a:rect b="b" l="l" r="r" t="t"/>
              <a:pathLst>
                <a:path extrusionOk="0" h="520" w="906">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80"/>
            <p:cNvSpPr/>
            <p:nvPr/>
          </p:nvSpPr>
          <p:spPr>
            <a:xfrm>
              <a:off x="7281575" y="2277229"/>
              <a:ext cx="10993" cy="49452"/>
            </a:xfrm>
            <a:custGeom>
              <a:rect b="b" l="l" r="r" t="t"/>
              <a:pathLst>
                <a:path extrusionOk="0" h="1561" w="347">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80"/>
            <p:cNvSpPr/>
            <p:nvPr/>
          </p:nvSpPr>
          <p:spPr>
            <a:xfrm>
              <a:off x="7147315" y="1969046"/>
              <a:ext cx="279513" cy="357255"/>
            </a:xfrm>
            <a:custGeom>
              <a:rect b="b" l="l" r="r" t="t"/>
              <a:pathLst>
                <a:path extrusionOk="0" h="11277" w="8823">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80"/>
            <p:cNvSpPr/>
            <p:nvPr/>
          </p:nvSpPr>
          <p:spPr>
            <a:xfrm>
              <a:off x="7248026" y="2111067"/>
              <a:ext cx="78471" cy="36052"/>
            </a:xfrm>
            <a:custGeom>
              <a:rect b="b" l="l" r="r" t="t"/>
              <a:pathLst>
                <a:path extrusionOk="0" h="1138" w="2477">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3" name="Google Shape;10633;p80"/>
          <p:cNvGrpSpPr/>
          <p:nvPr/>
        </p:nvGrpSpPr>
        <p:grpSpPr>
          <a:xfrm>
            <a:off x="6697681" y="1792917"/>
            <a:ext cx="280305" cy="359093"/>
            <a:chOff x="6697681" y="1968317"/>
            <a:chExt cx="280305" cy="359093"/>
          </a:xfrm>
        </p:grpSpPr>
        <p:sp>
          <p:nvSpPr>
            <p:cNvPr id="10634" name="Google Shape;10634;p80"/>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80"/>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80"/>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80"/>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80"/>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80"/>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80"/>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1" name="Google Shape;10641;p80"/>
          <p:cNvGrpSpPr/>
          <p:nvPr/>
        </p:nvGrpSpPr>
        <p:grpSpPr>
          <a:xfrm>
            <a:off x="6248839" y="1792537"/>
            <a:ext cx="280273" cy="358744"/>
            <a:chOff x="6248839" y="1967937"/>
            <a:chExt cx="280273" cy="358744"/>
          </a:xfrm>
        </p:grpSpPr>
        <p:sp>
          <p:nvSpPr>
            <p:cNvPr id="10642" name="Google Shape;10642;p80"/>
            <p:cNvSpPr/>
            <p:nvPr/>
          </p:nvSpPr>
          <p:spPr>
            <a:xfrm>
              <a:off x="6383859" y="2316449"/>
              <a:ext cx="10613" cy="10233"/>
            </a:xfrm>
            <a:custGeom>
              <a:rect b="b" l="l" r="r" t="t"/>
              <a:pathLst>
                <a:path extrusionOk="0" h="323" w="335">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80"/>
            <p:cNvSpPr/>
            <p:nvPr/>
          </p:nvSpPr>
          <p:spPr>
            <a:xfrm>
              <a:off x="6248839" y="1967937"/>
              <a:ext cx="280273" cy="358364"/>
            </a:xfrm>
            <a:custGeom>
              <a:rect b="b" l="l" r="r" t="t"/>
              <a:pathLst>
                <a:path extrusionOk="0" h="11312" w="8847">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80"/>
            <p:cNvSpPr/>
            <p:nvPr/>
          </p:nvSpPr>
          <p:spPr>
            <a:xfrm>
              <a:off x="6445730" y="2238009"/>
              <a:ext cx="10201" cy="88672"/>
            </a:xfrm>
            <a:custGeom>
              <a:rect b="b" l="l" r="r" t="t"/>
              <a:pathLst>
                <a:path extrusionOk="0" h="2799" w="322">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80"/>
            <p:cNvSpPr/>
            <p:nvPr/>
          </p:nvSpPr>
          <p:spPr>
            <a:xfrm>
              <a:off x="6383859" y="2249319"/>
              <a:ext cx="10613" cy="10581"/>
            </a:xfrm>
            <a:custGeom>
              <a:rect b="b" l="l" r="r" t="t"/>
              <a:pathLst>
                <a:path extrusionOk="0" h="334" w="335">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80"/>
            <p:cNvSpPr/>
            <p:nvPr/>
          </p:nvSpPr>
          <p:spPr>
            <a:xfrm>
              <a:off x="6383859" y="2282868"/>
              <a:ext cx="10613" cy="10613"/>
            </a:xfrm>
            <a:custGeom>
              <a:rect b="b" l="l" r="r" t="t"/>
              <a:pathLst>
                <a:path extrusionOk="0" h="335" w="335">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80"/>
            <p:cNvSpPr/>
            <p:nvPr/>
          </p:nvSpPr>
          <p:spPr>
            <a:xfrm>
              <a:off x="6378220" y="2154247"/>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8" name="Google Shape;10648;p80"/>
          <p:cNvGrpSpPr/>
          <p:nvPr/>
        </p:nvGrpSpPr>
        <p:grpSpPr>
          <a:xfrm>
            <a:off x="5801485" y="1793646"/>
            <a:ext cx="279164" cy="357794"/>
            <a:chOff x="5801485" y="1969046"/>
            <a:chExt cx="279164" cy="357794"/>
          </a:xfrm>
        </p:grpSpPr>
        <p:sp>
          <p:nvSpPr>
            <p:cNvPr id="10649" name="Google Shape;10649;p80"/>
            <p:cNvSpPr/>
            <p:nvPr/>
          </p:nvSpPr>
          <p:spPr>
            <a:xfrm>
              <a:off x="5901436" y="2092408"/>
              <a:ext cx="10613" cy="16252"/>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80"/>
            <p:cNvSpPr/>
            <p:nvPr/>
          </p:nvSpPr>
          <p:spPr>
            <a:xfrm>
              <a:off x="5968597" y="2092408"/>
              <a:ext cx="10581" cy="16252"/>
            </a:xfrm>
            <a:custGeom>
              <a:rect b="b" l="l" r="r" t="t"/>
              <a:pathLst>
                <a:path extrusionOk="0" h="513" w="334">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80"/>
            <p:cNvSpPr/>
            <p:nvPr/>
          </p:nvSpPr>
          <p:spPr>
            <a:xfrm>
              <a:off x="5801485" y="1969046"/>
              <a:ext cx="279164" cy="357636"/>
            </a:xfrm>
            <a:custGeom>
              <a:rect b="b" l="l" r="r" t="t"/>
              <a:pathLst>
                <a:path extrusionOk="0" h="11289" w="8812">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80"/>
            <p:cNvSpPr/>
            <p:nvPr/>
          </p:nvSpPr>
          <p:spPr>
            <a:xfrm>
              <a:off x="5895797" y="2075427"/>
              <a:ext cx="21891" cy="10581"/>
            </a:xfrm>
            <a:custGeom>
              <a:rect b="b" l="l" r="r" t="t"/>
              <a:pathLst>
                <a:path extrusionOk="0" h="334" w="691">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80"/>
            <p:cNvSpPr/>
            <p:nvPr/>
          </p:nvSpPr>
          <p:spPr>
            <a:xfrm>
              <a:off x="5962927" y="2075427"/>
              <a:ext cx="21542" cy="10581"/>
            </a:xfrm>
            <a:custGeom>
              <a:rect b="b" l="l" r="r" t="t"/>
              <a:pathLst>
                <a:path extrusionOk="0" h="334" w="68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80"/>
            <p:cNvSpPr/>
            <p:nvPr/>
          </p:nvSpPr>
          <p:spPr>
            <a:xfrm>
              <a:off x="5845615" y="2282868"/>
              <a:ext cx="10233" cy="43813"/>
            </a:xfrm>
            <a:custGeom>
              <a:rect b="b" l="l" r="r" t="t"/>
              <a:pathLst>
                <a:path extrusionOk="0" h="1383" w="323">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80"/>
            <p:cNvSpPr/>
            <p:nvPr/>
          </p:nvSpPr>
          <p:spPr>
            <a:xfrm>
              <a:off x="6024798" y="2282868"/>
              <a:ext cx="10201" cy="43813"/>
            </a:xfrm>
            <a:custGeom>
              <a:rect b="b" l="l" r="r" t="t"/>
              <a:pathLst>
                <a:path extrusionOk="0" h="1383" w="322">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80"/>
            <p:cNvSpPr/>
            <p:nvPr/>
          </p:nvSpPr>
          <p:spPr>
            <a:xfrm>
              <a:off x="5868267" y="2260248"/>
              <a:ext cx="144112" cy="66591"/>
            </a:xfrm>
            <a:custGeom>
              <a:rect b="b" l="l" r="r" t="t"/>
              <a:pathLst>
                <a:path extrusionOk="0" h="2102" w="4549">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80"/>
            <p:cNvSpPr/>
            <p:nvPr/>
          </p:nvSpPr>
          <p:spPr>
            <a:xfrm>
              <a:off x="5890126" y="2013556"/>
              <a:ext cx="10581" cy="10613"/>
            </a:xfrm>
            <a:custGeom>
              <a:rect b="b" l="l" r="r" t="t"/>
              <a:pathLst>
                <a:path extrusionOk="0" h="335" w="334">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80"/>
            <p:cNvSpPr/>
            <p:nvPr/>
          </p:nvSpPr>
          <p:spPr>
            <a:xfrm>
              <a:off x="5979907" y="2013556"/>
              <a:ext cx="10201" cy="10613"/>
            </a:xfrm>
            <a:custGeom>
              <a:rect b="b" l="l" r="r" t="t"/>
              <a:pathLst>
                <a:path extrusionOk="0" h="335" w="322">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80"/>
            <p:cNvSpPr/>
            <p:nvPr/>
          </p:nvSpPr>
          <p:spPr>
            <a:xfrm>
              <a:off x="5861455" y="2002247"/>
              <a:ext cx="127892" cy="155454"/>
            </a:xfrm>
            <a:custGeom>
              <a:rect b="b" l="l" r="r" t="t"/>
              <a:pathLst>
                <a:path extrusionOk="0" h="4907" w="4037">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80"/>
            <p:cNvSpPr/>
            <p:nvPr/>
          </p:nvSpPr>
          <p:spPr>
            <a:xfrm>
              <a:off x="5890886" y="2060633"/>
              <a:ext cx="128652" cy="127227"/>
            </a:xfrm>
            <a:custGeom>
              <a:rect b="b" l="l" r="r" t="t"/>
              <a:pathLst>
                <a:path extrusionOk="0" h="4016" w="4061">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80"/>
            <p:cNvSpPr/>
            <p:nvPr/>
          </p:nvSpPr>
          <p:spPr>
            <a:xfrm>
              <a:off x="5910116" y="2122947"/>
              <a:ext cx="61142" cy="33232"/>
            </a:xfrm>
            <a:custGeom>
              <a:rect b="b" l="l" r="r" t="t"/>
              <a:pathLst>
                <a:path extrusionOk="0" h="1049" w="193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2" name="Google Shape;10662;p80"/>
          <p:cNvGrpSpPr/>
          <p:nvPr/>
        </p:nvGrpSpPr>
        <p:grpSpPr>
          <a:xfrm>
            <a:off x="5352643" y="1793646"/>
            <a:ext cx="278404" cy="358364"/>
            <a:chOff x="5352643" y="1969046"/>
            <a:chExt cx="278404" cy="358364"/>
          </a:xfrm>
        </p:grpSpPr>
        <p:sp>
          <p:nvSpPr>
            <p:cNvPr id="10663" name="Google Shape;10663;p80"/>
            <p:cNvSpPr/>
            <p:nvPr/>
          </p:nvSpPr>
          <p:spPr>
            <a:xfrm>
              <a:off x="5352643" y="1969046"/>
              <a:ext cx="278404" cy="358364"/>
            </a:xfrm>
            <a:custGeom>
              <a:rect b="b" l="l" r="r" t="t"/>
              <a:pathLst>
                <a:path extrusionOk="0" h="11312" w="8788">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80"/>
            <p:cNvSpPr/>
            <p:nvPr/>
          </p:nvSpPr>
          <p:spPr>
            <a:xfrm>
              <a:off x="5452593" y="2092408"/>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80"/>
            <p:cNvSpPr/>
            <p:nvPr/>
          </p:nvSpPr>
          <p:spPr>
            <a:xfrm>
              <a:off x="5519723" y="2092408"/>
              <a:ext cx="10233" cy="16252"/>
            </a:xfrm>
            <a:custGeom>
              <a:rect b="b" l="l" r="r" t="t"/>
              <a:pathLst>
                <a:path extrusionOk="0" h="513" w="323">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80"/>
            <p:cNvSpPr/>
            <p:nvPr/>
          </p:nvSpPr>
          <p:spPr>
            <a:xfrm>
              <a:off x="5474833" y="2137298"/>
              <a:ext cx="32852" cy="10201"/>
            </a:xfrm>
            <a:custGeom>
              <a:rect b="b" l="l" r="r" t="t"/>
              <a:pathLst>
                <a:path extrusionOk="0" h="322" w="1037">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7" name="Google Shape;10667;p80"/>
          <p:cNvGrpSpPr/>
          <p:nvPr/>
        </p:nvGrpSpPr>
        <p:grpSpPr>
          <a:xfrm>
            <a:off x="4897750" y="1792917"/>
            <a:ext cx="279132" cy="358364"/>
            <a:chOff x="4897750" y="1968317"/>
            <a:chExt cx="279132" cy="358364"/>
          </a:xfrm>
        </p:grpSpPr>
        <p:sp>
          <p:nvSpPr>
            <p:cNvPr id="10668" name="Google Shape;10668;p80"/>
            <p:cNvSpPr/>
            <p:nvPr/>
          </p:nvSpPr>
          <p:spPr>
            <a:xfrm>
              <a:off x="4997700" y="2075427"/>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80"/>
            <p:cNvSpPr/>
            <p:nvPr/>
          </p:nvSpPr>
          <p:spPr>
            <a:xfrm>
              <a:off x="5064830" y="2075427"/>
              <a:ext cx="10233" cy="16252"/>
            </a:xfrm>
            <a:custGeom>
              <a:rect b="b" l="l" r="r" t="t"/>
              <a:pathLst>
                <a:path extrusionOk="0" h="513" w="323">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80"/>
            <p:cNvSpPr/>
            <p:nvPr/>
          </p:nvSpPr>
          <p:spPr>
            <a:xfrm>
              <a:off x="5013920" y="2115122"/>
              <a:ext cx="45302" cy="16157"/>
            </a:xfrm>
            <a:custGeom>
              <a:rect b="b" l="l" r="r" t="t"/>
              <a:pathLst>
                <a:path extrusionOk="0" h="510" w="143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80"/>
            <p:cNvSpPr/>
            <p:nvPr/>
          </p:nvSpPr>
          <p:spPr>
            <a:xfrm>
              <a:off x="4897750" y="1968317"/>
              <a:ext cx="279132" cy="358364"/>
            </a:xfrm>
            <a:custGeom>
              <a:rect b="b" l="l" r="r" t="t"/>
              <a:pathLst>
                <a:path extrusionOk="0" h="11312" w="8811">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80"/>
            <p:cNvSpPr/>
            <p:nvPr/>
          </p:nvSpPr>
          <p:spPr>
            <a:xfrm>
              <a:off x="4992030" y="2058827"/>
              <a:ext cx="21923" cy="10581"/>
            </a:xfrm>
            <a:custGeom>
              <a:rect b="b" l="l" r="r" t="t"/>
              <a:pathLst>
                <a:path extrusionOk="0" h="334" w="692">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80"/>
            <p:cNvSpPr/>
            <p:nvPr/>
          </p:nvSpPr>
          <p:spPr>
            <a:xfrm>
              <a:off x="5059191" y="2058827"/>
              <a:ext cx="21511" cy="10581"/>
            </a:xfrm>
            <a:custGeom>
              <a:rect b="b" l="l" r="r" t="t"/>
              <a:pathLst>
                <a:path extrusionOk="0" h="334" w="679">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80"/>
            <p:cNvSpPr/>
            <p:nvPr/>
          </p:nvSpPr>
          <p:spPr>
            <a:xfrm>
              <a:off x="4941500" y="2271558"/>
              <a:ext cx="10581" cy="55123"/>
            </a:xfrm>
            <a:custGeom>
              <a:rect b="b" l="l" r="r" t="t"/>
              <a:pathLst>
                <a:path extrusionOk="0" h="1740" w="334">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80"/>
            <p:cNvSpPr/>
            <p:nvPr/>
          </p:nvSpPr>
          <p:spPr>
            <a:xfrm>
              <a:off x="4963739" y="225457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80"/>
            <p:cNvSpPr/>
            <p:nvPr/>
          </p:nvSpPr>
          <p:spPr>
            <a:xfrm>
              <a:off x="5098791" y="225457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80"/>
            <p:cNvSpPr/>
            <p:nvPr/>
          </p:nvSpPr>
          <p:spPr>
            <a:xfrm>
              <a:off x="5098791" y="228286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80"/>
            <p:cNvSpPr/>
            <p:nvPr/>
          </p:nvSpPr>
          <p:spPr>
            <a:xfrm>
              <a:off x="4963739" y="228286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80"/>
            <p:cNvSpPr/>
            <p:nvPr/>
          </p:nvSpPr>
          <p:spPr>
            <a:xfrm>
              <a:off x="5098791" y="2310778"/>
              <a:ext cx="10201" cy="10233"/>
            </a:xfrm>
            <a:custGeom>
              <a:rect b="b" l="l" r="r" t="t"/>
              <a:pathLst>
                <a:path extrusionOk="0" h="323" w="322">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80"/>
            <p:cNvSpPr/>
            <p:nvPr/>
          </p:nvSpPr>
          <p:spPr>
            <a:xfrm>
              <a:off x="4963739" y="2310778"/>
              <a:ext cx="10233" cy="10233"/>
            </a:xfrm>
            <a:custGeom>
              <a:rect b="b" l="l" r="r" t="t"/>
              <a:pathLst>
                <a:path extrusionOk="0" h="323" w="323">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81" name="Google Shape;10681;p80"/>
          <p:cNvSpPr/>
          <p:nvPr/>
        </p:nvSpPr>
        <p:spPr>
          <a:xfrm>
            <a:off x="872362" y="1337644"/>
            <a:ext cx="325164" cy="347783"/>
          </a:xfrm>
          <a:custGeom>
            <a:rect b="b" l="l" r="r" t="t"/>
            <a:pathLst>
              <a:path extrusionOk="0" h="10978" w="10264">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82" name="Google Shape;10682;p80"/>
          <p:cNvGrpSpPr/>
          <p:nvPr/>
        </p:nvGrpSpPr>
        <p:grpSpPr>
          <a:xfrm>
            <a:off x="1767449" y="1337644"/>
            <a:ext cx="324403" cy="347783"/>
            <a:chOff x="1767449" y="1513044"/>
            <a:chExt cx="324403" cy="347783"/>
          </a:xfrm>
        </p:grpSpPr>
        <p:sp>
          <p:nvSpPr>
            <p:cNvPr id="10683" name="Google Shape;10683;p80"/>
            <p:cNvSpPr/>
            <p:nvPr/>
          </p:nvSpPr>
          <p:spPr>
            <a:xfrm>
              <a:off x="1850039" y="1513044"/>
              <a:ext cx="159604" cy="347783"/>
            </a:xfrm>
            <a:custGeom>
              <a:rect b="b" l="l" r="r" t="t"/>
              <a:pathLst>
                <a:path extrusionOk="0" h="10978" w="5038">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80"/>
            <p:cNvSpPr/>
            <p:nvPr/>
          </p:nvSpPr>
          <p:spPr>
            <a:xfrm>
              <a:off x="1887009" y="1702332"/>
              <a:ext cx="53222" cy="48375"/>
            </a:xfrm>
            <a:custGeom>
              <a:rect b="b" l="l" r="r" t="t"/>
              <a:pathLst>
                <a:path extrusionOk="0" h="1527" w="168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80"/>
            <p:cNvSpPr/>
            <p:nvPr/>
          </p:nvSpPr>
          <p:spPr>
            <a:xfrm>
              <a:off x="1943970" y="1686745"/>
              <a:ext cx="28702" cy="63962"/>
            </a:xfrm>
            <a:custGeom>
              <a:rect b="b" l="l" r="r" t="t"/>
              <a:pathLst>
                <a:path extrusionOk="0" h="2019" w="906">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80"/>
            <p:cNvSpPr/>
            <p:nvPr/>
          </p:nvSpPr>
          <p:spPr>
            <a:xfrm>
              <a:off x="2029221" y="1707306"/>
              <a:ext cx="62631" cy="10201"/>
            </a:xfrm>
            <a:custGeom>
              <a:rect b="b" l="l" r="r" t="t"/>
              <a:pathLst>
                <a:path extrusionOk="0" h="322" w="1977">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80"/>
            <p:cNvSpPr/>
            <p:nvPr/>
          </p:nvSpPr>
          <p:spPr>
            <a:xfrm>
              <a:off x="2029221" y="1758311"/>
              <a:ext cx="47552" cy="46696"/>
            </a:xfrm>
            <a:custGeom>
              <a:rect b="b" l="l" r="r" t="t"/>
              <a:pathLst>
                <a:path extrusionOk="0" h="1474" w="1501">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80"/>
            <p:cNvSpPr/>
            <p:nvPr/>
          </p:nvSpPr>
          <p:spPr>
            <a:xfrm>
              <a:off x="2029221" y="1615339"/>
              <a:ext cx="47552" cy="46728"/>
            </a:xfrm>
            <a:custGeom>
              <a:rect b="b" l="l" r="r" t="t"/>
              <a:pathLst>
                <a:path extrusionOk="0" h="1475" w="1501">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80"/>
            <p:cNvSpPr/>
            <p:nvPr/>
          </p:nvSpPr>
          <p:spPr>
            <a:xfrm>
              <a:off x="1767449" y="1703504"/>
              <a:ext cx="63012" cy="10233"/>
            </a:xfrm>
            <a:custGeom>
              <a:rect b="b" l="l" r="r" t="t"/>
              <a:pathLst>
                <a:path extrusionOk="0" h="323" w="1989">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80"/>
            <p:cNvSpPr/>
            <p:nvPr/>
          </p:nvSpPr>
          <p:spPr>
            <a:xfrm>
              <a:off x="1783289" y="1615719"/>
              <a:ext cx="47552" cy="46728"/>
            </a:xfrm>
            <a:custGeom>
              <a:rect b="b" l="l" r="r" t="t"/>
              <a:pathLst>
                <a:path extrusionOk="0" h="1475" w="1501">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80"/>
            <p:cNvSpPr/>
            <p:nvPr/>
          </p:nvSpPr>
          <p:spPr>
            <a:xfrm>
              <a:off x="1783289" y="1758311"/>
              <a:ext cx="47552" cy="46696"/>
            </a:xfrm>
            <a:custGeom>
              <a:rect b="b" l="l" r="r" t="t"/>
              <a:pathLst>
                <a:path extrusionOk="0" h="1474" w="1501">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2" name="Google Shape;10692;p80"/>
          <p:cNvGrpSpPr/>
          <p:nvPr/>
        </p:nvGrpSpPr>
        <p:grpSpPr>
          <a:xfrm>
            <a:off x="4007193" y="1337327"/>
            <a:ext cx="320633" cy="348100"/>
            <a:chOff x="4007193" y="1512727"/>
            <a:chExt cx="320633" cy="348100"/>
          </a:xfrm>
        </p:grpSpPr>
        <p:sp>
          <p:nvSpPr>
            <p:cNvPr id="10693" name="Google Shape;10693;p80"/>
            <p:cNvSpPr/>
            <p:nvPr/>
          </p:nvSpPr>
          <p:spPr>
            <a:xfrm>
              <a:off x="4177695" y="1512727"/>
              <a:ext cx="143732" cy="153109"/>
            </a:xfrm>
            <a:custGeom>
              <a:rect b="b" l="l" r="r" t="t"/>
              <a:pathLst>
                <a:path extrusionOk="0" h="4833" w="4537">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80"/>
            <p:cNvSpPr/>
            <p:nvPr/>
          </p:nvSpPr>
          <p:spPr>
            <a:xfrm>
              <a:off x="4214666" y="1543583"/>
              <a:ext cx="77711" cy="77363"/>
            </a:xfrm>
            <a:custGeom>
              <a:rect b="b" l="l" r="r" t="t"/>
              <a:pathLst>
                <a:path extrusionOk="0" h="2442" w="2453">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80"/>
            <p:cNvSpPr/>
            <p:nvPr/>
          </p:nvSpPr>
          <p:spPr>
            <a:xfrm>
              <a:off x="4007193" y="1541334"/>
              <a:ext cx="320633" cy="319493"/>
            </a:xfrm>
            <a:custGeom>
              <a:rect b="b" l="l" r="r" t="t"/>
              <a:pathLst>
                <a:path extrusionOk="0" h="10085" w="10121">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80"/>
            <p:cNvSpPr/>
            <p:nvPr/>
          </p:nvSpPr>
          <p:spPr>
            <a:xfrm>
              <a:off x="4064914" y="1665805"/>
              <a:ext cx="101123" cy="40012"/>
            </a:xfrm>
            <a:custGeom>
              <a:rect b="b" l="l" r="r" t="t"/>
              <a:pathLst>
                <a:path extrusionOk="0" h="1263" w="3192">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80"/>
            <p:cNvSpPr/>
            <p:nvPr/>
          </p:nvSpPr>
          <p:spPr>
            <a:xfrm>
              <a:off x="4162235" y="1749155"/>
              <a:ext cx="101851" cy="60382"/>
            </a:xfrm>
            <a:custGeom>
              <a:rect b="b" l="l" r="r" t="t"/>
              <a:pathLst>
                <a:path extrusionOk="0" h="1906" w="3215">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8" name="Google Shape;10698;p80"/>
          <p:cNvGrpSpPr/>
          <p:nvPr/>
        </p:nvGrpSpPr>
        <p:grpSpPr>
          <a:xfrm>
            <a:off x="3530425" y="1333347"/>
            <a:ext cx="368175" cy="344594"/>
            <a:chOff x="3530425" y="1508747"/>
            <a:chExt cx="368175" cy="344594"/>
          </a:xfrm>
        </p:grpSpPr>
        <p:sp>
          <p:nvSpPr>
            <p:cNvPr id="10699" name="Google Shape;10699;p80"/>
            <p:cNvSpPr/>
            <p:nvPr/>
          </p:nvSpPr>
          <p:spPr>
            <a:xfrm>
              <a:off x="3530425" y="1508747"/>
              <a:ext cx="316765" cy="344594"/>
            </a:xfrm>
            <a:custGeom>
              <a:rect b="b" l="l" r="r" t="t"/>
              <a:pathLst>
                <a:path extrusionOk="0" h="8538" w="7848">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80"/>
            <p:cNvSpPr/>
            <p:nvPr/>
          </p:nvSpPr>
          <p:spPr>
            <a:xfrm>
              <a:off x="3870185" y="1675515"/>
              <a:ext cx="28415" cy="11099"/>
            </a:xfrm>
            <a:custGeom>
              <a:rect b="b" l="l" r="r" t="t"/>
              <a:pathLst>
                <a:path extrusionOk="0" h="275" w="704">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80"/>
            <p:cNvSpPr/>
            <p:nvPr/>
          </p:nvSpPr>
          <p:spPr>
            <a:xfrm>
              <a:off x="3846170" y="1610293"/>
              <a:ext cx="25993" cy="22965"/>
            </a:xfrm>
            <a:custGeom>
              <a:rect b="b" l="l" r="r" t="t"/>
              <a:pathLst>
                <a:path extrusionOk="0" h="569" w="644">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80"/>
            <p:cNvSpPr/>
            <p:nvPr/>
          </p:nvSpPr>
          <p:spPr>
            <a:xfrm>
              <a:off x="3847623" y="1728508"/>
              <a:ext cx="24540" cy="23086"/>
            </a:xfrm>
            <a:custGeom>
              <a:rect b="b" l="l" r="r" t="t"/>
              <a:pathLst>
                <a:path extrusionOk="0" h="572" w="608">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3" name="Google Shape;10703;p80"/>
          <p:cNvGrpSpPr/>
          <p:nvPr/>
        </p:nvGrpSpPr>
        <p:grpSpPr>
          <a:xfrm>
            <a:off x="3127598" y="1337834"/>
            <a:ext cx="289714" cy="347593"/>
            <a:chOff x="3127598" y="1513234"/>
            <a:chExt cx="289714" cy="347593"/>
          </a:xfrm>
        </p:grpSpPr>
        <p:sp>
          <p:nvSpPr>
            <p:cNvPr id="10704" name="Google Shape;10704;p80"/>
            <p:cNvSpPr/>
            <p:nvPr/>
          </p:nvSpPr>
          <p:spPr>
            <a:xfrm>
              <a:off x="3127598" y="1513234"/>
              <a:ext cx="289714" cy="347593"/>
            </a:xfrm>
            <a:custGeom>
              <a:rect b="b" l="l" r="r" t="t"/>
              <a:pathLst>
                <a:path extrusionOk="0" h="10972" w="9145">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80"/>
            <p:cNvSpPr/>
            <p:nvPr/>
          </p:nvSpPr>
          <p:spPr>
            <a:xfrm>
              <a:off x="3254698" y="1788375"/>
              <a:ext cx="121493" cy="10233"/>
            </a:xfrm>
            <a:custGeom>
              <a:rect b="b" l="l" r="r" t="t"/>
              <a:pathLst>
                <a:path extrusionOk="0" h="323" w="3835">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80"/>
            <p:cNvSpPr/>
            <p:nvPr/>
          </p:nvSpPr>
          <p:spPr>
            <a:xfrm>
              <a:off x="3185668" y="1638275"/>
              <a:ext cx="172783" cy="29051"/>
            </a:xfrm>
            <a:custGeom>
              <a:rect b="b" l="l" r="r" t="t"/>
              <a:pathLst>
                <a:path extrusionOk="0" h="917" w="5454">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80"/>
            <p:cNvSpPr/>
            <p:nvPr/>
          </p:nvSpPr>
          <p:spPr>
            <a:xfrm>
              <a:off x="3186428" y="1681645"/>
              <a:ext cx="172022" cy="10581"/>
            </a:xfrm>
            <a:custGeom>
              <a:rect b="b" l="l" r="r" t="t"/>
              <a:pathLst>
                <a:path extrusionOk="0" h="334" w="543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80"/>
            <p:cNvSpPr/>
            <p:nvPr/>
          </p:nvSpPr>
          <p:spPr>
            <a:xfrm>
              <a:off x="3186428" y="1707306"/>
              <a:ext cx="172022" cy="10201"/>
            </a:xfrm>
            <a:custGeom>
              <a:rect b="b" l="l" r="r" t="t"/>
              <a:pathLst>
                <a:path extrusionOk="0" h="322" w="543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9" name="Google Shape;10709;p80"/>
          <p:cNvGrpSpPr/>
          <p:nvPr/>
        </p:nvGrpSpPr>
        <p:grpSpPr>
          <a:xfrm>
            <a:off x="2662884" y="1337644"/>
            <a:ext cx="322914" cy="348543"/>
            <a:chOff x="2662884" y="1513044"/>
            <a:chExt cx="322914" cy="348543"/>
          </a:xfrm>
        </p:grpSpPr>
        <p:sp>
          <p:nvSpPr>
            <p:cNvPr id="10710" name="Google Shape;10710;p80"/>
            <p:cNvSpPr/>
            <p:nvPr/>
          </p:nvSpPr>
          <p:spPr>
            <a:xfrm>
              <a:off x="2662884" y="1513044"/>
              <a:ext cx="260663" cy="348543"/>
            </a:xfrm>
            <a:custGeom>
              <a:rect b="b" l="l" r="r" t="t"/>
              <a:pathLst>
                <a:path extrusionOk="0" h="11002" w="8228">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80"/>
            <p:cNvSpPr/>
            <p:nvPr/>
          </p:nvSpPr>
          <p:spPr>
            <a:xfrm>
              <a:off x="2663264" y="1513044"/>
              <a:ext cx="165243" cy="282554"/>
            </a:xfrm>
            <a:custGeom>
              <a:rect b="b" l="l" r="r" t="t"/>
              <a:pathLst>
                <a:path extrusionOk="0" h="8919" w="5216">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80"/>
            <p:cNvSpPr/>
            <p:nvPr/>
          </p:nvSpPr>
          <p:spPr>
            <a:xfrm>
              <a:off x="2717596" y="1747634"/>
              <a:ext cx="152412" cy="10613"/>
            </a:xfrm>
            <a:custGeom>
              <a:rect b="b" l="l" r="r" t="t"/>
              <a:pathLst>
                <a:path extrusionOk="0" h="335" w="4811">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80"/>
            <p:cNvSpPr/>
            <p:nvPr/>
          </p:nvSpPr>
          <p:spPr>
            <a:xfrm>
              <a:off x="2788876" y="1809886"/>
              <a:ext cx="81132" cy="10581"/>
            </a:xfrm>
            <a:custGeom>
              <a:rect b="b" l="l" r="r" t="t"/>
              <a:pathLst>
                <a:path extrusionOk="0" h="334" w="2561">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80"/>
            <p:cNvSpPr/>
            <p:nvPr/>
          </p:nvSpPr>
          <p:spPr>
            <a:xfrm>
              <a:off x="2717596" y="1722385"/>
              <a:ext cx="152412" cy="10201"/>
            </a:xfrm>
            <a:custGeom>
              <a:rect b="b" l="l" r="r" t="t"/>
              <a:pathLst>
                <a:path extrusionOk="0" h="322" w="4811">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80"/>
            <p:cNvSpPr/>
            <p:nvPr/>
          </p:nvSpPr>
          <p:spPr>
            <a:xfrm>
              <a:off x="2717596" y="1696344"/>
              <a:ext cx="152412" cy="10613"/>
            </a:xfrm>
            <a:custGeom>
              <a:rect b="b" l="l" r="r" t="t"/>
              <a:pathLst>
                <a:path extrusionOk="0" h="335" w="4811">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80"/>
            <p:cNvSpPr/>
            <p:nvPr/>
          </p:nvSpPr>
          <p:spPr>
            <a:xfrm>
              <a:off x="2717596" y="1670335"/>
              <a:ext cx="152412" cy="10581"/>
            </a:xfrm>
            <a:custGeom>
              <a:rect b="b" l="l" r="r" t="t"/>
              <a:pathLst>
                <a:path extrusionOk="0" h="334" w="4811">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80"/>
            <p:cNvSpPr/>
            <p:nvPr/>
          </p:nvSpPr>
          <p:spPr>
            <a:xfrm>
              <a:off x="2778326" y="1594145"/>
              <a:ext cx="31332" cy="61111"/>
            </a:xfrm>
            <a:custGeom>
              <a:rect b="b" l="l" r="r" t="t"/>
              <a:pathLst>
                <a:path extrusionOk="0" h="1929" w="989">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80"/>
            <p:cNvSpPr/>
            <p:nvPr/>
          </p:nvSpPr>
          <p:spPr>
            <a:xfrm>
              <a:off x="2782476" y="1575263"/>
              <a:ext cx="16220" cy="15872"/>
            </a:xfrm>
            <a:custGeom>
              <a:rect b="b" l="l" r="r" t="t"/>
              <a:pathLst>
                <a:path extrusionOk="0" h="501" w="512">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80"/>
            <p:cNvSpPr/>
            <p:nvPr/>
          </p:nvSpPr>
          <p:spPr>
            <a:xfrm>
              <a:off x="2943537" y="1513044"/>
              <a:ext cx="42261" cy="347783"/>
            </a:xfrm>
            <a:custGeom>
              <a:rect b="b" l="l" r="r" t="t"/>
              <a:pathLst>
                <a:path extrusionOk="0" h="10978" w="1334">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0" name="Google Shape;10720;p80"/>
          <p:cNvGrpSpPr/>
          <p:nvPr/>
        </p:nvGrpSpPr>
        <p:grpSpPr>
          <a:xfrm>
            <a:off x="2232511" y="1337359"/>
            <a:ext cx="299534" cy="348068"/>
            <a:chOff x="2232511" y="1512759"/>
            <a:chExt cx="299534" cy="348068"/>
          </a:xfrm>
        </p:grpSpPr>
        <p:sp>
          <p:nvSpPr>
            <p:cNvPr id="10721" name="Google Shape;10721;p80"/>
            <p:cNvSpPr/>
            <p:nvPr/>
          </p:nvSpPr>
          <p:spPr>
            <a:xfrm>
              <a:off x="2278162" y="1715226"/>
              <a:ext cx="95452" cy="10581"/>
            </a:xfrm>
            <a:custGeom>
              <a:rect b="b" l="l" r="r" t="t"/>
              <a:pathLst>
                <a:path extrusionOk="0" h="334" w="3013">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80"/>
            <p:cNvSpPr/>
            <p:nvPr/>
          </p:nvSpPr>
          <p:spPr>
            <a:xfrm>
              <a:off x="2278162" y="1734455"/>
              <a:ext cx="95452" cy="10581"/>
            </a:xfrm>
            <a:custGeom>
              <a:rect b="b" l="l" r="r" t="t"/>
              <a:pathLst>
                <a:path extrusionOk="0" h="334" w="3013">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80"/>
            <p:cNvSpPr/>
            <p:nvPr/>
          </p:nvSpPr>
          <p:spPr>
            <a:xfrm>
              <a:off x="2278162" y="1754446"/>
              <a:ext cx="95452" cy="10201"/>
            </a:xfrm>
            <a:custGeom>
              <a:rect b="b" l="l" r="r" t="t"/>
              <a:pathLst>
                <a:path extrusionOk="0" h="322" w="3013">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80"/>
            <p:cNvSpPr/>
            <p:nvPr/>
          </p:nvSpPr>
          <p:spPr>
            <a:xfrm>
              <a:off x="2278162" y="1773675"/>
              <a:ext cx="95452" cy="10581"/>
            </a:xfrm>
            <a:custGeom>
              <a:rect b="b" l="l" r="r" t="t"/>
              <a:pathLst>
                <a:path extrusionOk="0" h="334" w="3013">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80"/>
            <p:cNvSpPr/>
            <p:nvPr/>
          </p:nvSpPr>
          <p:spPr>
            <a:xfrm>
              <a:off x="2232511" y="1512759"/>
              <a:ext cx="299534" cy="348068"/>
            </a:xfrm>
            <a:custGeom>
              <a:rect b="b" l="l" r="r" t="t"/>
              <a:pathLst>
                <a:path extrusionOk="0" h="10987" w="9455">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80"/>
            <p:cNvSpPr/>
            <p:nvPr/>
          </p:nvSpPr>
          <p:spPr>
            <a:xfrm>
              <a:off x="2422623"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80"/>
            <p:cNvSpPr/>
            <p:nvPr/>
          </p:nvSpPr>
          <p:spPr>
            <a:xfrm>
              <a:off x="2442613" y="1574883"/>
              <a:ext cx="10581" cy="11373"/>
            </a:xfrm>
            <a:custGeom>
              <a:rect b="b" l="l" r="r" t="t"/>
              <a:pathLst>
                <a:path extrusionOk="0" h="359" w="334">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80"/>
            <p:cNvSpPr/>
            <p:nvPr/>
          </p:nvSpPr>
          <p:spPr>
            <a:xfrm>
              <a:off x="2462983" y="1574883"/>
              <a:ext cx="10581" cy="11373"/>
            </a:xfrm>
            <a:custGeom>
              <a:rect b="b" l="l" r="r" t="t"/>
              <a:pathLst>
                <a:path extrusionOk="0" h="359" w="334">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80"/>
            <p:cNvSpPr/>
            <p:nvPr/>
          </p:nvSpPr>
          <p:spPr>
            <a:xfrm>
              <a:off x="2482974"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80"/>
            <p:cNvSpPr/>
            <p:nvPr/>
          </p:nvSpPr>
          <p:spPr>
            <a:xfrm>
              <a:off x="2312852" y="1654495"/>
              <a:ext cx="26073" cy="49041"/>
            </a:xfrm>
            <a:custGeom>
              <a:rect b="b" l="l" r="r" t="t"/>
              <a:pathLst>
                <a:path extrusionOk="0" h="1548" w="823">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80"/>
            <p:cNvSpPr/>
            <p:nvPr/>
          </p:nvSpPr>
          <p:spPr>
            <a:xfrm>
              <a:off x="2316242" y="1637135"/>
              <a:ext cx="14383" cy="13971"/>
            </a:xfrm>
            <a:custGeom>
              <a:rect b="b" l="l" r="r" t="t"/>
              <a:pathLst>
                <a:path extrusionOk="0" h="441" w="454">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2" name="Google Shape;10732;p80"/>
          <p:cNvGrpSpPr/>
          <p:nvPr/>
        </p:nvGrpSpPr>
        <p:grpSpPr>
          <a:xfrm>
            <a:off x="1331406" y="1337961"/>
            <a:ext cx="301784" cy="348607"/>
            <a:chOff x="1331406" y="1513361"/>
            <a:chExt cx="301784" cy="348607"/>
          </a:xfrm>
        </p:grpSpPr>
        <p:sp>
          <p:nvSpPr>
            <p:cNvPr id="10733" name="Google Shape;10733;p80"/>
            <p:cNvSpPr/>
            <p:nvPr/>
          </p:nvSpPr>
          <p:spPr>
            <a:xfrm>
              <a:off x="1473237" y="1513361"/>
              <a:ext cx="159952" cy="169076"/>
            </a:xfrm>
            <a:custGeom>
              <a:rect b="b" l="l" r="r" t="t"/>
              <a:pathLst>
                <a:path extrusionOk="0" h="5337" w="5049">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80"/>
            <p:cNvSpPr/>
            <p:nvPr/>
          </p:nvSpPr>
          <p:spPr>
            <a:xfrm>
              <a:off x="1331406" y="1579033"/>
              <a:ext cx="152412" cy="282934"/>
            </a:xfrm>
            <a:custGeom>
              <a:rect b="b" l="l" r="r" t="t"/>
              <a:pathLst>
                <a:path extrusionOk="0" h="8931" w="4811">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80"/>
            <p:cNvSpPr/>
            <p:nvPr/>
          </p:nvSpPr>
          <p:spPr>
            <a:xfrm>
              <a:off x="1373667" y="1686935"/>
              <a:ext cx="66401" cy="10581"/>
            </a:xfrm>
            <a:custGeom>
              <a:rect b="b" l="l" r="r" t="t"/>
              <a:pathLst>
                <a:path extrusionOk="0" h="334" w="2096">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80"/>
            <p:cNvSpPr/>
            <p:nvPr/>
          </p:nvSpPr>
          <p:spPr>
            <a:xfrm>
              <a:off x="1518508" y="1536044"/>
              <a:ext cx="72452" cy="112812"/>
            </a:xfrm>
            <a:custGeom>
              <a:rect b="b" l="l" r="r" t="t"/>
              <a:pathLst>
                <a:path extrusionOk="0" h="3561" w="2287">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7" name="Google Shape;10737;p80"/>
          <p:cNvGrpSpPr/>
          <p:nvPr/>
        </p:nvGrpSpPr>
        <p:grpSpPr>
          <a:xfrm>
            <a:off x="7144274" y="1324814"/>
            <a:ext cx="282174" cy="355735"/>
            <a:chOff x="7144274" y="1500214"/>
            <a:chExt cx="282174" cy="355735"/>
          </a:xfrm>
        </p:grpSpPr>
        <p:sp>
          <p:nvSpPr>
            <p:cNvPr id="10738" name="Google Shape;10738;p80"/>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80"/>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80"/>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80"/>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80"/>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80"/>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4" name="Google Shape;10744;p80"/>
          <p:cNvGrpSpPr/>
          <p:nvPr/>
        </p:nvGrpSpPr>
        <p:grpSpPr>
          <a:xfrm>
            <a:off x="6685262" y="1324814"/>
            <a:ext cx="289682" cy="354594"/>
            <a:chOff x="6685262" y="1500214"/>
            <a:chExt cx="289682" cy="354594"/>
          </a:xfrm>
        </p:grpSpPr>
        <p:sp>
          <p:nvSpPr>
            <p:cNvPr id="10745" name="Google Shape;10745;p80"/>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80"/>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80"/>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80"/>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9" name="Google Shape;10749;p80"/>
          <p:cNvGrpSpPr/>
          <p:nvPr/>
        </p:nvGrpSpPr>
        <p:grpSpPr>
          <a:xfrm>
            <a:off x="6200938" y="1325194"/>
            <a:ext cx="322154" cy="355355"/>
            <a:chOff x="6200938" y="1500594"/>
            <a:chExt cx="322154" cy="355355"/>
          </a:xfrm>
        </p:grpSpPr>
        <p:sp>
          <p:nvSpPr>
            <p:cNvPr id="10750" name="Google Shape;10750;p80"/>
            <p:cNvSpPr/>
            <p:nvPr/>
          </p:nvSpPr>
          <p:spPr>
            <a:xfrm>
              <a:off x="6325789" y="1605835"/>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80"/>
            <p:cNvSpPr/>
            <p:nvPr/>
          </p:nvSpPr>
          <p:spPr>
            <a:xfrm>
              <a:off x="6387280" y="1605835"/>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80"/>
            <p:cNvSpPr/>
            <p:nvPr/>
          </p:nvSpPr>
          <p:spPr>
            <a:xfrm>
              <a:off x="6345779" y="1650725"/>
              <a:ext cx="32472" cy="10201"/>
            </a:xfrm>
            <a:custGeom>
              <a:rect b="b" l="l" r="r" t="t"/>
              <a:pathLst>
                <a:path extrusionOk="0" h="322" w="1025">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80"/>
            <p:cNvSpPr/>
            <p:nvPr/>
          </p:nvSpPr>
          <p:spPr>
            <a:xfrm>
              <a:off x="6200938" y="1500594"/>
              <a:ext cx="322154" cy="355355"/>
            </a:xfrm>
            <a:custGeom>
              <a:rect b="b" l="l" r="r" t="t"/>
              <a:pathLst>
                <a:path extrusionOk="0" h="11217" w="10169">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80"/>
            <p:cNvSpPr/>
            <p:nvPr/>
          </p:nvSpPr>
          <p:spPr>
            <a:xfrm>
              <a:off x="6312199" y="1800445"/>
              <a:ext cx="99253" cy="54743"/>
            </a:xfrm>
            <a:custGeom>
              <a:rect b="b" l="l" r="r" t="t"/>
              <a:pathLst>
                <a:path extrusionOk="0" h="1728" w="3133">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5" name="Google Shape;10755;p80"/>
          <p:cNvGrpSpPr/>
          <p:nvPr/>
        </p:nvGrpSpPr>
        <p:grpSpPr>
          <a:xfrm>
            <a:off x="5289631" y="1324814"/>
            <a:ext cx="332355" cy="354974"/>
            <a:chOff x="5289631" y="1500214"/>
            <a:chExt cx="332355" cy="354974"/>
          </a:xfrm>
        </p:grpSpPr>
        <p:sp>
          <p:nvSpPr>
            <p:cNvPr id="10756" name="Google Shape;10756;p80"/>
            <p:cNvSpPr/>
            <p:nvPr/>
          </p:nvSpPr>
          <p:spPr>
            <a:xfrm>
              <a:off x="5432603" y="1667040"/>
              <a:ext cx="45651" cy="16157"/>
            </a:xfrm>
            <a:custGeom>
              <a:rect b="b" l="l" r="r" t="t"/>
              <a:pathLst>
                <a:path extrusionOk="0" h="510" w="1441">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80"/>
            <p:cNvSpPr/>
            <p:nvPr/>
          </p:nvSpPr>
          <p:spPr>
            <a:xfrm>
              <a:off x="5416763" y="1628074"/>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80"/>
            <p:cNvSpPr/>
            <p:nvPr/>
          </p:nvSpPr>
          <p:spPr>
            <a:xfrm>
              <a:off x="5483893" y="1628074"/>
              <a:ext cx="10233" cy="15872"/>
            </a:xfrm>
            <a:custGeom>
              <a:rect b="b" l="l" r="r" t="t"/>
              <a:pathLst>
                <a:path extrusionOk="0" h="501" w="323">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80"/>
            <p:cNvSpPr/>
            <p:nvPr/>
          </p:nvSpPr>
          <p:spPr>
            <a:xfrm>
              <a:off x="5411093" y="1611474"/>
              <a:ext cx="21923" cy="10613"/>
            </a:xfrm>
            <a:custGeom>
              <a:rect b="b" l="l" r="r" t="t"/>
              <a:pathLst>
                <a:path extrusionOk="0" h="335" w="692">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80"/>
            <p:cNvSpPr/>
            <p:nvPr/>
          </p:nvSpPr>
          <p:spPr>
            <a:xfrm>
              <a:off x="5478254" y="1611474"/>
              <a:ext cx="21511" cy="10613"/>
            </a:xfrm>
            <a:custGeom>
              <a:rect b="b" l="l" r="r" t="t"/>
              <a:pathLst>
                <a:path extrusionOk="0" h="335" w="679">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80"/>
            <p:cNvSpPr/>
            <p:nvPr/>
          </p:nvSpPr>
          <p:spPr>
            <a:xfrm>
              <a:off x="5289631" y="1500214"/>
              <a:ext cx="332355" cy="354974"/>
            </a:xfrm>
            <a:custGeom>
              <a:rect b="b" l="l" r="r" t="t"/>
              <a:pathLst>
                <a:path extrusionOk="0" h="11205" w="10491">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2" name="Google Shape;10762;p80"/>
          <p:cNvGrpSpPr/>
          <p:nvPr/>
        </p:nvGrpSpPr>
        <p:grpSpPr>
          <a:xfrm>
            <a:off x="5748295" y="1324433"/>
            <a:ext cx="323294" cy="356115"/>
            <a:chOff x="5748295" y="1499833"/>
            <a:chExt cx="323294" cy="356115"/>
          </a:xfrm>
        </p:grpSpPr>
        <p:sp>
          <p:nvSpPr>
            <p:cNvPr id="10763" name="Google Shape;10763;p80"/>
            <p:cNvSpPr/>
            <p:nvPr/>
          </p:nvSpPr>
          <p:spPr>
            <a:xfrm>
              <a:off x="5871276" y="1611474"/>
              <a:ext cx="10581" cy="16252"/>
            </a:xfrm>
            <a:custGeom>
              <a:rect b="b" l="l" r="r" t="t"/>
              <a:pathLst>
                <a:path extrusionOk="0" h="513" w="334">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80"/>
            <p:cNvSpPr/>
            <p:nvPr/>
          </p:nvSpPr>
          <p:spPr>
            <a:xfrm>
              <a:off x="5938406" y="1611474"/>
              <a:ext cx="10233" cy="16252"/>
            </a:xfrm>
            <a:custGeom>
              <a:rect b="b" l="l" r="r" t="t"/>
              <a:pathLst>
                <a:path extrusionOk="0" h="513" w="323">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80"/>
            <p:cNvSpPr/>
            <p:nvPr/>
          </p:nvSpPr>
          <p:spPr>
            <a:xfrm>
              <a:off x="5887116" y="1650820"/>
              <a:ext cx="45683" cy="15777"/>
            </a:xfrm>
            <a:custGeom>
              <a:rect b="b" l="l" r="r" t="t"/>
              <a:pathLst>
                <a:path extrusionOk="0" h="498" w="1442">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80"/>
            <p:cNvSpPr/>
            <p:nvPr/>
          </p:nvSpPr>
          <p:spPr>
            <a:xfrm>
              <a:off x="5748295" y="1499833"/>
              <a:ext cx="323294" cy="355355"/>
            </a:xfrm>
            <a:custGeom>
              <a:rect b="b" l="l" r="r" t="t"/>
              <a:pathLst>
                <a:path extrusionOk="0" h="11217" w="10205">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80"/>
            <p:cNvSpPr/>
            <p:nvPr/>
          </p:nvSpPr>
          <p:spPr>
            <a:xfrm>
              <a:off x="5865225" y="1594842"/>
              <a:ext cx="22683" cy="12894"/>
            </a:xfrm>
            <a:custGeom>
              <a:rect b="b" l="l" r="r" t="t"/>
              <a:pathLst>
                <a:path extrusionOk="0" h="407" w="716">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80"/>
            <p:cNvSpPr/>
            <p:nvPr/>
          </p:nvSpPr>
          <p:spPr>
            <a:xfrm>
              <a:off x="5931627" y="1594462"/>
              <a:ext cx="23412" cy="12894"/>
            </a:xfrm>
            <a:custGeom>
              <a:rect b="b" l="l" r="r" t="t"/>
              <a:pathLst>
                <a:path extrusionOk="0" h="407" w="739">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80"/>
            <p:cNvSpPr/>
            <p:nvPr/>
          </p:nvSpPr>
          <p:spPr>
            <a:xfrm>
              <a:off x="5993846" y="1778586"/>
              <a:ext cx="10613" cy="77363"/>
            </a:xfrm>
            <a:custGeom>
              <a:rect b="b" l="l" r="r" t="t"/>
              <a:pathLst>
                <a:path extrusionOk="0" h="2442" w="335">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0" name="Google Shape;10770;p80"/>
          <p:cNvGrpSpPr/>
          <p:nvPr/>
        </p:nvGrpSpPr>
        <p:grpSpPr>
          <a:xfrm>
            <a:off x="8047661" y="1325637"/>
            <a:ext cx="278404" cy="355260"/>
            <a:chOff x="8047661" y="1501037"/>
            <a:chExt cx="278404" cy="355260"/>
          </a:xfrm>
        </p:grpSpPr>
        <p:sp>
          <p:nvSpPr>
            <p:cNvPr id="10771" name="Google Shape;10771;p80"/>
            <p:cNvSpPr/>
            <p:nvPr/>
          </p:nvSpPr>
          <p:spPr>
            <a:xfrm>
              <a:off x="8147611" y="1622815"/>
              <a:ext cx="10581" cy="16220"/>
            </a:xfrm>
            <a:custGeom>
              <a:rect b="b" l="l" r="r" t="t"/>
              <a:pathLst>
                <a:path extrusionOk="0" h="512" w="334">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80"/>
            <p:cNvSpPr/>
            <p:nvPr/>
          </p:nvSpPr>
          <p:spPr>
            <a:xfrm>
              <a:off x="8214741" y="1622815"/>
              <a:ext cx="10233" cy="16220"/>
            </a:xfrm>
            <a:custGeom>
              <a:rect b="b" l="l" r="r" t="t"/>
              <a:pathLst>
                <a:path extrusionOk="0" h="512" w="323">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80"/>
            <p:cNvSpPr/>
            <p:nvPr/>
          </p:nvSpPr>
          <p:spPr>
            <a:xfrm>
              <a:off x="8163451" y="1661370"/>
              <a:ext cx="45302" cy="16157"/>
            </a:xfrm>
            <a:custGeom>
              <a:rect b="b" l="l" r="r" t="t"/>
              <a:pathLst>
                <a:path extrusionOk="0" h="510" w="143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80"/>
            <p:cNvSpPr/>
            <p:nvPr/>
          </p:nvSpPr>
          <p:spPr>
            <a:xfrm>
              <a:off x="8047661" y="1501037"/>
              <a:ext cx="278404" cy="355260"/>
            </a:xfrm>
            <a:custGeom>
              <a:rect b="b" l="l" r="r" t="t"/>
              <a:pathLst>
                <a:path extrusionOk="0" h="11214" w="8788">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5" name="Google Shape;10775;p80"/>
          <p:cNvGrpSpPr/>
          <p:nvPr/>
        </p:nvGrpSpPr>
        <p:grpSpPr>
          <a:xfrm>
            <a:off x="4903389" y="1324814"/>
            <a:ext cx="267854" cy="355735"/>
            <a:chOff x="4903389" y="1500214"/>
            <a:chExt cx="267854" cy="355735"/>
          </a:xfrm>
        </p:grpSpPr>
        <p:sp>
          <p:nvSpPr>
            <p:cNvPr id="10776" name="Google Shape;10776;p80"/>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80"/>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80"/>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80"/>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80"/>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1" name="Google Shape;10781;p80"/>
          <p:cNvGrpSpPr/>
          <p:nvPr/>
        </p:nvGrpSpPr>
        <p:grpSpPr>
          <a:xfrm>
            <a:off x="7613518" y="1325954"/>
            <a:ext cx="264433" cy="353074"/>
            <a:chOff x="7613518" y="1501354"/>
            <a:chExt cx="264433" cy="353074"/>
          </a:xfrm>
        </p:grpSpPr>
        <p:sp>
          <p:nvSpPr>
            <p:cNvPr id="10782" name="Google Shape;10782;p80"/>
            <p:cNvSpPr/>
            <p:nvPr/>
          </p:nvSpPr>
          <p:spPr>
            <a:xfrm>
              <a:off x="7707069" y="1628454"/>
              <a:ext cx="10201" cy="16252"/>
            </a:xfrm>
            <a:custGeom>
              <a:rect b="b" l="l" r="r" t="t"/>
              <a:pathLst>
                <a:path extrusionOk="0" h="513" w="322">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80"/>
            <p:cNvSpPr/>
            <p:nvPr/>
          </p:nvSpPr>
          <p:spPr>
            <a:xfrm>
              <a:off x="7773439" y="1628454"/>
              <a:ext cx="10201" cy="16252"/>
            </a:xfrm>
            <a:custGeom>
              <a:rect b="b" l="l" r="r" t="t"/>
              <a:pathLst>
                <a:path extrusionOk="0" h="513" w="322">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80"/>
            <p:cNvSpPr/>
            <p:nvPr/>
          </p:nvSpPr>
          <p:spPr>
            <a:xfrm>
              <a:off x="7613518" y="1501354"/>
              <a:ext cx="264433" cy="353074"/>
            </a:xfrm>
            <a:custGeom>
              <a:rect b="b" l="l" r="r" t="t"/>
              <a:pathLst>
                <a:path extrusionOk="0" h="11145" w="8347">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80"/>
            <p:cNvSpPr/>
            <p:nvPr/>
          </p:nvSpPr>
          <p:spPr>
            <a:xfrm>
              <a:off x="7701778" y="1611474"/>
              <a:ext cx="21162" cy="10613"/>
            </a:xfrm>
            <a:custGeom>
              <a:rect b="b" l="l" r="r" t="t"/>
              <a:pathLst>
                <a:path extrusionOk="0" h="335" w="668">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80"/>
            <p:cNvSpPr/>
            <p:nvPr/>
          </p:nvSpPr>
          <p:spPr>
            <a:xfrm>
              <a:off x="7768148" y="1611474"/>
              <a:ext cx="21162" cy="10613"/>
            </a:xfrm>
            <a:custGeom>
              <a:rect b="b" l="l" r="r" t="t"/>
              <a:pathLst>
                <a:path extrusionOk="0" h="335" w="668">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80"/>
            <p:cNvSpPr/>
            <p:nvPr/>
          </p:nvSpPr>
          <p:spPr>
            <a:xfrm>
              <a:off x="7715337" y="1659025"/>
              <a:ext cx="60382" cy="32820"/>
            </a:xfrm>
            <a:custGeom>
              <a:rect b="b" l="l" r="r" t="t"/>
              <a:pathLst>
                <a:path extrusionOk="0" h="1036" w="1906">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88" name="Google Shape;10788;p80"/>
          <p:cNvSpPr txBox="1"/>
          <p:nvPr/>
        </p:nvSpPr>
        <p:spPr>
          <a:xfrm>
            <a:off x="849675" y="715988"/>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Help &amp; Support Icons</a:t>
            </a:r>
            <a:endParaRPr sz="2400">
              <a:solidFill>
                <a:srgbClr val="FFFFFF"/>
              </a:solidFill>
            </a:endParaRPr>
          </a:p>
        </p:txBody>
      </p:sp>
      <p:sp>
        <p:nvSpPr>
          <p:cNvPr id="10789" name="Google Shape;10789;p80"/>
          <p:cNvSpPr txBox="1"/>
          <p:nvPr/>
        </p:nvSpPr>
        <p:spPr>
          <a:xfrm>
            <a:off x="4858400" y="715988"/>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793" name="Shape 10793"/>
        <p:cNvGrpSpPr/>
        <p:nvPr/>
      </p:nvGrpSpPr>
      <p:grpSpPr>
        <a:xfrm>
          <a:off x="0" y="0"/>
          <a:ext cx="0" cy="0"/>
          <a:chOff x="0" y="0"/>
          <a:chExt cx="0" cy="0"/>
        </a:xfrm>
      </p:grpSpPr>
      <p:grpSp>
        <p:nvGrpSpPr>
          <p:cNvPr id="10794" name="Google Shape;10794;p81"/>
          <p:cNvGrpSpPr/>
          <p:nvPr/>
        </p:nvGrpSpPr>
        <p:grpSpPr>
          <a:xfrm>
            <a:off x="1757085" y="1325225"/>
            <a:ext cx="371069" cy="359396"/>
            <a:chOff x="1757085" y="1500675"/>
            <a:chExt cx="371069" cy="359396"/>
          </a:xfrm>
        </p:grpSpPr>
        <p:sp>
          <p:nvSpPr>
            <p:cNvPr id="10795" name="Google Shape;10795;p81"/>
            <p:cNvSpPr/>
            <p:nvPr/>
          </p:nvSpPr>
          <p:spPr>
            <a:xfrm>
              <a:off x="2032389" y="1667206"/>
              <a:ext cx="66313" cy="60684"/>
            </a:xfrm>
            <a:custGeom>
              <a:rect b="b" l="l" r="r" t="t"/>
              <a:pathLst>
                <a:path extrusionOk="0" h="1908" w="2085">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81"/>
            <p:cNvSpPr/>
            <p:nvPr/>
          </p:nvSpPr>
          <p:spPr>
            <a:xfrm>
              <a:off x="1971419" y="1747609"/>
              <a:ext cx="12531" cy="11513"/>
            </a:xfrm>
            <a:custGeom>
              <a:rect b="b" l="l" r="r" t="t"/>
              <a:pathLst>
                <a:path extrusionOk="0" h="362" w="394">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81"/>
            <p:cNvSpPr/>
            <p:nvPr/>
          </p:nvSpPr>
          <p:spPr>
            <a:xfrm>
              <a:off x="2032008" y="1776202"/>
              <a:ext cx="62910" cy="61702"/>
            </a:xfrm>
            <a:custGeom>
              <a:rect b="b" l="l" r="r" t="t"/>
              <a:pathLst>
                <a:path extrusionOk="0" h="1940" w="1978">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81"/>
            <p:cNvSpPr/>
            <p:nvPr/>
          </p:nvSpPr>
          <p:spPr>
            <a:xfrm>
              <a:off x="1976349"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81"/>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81"/>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81"/>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81"/>
            <p:cNvSpPr/>
            <p:nvPr/>
          </p:nvSpPr>
          <p:spPr>
            <a:xfrm>
              <a:off x="1976349" y="1730530"/>
              <a:ext cx="413" cy="32"/>
            </a:xfrm>
            <a:custGeom>
              <a:rect b="b" l="l" r="r" t="t"/>
              <a:pathLst>
                <a:path extrusionOk="0" h="1" w="13">
                  <a:moveTo>
                    <a:pt x="0" y="0"/>
                  </a:moveTo>
                  <a:lnTo>
                    <a:pt x="0" y="0"/>
                  </a:lnTo>
                  <a:cubicBezTo>
                    <a:pt x="12" y="0"/>
                    <a:pt x="12" y="0"/>
                    <a:pt x="0" y="0"/>
                  </a:cubicBezTo>
                  <a:cubicBezTo>
                    <a:pt x="12" y="0"/>
                    <a:pt x="12"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81"/>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81"/>
            <p:cNvSpPr/>
            <p:nvPr/>
          </p:nvSpPr>
          <p:spPr>
            <a:xfrm>
              <a:off x="1757085" y="1500675"/>
              <a:ext cx="371069" cy="359396"/>
            </a:xfrm>
            <a:custGeom>
              <a:rect b="b" l="l" r="r" t="t"/>
              <a:pathLst>
                <a:path extrusionOk="0" h="11300" w="11667">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81"/>
            <p:cNvSpPr/>
            <p:nvPr/>
          </p:nvSpPr>
          <p:spPr>
            <a:xfrm>
              <a:off x="1976349" y="1775216"/>
              <a:ext cx="413" cy="32"/>
            </a:xfrm>
            <a:custGeom>
              <a:rect b="b" l="l" r="r" t="t"/>
              <a:pathLst>
                <a:path extrusionOk="0" h="1" w="13">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81"/>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81"/>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81"/>
            <p:cNvSpPr/>
            <p:nvPr/>
          </p:nvSpPr>
          <p:spPr>
            <a:xfrm>
              <a:off x="2016868" y="177521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81"/>
            <p:cNvSpPr/>
            <p:nvPr/>
          </p:nvSpPr>
          <p:spPr>
            <a:xfrm>
              <a:off x="1914615" y="1724837"/>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81"/>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81"/>
            <p:cNvSpPr/>
            <p:nvPr/>
          </p:nvSpPr>
          <p:spPr>
            <a:xfrm>
              <a:off x="1955898" y="1769523"/>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81"/>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81"/>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81"/>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81"/>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81"/>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81"/>
            <p:cNvSpPr/>
            <p:nvPr/>
          </p:nvSpPr>
          <p:spPr>
            <a:xfrm>
              <a:off x="2016868"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81"/>
            <p:cNvSpPr/>
            <p:nvPr/>
          </p:nvSpPr>
          <p:spPr>
            <a:xfrm>
              <a:off x="1955898" y="1769523"/>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81"/>
            <p:cNvSpPr/>
            <p:nvPr/>
          </p:nvSpPr>
          <p:spPr>
            <a:xfrm>
              <a:off x="1955898" y="1769523"/>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81"/>
            <p:cNvSpPr/>
            <p:nvPr/>
          </p:nvSpPr>
          <p:spPr>
            <a:xfrm>
              <a:off x="1812744" y="1556302"/>
              <a:ext cx="77668" cy="72929"/>
            </a:xfrm>
            <a:custGeom>
              <a:rect b="b" l="l" r="r" t="t"/>
              <a:pathLst>
                <a:path extrusionOk="0" h="2293" w="2442">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81"/>
            <p:cNvSpPr/>
            <p:nvPr/>
          </p:nvSpPr>
          <p:spPr>
            <a:xfrm>
              <a:off x="1759375" y="1695671"/>
              <a:ext cx="99613" cy="158707"/>
            </a:xfrm>
            <a:custGeom>
              <a:rect b="b" l="l" r="r" t="t"/>
              <a:pathLst>
                <a:path extrusionOk="0" h="4990" w="3132">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81"/>
            <p:cNvSpPr/>
            <p:nvPr/>
          </p:nvSpPr>
          <p:spPr>
            <a:xfrm>
              <a:off x="1794965" y="1747195"/>
              <a:ext cx="38261" cy="10623"/>
            </a:xfrm>
            <a:custGeom>
              <a:rect b="b" l="l" r="r" t="t"/>
              <a:pathLst>
                <a:path extrusionOk="0" h="334" w="1203">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81"/>
            <p:cNvSpPr/>
            <p:nvPr/>
          </p:nvSpPr>
          <p:spPr>
            <a:xfrm>
              <a:off x="1839269" y="1747195"/>
              <a:ext cx="37912" cy="10623"/>
            </a:xfrm>
            <a:custGeom>
              <a:rect b="b" l="l" r="r" t="t"/>
              <a:pathLst>
                <a:path extrusionOk="0" h="334" w="1192">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4" name="Google Shape;10824;p81"/>
          <p:cNvGrpSpPr/>
          <p:nvPr/>
        </p:nvGrpSpPr>
        <p:grpSpPr>
          <a:xfrm>
            <a:off x="2774209" y="1779241"/>
            <a:ext cx="116693" cy="374186"/>
            <a:chOff x="2774209" y="1954691"/>
            <a:chExt cx="116693" cy="374186"/>
          </a:xfrm>
        </p:grpSpPr>
        <p:sp>
          <p:nvSpPr>
            <p:cNvPr id="10825" name="Google Shape;10825;p81"/>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81"/>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7" name="Google Shape;10827;p81"/>
          <p:cNvGrpSpPr/>
          <p:nvPr/>
        </p:nvGrpSpPr>
        <p:grpSpPr>
          <a:xfrm>
            <a:off x="4017435" y="1324462"/>
            <a:ext cx="315092" cy="359397"/>
            <a:chOff x="4017435" y="1499912"/>
            <a:chExt cx="315092" cy="359397"/>
          </a:xfrm>
        </p:grpSpPr>
        <p:sp>
          <p:nvSpPr>
            <p:cNvPr id="10828" name="Google Shape;10828;p81"/>
            <p:cNvSpPr/>
            <p:nvPr/>
          </p:nvSpPr>
          <p:spPr>
            <a:xfrm>
              <a:off x="4017816" y="1499912"/>
              <a:ext cx="314710" cy="359397"/>
            </a:xfrm>
            <a:custGeom>
              <a:rect b="b" l="l" r="r" t="t"/>
              <a:pathLst>
                <a:path extrusionOk="0" h="11300" w="9895">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81"/>
            <p:cNvSpPr/>
            <p:nvPr/>
          </p:nvSpPr>
          <p:spPr>
            <a:xfrm>
              <a:off x="4017435" y="1522302"/>
              <a:ext cx="121591" cy="207114"/>
            </a:xfrm>
            <a:custGeom>
              <a:rect b="b" l="l" r="r" t="t"/>
              <a:pathLst>
                <a:path extrusionOk="0" h="6512" w="3823">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0" name="Google Shape;10830;p81"/>
          <p:cNvGrpSpPr/>
          <p:nvPr/>
        </p:nvGrpSpPr>
        <p:grpSpPr>
          <a:xfrm>
            <a:off x="3963652" y="1824309"/>
            <a:ext cx="374154" cy="284050"/>
            <a:chOff x="3963652" y="1999759"/>
            <a:chExt cx="374154" cy="284050"/>
          </a:xfrm>
        </p:grpSpPr>
        <p:sp>
          <p:nvSpPr>
            <p:cNvPr id="10831" name="Google Shape;10831;p81"/>
            <p:cNvSpPr/>
            <p:nvPr/>
          </p:nvSpPr>
          <p:spPr>
            <a:xfrm>
              <a:off x="4123441" y="2104652"/>
              <a:ext cx="214366" cy="179158"/>
            </a:xfrm>
            <a:custGeom>
              <a:rect b="b" l="l" r="r" t="t"/>
              <a:pathLst>
                <a:path extrusionOk="0" h="5633" w="674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81"/>
            <p:cNvSpPr/>
            <p:nvPr/>
          </p:nvSpPr>
          <p:spPr>
            <a:xfrm>
              <a:off x="3963652" y="1999759"/>
              <a:ext cx="374154" cy="283669"/>
            </a:xfrm>
            <a:custGeom>
              <a:rect b="b" l="l" r="r" t="t"/>
              <a:pathLst>
                <a:path extrusionOk="0" h="8919" w="11764">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81"/>
            <p:cNvSpPr/>
            <p:nvPr/>
          </p:nvSpPr>
          <p:spPr>
            <a:xfrm>
              <a:off x="4069309" y="2061874"/>
              <a:ext cx="234435" cy="182911"/>
            </a:xfrm>
            <a:custGeom>
              <a:rect b="b" l="l" r="r" t="t"/>
              <a:pathLst>
                <a:path extrusionOk="0" h="5751" w="7371">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4" name="Google Shape;10834;p81"/>
          <p:cNvGrpSpPr/>
          <p:nvPr/>
        </p:nvGrpSpPr>
        <p:grpSpPr>
          <a:xfrm>
            <a:off x="1777536" y="1839416"/>
            <a:ext cx="376444" cy="253772"/>
            <a:chOff x="1777536" y="2014866"/>
            <a:chExt cx="376444" cy="253772"/>
          </a:xfrm>
        </p:grpSpPr>
        <p:sp>
          <p:nvSpPr>
            <p:cNvPr id="10835" name="Google Shape;10835;p81"/>
            <p:cNvSpPr/>
            <p:nvPr/>
          </p:nvSpPr>
          <p:spPr>
            <a:xfrm>
              <a:off x="1777536" y="2178503"/>
              <a:ext cx="376444" cy="90135"/>
            </a:xfrm>
            <a:custGeom>
              <a:rect b="b" l="l" r="r" t="t"/>
              <a:pathLst>
                <a:path extrusionOk="0" h="2834" w="11836">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81"/>
            <p:cNvSpPr/>
            <p:nvPr/>
          </p:nvSpPr>
          <p:spPr>
            <a:xfrm>
              <a:off x="1859338" y="2014866"/>
              <a:ext cx="107565" cy="167072"/>
            </a:xfrm>
            <a:custGeom>
              <a:rect b="b" l="l" r="r" t="t"/>
              <a:pathLst>
                <a:path extrusionOk="0" h="5253" w="3382">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81"/>
            <p:cNvSpPr/>
            <p:nvPr/>
          </p:nvSpPr>
          <p:spPr>
            <a:xfrm>
              <a:off x="1777536" y="2036335"/>
              <a:ext cx="71243" cy="169457"/>
            </a:xfrm>
            <a:custGeom>
              <a:rect b="b" l="l" r="r" t="t"/>
              <a:pathLst>
                <a:path extrusionOk="0" h="5328" w="224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81"/>
            <p:cNvSpPr/>
            <p:nvPr/>
          </p:nvSpPr>
          <p:spPr>
            <a:xfrm>
              <a:off x="1817197" y="2078794"/>
              <a:ext cx="85714" cy="54291"/>
            </a:xfrm>
            <a:custGeom>
              <a:rect b="b" l="l" r="r" t="t"/>
              <a:pathLst>
                <a:path extrusionOk="0" h="1707" w="2695">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81"/>
            <p:cNvSpPr/>
            <p:nvPr/>
          </p:nvSpPr>
          <p:spPr>
            <a:xfrm>
              <a:off x="1826007" y="2113716"/>
              <a:ext cx="88641" cy="56867"/>
            </a:xfrm>
            <a:custGeom>
              <a:rect b="b" l="l" r="r" t="t"/>
              <a:pathLst>
                <a:path extrusionOk="0" h="1788" w="2787">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0" name="Google Shape;10840;p81"/>
          <p:cNvGrpSpPr/>
          <p:nvPr/>
        </p:nvGrpSpPr>
        <p:grpSpPr>
          <a:xfrm>
            <a:off x="1309875" y="1881876"/>
            <a:ext cx="374154" cy="169680"/>
            <a:chOff x="1309875" y="2057326"/>
            <a:chExt cx="374154" cy="169680"/>
          </a:xfrm>
        </p:grpSpPr>
        <p:sp>
          <p:nvSpPr>
            <p:cNvPr id="10841" name="Google Shape;10841;p81"/>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81"/>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81"/>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81"/>
            <p:cNvSpPr/>
            <p:nvPr/>
          </p:nvSpPr>
          <p:spPr>
            <a:xfrm>
              <a:off x="1480286" y="2212566"/>
              <a:ext cx="413" cy="32"/>
            </a:xfrm>
            <a:custGeom>
              <a:rect b="b" l="l" r="r" t="t"/>
              <a:pathLst>
                <a:path extrusionOk="0" h="1" w="13">
                  <a:moveTo>
                    <a:pt x="12" y="1"/>
                  </a:moveTo>
                  <a:cubicBezTo>
                    <a:pt x="0" y="1"/>
                    <a:pt x="0" y="1"/>
                    <a:pt x="12" y="1"/>
                  </a:cubicBezTo>
                  <a:lnTo>
                    <a:pt x="12" y="1"/>
                  </a:lnTo>
                  <a:cubicBezTo>
                    <a:pt x="0" y="1"/>
                    <a:pt x="0" y="1"/>
                    <a:pt x="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81"/>
            <p:cNvSpPr/>
            <p:nvPr/>
          </p:nvSpPr>
          <p:spPr>
            <a:xfrm>
              <a:off x="1480668" y="2212566"/>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81"/>
            <p:cNvSpPr/>
            <p:nvPr/>
          </p:nvSpPr>
          <p:spPr>
            <a:xfrm>
              <a:off x="1460599" y="2082993"/>
              <a:ext cx="223430" cy="142232"/>
            </a:xfrm>
            <a:custGeom>
              <a:rect b="b" l="l" r="r" t="t"/>
              <a:pathLst>
                <a:path extrusionOk="0" h="4472" w="7025">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81"/>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81"/>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81"/>
            <p:cNvSpPr/>
            <p:nvPr/>
          </p:nvSpPr>
          <p:spPr>
            <a:xfrm>
              <a:off x="1397339" y="218343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81"/>
            <p:cNvSpPr/>
            <p:nvPr/>
          </p:nvSpPr>
          <p:spPr>
            <a:xfrm>
              <a:off x="1309875" y="2057326"/>
              <a:ext cx="132945" cy="169680"/>
            </a:xfrm>
            <a:custGeom>
              <a:rect b="b" l="l" r="r" t="t"/>
              <a:pathLst>
                <a:path extrusionOk="0" h="5335" w="418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81"/>
            <p:cNvSpPr/>
            <p:nvPr/>
          </p:nvSpPr>
          <p:spPr>
            <a:xfrm>
              <a:off x="1460599" y="2057326"/>
              <a:ext cx="25380" cy="101140"/>
            </a:xfrm>
            <a:custGeom>
              <a:rect b="b" l="l" r="r" t="t"/>
              <a:pathLst>
                <a:path extrusionOk="0" h="3180" w="798">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52" name="Google Shape;10852;p81"/>
          <p:cNvSpPr/>
          <p:nvPr/>
        </p:nvSpPr>
        <p:spPr>
          <a:xfrm>
            <a:off x="862283" y="1900800"/>
            <a:ext cx="374536" cy="130305"/>
          </a:xfrm>
          <a:custGeom>
            <a:rect b="b" l="l" r="r" t="t"/>
            <a:pathLst>
              <a:path extrusionOk="0" h="4097" w="11776">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53" name="Google Shape;10853;p81"/>
          <p:cNvGrpSpPr/>
          <p:nvPr/>
        </p:nvGrpSpPr>
        <p:grpSpPr>
          <a:xfrm>
            <a:off x="2347450" y="1779114"/>
            <a:ext cx="113639" cy="373168"/>
            <a:chOff x="2347450" y="1954564"/>
            <a:chExt cx="113639" cy="373168"/>
          </a:xfrm>
        </p:grpSpPr>
        <p:sp>
          <p:nvSpPr>
            <p:cNvPr id="10854" name="Google Shape;10854;p81"/>
            <p:cNvSpPr/>
            <p:nvPr/>
          </p:nvSpPr>
          <p:spPr>
            <a:xfrm>
              <a:off x="2347450" y="1954564"/>
              <a:ext cx="89022" cy="261819"/>
            </a:xfrm>
            <a:custGeom>
              <a:rect b="b" l="l" r="r" t="t"/>
              <a:pathLst>
                <a:path extrusionOk="0" h="8232" w="2799">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81"/>
            <p:cNvSpPr/>
            <p:nvPr/>
          </p:nvSpPr>
          <p:spPr>
            <a:xfrm>
              <a:off x="2362970" y="1994352"/>
              <a:ext cx="98118" cy="333380"/>
            </a:xfrm>
            <a:custGeom>
              <a:rect b="b" l="l" r="r" t="t"/>
              <a:pathLst>
                <a:path extrusionOk="0" h="10482" w="3085">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56" name="Google Shape;10856;p81"/>
          <p:cNvSpPr/>
          <p:nvPr/>
        </p:nvSpPr>
        <p:spPr>
          <a:xfrm>
            <a:off x="861520" y="1411385"/>
            <a:ext cx="360160" cy="184628"/>
          </a:xfrm>
          <a:custGeom>
            <a:rect b="b" l="l" r="r" t="t"/>
            <a:pathLst>
              <a:path extrusionOk="0" h="5805" w="11324">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57" name="Google Shape;10857;p81"/>
          <p:cNvGrpSpPr/>
          <p:nvPr/>
        </p:nvGrpSpPr>
        <p:grpSpPr>
          <a:xfrm>
            <a:off x="3110102" y="1324430"/>
            <a:ext cx="330613" cy="358379"/>
            <a:chOff x="3110102" y="1499880"/>
            <a:chExt cx="330613" cy="358379"/>
          </a:xfrm>
        </p:grpSpPr>
        <p:sp>
          <p:nvSpPr>
            <p:cNvPr id="10858" name="Google Shape;10858;p81"/>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81"/>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81"/>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81"/>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81"/>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81"/>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81"/>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65" name="Google Shape;10865;p81"/>
          <p:cNvSpPr/>
          <p:nvPr/>
        </p:nvSpPr>
        <p:spPr>
          <a:xfrm>
            <a:off x="3196834" y="1778764"/>
            <a:ext cx="118537" cy="373518"/>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66" name="Google Shape;10866;p81"/>
          <p:cNvGrpSpPr/>
          <p:nvPr/>
        </p:nvGrpSpPr>
        <p:grpSpPr>
          <a:xfrm>
            <a:off x="3485575" y="1824309"/>
            <a:ext cx="373772" cy="284050"/>
            <a:chOff x="3531200" y="1999759"/>
            <a:chExt cx="373772" cy="284050"/>
          </a:xfrm>
        </p:grpSpPr>
        <p:sp>
          <p:nvSpPr>
            <p:cNvPr id="10867" name="Google Shape;10867;p81"/>
            <p:cNvSpPr/>
            <p:nvPr/>
          </p:nvSpPr>
          <p:spPr>
            <a:xfrm>
              <a:off x="3531200" y="1999759"/>
              <a:ext cx="373772" cy="283669"/>
            </a:xfrm>
            <a:custGeom>
              <a:rect b="b" l="l" r="r" t="t"/>
              <a:pathLst>
                <a:path extrusionOk="0" h="8919" w="11752">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81"/>
            <p:cNvSpPr/>
            <p:nvPr/>
          </p:nvSpPr>
          <p:spPr>
            <a:xfrm>
              <a:off x="3690638" y="2104652"/>
              <a:ext cx="214334" cy="179158"/>
            </a:xfrm>
            <a:custGeom>
              <a:rect b="b" l="l" r="r" t="t"/>
              <a:pathLst>
                <a:path extrusionOk="0" h="5633" w="6739">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81"/>
            <p:cNvSpPr/>
            <p:nvPr/>
          </p:nvSpPr>
          <p:spPr>
            <a:xfrm>
              <a:off x="3631163" y="2148193"/>
              <a:ext cx="259433" cy="84856"/>
            </a:xfrm>
            <a:custGeom>
              <a:rect b="b" l="l" r="r" t="t"/>
              <a:pathLst>
                <a:path extrusionOk="0" h="2668" w="8157">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81"/>
            <p:cNvSpPr/>
            <p:nvPr/>
          </p:nvSpPr>
          <p:spPr>
            <a:xfrm>
              <a:off x="3639496" y="2058089"/>
              <a:ext cx="206414" cy="73120"/>
            </a:xfrm>
            <a:custGeom>
              <a:rect b="b" l="l" r="r" t="t"/>
              <a:pathLst>
                <a:path extrusionOk="0" h="2299" w="649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1" name="Google Shape;10871;p81"/>
          <p:cNvGrpSpPr/>
          <p:nvPr/>
        </p:nvGrpSpPr>
        <p:grpSpPr>
          <a:xfrm>
            <a:off x="2667058" y="1324843"/>
            <a:ext cx="330231" cy="359015"/>
            <a:chOff x="2667058" y="1500293"/>
            <a:chExt cx="330231" cy="359015"/>
          </a:xfrm>
        </p:grpSpPr>
        <p:sp>
          <p:nvSpPr>
            <p:cNvPr id="10872" name="Google Shape;10872;p81"/>
            <p:cNvSpPr/>
            <p:nvPr/>
          </p:nvSpPr>
          <p:spPr>
            <a:xfrm>
              <a:off x="2944239" y="1581714"/>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81"/>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81"/>
            <p:cNvSpPr/>
            <p:nvPr/>
          </p:nvSpPr>
          <p:spPr>
            <a:xfrm>
              <a:off x="2925696" y="1563140"/>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81"/>
            <p:cNvSpPr/>
            <p:nvPr/>
          </p:nvSpPr>
          <p:spPr>
            <a:xfrm>
              <a:off x="2953717" y="159456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81"/>
            <p:cNvSpPr/>
            <p:nvPr/>
          </p:nvSpPr>
          <p:spPr>
            <a:xfrm>
              <a:off x="2953717" y="1594182"/>
              <a:ext cx="32" cy="413"/>
            </a:xfrm>
            <a:custGeom>
              <a:rect b="b" l="l" r="r" t="t"/>
              <a:pathLst>
                <a:path extrusionOk="0" h="13" w="1">
                  <a:moveTo>
                    <a:pt x="1" y="1"/>
                  </a:moveTo>
                  <a:cubicBezTo>
                    <a:pt x="1" y="1"/>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81"/>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81"/>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81"/>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81"/>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81"/>
            <p:cNvSpPr/>
            <p:nvPr/>
          </p:nvSpPr>
          <p:spPr>
            <a:xfrm>
              <a:off x="2923788" y="157640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81"/>
            <p:cNvSpPr/>
            <p:nvPr/>
          </p:nvSpPr>
          <p:spPr>
            <a:xfrm>
              <a:off x="2953717" y="1594182"/>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81"/>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81"/>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81"/>
            <p:cNvSpPr/>
            <p:nvPr/>
          </p:nvSpPr>
          <p:spPr>
            <a:xfrm>
              <a:off x="2923438" y="1576784"/>
              <a:ext cx="0" cy="32"/>
            </a:xfrm>
            <a:custGeom>
              <a:rect b="b" l="l" r="r" t="t"/>
              <a:pathLst>
                <a:path extrusionOk="0" h="1" w="0">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81"/>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81"/>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81"/>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81"/>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0" name="Google Shape;10890;p81"/>
          <p:cNvGrpSpPr/>
          <p:nvPr/>
        </p:nvGrpSpPr>
        <p:grpSpPr>
          <a:xfrm>
            <a:off x="3567553" y="1324462"/>
            <a:ext cx="320022" cy="359778"/>
            <a:chOff x="3567553" y="1499912"/>
            <a:chExt cx="320022" cy="359778"/>
          </a:xfrm>
        </p:grpSpPr>
        <p:sp>
          <p:nvSpPr>
            <p:cNvPr id="10891" name="Google Shape;10891;p81"/>
            <p:cNvSpPr/>
            <p:nvPr/>
          </p:nvSpPr>
          <p:spPr>
            <a:xfrm>
              <a:off x="3567553" y="1502933"/>
              <a:ext cx="263218" cy="356757"/>
            </a:xfrm>
            <a:custGeom>
              <a:rect b="b" l="l" r="r" t="t"/>
              <a:pathLst>
                <a:path extrusionOk="0" h="11217" w="8276">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81"/>
            <p:cNvSpPr/>
            <p:nvPr/>
          </p:nvSpPr>
          <p:spPr>
            <a:xfrm>
              <a:off x="3638001" y="1499912"/>
              <a:ext cx="249574" cy="142773"/>
            </a:xfrm>
            <a:custGeom>
              <a:rect b="b" l="l" r="r" t="t"/>
              <a:pathLst>
                <a:path extrusionOk="0" h="4489" w="7847">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81"/>
            <p:cNvSpPr/>
            <p:nvPr/>
          </p:nvSpPr>
          <p:spPr>
            <a:xfrm>
              <a:off x="3641786" y="1594563"/>
              <a:ext cx="141659" cy="10273"/>
            </a:xfrm>
            <a:custGeom>
              <a:rect b="b" l="l" r="r" t="t"/>
              <a:pathLst>
                <a:path extrusionOk="0" h="323" w="4454">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81"/>
            <p:cNvSpPr/>
            <p:nvPr/>
          </p:nvSpPr>
          <p:spPr>
            <a:xfrm>
              <a:off x="3641786" y="1638136"/>
              <a:ext cx="141659" cy="10241"/>
            </a:xfrm>
            <a:custGeom>
              <a:rect b="b" l="l" r="r" t="t"/>
              <a:pathLst>
                <a:path extrusionOk="0" h="322" w="4454">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81"/>
            <p:cNvSpPr/>
            <p:nvPr/>
          </p:nvSpPr>
          <p:spPr>
            <a:xfrm>
              <a:off x="3641786" y="1682059"/>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81"/>
            <p:cNvSpPr/>
            <p:nvPr/>
          </p:nvSpPr>
          <p:spPr>
            <a:xfrm>
              <a:off x="3641786" y="1725600"/>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7" name="Google Shape;10897;p81"/>
          <p:cNvGrpSpPr/>
          <p:nvPr/>
        </p:nvGrpSpPr>
        <p:grpSpPr>
          <a:xfrm>
            <a:off x="1309875" y="1324462"/>
            <a:ext cx="359015" cy="358633"/>
            <a:chOff x="1309875" y="1499912"/>
            <a:chExt cx="359015" cy="358633"/>
          </a:xfrm>
        </p:grpSpPr>
        <p:sp>
          <p:nvSpPr>
            <p:cNvPr id="10898" name="Google Shape;10898;p81"/>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81"/>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81"/>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81"/>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81"/>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81"/>
            <p:cNvSpPr/>
            <p:nvPr/>
          </p:nvSpPr>
          <p:spPr>
            <a:xfrm>
              <a:off x="1587056" y="1669178"/>
              <a:ext cx="32" cy="32"/>
            </a:xfrm>
            <a:custGeom>
              <a:rect b="b" l="l" r="r" t="t"/>
              <a:pathLst>
                <a:path extrusionOk="0" h="1" w="1">
                  <a:moveTo>
                    <a:pt x="1" y="0"/>
                  </a:moveTo>
                  <a:lnTo>
                    <a:pt x="1" y="0"/>
                  </a:lnTo>
                  <a:lnTo>
                    <a:pt x="1" y="0"/>
                  </a:ln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81"/>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81"/>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81"/>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7" name="Google Shape;10907;p81"/>
          <p:cNvGrpSpPr/>
          <p:nvPr/>
        </p:nvGrpSpPr>
        <p:grpSpPr>
          <a:xfrm>
            <a:off x="2219466" y="1324843"/>
            <a:ext cx="330613" cy="359015"/>
            <a:chOff x="2219466" y="1500293"/>
            <a:chExt cx="330613" cy="359015"/>
          </a:xfrm>
        </p:grpSpPr>
        <p:sp>
          <p:nvSpPr>
            <p:cNvPr id="10908" name="Google Shape;10908;p81"/>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81"/>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0" name="Google Shape;10910;p81"/>
          <p:cNvGrpSpPr/>
          <p:nvPr/>
        </p:nvGrpSpPr>
        <p:grpSpPr>
          <a:xfrm>
            <a:off x="5343544" y="1333908"/>
            <a:ext cx="244676" cy="351095"/>
            <a:chOff x="5343544" y="1509358"/>
            <a:chExt cx="244676" cy="351095"/>
          </a:xfrm>
        </p:grpSpPr>
        <p:sp>
          <p:nvSpPr>
            <p:cNvPr id="10911" name="Google Shape;10911;p81"/>
            <p:cNvSpPr/>
            <p:nvPr/>
          </p:nvSpPr>
          <p:spPr>
            <a:xfrm>
              <a:off x="5430658" y="1574494"/>
              <a:ext cx="25031" cy="10655"/>
            </a:xfrm>
            <a:custGeom>
              <a:rect b="b" l="l" r="r" t="t"/>
              <a:pathLst>
                <a:path extrusionOk="0" h="335" w="787">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81"/>
            <p:cNvSpPr/>
            <p:nvPr/>
          </p:nvSpPr>
          <p:spPr>
            <a:xfrm>
              <a:off x="5447706" y="1613137"/>
              <a:ext cx="39025" cy="38643"/>
            </a:xfrm>
            <a:custGeom>
              <a:rect b="b" l="l" r="r" t="t"/>
              <a:pathLst>
                <a:path extrusionOk="0" h="1215" w="1227">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81"/>
            <p:cNvSpPr/>
            <p:nvPr/>
          </p:nvSpPr>
          <p:spPr>
            <a:xfrm>
              <a:off x="5343544" y="1509358"/>
              <a:ext cx="244676" cy="351095"/>
            </a:xfrm>
            <a:custGeom>
              <a:rect b="b" l="l" r="r" t="t"/>
              <a:pathLst>
                <a:path extrusionOk="0" h="11039" w="7693">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4" name="Google Shape;10914;p81"/>
          <p:cNvGrpSpPr/>
          <p:nvPr/>
        </p:nvGrpSpPr>
        <p:grpSpPr>
          <a:xfrm>
            <a:off x="4882340" y="1333908"/>
            <a:ext cx="246171" cy="351095"/>
            <a:chOff x="4882340" y="1509358"/>
            <a:chExt cx="246171" cy="351095"/>
          </a:xfrm>
        </p:grpSpPr>
        <p:sp>
          <p:nvSpPr>
            <p:cNvPr id="10915" name="Google Shape;10915;p81"/>
            <p:cNvSpPr/>
            <p:nvPr/>
          </p:nvSpPr>
          <p:spPr>
            <a:xfrm>
              <a:off x="4935709" y="1576784"/>
              <a:ext cx="30724" cy="30692"/>
            </a:xfrm>
            <a:custGeom>
              <a:rect b="b" l="l" r="r" t="t"/>
              <a:pathLst>
                <a:path extrusionOk="0" h="965" w="966">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81"/>
            <p:cNvSpPr/>
            <p:nvPr/>
          </p:nvSpPr>
          <p:spPr>
            <a:xfrm>
              <a:off x="5043655" y="1597235"/>
              <a:ext cx="30692" cy="31073"/>
            </a:xfrm>
            <a:custGeom>
              <a:rect b="b" l="l" r="r" t="t"/>
              <a:pathLst>
                <a:path extrusionOk="0" h="977" w="965">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81"/>
            <p:cNvSpPr/>
            <p:nvPr/>
          </p:nvSpPr>
          <p:spPr>
            <a:xfrm>
              <a:off x="4993657" y="1538046"/>
              <a:ext cx="36003" cy="26271"/>
            </a:xfrm>
            <a:custGeom>
              <a:rect b="b" l="l" r="r" t="t"/>
              <a:pathLst>
                <a:path extrusionOk="0" h="826" w="1132">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81"/>
            <p:cNvSpPr/>
            <p:nvPr/>
          </p:nvSpPr>
          <p:spPr>
            <a:xfrm>
              <a:off x="4931924" y="1693795"/>
              <a:ext cx="146589" cy="104161"/>
            </a:xfrm>
            <a:custGeom>
              <a:rect b="b" l="l" r="r" t="t"/>
              <a:pathLst>
                <a:path extrusionOk="0" h="3275" w="4609">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81"/>
            <p:cNvSpPr/>
            <p:nvPr/>
          </p:nvSpPr>
          <p:spPr>
            <a:xfrm>
              <a:off x="4882340" y="1509358"/>
              <a:ext cx="246171" cy="351095"/>
            </a:xfrm>
            <a:custGeom>
              <a:rect b="b" l="l" r="r" t="t"/>
              <a:pathLst>
                <a:path extrusionOk="0" h="11039" w="774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0" name="Google Shape;10920;p81"/>
          <p:cNvGrpSpPr/>
          <p:nvPr/>
        </p:nvGrpSpPr>
        <p:grpSpPr>
          <a:xfrm>
            <a:off x="6273204" y="1333558"/>
            <a:ext cx="236343" cy="351445"/>
            <a:chOff x="6273204" y="1509008"/>
            <a:chExt cx="236343" cy="351445"/>
          </a:xfrm>
        </p:grpSpPr>
        <p:sp>
          <p:nvSpPr>
            <p:cNvPr id="10921" name="Google Shape;10921;p81"/>
            <p:cNvSpPr/>
            <p:nvPr/>
          </p:nvSpPr>
          <p:spPr>
            <a:xfrm>
              <a:off x="6273204" y="1509008"/>
              <a:ext cx="236343" cy="351445"/>
            </a:xfrm>
            <a:custGeom>
              <a:rect b="b" l="l" r="r" t="t"/>
              <a:pathLst>
                <a:path extrusionOk="0" h="11050" w="7431">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81"/>
            <p:cNvSpPr/>
            <p:nvPr/>
          </p:nvSpPr>
          <p:spPr>
            <a:xfrm>
              <a:off x="6330390" y="1703241"/>
              <a:ext cx="120064" cy="85237"/>
            </a:xfrm>
            <a:custGeom>
              <a:rect b="b" l="l" r="r" t="t"/>
              <a:pathLst>
                <a:path extrusionOk="0" h="2680" w="3775">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23" name="Google Shape;10923;p81"/>
          <p:cNvSpPr/>
          <p:nvPr/>
        </p:nvSpPr>
        <p:spPr>
          <a:xfrm>
            <a:off x="5809710" y="1334289"/>
            <a:ext cx="243913" cy="351445"/>
          </a:xfrm>
          <a:custGeom>
            <a:rect b="b" l="l" r="r" t="t"/>
            <a:pathLst>
              <a:path extrusionOk="0" h="11050" w="7669">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24" name="Google Shape;10924;p81"/>
          <p:cNvGrpSpPr/>
          <p:nvPr/>
        </p:nvGrpSpPr>
        <p:grpSpPr>
          <a:xfrm>
            <a:off x="7219530" y="1332794"/>
            <a:ext cx="191625" cy="352209"/>
            <a:chOff x="7219530" y="1508244"/>
            <a:chExt cx="191625" cy="352209"/>
          </a:xfrm>
        </p:grpSpPr>
        <p:sp>
          <p:nvSpPr>
            <p:cNvPr id="10925" name="Google Shape;10925;p81"/>
            <p:cNvSpPr/>
            <p:nvPr/>
          </p:nvSpPr>
          <p:spPr>
            <a:xfrm>
              <a:off x="7219530" y="1508244"/>
              <a:ext cx="191625" cy="352209"/>
            </a:xfrm>
            <a:custGeom>
              <a:rect b="b" l="l" r="r" t="t"/>
              <a:pathLst>
                <a:path extrusionOk="0" h="11074" w="6025">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81"/>
            <p:cNvSpPr/>
            <p:nvPr/>
          </p:nvSpPr>
          <p:spPr>
            <a:xfrm>
              <a:off x="7376679" y="1654039"/>
              <a:ext cx="795" cy="32"/>
            </a:xfrm>
            <a:custGeom>
              <a:rect b="b" l="l" r="r" t="t"/>
              <a:pathLst>
                <a:path extrusionOk="0" h="1" w="25">
                  <a:moveTo>
                    <a:pt x="24"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7" name="Google Shape;10927;p81"/>
          <p:cNvGrpSpPr/>
          <p:nvPr/>
        </p:nvGrpSpPr>
        <p:grpSpPr>
          <a:xfrm>
            <a:off x="7699309" y="1333176"/>
            <a:ext cx="154922" cy="351827"/>
            <a:chOff x="7699309" y="1508626"/>
            <a:chExt cx="154922" cy="351827"/>
          </a:xfrm>
        </p:grpSpPr>
        <p:sp>
          <p:nvSpPr>
            <p:cNvPr id="10928" name="Google Shape;10928;p81"/>
            <p:cNvSpPr/>
            <p:nvPr/>
          </p:nvSpPr>
          <p:spPr>
            <a:xfrm>
              <a:off x="7733022" y="1737336"/>
              <a:ext cx="24267" cy="57599"/>
            </a:xfrm>
            <a:custGeom>
              <a:rect b="b" l="l" r="r" t="t"/>
              <a:pathLst>
                <a:path extrusionOk="0" h="1811" w="763">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81"/>
            <p:cNvSpPr/>
            <p:nvPr/>
          </p:nvSpPr>
          <p:spPr>
            <a:xfrm>
              <a:off x="7796632" y="1737336"/>
              <a:ext cx="23504" cy="57599"/>
            </a:xfrm>
            <a:custGeom>
              <a:rect b="b" l="l" r="r" t="t"/>
              <a:pathLst>
                <a:path extrusionOk="0" h="1811" w="739">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81"/>
            <p:cNvSpPr/>
            <p:nvPr/>
          </p:nvSpPr>
          <p:spPr>
            <a:xfrm>
              <a:off x="7757639" y="1792231"/>
              <a:ext cx="32" cy="795"/>
            </a:xfrm>
            <a:custGeom>
              <a:rect b="b" l="l" r="r" t="t"/>
              <a:pathLst>
                <a:path extrusionOk="0" h="25" w="1">
                  <a:moveTo>
                    <a:pt x="0" y="1"/>
                  </a:moveTo>
                  <a:cubicBezTo>
                    <a:pt x="0" y="1"/>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81"/>
            <p:cNvSpPr/>
            <p:nvPr/>
          </p:nvSpPr>
          <p:spPr>
            <a:xfrm>
              <a:off x="7757639" y="1784280"/>
              <a:ext cx="39406" cy="76173"/>
            </a:xfrm>
            <a:custGeom>
              <a:rect b="b" l="l" r="r" t="t"/>
              <a:pathLst>
                <a:path extrusionOk="0" h="2395" w="1239">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81"/>
            <p:cNvSpPr/>
            <p:nvPr/>
          </p:nvSpPr>
          <p:spPr>
            <a:xfrm>
              <a:off x="7805347" y="1642016"/>
              <a:ext cx="48884" cy="201771"/>
            </a:xfrm>
            <a:custGeom>
              <a:rect b="b" l="l" r="r" t="t"/>
              <a:pathLst>
                <a:path extrusionOk="0" h="6344" w="1537">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81"/>
            <p:cNvSpPr/>
            <p:nvPr/>
          </p:nvSpPr>
          <p:spPr>
            <a:xfrm>
              <a:off x="7699309" y="1642239"/>
              <a:ext cx="48884" cy="202661"/>
            </a:xfrm>
            <a:custGeom>
              <a:rect b="b" l="l" r="r" t="t"/>
              <a:pathLst>
                <a:path extrusionOk="0" h="6372" w="1537">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81"/>
            <p:cNvSpPr/>
            <p:nvPr/>
          </p:nvSpPr>
          <p:spPr>
            <a:xfrm>
              <a:off x="7743613" y="1508626"/>
              <a:ext cx="66313" cy="208673"/>
            </a:xfrm>
            <a:custGeom>
              <a:rect b="b" l="l" r="r" t="t"/>
              <a:pathLst>
                <a:path extrusionOk="0" h="6561" w="2085">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5" name="Google Shape;10935;p81"/>
          <p:cNvGrpSpPr/>
          <p:nvPr/>
        </p:nvGrpSpPr>
        <p:grpSpPr>
          <a:xfrm>
            <a:off x="8161690" y="1333558"/>
            <a:ext cx="153396" cy="351064"/>
            <a:chOff x="8161690" y="1509008"/>
            <a:chExt cx="153396" cy="351064"/>
          </a:xfrm>
        </p:grpSpPr>
        <p:sp>
          <p:nvSpPr>
            <p:cNvPr id="10936" name="Google Shape;10936;p81"/>
            <p:cNvSpPr/>
            <p:nvPr/>
          </p:nvSpPr>
          <p:spPr>
            <a:xfrm>
              <a:off x="8207871" y="1699838"/>
              <a:ext cx="61384" cy="61765"/>
            </a:xfrm>
            <a:custGeom>
              <a:rect b="b" l="l" r="r" t="t"/>
              <a:pathLst>
                <a:path extrusionOk="0" h="1942" w="193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81"/>
            <p:cNvSpPr/>
            <p:nvPr/>
          </p:nvSpPr>
          <p:spPr>
            <a:xfrm>
              <a:off x="8199919" y="1800564"/>
              <a:ext cx="77668" cy="29579"/>
            </a:xfrm>
            <a:custGeom>
              <a:rect b="b" l="l" r="r" t="t"/>
              <a:pathLst>
                <a:path extrusionOk="0" h="930" w="2442">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81"/>
            <p:cNvSpPr/>
            <p:nvPr/>
          </p:nvSpPr>
          <p:spPr>
            <a:xfrm>
              <a:off x="8161690" y="1664598"/>
              <a:ext cx="153396" cy="195474"/>
            </a:xfrm>
            <a:custGeom>
              <a:rect b="b" l="l" r="r" t="t"/>
              <a:pathLst>
                <a:path extrusionOk="0" h="6146" w="4823">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81"/>
            <p:cNvSpPr/>
            <p:nvPr/>
          </p:nvSpPr>
          <p:spPr>
            <a:xfrm>
              <a:off x="8201828" y="1509008"/>
              <a:ext cx="73851" cy="181034"/>
            </a:xfrm>
            <a:custGeom>
              <a:rect b="b" l="l" r="r" t="t"/>
              <a:pathLst>
                <a:path extrusionOk="0" h="5692" w="2322">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0" name="Google Shape;10940;p81"/>
          <p:cNvGrpSpPr/>
          <p:nvPr/>
        </p:nvGrpSpPr>
        <p:grpSpPr>
          <a:xfrm>
            <a:off x="6746940" y="1333431"/>
            <a:ext cx="213221" cy="352304"/>
            <a:chOff x="6746940" y="1508881"/>
            <a:chExt cx="213221" cy="352304"/>
          </a:xfrm>
        </p:grpSpPr>
        <p:sp>
          <p:nvSpPr>
            <p:cNvPr id="10941" name="Google Shape;10941;p81"/>
            <p:cNvSpPr/>
            <p:nvPr/>
          </p:nvSpPr>
          <p:spPr>
            <a:xfrm>
              <a:off x="6805238" y="1661227"/>
              <a:ext cx="10655" cy="1024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81"/>
            <p:cNvSpPr/>
            <p:nvPr/>
          </p:nvSpPr>
          <p:spPr>
            <a:xfrm>
              <a:off x="6804125" y="1706294"/>
              <a:ext cx="10623" cy="10241"/>
            </a:xfrm>
            <a:custGeom>
              <a:rect b="b" l="l" r="r" t="t"/>
              <a:pathLst>
                <a:path extrusionOk="0" h="322" w="334">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81"/>
            <p:cNvSpPr/>
            <p:nvPr/>
          </p:nvSpPr>
          <p:spPr>
            <a:xfrm>
              <a:off x="6803362" y="1754002"/>
              <a:ext cx="10623" cy="10241"/>
            </a:xfrm>
            <a:custGeom>
              <a:rect b="b" l="l" r="r" t="t"/>
              <a:pathLst>
                <a:path extrusionOk="0" h="322" w="334">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81"/>
            <p:cNvSpPr/>
            <p:nvPr/>
          </p:nvSpPr>
          <p:spPr>
            <a:xfrm>
              <a:off x="6746940" y="1508881"/>
              <a:ext cx="213221" cy="352304"/>
            </a:xfrm>
            <a:custGeom>
              <a:rect b="b" l="l" r="r" t="t"/>
              <a:pathLst>
                <a:path extrusionOk="0" h="11077" w="6704">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5" name="Google Shape;10945;p81"/>
          <p:cNvGrpSpPr/>
          <p:nvPr/>
        </p:nvGrpSpPr>
        <p:grpSpPr>
          <a:xfrm>
            <a:off x="5770336" y="1832165"/>
            <a:ext cx="350682" cy="292097"/>
            <a:chOff x="5770336" y="2007615"/>
            <a:chExt cx="350682" cy="292097"/>
          </a:xfrm>
        </p:grpSpPr>
        <p:sp>
          <p:nvSpPr>
            <p:cNvPr id="10946" name="Google Shape;10946;p81"/>
            <p:cNvSpPr/>
            <p:nvPr/>
          </p:nvSpPr>
          <p:spPr>
            <a:xfrm>
              <a:off x="5780545" y="2007615"/>
              <a:ext cx="329500" cy="75855"/>
            </a:xfrm>
            <a:custGeom>
              <a:rect b="b" l="l" r="r" t="t"/>
              <a:pathLst>
                <a:path extrusionOk="0" h="2385" w="1036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81"/>
            <p:cNvSpPr/>
            <p:nvPr/>
          </p:nvSpPr>
          <p:spPr>
            <a:xfrm>
              <a:off x="5779400" y="2097082"/>
              <a:ext cx="329500" cy="76014"/>
            </a:xfrm>
            <a:custGeom>
              <a:rect b="b" l="l" r="r" t="t"/>
              <a:pathLst>
                <a:path extrusionOk="0" h="2390" w="1036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81"/>
            <p:cNvSpPr/>
            <p:nvPr/>
          </p:nvSpPr>
          <p:spPr>
            <a:xfrm>
              <a:off x="5800996" y="2031850"/>
              <a:ext cx="288217" cy="117201"/>
            </a:xfrm>
            <a:custGeom>
              <a:rect b="b" l="l" r="r" t="t"/>
              <a:pathLst>
                <a:path extrusionOk="0" h="3685" w="9062">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81"/>
            <p:cNvSpPr/>
            <p:nvPr/>
          </p:nvSpPr>
          <p:spPr>
            <a:xfrm>
              <a:off x="5770336" y="2186073"/>
              <a:ext cx="350682" cy="113639"/>
            </a:xfrm>
            <a:custGeom>
              <a:rect b="b" l="l" r="r" t="t"/>
              <a:pathLst>
                <a:path extrusionOk="0" h="3573" w="11026">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0" name="Google Shape;10950;p81"/>
          <p:cNvGrpSpPr/>
          <p:nvPr/>
        </p:nvGrpSpPr>
        <p:grpSpPr>
          <a:xfrm>
            <a:off x="5326878" y="1804908"/>
            <a:ext cx="350332" cy="346229"/>
            <a:chOff x="5326878" y="1980358"/>
            <a:chExt cx="350332" cy="346229"/>
          </a:xfrm>
        </p:grpSpPr>
        <p:sp>
          <p:nvSpPr>
            <p:cNvPr id="10951" name="Google Shape;10951;p81"/>
            <p:cNvSpPr/>
            <p:nvPr/>
          </p:nvSpPr>
          <p:spPr>
            <a:xfrm>
              <a:off x="5352259" y="2005834"/>
              <a:ext cx="94715" cy="94683"/>
            </a:xfrm>
            <a:custGeom>
              <a:rect b="b" l="l" r="r" t="t"/>
              <a:pathLst>
                <a:path extrusionOk="0" h="2977" w="2978">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81"/>
            <p:cNvSpPr/>
            <p:nvPr/>
          </p:nvSpPr>
          <p:spPr>
            <a:xfrm>
              <a:off x="5534024" y="2005834"/>
              <a:ext cx="94715" cy="94683"/>
            </a:xfrm>
            <a:custGeom>
              <a:rect b="b" l="l" r="r" t="t"/>
              <a:pathLst>
                <a:path extrusionOk="0" h="2977" w="2978">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81"/>
            <p:cNvSpPr/>
            <p:nvPr/>
          </p:nvSpPr>
          <p:spPr>
            <a:xfrm>
              <a:off x="5326878" y="1980358"/>
              <a:ext cx="350332" cy="144776"/>
            </a:xfrm>
            <a:custGeom>
              <a:rect b="b" l="l" r="r" t="t"/>
              <a:pathLst>
                <a:path extrusionOk="0" h="4552" w="11015">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81"/>
            <p:cNvSpPr/>
            <p:nvPr/>
          </p:nvSpPr>
          <p:spPr>
            <a:xfrm>
              <a:off x="5627181" y="2089131"/>
              <a:ext cx="42460" cy="237456"/>
            </a:xfrm>
            <a:custGeom>
              <a:rect b="b" l="l" r="r" t="t"/>
              <a:pathLst>
                <a:path extrusionOk="0" h="7466" w="1335">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55" name="Google Shape;10955;p81"/>
          <p:cNvSpPr/>
          <p:nvPr/>
        </p:nvSpPr>
        <p:spPr>
          <a:xfrm>
            <a:off x="7992774" y="1802332"/>
            <a:ext cx="330645" cy="349950"/>
          </a:xfrm>
          <a:custGeom>
            <a:rect b="b" l="l" r="r" t="t"/>
            <a:pathLst>
              <a:path extrusionOk="0" h="11003" w="10396">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56" name="Google Shape;10956;p81"/>
          <p:cNvGrpSpPr/>
          <p:nvPr/>
        </p:nvGrpSpPr>
        <p:grpSpPr>
          <a:xfrm>
            <a:off x="4883835" y="1817121"/>
            <a:ext cx="350300" cy="323043"/>
            <a:chOff x="4883835" y="1992571"/>
            <a:chExt cx="350300" cy="323043"/>
          </a:xfrm>
        </p:grpSpPr>
        <p:sp>
          <p:nvSpPr>
            <p:cNvPr id="10957" name="Google Shape;10957;p81"/>
            <p:cNvSpPr/>
            <p:nvPr/>
          </p:nvSpPr>
          <p:spPr>
            <a:xfrm>
              <a:off x="4883835" y="1992571"/>
              <a:ext cx="350300" cy="123085"/>
            </a:xfrm>
            <a:custGeom>
              <a:rect b="b" l="l" r="r" t="t"/>
              <a:pathLst>
                <a:path extrusionOk="0" h="3870" w="11014">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81"/>
            <p:cNvSpPr/>
            <p:nvPr/>
          </p:nvSpPr>
          <p:spPr>
            <a:xfrm>
              <a:off x="5084174" y="2009237"/>
              <a:ext cx="130655" cy="88641"/>
            </a:xfrm>
            <a:custGeom>
              <a:rect b="b" l="l" r="r" t="t"/>
              <a:pathLst>
                <a:path extrusionOk="0" h="2787" w="4108">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81"/>
            <p:cNvSpPr/>
            <p:nvPr/>
          </p:nvSpPr>
          <p:spPr>
            <a:xfrm>
              <a:off x="4904285" y="2009237"/>
              <a:ext cx="130687" cy="88641"/>
            </a:xfrm>
            <a:custGeom>
              <a:rect b="b" l="l" r="r" t="t"/>
              <a:pathLst>
                <a:path extrusionOk="0" h="2787" w="4109">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81"/>
            <p:cNvSpPr/>
            <p:nvPr/>
          </p:nvSpPr>
          <p:spPr>
            <a:xfrm>
              <a:off x="4943660" y="2123576"/>
              <a:ext cx="231413" cy="66631"/>
            </a:xfrm>
            <a:custGeom>
              <a:rect b="b" l="l" r="r" t="t"/>
              <a:pathLst>
                <a:path extrusionOk="0" h="2095" w="7276">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81"/>
            <p:cNvSpPr/>
            <p:nvPr/>
          </p:nvSpPr>
          <p:spPr>
            <a:xfrm>
              <a:off x="5142473" y="2191384"/>
              <a:ext cx="26907" cy="123467"/>
            </a:xfrm>
            <a:custGeom>
              <a:rect b="b" l="l" r="r" t="t"/>
              <a:pathLst>
                <a:path extrusionOk="0" h="3882" w="846">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81"/>
            <p:cNvSpPr/>
            <p:nvPr/>
          </p:nvSpPr>
          <p:spPr>
            <a:xfrm>
              <a:off x="5203825" y="2089513"/>
              <a:ext cx="27289" cy="226102"/>
            </a:xfrm>
            <a:custGeom>
              <a:rect b="b" l="l" r="r" t="t"/>
              <a:pathLst>
                <a:path extrusionOk="0" h="7109" w="858">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3" name="Google Shape;10963;p81"/>
          <p:cNvGrpSpPr/>
          <p:nvPr/>
        </p:nvGrpSpPr>
        <p:grpSpPr>
          <a:xfrm>
            <a:off x="7548967" y="1803477"/>
            <a:ext cx="333285" cy="349950"/>
            <a:chOff x="7548967" y="1978927"/>
            <a:chExt cx="333285" cy="349950"/>
          </a:xfrm>
        </p:grpSpPr>
        <p:sp>
          <p:nvSpPr>
            <p:cNvPr id="10964" name="Google Shape;10964;p81"/>
            <p:cNvSpPr/>
            <p:nvPr/>
          </p:nvSpPr>
          <p:spPr>
            <a:xfrm>
              <a:off x="7548967" y="1978927"/>
              <a:ext cx="333285" cy="234816"/>
            </a:xfrm>
            <a:custGeom>
              <a:rect b="b" l="l" r="r" t="t"/>
              <a:pathLst>
                <a:path extrusionOk="0" h="7383" w="10479">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81"/>
            <p:cNvSpPr/>
            <p:nvPr/>
          </p:nvSpPr>
          <p:spPr>
            <a:xfrm>
              <a:off x="7570562" y="2001667"/>
              <a:ext cx="51142" cy="51142"/>
            </a:xfrm>
            <a:custGeom>
              <a:rect b="b" l="l" r="r" t="t"/>
              <a:pathLst>
                <a:path extrusionOk="0" h="1608" w="1608">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81"/>
            <p:cNvSpPr/>
            <p:nvPr/>
          </p:nvSpPr>
          <p:spPr>
            <a:xfrm>
              <a:off x="7807986" y="2001667"/>
              <a:ext cx="51174" cy="51142"/>
            </a:xfrm>
            <a:custGeom>
              <a:rect b="b" l="l" r="r" t="t"/>
              <a:pathLst>
                <a:path extrusionOk="0" h="1608" w="1609">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81"/>
            <p:cNvSpPr/>
            <p:nvPr/>
          </p:nvSpPr>
          <p:spPr>
            <a:xfrm>
              <a:off x="7570180" y="2121699"/>
              <a:ext cx="288980" cy="207178"/>
            </a:xfrm>
            <a:custGeom>
              <a:rect b="b" l="l" r="r" t="t"/>
              <a:pathLst>
                <a:path extrusionOk="0" h="6514" w="9086">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81"/>
            <p:cNvSpPr/>
            <p:nvPr/>
          </p:nvSpPr>
          <p:spPr>
            <a:xfrm>
              <a:off x="7658408" y="2088368"/>
              <a:ext cx="30342" cy="154922"/>
            </a:xfrm>
            <a:custGeom>
              <a:rect b="b" l="l" r="r" t="t"/>
              <a:pathLst>
                <a:path extrusionOk="0" h="4871" w="954">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81"/>
            <p:cNvSpPr/>
            <p:nvPr/>
          </p:nvSpPr>
          <p:spPr>
            <a:xfrm>
              <a:off x="7700072" y="2088368"/>
              <a:ext cx="30310" cy="154922"/>
            </a:xfrm>
            <a:custGeom>
              <a:rect b="b" l="l" r="r" t="t"/>
              <a:pathLst>
                <a:path extrusionOk="0" h="4871" w="953">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81"/>
            <p:cNvSpPr/>
            <p:nvPr/>
          </p:nvSpPr>
          <p:spPr>
            <a:xfrm>
              <a:off x="7741737" y="2088368"/>
              <a:ext cx="30310" cy="154922"/>
            </a:xfrm>
            <a:custGeom>
              <a:rect b="b" l="l" r="r" t="t"/>
              <a:pathLst>
                <a:path extrusionOk="0" h="4871" w="953">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1" name="Google Shape;10971;p81"/>
          <p:cNvGrpSpPr/>
          <p:nvPr/>
        </p:nvGrpSpPr>
        <p:grpSpPr>
          <a:xfrm>
            <a:off x="6214142" y="1803477"/>
            <a:ext cx="346515" cy="350300"/>
            <a:chOff x="6214142" y="1978927"/>
            <a:chExt cx="346515" cy="350300"/>
          </a:xfrm>
        </p:grpSpPr>
        <p:sp>
          <p:nvSpPr>
            <p:cNvPr id="10972" name="Google Shape;10972;p81"/>
            <p:cNvSpPr/>
            <p:nvPr/>
          </p:nvSpPr>
          <p:spPr>
            <a:xfrm>
              <a:off x="6289870" y="1978927"/>
              <a:ext cx="196937" cy="262073"/>
            </a:xfrm>
            <a:custGeom>
              <a:rect b="b" l="l" r="r" t="t"/>
              <a:pathLst>
                <a:path extrusionOk="0" h="8240" w="6192">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81"/>
            <p:cNvSpPr/>
            <p:nvPr/>
          </p:nvSpPr>
          <p:spPr>
            <a:xfrm>
              <a:off x="6214142" y="2182256"/>
              <a:ext cx="346515" cy="146971"/>
            </a:xfrm>
            <a:custGeom>
              <a:rect b="b" l="l" r="r" t="t"/>
              <a:pathLst>
                <a:path extrusionOk="0" h="4621" w="10895">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4" name="Google Shape;10974;p81"/>
          <p:cNvGrpSpPr/>
          <p:nvPr/>
        </p:nvGrpSpPr>
        <p:grpSpPr>
          <a:xfrm>
            <a:off x="7105923" y="1803095"/>
            <a:ext cx="333285" cy="350682"/>
            <a:chOff x="7105923" y="1978545"/>
            <a:chExt cx="333285" cy="350682"/>
          </a:xfrm>
        </p:grpSpPr>
        <p:sp>
          <p:nvSpPr>
            <p:cNvPr id="10975" name="Google Shape;10975;p81"/>
            <p:cNvSpPr/>
            <p:nvPr/>
          </p:nvSpPr>
          <p:spPr>
            <a:xfrm>
              <a:off x="7128632" y="2237978"/>
              <a:ext cx="220059" cy="91249"/>
            </a:xfrm>
            <a:custGeom>
              <a:rect b="b" l="l" r="r" t="t"/>
              <a:pathLst>
                <a:path extrusionOk="0" h="2869" w="6919">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81"/>
            <p:cNvSpPr/>
            <p:nvPr/>
          </p:nvSpPr>
          <p:spPr>
            <a:xfrm>
              <a:off x="7105923" y="2079271"/>
              <a:ext cx="266621" cy="145063"/>
            </a:xfrm>
            <a:custGeom>
              <a:rect b="b" l="l" r="r" t="t"/>
              <a:pathLst>
                <a:path extrusionOk="0" h="4561" w="8383">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81"/>
            <p:cNvSpPr/>
            <p:nvPr/>
          </p:nvSpPr>
          <p:spPr>
            <a:xfrm>
              <a:off x="7144184" y="2098609"/>
              <a:ext cx="190480" cy="33332"/>
            </a:xfrm>
            <a:custGeom>
              <a:rect b="b" l="l" r="r" t="t"/>
              <a:pathLst>
                <a:path extrusionOk="0" h="1048" w="5989">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81"/>
            <p:cNvSpPr/>
            <p:nvPr/>
          </p:nvSpPr>
          <p:spPr>
            <a:xfrm>
              <a:off x="7196440" y="1978927"/>
              <a:ext cx="242768" cy="96210"/>
            </a:xfrm>
            <a:custGeom>
              <a:rect b="b" l="l" r="r" t="t"/>
              <a:pathLst>
                <a:path extrusionOk="0" h="3025" w="7633">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81"/>
            <p:cNvSpPr/>
            <p:nvPr/>
          </p:nvSpPr>
          <p:spPr>
            <a:xfrm>
              <a:off x="7145297" y="2025139"/>
              <a:ext cx="32982" cy="33363"/>
            </a:xfrm>
            <a:custGeom>
              <a:rect b="b" l="l" r="r" t="t"/>
              <a:pathLst>
                <a:path extrusionOk="0" h="1049" w="1037">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81"/>
            <p:cNvSpPr/>
            <p:nvPr/>
          </p:nvSpPr>
          <p:spPr>
            <a:xfrm>
              <a:off x="7338417" y="2045590"/>
              <a:ext cx="32982" cy="33332"/>
            </a:xfrm>
            <a:custGeom>
              <a:rect b="b" l="l" r="r" t="t"/>
              <a:pathLst>
                <a:path extrusionOk="0" h="1048" w="1037">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81"/>
            <p:cNvSpPr/>
            <p:nvPr/>
          </p:nvSpPr>
          <p:spPr>
            <a:xfrm>
              <a:off x="7263453" y="1978545"/>
              <a:ext cx="33363" cy="32982"/>
            </a:xfrm>
            <a:custGeom>
              <a:rect b="b" l="l" r="r" t="t"/>
              <a:pathLst>
                <a:path extrusionOk="0" h="1037" w="1049">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82" name="Google Shape;10982;p81"/>
          <p:cNvSpPr/>
          <p:nvPr/>
        </p:nvSpPr>
        <p:spPr>
          <a:xfrm>
            <a:off x="6658713" y="1803095"/>
            <a:ext cx="342349" cy="350332"/>
          </a:xfrm>
          <a:custGeom>
            <a:rect b="b" l="l" r="r" t="t"/>
            <a:pathLst>
              <a:path extrusionOk="0" h="11015" w="10764">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81"/>
          <p:cNvSpPr/>
          <p:nvPr/>
        </p:nvSpPr>
        <p:spPr>
          <a:xfrm>
            <a:off x="4104898" y="2246807"/>
            <a:ext cx="91662" cy="351541"/>
          </a:xfrm>
          <a:custGeom>
            <a:rect b="b" l="l" r="r" t="t"/>
            <a:pathLst>
              <a:path extrusionOk="0" h="11053" w="2882">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84" name="Google Shape;10984;p81"/>
          <p:cNvGrpSpPr/>
          <p:nvPr/>
        </p:nvGrpSpPr>
        <p:grpSpPr>
          <a:xfrm>
            <a:off x="3616406" y="2246902"/>
            <a:ext cx="203393" cy="351827"/>
            <a:chOff x="3616406" y="2422352"/>
            <a:chExt cx="203393" cy="351827"/>
          </a:xfrm>
        </p:grpSpPr>
        <p:sp>
          <p:nvSpPr>
            <p:cNvPr id="10985" name="Google Shape;10985;p81"/>
            <p:cNvSpPr/>
            <p:nvPr/>
          </p:nvSpPr>
          <p:spPr>
            <a:xfrm>
              <a:off x="3640641" y="2422352"/>
              <a:ext cx="154159" cy="92075"/>
            </a:xfrm>
            <a:custGeom>
              <a:rect b="b" l="l" r="r" t="t"/>
              <a:pathLst>
                <a:path extrusionOk="0" h="2895" w="4847">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81"/>
            <p:cNvSpPr/>
            <p:nvPr/>
          </p:nvSpPr>
          <p:spPr>
            <a:xfrm>
              <a:off x="3616406" y="2479156"/>
              <a:ext cx="203393" cy="295023"/>
            </a:xfrm>
            <a:custGeom>
              <a:rect b="b" l="l" r="r" t="t"/>
              <a:pathLst>
                <a:path extrusionOk="0" h="9276" w="6395">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7" name="Google Shape;10987;p81"/>
          <p:cNvGrpSpPr/>
          <p:nvPr/>
        </p:nvGrpSpPr>
        <p:grpSpPr>
          <a:xfrm>
            <a:off x="878187" y="2246520"/>
            <a:ext cx="272696" cy="351827"/>
            <a:chOff x="913012" y="2421970"/>
            <a:chExt cx="272696" cy="351827"/>
          </a:xfrm>
        </p:grpSpPr>
        <p:sp>
          <p:nvSpPr>
            <p:cNvPr id="10988" name="Google Shape;10988;p81"/>
            <p:cNvSpPr/>
            <p:nvPr/>
          </p:nvSpPr>
          <p:spPr>
            <a:xfrm>
              <a:off x="913012" y="2421970"/>
              <a:ext cx="272696" cy="351827"/>
            </a:xfrm>
            <a:custGeom>
              <a:rect b="b" l="l" r="r" t="t"/>
              <a:pathLst>
                <a:path extrusionOk="0" h="11062" w="8574">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81"/>
            <p:cNvSpPr/>
            <p:nvPr/>
          </p:nvSpPr>
          <p:spPr>
            <a:xfrm>
              <a:off x="1028146" y="2491719"/>
              <a:ext cx="37880" cy="32918"/>
            </a:xfrm>
            <a:custGeom>
              <a:rect b="b" l="l" r="r" t="t"/>
              <a:pathLst>
                <a:path extrusionOk="0" h="1035" w="1191">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81"/>
            <p:cNvSpPr/>
            <p:nvPr/>
          </p:nvSpPr>
          <p:spPr>
            <a:xfrm>
              <a:off x="952769" y="2687447"/>
              <a:ext cx="16316" cy="16316"/>
            </a:xfrm>
            <a:custGeom>
              <a:rect b="b" l="l" r="r" t="t"/>
              <a:pathLst>
                <a:path extrusionOk="0" h="513" w="513">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81"/>
            <p:cNvSpPr/>
            <p:nvPr/>
          </p:nvSpPr>
          <p:spPr>
            <a:xfrm>
              <a:off x="1130368" y="2687447"/>
              <a:ext cx="15934" cy="16316"/>
            </a:xfrm>
            <a:custGeom>
              <a:rect b="b" l="l" r="r" t="t"/>
              <a:pathLst>
                <a:path extrusionOk="0" h="513" w="501">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2" name="Google Shape;10992;p81"/>
          <p:cNvGrpSpPr/>
          <p:nvPr/>
        </p:nvGrpSpPr>
        <p:grpSpPr>
          <a:xfrm>
            <a:off x="2274743" y="2246902"/>
            <a:ext cx="255649" cy="351445"/>
            <a:chOff x="2274743" y="2422352"/>
            <a:chExt cx="255649" cy="351445"/>
          </a:xfrm>
        </p:grpSpPr>
        <p:sp>
          <p:nvSpPr>
            <p:cNvPr id="10993" name="Google Shape;10993;p81"/>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81"/>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81"/>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6" name="Google Shape;10996;p81"/>
          <p:cNvGrpSpPr/>
          <p:nvPr/>
        </p:nvGrpSpPr>
        <p:grpSpPr>
          <a:xfrm>
            <a:off x="2708723" y="2245789"/>
            <a:ext cx="246552" cy="352558"/>
            <a:chOff x="2708723" y="2421239"/>
            <a:chExt cx="246552" cy="352558"/>
          </a:xfrm>
        </p:grpSpPr>
        <p:sp>
          <p:nvSpPr>
            <p:cNvPr id="10997" name="Google Shape;10997;p81"/>
            <p:cNvSpPr/>
            <p:nvPr/>
          </p:nvSpPr>
          <p:spPr>
            <a:xfrm>
              <a:off x="2708723" y="2421239"/>
              <a:ext cx="246552" cy="282905"/>
            </a:xfrm>
            <a:custGeom>
              <a:rect b="b" l="l" r="r" t="t"/>
              <a:pathLst>
                <a:path extrusionOk="0" h="8895" w="7752">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81"/>
            <p:cNvSpPr/>
            <p:nvPr/>
          </p:nvSpPr>
          <p:spPr>
            <a:xfrm>
              <a:off x="2813234" y="2654497"/>
              <a:ext cx="58712" cy="119301"/>
            </a:xfrm>
            <a:custGeom>
              <a:rect b="b" l="l" r="r" t="t"/>
              <a:pathLst>
                <a:path extrusionOk="0" h="3751" w="1846">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9" name="Google Shape;10999;p81"/>
          <p:cNvGrpSpPr/>
          <p:nvPr/>
        </p:nvGrpSpPr>
        <p:grpSpPr>
          <a:xfrm>
            <a:off x="1835485" y="2246902"/>
            <a:ext cx="259433" cy="350714"/>
            <a:chOff x="1835485" y="2422352"/>
            <a:chExt cx="259433" cy="350714"/>
          </a:xfrm>
        </p:grpSpPr>
        <p:sp>
          <p:nvSpPr>
            <p:cNvPr id="11000" name="Google Shape;11000;p81"/>
            <p:cNvSpPr/>
            <p:nvPr/>
          </p:nvSpPr>
          <p:spPr>
            <a:xfrm>
              <a:off x="2027460" y="2437141"/>
              <a:ext cx="36767" cy="33713"/>
            </a:xfrm>
            <a:custGeom>
              <a:rect b="b" l="l" r="r" t="t"/>
              <a:pathLst>
                <a:path extrusionOk="0" h="1060" w="1156">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81"/>
            <p:cNvSpPr/>
            <p:nvPr/>
          </p:nvSpPr>
          <p:spPr>
            <a:xfrm>
              <a:off x="1870693" y="2531125"/>
              <a:ext cx="33968" cy="32059"/>
            </a:xfrm>
            <a:custGeom>
              <a:rect b="b" l="l" r="r" t="t"/>
              <a:pathLst>
                <a:path extrusionOk="0" h="1008" w="1068">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81"/>
            <p:cNvSpPr/>
            <p:nvPr/>
          </p:nvSpPr>
          <p:spPr>
            <a:xfrm>
              <a:off x="2028223" y="2531030"/>
              <a:ext cx="32218" cy="31042"/>
            </a:xfrm>
            <a:custGeom>
              <a:rect b="b" l="l" r="r" t="t"/>
              <a:pathLst>
                <a:path extrusionOk="0" h="976" w="1013">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81"/>
            <p:cNvSpPr/>
            <p:nvPr/>
          </p:nvSpPr>
          <p:spPr>
            <a:xfrm>
              <a:off x="1952495" y="2480714"/>
              <a:ext cx="35208" cy="29165"/>
            </a:xfrm>
            <a:custGeom>
              <a:rect b="b" l="l" r="r" t="t"/>
              <a:pathLst>
                <a:path extrusionOk="0" h="917" w="1107">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81"/>
            <p:cNvSpPr/>
            <p:nvPr/>
          </p:nvSpPr>
          <p:spPr>
            <a:xfrm>
              <a:off x="1835485" y="2422352"/>
              <a:ext cx="259433" cy="350714"/>
            </a:xfrm>
            <a:custGeom>
              <a:rect b="b" l="l" r="r" t="t"/>
              <a:pathLst>
                <a:path extrusionOk="0" h="11027" w="8157">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81"/>
            <p:cNvSpPr/>
            <p:nvPr/>
          </p:nvSpPr>
          <p:spPr>
            <a:xfrm>
              <a:off x="1916142" y="2464366"/>
              <a:ext cx="86001" cy="74646"/>
            </a:xfrm>
            <a:custGeom>
              <a:rect b="b" l="l" r="r" t="t"/>
              <a:pathLst>
                <a:path extrusionOk="0" h="2347" w="2704">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81"/>
            <p:cNvSpPr/>
            <p:nvPr/>
          </p:nvSpPr>
          <p:spPr>
            <a:xfrm>
              <a:off x="1910449" y="2663211"/>
              <a:ext cx="108328" cy="89022"/>
            </a:xfrm>
            <a:custGeom>
              <a:rect b="b" l="l" r="r" t="t"/>
              <a:pathLst>
                <a:path extrusionOk="0" h="2799" w="3406">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7" name="Google Shape;11007;p81"/>
          <p:cNvGrpSpPr/>
          <p:nvPr/>
        </p:nvGrpSpPr>
        <p:grpSpPr>
          <a:xfrm>
            <a:off x="3150240" y="2246902"/>
            <a:ext cx="212489" cy="351445"/>
            <a:chOff x="3150240" y="2422352"/>
            <a:chExt cx="212489" cy="351445"/>
          </a:xfrm>
        </p:grpSpPr>
        <p:sp>
          <p:nvSpPr>
            <p:cNvPr id="11008" name="Google Shape;11008;p81"/>
            <p:cNvSpPr/>
            <p:nvPr/>
          </p:nvSpPr>
          <p:spPr>
            <a:xfrm>
              <a:off x="3150240" y="2422352"/>
              <a:ext cx="212489" cy="351445"/>
            </a:xfrm>
            <a:custGeom>
              <a:rect b="b" l="l" r="r" t="t"/>
              <a:pathLst>
                <a:path extrusionOk="0" h="11050" w="6681">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81"/>
            <p:cNvSpPr/>
            <p:nvPr/>
          </p:nvSpPr>
          <p:spPr>
            <a:xfrm>
              <a:off x="3239230" y="2721860"/>
              <a:ext cx="32982" cy="32250"/>
            </a:xfrm>
            <a:custGeom>
              <a:rect b="b" l="l" r="r" t="t"/>
              <a:pathLst>
                <a:path extrusionOk="0" h="1014" w="1037">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0" name="Google Shape;11010;p81"/>
          <p:cNvGrpSpPr/>
          <p:nvPr/>
        </p:nvGrpSpPr>
        <p:grpSpPr>
          <a:xfrm>
            <a:off x="1367060" y="2246679"/>
            <a:ext cx="269261" cy="352050"/>
            <a:chOff x="1367060" y="2422129"/>
            <a:chExt cx="269261" cy="352050"/>
          </a:xfrm>
        </p:grpSpPr>
        <p:sp>
          <p:nvSpPr>
            <p:cNvPr id="11011" name="Google Shape;11011;p81"/>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81"/>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81"/>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81"/>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81"/>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81"/>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81"/>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81"/>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81"/>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81"/>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81"/>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81"/>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81"/>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81"/>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25" name="Google Shape;11025;p81"/>
          <p:cNvSpPr/>
          <p:nvPr/>
        </p:nvSpPr>
        <p:spPr>
          <a:xfrm>
            <a:off x="7075994" y="2250464"/>
            <a:ext cx="353354" cy="351318"/>
          </a:xfrm>
          <a:custGeom>
            <a:rect b="b" l="l" r="r" t="t"/>
            <a:pathLst>
              <a:path extrusionOk="0" h="11046" w="1111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26" name="Google Shape;11026;p81"/>
          <p:cNvGrpSpPr/>
          <p:nvPr/>
        </p:nvGrpSpPr>
        <p:grpSpPr>
          <a:xfrm>
            <a:off x="4882690" y="2249955"/>
            <a:ext cx="274573" cy="350682"/>
            <a:chOff x="4882690" y="2425405"/>
            <a:chExt cx="274573" cy="350682"/>
          </a:xfrm>
        </p:grpSpPr>
        <p:sp>
          <p:nvSpPr>
            <p:cNvPr id="11027" name="Google Shape;11027;p81"/>
            <p:cNvSpPr/>
            <p:nvPr/>
          </p:nvSpPr>
          <p:spPr>
            <a:xfrm>
              <a:off x="4882690" y="2425405"/>
              <a:ext cx="92075" cy="350682"/>
            </a:xfrm>
            <a:custGeom>
              <a:rect b="b" l="l" r="r" t="t"/>
              <a:pathLst>
                <a:path extrusionOk="0" h="11026" w="2895">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81"/>
            <p:cNvSpPr/>
            <p:nvPr/>
          </p:nvSpPr>
          <p:spPr>
            <a:xfrm>
              <a:off x="4966782" y="2429254"/>
              <a:ext cx="190480" cy="250655"/>
            </a:xfrm>
            <a:custGeom>
              <a:rect b="b" l="l" r="r" t="t"/>
              <a:pathLst>
                <a:path extrusionOk="0" h="7881" w="5989">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9" name="Google Shape;11029;p81"/>
          <p:cNvGrpSpPr/>
          <p:nvPr/>
        </p:nvGrpSpPr>
        <p:grpSpPr>
          <a:xfrm>
            <a:off x="6627639" y="2268434"/>
            <a:ext cx="355993" cy="313247"/>
            <a:chOff x="6627639" y="2443884"/>
            <a:chExt cx="355993" cy="313247"/>
          </a:xfrm>
        </p:grpSpPr>
        <p:sp>
          <p:nvSpPr>
            <p:cNvPr id="11030" name="Google Shape;11030;p81"/>
            <p:cNvSpPr/>
            <p:nvPr/>
          </p:nvSpPr>
          <p:spPr>
            <a:xfrm>
              <a:off x="6627639" y="2444266"/>
              <a:ext cx="92807" cy="87941"/>
            </a:xfrm>
            <a:custGeom>
              <a:rect b="b" l="l" r="r" t="t"/>
              <a:pathLst>
                <a:path extrusionOk="0" h="2765" w="2918">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81"/>
            <p:cNvSpPr/>
            <p:nvPr/>
          </p:nvSpPr>
          <p:spPr>
            <a:xfrm>
              <a:off x="6891589" y="2443884"/>
              <a:ext cx="92044" cy="86446"/>
            </a:xfrm>
            <a:custGeom>
              <a:rect b="b" l="l" r="r" t="t"/>
              <a:pathLst>
                <a:path extrusionOk="0" h="2718" w="2894">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81"/>
            <p:cNvSpPr/>
            <p:nvPr/>
          </p:nvSpPr>
          <p:spPr>
            <a:xfrm>
              <a:off x="6662498" y="2512201"/>
              <a:ext cx="288185" cy="244930"/>
            </a:xfrm>
            <a:custGeom>
              <a:rect b="b" l="l" r="r" t="t"/>
              <a:pathLst>
                <a:path extrusionOk="0" h="7701" w="9061">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3" name="Google Shape;11033;p81"/>
          <p:cNvGrpSpPr/>
          <p:nvPr/>
        </p:nvGrpSpPr>
        <p:grpSpPr>
          <a:xfrm>
            <a:off x="6183451" y="2286690"/>
            <a:ext cx="351445" cy="277976"/>
            <a:chOff x="6183451" y="2462140"/>
            <a:chExt cx="351445" cy="277976"/>
          </a:xfrm>
        </p:grpSpPr>
        <p:sp>
          <p:nvSpPr>
            <p:cNvPr id="11034" name="Google Shape;11034;p81"/>
            <p:cNvSpPr/>
            <p:nvPr/>
          </p:nvSpPr>
          <p:spPr>
            <a:xfrm>
              <a:off x="6315251" y="2514777"/>
              <a:ext cx="120446" cy="10241"/>
            </a:xfrm>
            <a:custGeom>
              <a:rect b="b" l="l" r="r" t="t"/>
              <a:pathLst>
                <a:path extrusionOk="0" h="322" w="3787">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81"/>
            <p:cNvSpPr/>
            <p:nvPr/>
          </p:nvSpPr>
          <p:spPr>
            <a:xfrm>
              <a:off x="6274349" y="2514777"/>
              <a:ext cx="27670" cy="10241"/>
            </a:xfrm>
            <a:custGeom>
              <a:rect b="b" l="l" r="r" t="t"/>
              <a:pathLst>
                <a:path extrusionOk="0" h="322" w="87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81"/>
            <p:cNvSpPr/>
            <p:nvPr/>
          </p:nvSpPr>
          <p:spPr>
            <a:xfrm>
              <a:off x="6274349" y="2672307"/>
              <a:ext cx="64405" cy="10623"/>
            </a:xfrm>
            <a:custGeom>
              <a:rect b="b" l="l" r="r" t="t"/>
              <a:pathLst>
                <a:path extrusionOk="0" h="334" w="2025">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81"/>
            <p:cNvSpPr/>
            <p:nvPr/>
          </p:nvSpPr>
          <p:spPr>
            <a:xfrm>
              <a:off x="6274731" y="2619670"/>
              <a:ext cx="85619" cy="10623"/>
            </a:xfrm>
            <a:custGeom>
              <a:rect b="b" l="l" r="r" t="t"/>
              <a:pathLst>
                <a:path extrusionOk="0" h="334" w="2692">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81"/>
            <p:cNvSpPr/>
            <p:nvPr/>
          </p:nvSpPr>
          <p:spPr>
            <a:xfrm>
              <a:off x="6274731" y="2567383"/>
              <a:ext cx="122704" cy="10273"/>
            </a:xfrm>
            <a:custGeom>
              <a:rect b="b" l="l" r="r" t="t"/>
              <a:pathLst>
                <a:path extrusionOk="0" h="323" w="3858">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81"/>
            <p:cNvSpPr/>
            <p:nvPr/>
          </p:nvSpPr>
          <p:spPr>
            <a:xfrm>
              <a:off x="6183451" y="2462140"/>
              <a:ext cx="339709" cy="277976"/>
            </a:xfrm>
            <a:custGeom>
              <a:rect b="b" l="l" r="r" t="t"/>
              <a:pathLst>
                <a:path extrusionOk="0" h="8740" w="10681">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81"/>
            <p:cNvSpPr/>
            <p:nvPr/>
          </p:nvSpPr>
          <p:spPr>
            <a:xfrm>
              <a:off x="6367888" y="2552562"/>
              <a:ext cx="167008" cy="132627"/>
            </a:xfrm>
            <a:custGeom>
              <a:rect b="b" l="l" r="r" t="t"/>
              <a:pathLst>
                <a:path extrusionOk="0" h="4170" w="5251">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1" name="Google Shape;11041;p81"/>
          <p:cNvGrpSpPr/>
          <p:nvPr/>
        </p:nvGrpSpPr>
        <p:grpSpPr>
          <a:xfrm>
            <a:off x="5735477" y="2254408"/>
            <a:ext cx="353354" cy="341299"/>
            <a:chOff x="5735477" y="2429858"/>
            <a:chExt cx="353354" cy="341299"/>
          </a:xfrm>
        </p:grpSpPr>
        <p:sp>
          <p:nvSpPr>
            <p:cNvPr id="11042" name="Google Shape;11042;p81"/>
            <p:cNvSpPr/>
            <p:nvPr/>
          </p:nvSpPr>
          <p:spPr>
            <a:xfrm>
              <a:off x="5824468" y="2594703"/>
              <a:ext cx="176359" cy="76968"/>
            </a:xfrm>
            <a:custGeom>
              <a:rect b="b" l="l" r="r" t="t"/>
              <a:pathLst>
                <a:path extrusionOk="0" h="2420" w="5545">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81"/>
            <p:cNvSpPr/>
            <p:nvPr/>
          </p:nvSpPr>
          <p:spPr>
            <a:xfrm>
              <a:off x="5735477" y="2429858"/>
              <a:ext cx="353354" cy="126202"/>
            </a:xfrm>
            <a:custGeom>
              <a:rect b="b" l="l" r="r" t="t"/>
              <a:pathLst>
                <a:path extrusionOk="0" h="3968" w="1111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81"/>
            <p:cNvSpPr/>
            <p:nvPr/>
          </p:nvSpPr>
          <p:spPr>
            <a:xfrm>
              <a:off x="5762384" y="2464271"/>
              <a:ext cx="134440" cy="72102"/>
            </a:xfrm>
            <a:custGeom>
              <a:rect b="b" l="l" r="r" t="t"/>
              <a:pathLst>
                <a:path extrusionOk="0" h="2267" w="4227">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81"/>
            <p:cNvSpPr/>
            <p:nvPr/>
          </p:nvSpPr>
          <p:spPr>
            <a:xfrm>
              <a:off x="5928247" y="2463921"/>
              <a:ext cx="134821" cy="70957"/>
            </a:xfrm>
            <a:custGeom>
              <a:rect b="b" l="l" r="r" t="t"/>
              <a:pathLst>
                <a:path extrusionOk="0" h="2231" w="4239">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81"/>
            <p:cNvSpPr/>
            <p:nvPr/>
          </p:nvSpPr>
          <p:spPr>
            <a:xfrm>
              <a:off x="5966859" y="2655642"/>
              <a:ext cx="28434" cy="113258"/>
            </a:xfrm>
            <a:custGeom>
              <a:rect b="b" l="l" r="r" t="t"/>
              <a:pathLst>
                <a:path extrusionOk="0" h="3561" w="894">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81"/>
            <p:cNvSpPr/>
            <p:nvPr/>
          </p:nvSpPr>
          <p:spPr>
            <a:xfrm>
              <a:off x="6054704" y="2499988"/>
              <a:ext cx="27670" cy="271169"/>
            </a:xfrm>
            <a:custGeom>
              <a:rect b="b" l="l" r="r" t="t"/>
              <a:pathLst>
                <a:path extrusionOk="0" h="8526" w="87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8" name="Google Shape;11048;p81"/>
          <p:cNvGrpSpPr/>
          <p:nvPr/>
        </p:nvGrpSpPr>
        <p:grpSpPr>
          <a:xfrm>
            <a:off x="5243735" y="2271523"/>
            <a:ext cx="405255" cy="275499"/>
            <a:chOff x="5283337" y="2478774"/>
            <a:chExt cx="358633" cy="243913"/>
          </a:xfrm>
        </p:grpSpPr>
        <p:sp>
          <p:nvSpPr>
            <p:cNvPr id="11049" name="Google Shape;11049;p81"/>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81"/>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81"/>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81"/>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81"/>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81"/>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81"/>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81"/>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81"/>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81"/>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81"/>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81"/>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81"/>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81"/>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81"/>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81"/>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81"/>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6" name="Google Shape;11066;p81"/>
          <p:cNvGrpSpPr/>
          <p:nvPr/>
        </p:nvGrpSpPr>
        <p:grpSpPr>
          <a:xfrm>
            <a:off x="7964753" y="2295373"/>
            <a:ext cx="362068" cy="258670"/>
            <a:chOff x="7964753" y="2470823"/>
            <a:chExt cx="362068" cy="258670"/>
          </a:xfrm>
        </p:grpSpPr>
        <p:sp>
          <p:nvSpPr>
            <p:cNvPr id="11067" name="Google Shape;11067;p81"/>
            <p:cNvSpPr/>
            <p:nvPr/>
          </p:nvSpPr>
          <p:spPr>
            <a:xfrm>
              <a:off x="8196898" y="2562358"/>
              <a:ext cx="33363" cy="49012"/>
            </a:xfrm>
            <a:custGeom>
              <a:rect b="b" l="l" r="r" t="t"/>
              <a:pathLst>
                <a:path extrusionOk="0" h="1541" w="1049">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81"/>
            <p:cNvSpPr/>
            <p:nvPr/>
          </p:nvSpPr>
          <p:spPr>
            <a:xfrm>
              <a:off x="8162421" y="2529471"/>
              <a:ext cx="51174" cy="21309"/>
            </a:xfrm>
            <a:custGeom>
              <a:rect b="b" l="l" r="r" t="t"/>
              <a:pathLst>
                <a:path extrusionOk="0" h="670" w="1609">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81"/>
            <p:cNvSpPr/>
            <p:nvPr/>
          </p:nvSpPr>
          <p:spPr>
            <a:xfrm>
              <a:off x="8241966" y="2551258"/>
              <a:ext cx="47739" cy="30565"/>
            </a:xfrm>
            <a:custGeom>
              <a:rect b="b" l="l" r="r" t="t"/>
              <a:pathLst>
                <a:path extrusionOk="0" h="961" w="1501">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81"/>
            <p:cNvSpPr/>
            <p:nvPr/>
          </p:nvSpPr>
          <p:spPr>
            <a:xfrm>
              <a:off x="8060582" y="2586720"/>
              <a:ext cx="33713" cy="48884"/>
            </a:xfrm>
            <a:custGeom>
              <a:rect b="b" l="l" r="r" t="t"/>
              <a:pathLst>
                <a:path extrusionOk="0" h="1537" w="106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81"/>
            <p:cNvSpPr/>
            <p:nvPr/>
          </p:nvSpPr>
          <p:spPr>
            <a:xfrm>
              <a:off x="7999612" y="2581568"/>
              <a:ext cx="49266" cy="22582"/>
            </a:xfrm>
            <a:custGeom>
              <a:rect b="b" l="l" r="r" t="t"/>
              <a:pathLst>
                <a:path extrusionOk="0" h="710" w="1549">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81"/>
            <p:cNvSpPr/>
            <p:nvPr/>
          </p:nvSpPr>
          <p:spPr>
            <a:xfrm>
              <a:off x="8080651" y="2557873"/>
              <a:ext cx="48121" cy="28879"/>
            </a:xfrm>
            <a:custGeom>
              <a:rect b="b" l="l" r="r" t="t"/>
              <a:pathLst>
                <a:path extrusionOk="0" h="908" w="1513">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81"/>
            <p:cNvSpPr/>
            <p:nvPr/>
          </p:nvSpPr>
          <p:spPr>
            <a:xfrm>
              <a:off x="7964753" y="2497698"/>
              <a:ext cx="269675" cy="231795"/>
            </a:xfrm>
            <a:custGeom>
              <a:rect b="b" l="l" r="r" t="t"/>
              <a:pathLst>
                <a:path extrusionOk="0" h="7288" w="8479">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81"/>
            <p:cNvSpPr/>
            <p:nvPr/>
          </p:nvSpPr>
          <p:spPr>
            <a:xfrm>
              <a:off x="8045792" y="2634650"/>
              <a:ext cx="84124" cy="55850"/>
            </a:xfrm>
            <a:custGeom>
              <a:rect b="b" l="l" r="r" t="t"/>
              <a:pathLst>
                <a:path extrusionOk="0" h="1756" w="2645">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81"/>
            <p:cNvSpPr/>
            <p:nvPr/>
          </p:nvSpPr>
          <p:spPr>
            <a:xfrm>
              <a:off x="8145787" y="2470823"/>
              <a:ext cx="181034" cy="231795"/>
            </a:xfrm>
            <a:custGeom>
              <a:rect b="b" l="l" r="r" t="t"/>
              <a:pathLst>
                <a:path extrusionOk="0" h="7288" w="5692">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6" name="Google Shape;11076;p81"/>
          <p:cNvGrpSpPr/>
          <p:nvPr/>
        </p:nvGrpSpPr>
        <p:grpSpPr>
          <a:xfrm>
            <a:off x="7524349" y="2280997"/>
            <a:ext cx="350332" cy="288948"/>
            <a:chOff x="7524349" y="2456447"/>
            <a:chExt cx="350332" cy="288948"/>
          </a:xfrm>
        </p:grpSpPr>
        <p:sp>
          <p:nvSpPr>
            <p:cNvPr id="11077" name="Google Shape;11077;p81"/>
            <p:cNvSpPr/>
            <p:nvPr/>
          </p:nvSpPr>
          <p:spPr>
            <a:xfrm>
              <a:off x="7693647" y="2566651"/>
              <a:ext cx="10623" cy="67045"/>
            </a:xfrm>
            <a:custGeom>
              <a:rect b="b" l="l" r="r" t="t"/>
              <a:pathLst>
                <a:path extrusionOk="0" h="2108" w="334">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81"/>
            <p:cNvSpPr/>
            <p:nvPr/>
          </p:nvSpPr>
          <p:spPr>
            <a:xfrm>
              <a:off x="7524349" y="2545151"/>
              <a:ext cx="350332" cy="200244"/>
            </a:xfrm>
            <a:custGeom>
              <a:rect b="b" l="l" r="r" t="t"/>
              <a:pathLst>
                <a:path extrusionOk="0" h="6296" w="11015">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81"/>
            <p:cNvSpPr/>
            <p:nvPr/>
          </p:nvSpPr>
          <p:spPr>
            <a:xfrm>
              <a:off x="7582298" y="2650998"/>
              <a:ext cx="86764" cy="50093"/>
            </a:xfrm>
            <a:custGeom>
              <a:rect b="b" l="l" r="r" t="t"/>
              <a:pathLst>
                <a:path extrusionOk="0" h="1575" w="2728">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81"/>
            <p:cNvSpPr/>
            <p:nvPr/>
          </p:nvSpPr>
          <p:spPr>
            <a:xfrm>
              <a:off x="7729237" y="2650553"/>
              <a:ext cx="86732" cy="50156"/>
            </a:xfrm>
            <a:custGeom>
              <a:rect b="b" l="l" r="r" t="t"/>
              <a:pathLst>
                <a:path extrusionOk="0" h="1577" w="2727">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81"/>
            <p:cNvSpPr/>
            <p:nvPr/>
          </p:nvSpPr>
          <p:spPr>
            <a:xfrm>
              <a:off x="7667885" y="2456447"/>
              <a:ext cx="62147" cy="121209"/>
            </a:xfrm>
            <a:custGeom>
              <a:rect b="b" l="l" r="r" t="t"/>
              <a:pathLst>
                <a:path extrusionOk="0" h="3811" w="1954">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2" name="Google Shape;11082;p81"/>
          <p:cNvGrpSpPr/>
          <p:nvPr/>
        </p:nvGrpSpPr>
        <p:grpSpPr>
          <a:xfrm>
            <a:off x="3972749" y="2718761"/>
            <a:ext cx="355230" cy="356725"/>
            <a:chOff x="3972749" y="2894211"/>
            <a:chExt cx="355230" cy="356725"/>
          </a:xfrm>
        </p:grpSpPr>
        <p:sp>
          <p:nvSpPr>
            <p:cNvPr id="11083" name="Google Shape;11083;p81"/>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81"/>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81"/>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81"/>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81"/>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8" name="Google Shape;11088;p81"/>
          <p:cNvGrpSpPr/>
          <p:nvPr/>
        </p:nvGrpSpPr>
        <p:grpSpPr>
          <a:xfrm>
            <a:off x="3527797" y="2743346"/>
            <a:ext cx="355993" cy="307904"/>
            <a:chOff x="3527797" y="2918796"/>
            <a:chExt cx="355993" cy="307904"/>
          </a:xfrm>
        </p:grpSpPr>
        <p:sp>
          <p:nvSpPr>
            <p:cNvPr id="11089" name="Google Shape;11089;p81"/>
            <p:cNvSpPr/>
            <p:nvPr/>
          </p:nvSpPr>
          <p:spPr>
            <a:xfrm>
              <a:off x="3527797" y="2918796"/>
              <a:ext cx="355993" cy="307904"/>
            </a:xfrm>
            <a:custGeom>
              <a:rect b="b" l="l" r="r" t="t"/>
              <a:pathLst>
                <a:path extrusionOk="0" h="9681" w="11193">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81"/>
            <p:cNvSpPr/>
            <p:nvPr/>
          </p:nvSpPr>
          <p:spPr>
            <a:xfrm>
              <a:off x="3552414" y="3088826"/>
              <a:ext cx="52669" cy="52224"/>
            </a:xfrm>
            <a:custGeom>
              <a:rect b="b" l="l" r="r" t="t"/>
              <a:pathLst>
                <a:path extrusionOk="0" h="1642"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81"/>
            <p:cNvSpPr/>
            <p:nvPr/>
          </p:nvSpPr>
          <p:spPr>
            <a:xfrm>
              <a:off x="3552414" y="3153199"/>
              <a:ext cx="52669" cy="52256"/>
            </a:xfrm>
            <a:custGeom>
              <a:rect b="b" l="l" r="r" t="t"/>
              <a:pathLst>
                <a:path extrusionOk="0" h="1643"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81"/>
            <p:cNvSpPr/>
            <p:nvPr/>
          </p:nvSpPr>
          <p:spPr>
            <a:xfrm>
              <a:off x="3616024" y="3153199"/>
              <a:ext cx="52287" cy="52256"/>
            </a:xfrm>
            <a:custGeom>
              <a:rect b="b" l="l" r="r" t="t"/>
              <a:pathLst>
                <a:path extrusionOk="0" h="1643" w="1644">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81"/>
            <p:cNvSpPr/>
            <p:nvPr/>
          </p:nvSpPr>
          <p:spPr>
            <a:xfrm>
              <a:off x="3679252" y="3153199"/>
              <a:ext cx="57217" cy="52256"/>
            </a:xfrm>
            <a:custGeom>
              <a:rect b="b" l="l" r="r" t="t"/>
              <a:pathLst>
                <a:path extrusionOk="0" h="1643" w="1799">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81"/>
            <p:cNvSpPr/>
            <p:nvPr/>
          </p:nvSpPr>
          <p:spPr>
            <a:xfrm>
              <a:off x="3742894" y="3153199"/>
              <a:ext cx="57185" cy="52256"/>
            </a:xfrm>
            <a:custGeom>
              <a:rect b="b" l="l" r="r" t="t"/>
              <a:pathLst>
                <a:path extrusionOk="0" h="1643" w="1798">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81"/>
            <p:cNvSpPr/>
            <p:nvPr/>
          </p:nvSpPr>
          <p:spPr>
            <a:xfrm>
              <a:off x="3806122" y="3088826"/>
              <a:ext cx="57217" cy="52224"/>
            </a:xfrm>
            <a:custGeom>
              <a:rect b="b" l="l" r="r" t="t"/>
              <a:pathLst>
                <a:path extrusionOk="0" h="1642"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81"/>
            <p:cNvSpPr/>
            <p:nvPr/>
          </p:nvSpPr>
          <p:spPr>
            <a:xfrm>
              <a:off x="3806122" y="3153199"/>
              <a:ext cx="57217" cy="52256"/>
            </a:xfrm>
            <a:custGeom>
              <a:rect b="b" l="l" r="r" t="t"/>
              <a:pathLst>
                <a:path extrusionOk="0" h="1643"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81"/>
            <p:cNvSpPr/>
            <p:nvPr/>
          </p:nvSpPr>
          <p:spPr>
            <a:xfrm>
              <a:off x="3549742" y="2940392"/>
              <a:ext cx="107215" cy="72420"/>
            </a:xfrm>
            <a:custGeom>
              <a:rect b="b" l="l" r="r" t="t"/>
              <a:pathLst>
                <a:path extrusionOk="0" h="2277" w="3371">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81"/>
            <p:cNvSpPr/>
            <p:nvPr/>
          </p:nvSpPr>
          <p:spPr>
            <a:xfrm>
              <a:off x="3630050" y="2983551"/>
              <a:ext cx="93539" cy="73120"/>
            </a:xfrm>
            <a:custGeom>
              <a:rect b="b" l="l" r="r" t="t"/>
              <a:pathLst>
                <a:path extrusionOk="0" h="2299" w="2941">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9" name="Google Shape;11099;p81"/>
          <p:cNvGrpSpPr/>
          <p:nvPr/>
        </p:nvGrpSpPr>
        <p:grpSpPr>
          <a:xfrm>
            <a:off x="3082845" y="2745509"/>
            <a:ext cx="356375" cy="302338"/>
            <a:chOff x="3082845" y="2920959"/>
            <a:chExt cx="356375" cy="302338"/>
          </a:xfrm>
        </p:grpSpPr>
        <p:sp>
          <p:nvSpPr>
            <p:cNvPr id="11100" name="Google Shape;11100;p81"/>
            <p:cNvSpPr/>
            <p:nvPr/>
          </p:nvSpPr>
          <p:spPr>
            <a:xfrm>
              <a:off x="3082845" y="2920959"/>
              <a:ext cx="217769" cy="130432"/>
            </a:xfrm>
            <a:custGeom>
              <a:rect b="b" l="l" r="r" t="t"/>
              <a:pathLst>
                <a:path extrusionOk="0" h="4101" w="6847">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81"/>
            <p:cNvSpPr/>
            <p:nvPr/>
          </p:nvSpPr>
          <p:spPr>
            <a:xfrm>
              <a:off x="3260444" y="2997577"/>
              <a:ext cx="178776" cy="225720"/>
            </a:xfrm>
            <a:custGeom>
              <a:rect b="b" l="l" r="r" t="t"/>
              <a:pathLst>
                <a:path extrusionOk="0" h="7097" w="5621">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2" name="Google Shape;11102;p81"/>
          <p:cNvGrpSpPr/>
          <p:nvPr/>
        </p:nvGrpSpPr>
        <p:grpSpPr>
          <a:xfrm>
            <a:off x="2639038" y="2719492"/>
            <a:ext cx="355612" cy="355612"/>
            <a:chOff x="2639038" y="2894942"/>
            <a:chExt cx="355612" cy="355612"/>
          </a:xfrm>
        </p:grpSpPr>
        <p:sp>
          <p:nvSpPr>
            <p:cNvPr id="11103" name="Google Shape;11103;p81"/>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81"/>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5" name="Google Shape;11105;p81"/>
          <p:cNvGrpSpPr/>
          <p:nvPr/>
        </p:nvGrpSpPr>
        <p:grpSpPr>
          <a:xfrm>
            <a:off x="2194468" y="2763415"/>
            <a:ext cx="355993" cy="267766"/>
            <a:chOff x="2194468" y="2938865"/>
            <a:chExt cx="355993" cy="267766"/>
          </a:xfrm>
        </p:grpSpPr>
        <p:sp>
          <p:nvSpPr>
            <p:cNvPr id="11106" name="Google Shape;11106;p81"/>
            <p:cNvSpPr/>
            <p:nvPr/>
          </p:nvSpPr>
          <p:spPr>
            <a:xfrm>
              <a:off x="2194468" y="2938865"/>
              <a:ext cx="355993" cy="267766"/>
            </a:xfrm>
            <a:custGeom>
              <a:rect b="b" l="l" r="r" t="t"/>
              <a:pathLst>
                <a:path extrusionOk="0" h="8419" w="11193">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81"/>
            <p:cNvSpPr/>
            <p:nvPr/>
          </p:nvSpPr>
          <p:spPr>
            <a:xfrm>
              <a:off x="2217940"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81"/>
            <p:cNvSpPr/>
            <p:nvPr/>
          </p:nvSpPr>
          <p:spPr>
            <a:xfrm>
              <a:off x="2270959"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81"/>
            <p:cNvSpPr/>
            <p:nvPr/>
          </p:nvSpPr>
          <p:spPr>
            <a:xfrm>
              <a:off x="2323978" y="3005528"/>
              <a:ext cx="39025" cy="10623"/>
            </a:xfrm>
            <a:custGeom>
              <a:rect b="b" l="l" r="r" t="t"/>
              <a:pathLst>
                <a:path extrusionOk="0" h="334" w="1227">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81"/>
            <p:cNvSpPr/>
            <p:nvPr/>
          </p:nvSpPr>
          <p:spPr>
            <a:xfrm>
              <a:off x="2376996"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81"/>
            <p:cNvSpPr/>
            <p:nvPr/>
          </p:nvSpPr>
          <p:spPr>
            <a:xfrm>
              <a:off x="2429634"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81"/>
            <p:cNvSpPr/>
            <p:nvPr/>
          </p:nvSpPr>
          <p:spPr>
            <a:xfrm>
              <a:off x="2482653"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81"/>
            <p:cNvSpPr/>
            <p:nvPr/>
          </p:nvSpPr>
          <p:spPr>
            <a:xfrm>
              <a:off x="2223251" y="2962369"/>
              <a:ext cx="259433" cy="10623"/>
            </a:xfrm>
            <a:custGeom>
              <a:rect b="b" l="l" r="r" t="t"/>
              <a:pathLst>
                <a:path extrusionOk="0" h="334" w="8157">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81"/>
            <p:cNvSpPr/>
            <p:nvPr/>
          </p:nvSpPr>
          <p:spPr>
            <a:xfrm>
              <a:off x="2502340" y="2954927"/>
              <a:ext cx="30692" cy="25635"/>
            </a:xfrm>
            <a:custGeom>
              <a:rect b="b" l="l" r="r" t="t"/>
              <a:pathLst>
                <a:path extrusionOk="0" h="806" w="965">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81"/>
            <p:cNvSpPr/>
            <p:nvPr/>
          </p:nvSpPr>
          <p:spPr>
            <a:xfrm>
              <a:off x="2217940" y="3032404"/>
              <a:ext cx="101140" cy="83361"/>
            </a:xfrm>
            <a:custGeom>
              <a:rect b="b" l="l" r="r" t="t"/>
              <a:pathLst>
                <a:path extrusionOk="0" h="2621" w="318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81"/>
            <p:cNvSpPr/>
            <p:nvPr/>
          </p:nvSpPr>
          <p:spPr>
            <a:xfrm>
              <a:off x="2217558" y="3082401"/>
              <a:ext cx="133708" cy="96592"/>
            </a:xfrm>
            <a:custGeom>
              <a:rect b="b" l="l" r="r" t="t"/>
              <a:pathLst>
                <a:path extrusionOk="0" h="3037" w="4204">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81"/>
            <p:cNvSpPr/>
            <p:nvPr/>
          </p:nvSpPr>
          <p:spPr>
            <a:xfrm>
              <a:off x="2329671" y="3032404"/>
              <a:ext cx="82566" cy="145444"/>
            </a:xfrm>
            <a:custGeom>
              <a:rect b="b" l="l" r="r" t="t"/>
              <a:pathLst>
                <a:path extrusionOk="0" h="4573" w="2596">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81"/>
            <p:cNvSpPr/>
            <p:nvPr/>
          </p:nvSpPr>
          <p:spPr>
            <a:xfrm>
              <a:off x="2437585" y="3032404"/>
              <a:ext cx="84092" cy="10655"/>
            </a:xfrm>
            <a:custGeom>
              <a:rect b="b" l="l" r="r" t="t"/>
              <a:pathLst>
                <a:path extrusionOk="0" h="335" w="2644">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81"/>
            <p:cNvSpPr/>
            <p:nvPr/>
          </p:nvSpPr>
          <p:spPr>
            <a:xfrm>
              <a:off x="2427344" y="3055144"/>
              <a:ext cx="94334" cy="10623"/>
            </a:xfrm>
            <a:custGeom>
              <a:rect b="b" l="l" r="r" t="t"/>
              <a:pathLst>
                <a:path extrusionOk="0" h="334" w="2966">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81"/>
            <p:cNvSpPr/>
            <p:nvPr/>
          </p:nvSpPr>
          <p:spPr>
            <a:xfrm>
              <a:off x="2427344" y="3077853"/>
              <a:ext cx="94334" cy="10623"/>
            </a:xfrm>
            <a:custGeom>
              <a:rect b="b" l="l" r="r" t="t"/>
              <a:pathLst>
                <a:path extrusionOk="0" h="334" w="2966">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81"/>
            <p:cNvSpPr/>
            <p:nvPr/>
          </p:nvSpPr>
          <p:spPr>
            <a:xfrm>
              <a:off x="2427344" y="3100212"/>
              <a:ext cx="94334" cy="10623"/>
            </a:xfrm>
            <a:custGeom>
              <a:rect b="b" l="l" r="r" t="t"/>
              <a:pathLst>
                <a:path extrusionOk="0" h="334" w="2966">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81"/>
            <p:cNvSpPr/>
            <p:nvPr/>
          </p:nvSpPr>
          <p:spPr>
            <a:xfrm>
              <a:off x="2427344" y="3122921"/>
              <a:ext cx="94334" cy="10623"/>
            </a:xfrm>
            <a:custGeom>
              <a:rect b="b" l="l" r="r" t="t"/>
              <a:pathLst>
                <a:path extrusionOk="0" h="334" w="2966">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81"/>
            <p:cNvSpPr/>
            <p:nvPr/>
          </p:nvSpPr>
          <p:spPr>
            <a:xfrm>
              <a:off x="2427344" y="3145629"/>
              <a:ext cx="94334" cy="10655"/>
            </a:xfrm>
            <a:custGeom>
              <a:rect b="b" l="l" r="r" t="t"/>
              <a:pathLst>
                <a:path extrusionOk="0" h="335" w="2966">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81"/>
            <p:cNvSpPr/>
            <p:nvPr/>
          </p:nvSpPr>
          <p:spPr>
            <a:xfrm>
              <a:off x="2427344" y="3167988"/>
              <a:ext cx="68953" cy="10241"/>
            </a:xfrm>
            <a:custGeom>
              <a:rect b="b" l="l" r="r" t="t"/>
              <a:pathLst>
                <a:path extrusionOk="0" h="322" w="2168">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81"/>
            <p:cNvSpPr/>
            <p:nvPr/>
          </p:nvSpPr>
          <p:spPr>
            <a:xfrm>
              <a:off x="2323214" y="3050882"/>
              <a:ext cx="66695" cy="69780"/>
            </a:xfrm>
            <a:custGeom>
              <a:rect b="b" l="l" r="r" t="t"/>
              <a:pathLst>
                <a:path extrusionOk="0" h="2194" w="2097">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6" name="Google Shape;11126;p81"/>
          <p:cNvGrpSpPr/>
          <p:nvPr/>
        </p:nvGrpSpPr>
        <p:grpSpPr>
          <a:xfrm>
            <a:off x="1749897" y="2719111"/>
            <a:ext cx="355993" cy="355612"/>
            <a:chOff x="1749897" y="2894561"/>
            <a:chExt cx="355993" cy="355612"/>
          </a:xfrm>
        </p:grpSpPr>
        <p:sp>
          <p:nvSpPr>
            <p:cNvPr id="11127" name="Google Shape;11127;p81"/>
            <p:cNvSpPr/>
            <p:nvPr/>
          </p:nvSpPr>
          <p:spPr>
            <a:xfrm>
              <a:off x="1899858" y="2895324"/>
              <a:ext cx="206033" cy="161728"/>
            </a:xfrm>
            <a:custGeom>
              <a:rect b="b" l="l" r="r" t="t"/>
              <a:pathLst>
                <a:path extrusionOk="0" h="5085" w="6478">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81"/>
            <p:cNvSpPr/>
            <p:nvPr/>
          </p:nvSpPr>
          <p:spPr>
            <a:xfrm>
              <a:off x="1751424" y="2894561"/>
              <a:ext cx="135585" cy="161379"/>
            </a:xfrm>
            <a:custGeom>
              <a:rect b="b" l="l" r="r" t="t"/>
              <a:pathLst>
                <a:path extrusionOk="0" h="5074" w="4263">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81"/>
            <p:cNvSpPr/>
            <p:nvPr/>
          </p:nvSpPr>
          <p:spPr>
            <a:xfrm>
              <a:off x="1931663" y="2921468"/>
              <a:ext cx="64787" cy="10241"/>
            </a:xfrm>
            <a:custGeom>
              <a:rect b="b" l="l" r="r" t="t"/>
              <a:pathLst>
                <a:path extrusionOk="0" h="322" w="2037">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81"/>
            <p:cNvSpPr/>
            <p:nvPr/>
          </p:nvSpPr>
          <p:spPr>
            <a:xfrm>
              <a:off x="2009681" y="2921468"/>
              <a:ext cx="65168" cy="10241"/>
            </a:xfrm>
            <a:custGeom>
              <a:rect b="b" l="l" r="r" t="t"/>
              <a:pathLst>
                <a:path extrusionOk="0" h="322" w="2049">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81"/>
            <p:cNvSpPr/>
            <p:nvPr/>
          </p:nvSpPr>
          <p:spPr>
            <a:xfrm>
              <a:off x="1931663" y="2954418"/>
              <a:ext cx="64787" cy="10623"/>
            </a:xfrm>
            <a:custGeom>
              <a:rect b="b" l="l" r="r" t="t"/>
              <a:pathLst>
                <a:path extrusionOk="0" h="334" w="2037">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81"/>
            <p:cNvSpPr/>
            <p:nvPr/>
          </p:nvSpPr>
          <p:spPr>
            <a:xfrm>
              <a:off x="2009681" y="2954418"/>
              <a:ext cx="65168" cy="10623"/>
            </a:xfrm>
            <a:custGeom>
              <a:rect b="b" l="l" r="r" t="t"/>
              <a:pathLst>
                <a:path extrusionOk="0" h="334" w="2049">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81"/>
            <p:cNvSpPr/>
            <p:nvPr/>
          </p:nvSpPr>
          <p:spPr>
            <a:xfrm>
              <a:off x="1931663" y="2987718"/>
              <a:ext cx="64787" cy="10273"/>
            </a:xfrm>
            <a:custGeom>
              <a:rect b="b" l="l" r="r" t="t"/>
              <a:pathLst>
                <a:path extrusionOk="0" h="323" w="2037">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81"/>
            <p:cNvSpPr/>
            <p:nvPr/>
          </p:nvSpPr>
          <p:spPr>
            <a:xfrm>
              <a:off x="2009681" y="2987718"/>
              <a:ext cx="65168" cy="10273"/>
            </a:xfrm>
            <a:custGeom>
              <a:rect b="b" l="l" r="r" t="t"/>
              <a:pathLst>
                <a:path extrusionOk="0" h="323" w="2049">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81"/>
            <p:cNvSpPr/>
            <p:nvPr/>
          </p:nvSpPr>
          <p:spPr>
            <a:xfrm>
              <a:off x="1931663" y="3020668"/>
              <a:ext cx="64787" cy="10655"/>
            </a:xfrm>
            <a:custGeom>
              <a:rect b="b" l="l" r="r" t="t"/>
              <a:pathLst>
                <a:path extrusionOk="0" h="335" w="2037">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81"/>
            <p:cNvSpPr/>
            <p:nvPr/>
          </p:nvSpPr>
          <p:spPr>
            <a:xfrm>
              <a:off x="2009681" y="3020668"/>
              <a:ext cx="65168" cy="10655"/>
            </a:xfrm>
            <a:custGeom>
              <a:rect b="b" l="l" r="r" t="t"/>
              <a:pathLst>
                <a:path extrusionOk="0" h="335" w="2049">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81"/>
            <p:cNvSpPr/>
            <p:nvPr/>
          </p:nvSpPr>
          <p:spPr>
            <a:xfrm>
              <a:off x="1749897" y="3069138"/>
              <a:ext cx="355993" cy="181034"/>
            </a:xfrm>
            <a:custGeom>
              <a:rect b="b" l="l" r="r" t="t"/>
              <a:pathLst>
                <a:path extrusionOk="0" h="5692" w="11193">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8" name="Google Shape;11138;p81"/>
          <p:cNvGrpSpPr/>
          <p:nvPr/>
        </p:nvGrpSpPr>
        <p:grpSpPr>
          <a:xfrm>
            <a:off x="1305327" y="2718761"/>
            <a:ext cx="357520" cy="357488"/>
            <a:chOff x="1305327" y="2894211"/>
            <a:chExt cx="357520" cy="357488"/>
          </a:xfrm>
        </p:grpSpPr>
        <p:sp>
          <p:nvSpPr>
            <p:cNvPr id="11139" name="Google Shape;11139;p81"/>
            <p:cNvSpPr/>
            <p:nvPr/>
          </p:nvSpPr>
          <p:spPr>
            <a:xfrm>
              <a:off x="1305709" y="2975600"/>
              <a:ext cx="281379" cy="275336"/>
            </a:xfrm>
            <a:custGeom>
              <a:rect b="b" l="l" r="r" t="t"/>
              <a:pathLst>
                <a:path extrusionOk="0" h="8657" w="8847">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81"/>
            <p:cNvSpPr/>
            <p:nvPr/>
          </p:nvSpPr>
          <p:spPr>
            <a:xfrm>
              <a:off x="1305327" y="2894211"/>
              <a:ext cx="357520" cy="357488"/>
            </a:xfrm>
            <a:custGeom>
              <a:rect b="b" l="l" r="r" t="t"/>
              <a:pathLst>
                <a:path extrusionOk="0" h="11240" w="11241">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81"/>
            <p:cNvSpPr/>
            <p:nvPr/>
          </p:nvSpPr>
          <p:spPr>
            <a:xfrm>
              <a:off x="1366679" y="3029191"/>
              <a:ext cx="57981" cy="70289"/>
            </a:xfrm>
            <a:custGeom>
              <a:rect b="b" l="l" r="r" t="t"/>
              <a:pathLst>
                <a:path extrusionOk="0" h="2210" w="1823">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81"/>
            <p:cNvSpPr/>
            <p:nvPr/>
          </p:nvSpPr>
          <p:spPr>
            <a:xfrm>
              <a:off x="1428031" y="3091211"/>
              <a:ext cx="100377" cy="99518"/>
            </a:xfrm>
            <a:custGeom>
              <a:rect b="b" l="l" r="r" t="t"/>
              <a:pathLst>
                <a:path extrusionOk="0" h="3129" w="3156">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81"/>
            <p:cNvSpPr/>
            <p:nvPr/>
          </p:nvSpPr>
          <p:spPr>
            <a:xfrm>
              <a:off x="1366297" y="3110040"/>
              <a:ext cx="66663" cy="80689"/>
            </a:xfrm>
            <a:custGeom>
              <a:rect b="b" l="l" r="r" t="t"/>
              <a:pathLst>
                <a:path extrusionOk="0" h="2537" w="2096">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4" name="Google Shape;11144;p81"/>
          <p:cNvGrpSpPr/>
          <p:nvPr/>
        </p:nvGrpSpPr>
        <p:grpSpPr>
          <a:xfrm>
            <a:off x="853950" y="2719270"/>
            <a:ext cx="364104" cy="353290"/>
            <a:chOff x="853950" y="2894720"/>
            <a:chExt cx="364104" cy="353290"/>
          </a:xfrm>
        </p:grpSpPr>
        <p:sp>
          <p:nvSpPr>
            <p:cNvPr id="11145" name="Google Shape;11145;p81"/>
            <p:cNvSpPr/>
            <p:nvPr/>
          </p:nvSpPr>
          <p:spPr>
            <a:xfrm>
              <a:off x="1056167" y="3155298"/>
              <a:ext cx="57472" cy="57662"/>
            </a:xfrm>
            <a:custGeom>
              <a:rect b="b" l="l" r="r" t="t"/>
              <a:pathLst>
                <a:path extrusionOk="0" h="1813" w="1807">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81"/>
            <p:cNvSpPr/>
            <p:nvPr/>
          </p:nvSpPr>
          <p:spPr>
            <a:xfrm>
              <a:off x="868326" y="2975027"/>
              <a:ext cx="192802" cy="82025"/>
            </a:xfrm>
            <a:custGeom>
              <a:rect b="b" l="l" r="r" t="t"/>
              <a:pathLst>
                <a:path extrusionOk="0" h="2579" w="6062">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81"/>
            <p:cNvSpPr/>
            <p:nvPr/>
          </p:nvSpPr>
          <p:spPr>
            <a:xfrm>
              <a:off x="853950" y="3067580"/>
              <a:ext cx="137875" cy="168598"/>
            </a:xfrm>
            <a:custGeom>
              <a:rect b="b" l="l" r="r" t="t"/>
              <a:pathLst>
                <a:path extrusionOk="0" h="5301" w="4335">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81"/>
            <p:cNvSpPr/>
            <p:nvPr/>
          </p:nvSpPr>
          <p:spPr>
            <a:xfrm>
              <a:off x="937248" y="3014975"/>
              <a:ext cx="87877" cy="57217"/>
            </a:xfrm>
            <a:custGeom>
              <a:rect b="b" l="l" r="r" t="t"/>
              <a:pathLst>
                <a:path extrusionOk="0" h="1799" w="2763">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81"/>
            <p:cNvSpPr/>
            <p:nvPr/>
          </p:nvSpPr>
          <p:spPr>
            <a:xfrm>
              <a:off x="978912" y="3095664"/>
              <a:ext cx="78399" cy="79290"/>
            </a:xfrm>
            <a:custGeom>
              <a:rect b="b" l="l" r="r" t="t"/>
              <a:pathLst>
                <a:path extrusionOk="0" h="2493" w="2465">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81"/>
            <p:cNvSpPr/>
            <p:nvPr/>
          </p:nvSpPr>
          <p:spPr>
            <a:xfrm>
              <a:off x="891067" y="3070697"/>
              <a:ext cx="74615" cy="77477"/>
            </a:xfrm>
            <a:custGeom>
              <a:rect b="b" l="l" r="r" t="t"/>
              <a:pathLst>
                <a:path extrusionOk="0" h="2436" w="2346">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81"/>
            <p:cNvSpPr/>
            <p:nvPr/>
          </p:nvSpPr>
          <p:spPr>
            <a:xfrm>
              <a:off x="999745" y="2894720"/>
              <a:ext cx="218310" cy="353290"/>
            </a:xfrm>
            <a:custGeom>
              <a:rect b="b" l="l" r="r" t="t"/>
              <a:pathLst>
                <a:path extrusionOk="0" h="11108" w="6864">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2" name="Google Shape;11152;p81"/>
          <p:cNvGrpSpPr/>
          <p:nvPr/>
        </p:nvGrpSpPr>
        <p:grpSpPr>
          <a:xfrm>
            <a:off x="7066548" y="2737144"/>
            <a:ext cx="352209" cy="334938"/>
            <a:chOff x="7066548" y="2912594"/>
            <a:chExt cx="352209" cy="334938"/>
          </a:xfrm>
        </p:grpSpPr>
        <p:sp>
          <p:nvSpPr>
            <p:cNvPr id="11153" name="Google Shape;11153;p81"/>
            <p:cNvSpPr/>
            <p:nvPr/>
          </p:nvSpPr>
          <p:spPr>
            <a:xfrm>
              <a:off x="7066548" y="2912594"/>
              <a:ext cx="219264" cy="266399"/>
            </a:xfrm>
            <a:custGeom>
              <a:rect b="b" l="l" r="r" t="t"/>
              <a:pathLst>
                <a:path extrusionOk="0" h="8376" w="6894">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81"/>
            <p:cNvSpPr/>
            <p:nvPr/>
          </p:nvSpPr>
          <p:spPr>
            <a:xfrm>
              <a:off x="7262690" y="2968571"/>
              <a:ext cx="156067" cy="278962"/>
            </a:xfrm>
            <a:custGeom>
              <a:rect b="b" l="l" r="r" t="t"/>
              <a:pathLst>
                <a:path extrusionOk="0" h="8771" w="4907">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81"/>
            <p:cNvSpPr/>
            <p:nvPr/>
          </p:nvSpPr>
          <p:spPr>
            <a:xfrm>
              <a:off x="7356610" y="3200843"/>
              <a:ext cx="58362" cy="24363"/>
            </a:xfrm>
            <a:custGeom>
              <a:rect b="b" l="l" r="r" t="t"/>
              <a:pathLst>
                <a:path extrusionOk="0" h="766" w="1835">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81"/>
            <p:cNvSpPr/>
            <p:nvPr/>
          </p:nvSpPr>
          <p:spPr>
            <a:xfrm>
              <a:off x="7068806" y="3188821"/>
              <a:ext cx="179539" cy="24617"/>
            </a:xfrm>
            <a:custGeom>
              <a:rect b="b" l="l" r="r" t="t"/>
              <a:pathLst>
                <a:path extrusionOk="0" h="774" w="5645">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81"/>
            <p:cNvSpPr/>
            <p:nvPr/>
          </p:nvSpPr>
          <p:spPr>
            <a:xfrm>
              <a:off x="7361158" y="3154726"/>
              <a:ext cx="49997" cy="20482"/>
            </a:xfrm>
            <a:custGeom>
              <a:rect b="b" l="l" r="r" t="t"/>
              <a:pathLst>
                <a:path extrusionOk="0" h="644" w="1572">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81"/>
            <p:cNvSpPr/>
            <p:nvPr/>
          </p:nvSpPr>
          <p:spPr>
            <a:xfrm>
              <a:off x="7155920" y="3139523"/>
              <a:ext cx="148084" cy="33045"/>
            </a:xfrm>
            <a:custGeom>
              <a:rect b="b" l="l" r="r" t="t"/>
              <a:pathLst>
                <a:path extrusionOk="0" h="1039" w="4656">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59" name="Google Shape;11159;p81"/>
          <p:cNvSpPr/>
          <p:nvPr/>
        </p:nvSpPr>
        <p:spPr>
          <a:xfrm>
            <a:off x="6591286" y="2708520"/>
            <a:ext cx="390088" cy="357520"/>
          </a:xfrm>
          <a:custGeom>
            <a:rect b="b" l="l" r="r" t="t"/>
            <a:pathLst>
              <a:path extrusionOk="0" h="11241" w="12265">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81"/>
          <p:cNvSpPr/>
          <p:nvPr/>
        </p:nvSpPr>
        <p:spPr>
          <a:xfrm>
            <a:off x="6134980" y="2726331"/>
            <a:ext cx="390470" cy="332108"/>
          </a:xfrm>
          <a:custGeom>
            <a:rect b="b" l="l" r="r" t="t"/>
            <a:pathLst>
              <a:path extrusionOk="0" h="10442" w="12277">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61" name="Google Shape;11161;p81"/>
          <p:cNvGrpSpPr/>
          <p:nvPr/>
        </p:nvGrpSpPr>
        <p:grpSpPr>
          <a:xfrm>
            <a:off x="7541397" y="2729352"/>
            <a:ext cx="318495" cy="352209"/>
            <a:chOff x="7541397" y="2904802"/>
            <a:chExt cx="318495" cy="352209"/>
          </a:xfrm>
        </p:grpSpPr>
        <p:sp>
          <p:nvSpPr>
            <p:cNvPr id="11162" name="Google Shape;11162;p81"/>
            <p:cNvSpPr/>
            <p:nvPr/>
          </p:nvSpPr>
          <p:spPr>
            <a:xfrm>
              <a:off x="7541397" y="2904802"/>
              <a:ext cx="318495" cy="352209"/>
            </a:xfrm>
            <a:custGeom>
              <a:rect b="b" l="l" r="r" t="t"/>
              <a:pathLst>
                <a:path extrusionOk="0" h="11074" w="10014">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81"/>
            <p:cNvSpPr/>
            <p:nvPr/>
          </p:nvSpPr>
          <p:spPr>
            <a:xfrm>
              <a:off x="7642505" y="2952128"/>
              <a:ext cx="112876" cy="106451"/>
            </a:xfrm>
            <a:custGeom>
              <a:rect b="b" l="l" r="r" t="t"/>
              <a:pathLst>
                <a:path extrusionOk="0" h="3347" w="3549">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4" name="Google Shape;11164;p81"/>
          <p:cNvGrpSpPr/>
          <p:nvPr/>
        </p:nvGrpSpPr>
        <p:grpSpPr>
          <a:xfrm>
            <a:off x="8003015" y="2728589"/>
            <a:ext cx="306759" cy="351445"/>
            <a:chOff x="8003015" y="2904039"/>
            <a:chExt cx="306759" cy="351445"/>
          </a:xfrm>
        </p:grpSpPr>
        <p:sp>
          <p:nvSpPr>
            <p:cNvPr id="11165" name="Google Shape;11165;p81"/>
            <p:cNvSpPr/>
            <p:nvPr/>
          </p:nvSpPr>
          <p:spPr>
            <a:xfrm>
              <a:off x="8094263" y="2957439"/>
              <a:ext cx="30342" cy="30310"/>
            </a:xfrm>
            <a:custGeom>
              <a:rect b="b" l="l" r="r" t="t"/>
              <a:pathLst>
                <a:path extrusionOk="0" h="953" w="954">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81"/>
            <p:cNvSpPr/>
            <p:nvPr/>
          </p:nvSpPr>
          <p:spPr>
            <a:xfrm>
              <a:off x="8187420" y="2957439"/>
              <a:ext cx="30342" cy="30310"/>
            </a:xfrm>
            <a:custGeom>
              <a:rect b="b" l="l" r="r" t="t"/>
              <a:pathLst>
                <a:path extrusionOk="0" h="953" w="954">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81"/>
            <p:cNvSpPr/>
            <p:nvPr/>
          </p:nvSpPr>
          <p:spPr>
            <a:xfrm>
              <a:off x="8094263" y="3027856"/>
              <a:ext cx="30342" cy="30342"/>
            </a:xfrm>
            <a:custGeom>
              <a:rect b="b" l="l" r="r" t="t"/>
              <a:pathLst>
                <a:path extrusionOk="0" h="954" w="954">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81"/>
            <p:cNvSpPr/>
            <p:nvPr/>
          </p:nvSpPr>
          <p:spPr>
            <a:xfrm>
              <a:off x="8187420" y="3027856"/>
              <a:ext cx="30342" cy="30342"/>
            </a:xfrm>
            <a:custGeom>
              <a:rect b="b" l="l" r="r" t="t"/>
              <a:pathLst>
                <a:path extrusionOk="0" h="954" w="954">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81"/>
            <p:cNvSpPr/>
            <p:nvPr/>
          </p:nvSpPr>
          <p:spPr>
            <a:xfrm>
              <a:off x="8003015" y="3050214"/>
              <a:ext cx="306759" cy="205269"/>
            </a:xfrm>
            <a:custGeom>
              <a:rect b="b" l="l" r="r" t="t"/>
              <a:pathLst>
                <a:path extrusionOk="0" h="6454" w="9645">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81"/>
            <p:cNvSpPr/>
            <p:nvPr/>
          </p:nvSpPr>
          <p:spPr>
            <a:xfrm>
              <a:off x="8040131" y="2904039"/>
              <a:ext cx="230268" cy="132182"/>
            </a:xfrm>
            <a:custGeom>
              <a:rect b="b" l="l" r="r" t="t"/>
              <a:pathLst>
                <a:path extrusionOk="0" h="4156" w="724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1" name="Google Shape;11171;p81"/>
          <p:cNvGrpSpPr/>
          <p:nvPr/>
        </p:nvGrpSpPr>
        <p:grpSpPr>
          <a:xfrm>
            <a:off x="5687770" y="2710046"/>
            <a:ext cx="369638" cy="369606"/>
            <a:chOff x="5687770" y="2885496"/>
            <a:chExt cx="369638" cy="369606"/>
          </a:xfrm>
        </p:grpSpPr>
        <p:sp>
          <p:nvSpPr>
            <p:cNvPr id="11172" name="Google Shape;11172;p81"/>
            <p:cNvSpPr/>
            <p:nvPr/>
          </p:nvSpPr>
          <p:spPr>
            <a:xfrm>
              <a:off x="5772594" y="3003366"/>
              <a:ext cx="112113" cy="110872"/>
            </a:xfrm>
            <a:custGeom>
              <a:rect b="b" l="l" r="r" t="t"/>
              <a:pathLst>
                <a:path extrusionOk="0" h="3486" w="3525">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81"/>
            <p:cNvSpPr/>
            <p:nvPr/>
          </p:nvSpPr>
          <p:spPr>
            <a:xfrm>
              <a:off x="5800996" y="3031736"/>
              <a:ext cx="112113" cy="110904"/>
            </a:xfrm>
            <a:custGeom>
              <a:rect b="b" l="l" r="r" t="t"/>
              <a:pathLst>
                <a:path extrusionOk="0" h="3487" w="3525">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81"/>
            <p:cNvSpPr/>
            <p:nvPr/>
          </p:nvSpPr>
          <p:spPr>
            <a:xfrm>
              <a:off x="5829016" y="3141558"/>
              <a:ext cx="31455" cy="30247"/>
            </a:xfrm>
            <a:custGeom>
              <a:rect b="b" l="l" r="r" t="t"/>
              <a:pathLst>
                <a:path extrusionOk="0" h="951" w="989">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81"/>
            <p:cNvSpPr/>
            <p:nvPr/>
          </p:nvSpPr>
          <p:spPr>
            <a:xfrm>
              <a:off x="5866514" y="3060519"/>
              <a:ext cx="75378" cy="73788"/>
            </a:xfrm>
            <a:custGeom>
              <a:rect b="b" l="l" r="r" t="t"/>
              <a:pathLst>
                <a:path extrusionOk="0" h="2320" w="237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81"/>
            <p:cNvSpPr/>
            <p:nvPr/>
          </p:nvSpPr>
          <p:spPr>
            <a:xfrm>
              <a:off x="5687770" y="2885496"/>
              <a:ext cx="369638" cy="369606"/>
            </a:xfrm>
            <a:custGeom>
              <a:rect b="b" l="l" r="r" t="t"/>
              <a:pathLst>
                <a:path extrusionOk="0" h="11621" w="11622">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81"/>
            <p:cNvSpPr/>
            <p:nvPr/>
          </p:nvSpPr>
          <p:spPr>
            <a:xfrm>
              <a:off x="5737386" y="2968794"/>
              <a:ext cx="182942" cy="181416"/>
            </a:xfrm>
            <a:custGeom>
              <a:rect b="b" l="l" r="r" t="t"/>
              <a:pathLst>
                <a:path extrusionOk="0" h="5704" w="5752">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81"/>
            <p:cNvSpPr/>
            <p:nvPr/>
          </p:nvSpPr>
          <p:spPr>
            <a:xfrm>
              <a:off x="5793808" y="3024548"/>
              <a:ext cx="181797" cy="181320"/>
            </a:xfrm>
            <a:custGeom>
              <a:rect b="b" l="l" r="r" t="t"/>
              <a:pathLst>
                <a:path extrusionOk="0" h="5701" w="5716">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81"/>
            <p:cNvSpPr/>
            <p:nvPr/>
          </p:nvSpPr>
          <p:spPr>
            <a:xfrm>
              <a:off x="5964600" y="3015483"/>
              <a:ext cx="23122" cy="21882"/>
            </a:xfrm>
            <a:custGeom>
              <a:rect b="b" l="l" r="r" t="t"/>
              <a:pathLst>
                <a:path extrusionOk="0" h="688" w="727">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81"/>
            <p:cNvSpPr/>
            <p:nvPr/>
          </p:nvSpPr>
          <p:spPr>
            <a:xfrm>
              <a:off x="5935817" y="2986700"/>
              <a:ext cx="22741" cy="21119"/>
            </a:xfrm>
            <a:custGeom>
              <a:rect b="b" l="l" r="r" t="t"/>
              <a:pathLst>
                <a:path extrusionOk="0" h="664" w="715">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81"/>
            <p:cNvSpPr/>
            <p:nvPr/>
          </p:nvSpPr>
          <p:spPr>
            <a:xfrm>
              <a:off x="5906270" y="2957153"/>
              <a:ext cx="23504" cy="21914"/>
            </a:xfrm>
            <a:custGeom>
              <a:rect b="b" l="l" r="r" t="t"/>
              <a:pathLst>
                <a:path extrusionOk="0" h="689" w="739">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2" name="Google Shape;11182;p81"/>
          <p:cNvGrpSpPr/>
          <p:nvPr/>
        </p:nvGrpSpPr>
        <p:grpSpPr>
          <a:xfrm>
            <a:off x="4881958" y="2729352"/>
            <a:ext cx="156417" cy="349537"/>
            <a:chOff x="4881958" y="2904802"/>
            <a:chExt cx="156417" cy="349537"/>
          </a:xfrm>
        </p:grpSpPr>
        <p:sp>
          <p:nvSpPr>
            <p:cNvPr id="11183" name="Google Shape;11183;p81"/>
            <p:cNvSpPr/>
            <p:nvPr/>
          </p:nvSpPr>
          <p:spPr>
            <a:xfrm>
              <a:off x="4994802" y="3168370"/>
              <a:ext cx="10241" cy="10623"/>
            </a:xfrm>
            <a:custGeom>
              <a:rect b="b" l="l" r="r" t="t"/>
              <a:pathLst>
                <a:path extrusionOk="0" h="334" w="322">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81"/>
            <p:cNvSpPr/>
            <p:nvPr/>
          </p:nvSpPr>
          <p:spPr>
            <a:xfrm>
              <a:off x="4994802" y="3194864"/>
              <a:ext cx="10241" cy="10273"/>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81"/>
            <p:cNvSpPr/>
            <p:nvPr/>
          </p:nvSpPr>
          <p:spPr>
            <a:xfrm>
              <a:off x="4937999" y="2904802"/>
              <a:ext cx="45831" cy="221935"/>
            </a:xfrm>
            <a:custGeom>
              <a:rect b="b" l="l" r="r" t="t"/>
              <a:pathLst>
                <a:path extrusionOk="0" h="6978" w="1441">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81"/>
            <p:cNvSpPr/>
            <p:nvPr/>
          </p:nvSpPr>
          <p:spPr>
            <a:xfrm>
              <a:off x="4937617" y="3141463"/>
              <a:ext cx="44718" cy="10273"/>
            </a:xfrm>
            <a:custGeom>
              <a:rect b="b" l="l" r="r" t="t"/>
              <a:pathLst>
                <a:path extrusionOk="0" h="323" w="1406">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81"/>
            <p:cNvSpPr/>
            <p:nvPr/>
          </p:nvSpPr>
          <p:spPr>
            <a:xfrm>
              <a:off x="4937617" y="3168370"/>
              <a:ext cx="44718" cy="10623"/>
            </a:xfrm>
            <a:custGeom>
              <a:rect b="b" l="l" r="r" t="t"/>
              <a:pathLst>
                <a:path extrusionOk="0" h="334" w="1406">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81"/>
            <p:cNvSpPr/>
            <p:nvPr/>
          </p:nvSpPr>
          <p:spPr>
            <a:xfrm>
              <a:off x="4937617" y="3195245"/>
              <a:ext cx="44718" cy="10623"/>
            </a:xfrm>
            <a:custGeom>
              <a:rect b="b" l="l" r="r" t="t"/>
              <a:pathLst>
                <a:path extrusionOk="0" h="334" w="1406">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81"/>
            <p:cNvSpPr/>
            <p:nvPr/>
          </p:nvSpPr>
          <p:spPr>
            <a:xfrm>
              <a:off x="4881958" y="3054953"/>
              <a:ext cx="156417" cy="199386"/>
            </a:xfrm>
            <a:custGeom>
              <a:rect b="b" l="l" r="r" t="t"/>
              <a:pathLst>
                <a:path extrusionOk="0" h="6269" w="4918">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0" name="Google Shape;11190;p81"/>
          <p:cNvGrpSpPr/>
          <p:nvPr/>
        </p:nvGrpSpPr>
        <p:grpSpPr>
          <a:xfrm>
            <a:off x="5230318" y="2711064"/>
            <a:ext cx="371133" cy="367443"/>
            <a:chOff x="5230318" y="2886514"/>
            <a:chExt cx="371133" cy="367443"/>
          </a:xfrm>
        </p:grpSpPr>
        <p:sp>
          <p:nvSpPr>
            <p:cNvPr id="11191" name="Google Shape;11191;p81"/>
            <p:cNvSpPr/>
            <p:nvPr/>
          </p:nvSpPr>
          <p:spPr>
            <a:xfrm>
              <a:off x="5328023" y="3080397"/>
              <a:ext cx="72356" cy="70257"/>
            </a:xfrm>
            <a:custGeom>
              <a:rect b="b" l="l" r="r" t="t"/>
              <a:pathLst>
                <a:path extrusionOk="0" h="2209" w="2275">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81"/>
            <p:cNvSpPr/>
            <p:nvPr/>
          </p:nvSpPr>
          <p:spPr>
            <a:xfrm>
              <a:off x="5372328" y="3064877"/>
              <a:ext cx="56836" cy="55468"/>
            </a:xfrm>
            <a:custGeom>
              <a:rect b="b" l="l" r="r" t="t"/>
              <a:pathLst>
                <a:path extrusionOk="0" h="1744" w="1787">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81"/>
            <p:cNvSpPr/>
            <p:nvPr/>
          </p:nvSpPr>
          <p:spPr>
            <a:xfrm>
              <a:off x="5390902" y="3028269"/>
              <a:ext cx="57949" cy="73533"/>
            </a:xfrm>
            <a:custGeom>
              <a:rect b="b" l="l" r="r" t="t"/>
              <a:pathLst>
                <a:path extrusionOk="0" h="2312" w="1822">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81"/>
            <p:cNvSpPr/>
            <p:nvPr/>
          </p:nvSpPr>
          <p:spPr>
            <a:xfrm>
              <a:off x="5230318" y="2886514"/>
              <a:ext cx="371133" cy="367443"/>
            </a:xfrm>
            <a:custGeom>
              <a:rect b="b" l="l" r="r" t="t"/>
              <a:pathLst>
                <a:path extrusionOk="0" h="11553" w="11669">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81"/>
            <p:cNvSpPr/>
            <p:nvPr/>
          </p:nvSpPr>
          <p:spPr>
            <a:xfrm>
              <a:off x="5337501" y="3026074"/>
              <a:ext cx="181797" cy="180175"/>
            </a:xfrm>
            <a:custGeom>
              <a:rect b="b" l="l" r="r" t="t"/>
              <a:pathLst>
                <a:path extrusionOk="0" h="5665" w="5716">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81"/>
            <p:cNvSpPr/>
            <p:nvPr/>
          </p:nvSpPr>
          <p:spPr>
            <a:xfrm>
              <a:off x="5281461" y="2969462"/>
              <a:ext cx="181416" cy="180366"/>
            </a:xfrm>
            <a:custGeom>
              <a:rect b="b" l="l" r="r" t="t"/>
              <a:pathLst>
                <a:path extrusionOk="0" h="5671" w="5704">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81"/>
            <p:cNvSpPr/>
            <p:nvPr/>
          </p:nvSpPr>
          <p:spPr>
            <a:xfrm>
              <a:off x="5508294" y="3016978"/>
              <a:ext cx="23122" cy="21532"/>
            </a:xfrm>
            <a:custGeom>
              <a:rect b="b" l="l" r="r" t="t"/>
              <a:pathLst>
                <a:path extrusionOk="0" h="677" w="727">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81"/>
            <p:cNvSpPr/>
            <p:nvPr/>
          </p:nvSpPr>
          <p:spPr>
            <a:xfrm>
              <a:off x="5478366" y="2987082"/>
              <a:ext cx="23504" cy="21882"/>
            </a:xfrm>
            <a:custGeom>
              <a:rect b="b" l="l" r="r" t="t"/>
              <a:pathLst>
                <a:path extrusionOk="0" h="688" w="739">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81"/>
            <p:cNvSpPr/>
            <p:nvPr/>
          </p:nvSpPr>
          <p:spPr>
            <a:xfrm>
              <a:off x="5449200" y="2957916"/>
              <a:ext cx="23122" cy="21500"/>
            </a:xfrm>
            <a:custGeom>
              <a:rect b="b" l="l" r="r" t="t"/>
              <a:pathLst>
                <a:path extrusionOk="0" h="676" w="727">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0" name="Google Shape;11200;p81"/>
          <p:cNvGrpSpPr/>
          <p:nvPr/>
        </p:nvGrpSpPr>
        <p:grpSpPr>
          <a:xfrm>
            <a:off x="5748358" y="3259128"/>
            <a:ext cx="352590" cy="182561"/>
            <a:chOff x="5748358" y="3434578"/>
            <a:chExt cx="352590" cy="182561"/>
          </a:xfrm>
        </p:grpSpPr>
        <p:sp>
          <p:nvSpPr>
            <p:cNvPr id="11201" name="Google Shape;11201;p81"/>
            <p:cNvSpPr/>
            <p:nvPr/>
          </p:nvSpPr>
          <p:spPr>
            <a:xfrm>
              <a:off x="5857799" y="3457668"/>
              <a:ext cx="26525" cy="50761"/>
            </a:xfrm>
            <a:custGeom>
              <a:rect b="b" l="l" r="r" t="t"/>
              <a:pathLst>
                <a:path extrusionOk="0" h="1596" w="834">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81"/>
            <p:cNvSpPr/>
            <p:nvPr/>
          </p:nvSpPr>
          <p:spPr>
            <a:xfrm>
              <a:off x="5823704" y="3457668"/>
              <a:ext cx="26557" cy="51142"/>
            </a:xfrm>
            <a:custGeom>
              <a:rect b="b" l="l" r="r" t="t"/>
              <a:pathLst>
                <a:path extrusionOk="0" h="1608" w="835">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81"/>
            <p:cNvSpPr/>
            <p:nvPr/>
          </p:nvSpPr>
          <p:spPr>
            <a:xfrm>
              <a:off x="5788115" y="3457668"/>
              <a:ext cx="26557" cy="50761"/>
            </a:xfrm>
            <a:custGeom>
              <a:rect b="b" l="l" r="r" t="t"/>
              <a:pathLst>
                <a:path extrusionOk="0" h="1596" w="835">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81"/>
            <p:cNvSpPr/>
            <p:nvPr/>
          </p:nvSpPr>
          <p:spPr>
            <a:xfrm>
              <a:off x="5913458" y="3457668"/>
              <a:ext cx="142423" cy="50761"/>
            </a:xfrm>
            <a:custGeom>
              <a:rect b="b" l="l" r="r" t="t"/>
              <a:pathLst>
                <a:path extrusionOk="0" h="1596" w="4478">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81"/>
            <p:cNvSpPr/>
            <p:nvPr/>
          </p:nvSpPr>
          <p:spPr>
            <a:xfrm>
              <a:off x="5748358" y="3434578"/>
              <a:ext cx="352590" cy="39788"/>
            </a:xfrm>
            <a:custGeom>
              <a:rect b="b" l="l" r="r" t="t"/>
              <a:pathLst>
                <a:path extrusionOk="0" h="1251" w="11086">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81"/>
            <p:cNvSpPr/>
            <p:nvPr/>
          </p:nvSpPr>
          <p:spPr>
            <a:xfrm>
              <a:off x="5748358" y="3488328"/>
              <a:ext cx="352590" cy="128810"/>
            </a:xfrm>
            <a:custGeom>
              <a:rect b="b" l="l" r="r" t="t"/>
              <a:pathLst>
                <a:path extrusionOk="0" h="4050" w="11086">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7" name="Google Shape;11207;p81"/>
          <p:cNvGrpSpPr/>
          <p:nvPr/>
        </p:nvGrpSpPr>
        <p:grpSpPr>
          <a:xfrm>
            <a:off x="862283" y="4099321"/>
            <a:ext cx="341204" cy="359301"/>
            <a:chOff x="862283" y="4274771"/>
            <a:chExt cx="341204" cy="359301"/>
          </a:xfrm>
        </p:grpSpPr>
        <p:sp>
          <p:nvSpPr>
            <p:cNvPr id="11208" name="Google Shape;11208;p81"/>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81"/>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81"/>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1" name="Google Shape;11211;p81"/>
          <p:cNvGrpSpPr/>
          <p:nvPr/>
        </p:nvGrpSpPr>
        <p:grpSpPr>
          <a:xfrm>
            <a:off x="1396957" y="4111915"/>
            <a:ext cx="301861" cy="332871"/>
            <a:chOff x="1396957" y="4287365"/>
            <a:chExt cx="301861" cy="332871"/>
          </a:xfrm>
        </p:grpSpPr>
        <p:sp>
          <p:nvSpPr>
            <p:cNvPr id="11212" name="Google Shape;11212;p81"/>
            <p:cNvSpPr/>
            <p:nvPr/>
          </p:nvSpPr>
          <p:spPr>
            <a:xfrm>
              <a:off x="1396957" y="4287365"/>
              <a:ext cx="301861" cy="332871"/>
            </a:xfrm>
            <a:custGeom>
              <a:rect b="b" l="l" r="r" t="t"/>
              <a:pathLst>
                <a:path extrusionOk="0" h="10466" w="9491">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81"/>
            <p:cNvSpPr/>
            <p:nvPr/>
          </p:nvSpPr>
          <p:spPr>
            <a:xfrm>
              <a:off x="1689309" y="4378614"/>
              <a:ext cx="9510" cy="46976"/>
            </a:xfrm>
            <a:custGeom>
              <a:rect b="b" l="l" r="r" t="t"/>
              <a:pathLst>
                <a:path extrusionOk="0" h="1477" w="299">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81"/>
            <p:cNvSpPr/>
            <p:nvPr/>
          </p:nvSpPr>
          <p:spPr>
            <a:xfrm>
              <a:off x="1520424" y="4385420"/>
              <a:ext cx="33363" cy="32982"/>
            </a:xfrm>
            <a:custGeom>
              <a:rect b="b" l="l" r="r" t="t"/>
              <a:pathLst>
                <a:path extrusionOk="0" h="1037" w="1049">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81"/>
            <p:cNvSpPr/>
            <p:nvPr/>
          </p:nvSpPr>
          <p:spPr>
            <a:xfrm>
              <a:off x="1563202" y="4398683"/>
              <a:ext cx="34508" cy="9510"/>
            </a:xfrm>
            <a:custGeom>
              <a:rect b="b" l="l" r="r" t="t"/>
              <a:pathLst>
                <a:path extrusionOk="0" h="299" w="1085">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81"/>
            <p:cNvSpPr/>
            <p:nvPr/>
          </p:nvSpPr>
          <p:spPr>
            <a:xfrm>
              <a:off x="1563965" y="4410037"/>
              <a:ext cx="92807" cy="9510"/>
            </a:xfrm>
            <a:custGeom>
              <a:rect b="b" l="l" r="r" t="t"/>
              <a:pathLst>
                <a:path extrusionOk="0" h="299" w="2918">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81"/>
            <p:cNvSpPr/>
            <p:nvPr/>
          </p:nvSpPr>
          <p:spPr>
            <a:xfrm>
              <a:off x="1563202" y="4385039"/>
              <a:ext cx="10273" cy="9510"/>
            </a:xfrm>
            <a:custGeom>
              <a:rect b="b" l="l" r="r" t="t"/>
              <a:pathLst>
                <a:path extrusionOk="0" h="299" w="323">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81"/>
            <p:cNvSpPr/>
            <p:nvPr/>
          </p:nvSpPr>
          <p:spPr>
            <a:xfrm>
              <a:off x="1520424" y="4436944"/>
              <a:ext cx="33363" cy="33332"/>
            </a:xfrm>
            <a:custGeom>
              <a:rect b="b" l="l" r="r" t="t"/>
              <a:pathLst>
                <a:path extrusionOk="0" h="1048" w="1049">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81"/>
            <p:cNvSpPr/>
            <p:nvPr/>
          </p:nvSpPr>
          <p:spPr>
            <a:xfrm>
              <a:off x="1563202" y="4450175"/>
              <a:ext cx="34508" cy="9510"/>
            </a:xfrm>
            <a:custGeom>
              <a:rect b="b" l="l" r="r" t="t"/>
              <a:pathLst>
                <a:path extrusionOk="0" h="299" w="1085">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81"/>
            <p:cNvSpPr/>
            <p:nvPr/>
          </p:nvSpPr>
          <p:spPr>
            <a:xfrm>
              <a:off x="1563965" y="4461530"/>
              <a:ext cx="92807" cy="9510"/>
            </a:xfrm>
            <a:custGeom>
              <a:rect b="b" l="l" r="r" t="t"/>
              <a:pathLst>
                <a:path extrusionOk="0" h="299" w="2918">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81"/>
            <p:cNvSpPr/>
            <p:nvPr/>
          </p:nvSpPr>
          <p:spPr>
            <a:xfrm>
              <a:off x="1563202" y="4436563"/>
              <a:ext cx="10273" cy="9478"/>
            </a:xfrm>
            <a:custGeom>
              <a:rect b="b" l="l" r="r" t="t"/>
              <a:pathLst>
                <a:path extrusionOk="0" h="298" w="323">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81"/>
            <p:cNvSpPr/>
            <p:nvPr/>
          </p:nvSpPr>
          <p:spPr>
            <a:xfrm>
              <a:off x="1520424" y="4488437"/>
              <a:ext cx="33363" cy="33332"/>
            </a:xfrm>
            <a:custGeom>
              <a:rect b="b" l="l" r="r" t="t"/>
              <a:pathLst>
                <a:path extrusionOk="0" h="1048" w="1049">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81"/>
            <p:cNvSpPr/>
            <p:nvPr/>
          </p:nvSpPr>
          <p:spPr>
            <a:xfrm>
              <a:off x="1563202" y="4501667"/>
              <a:ext cx="34508" cy="9510"/>
            </a:xfrm>
            <a:custGeom>
              <a:rect b="b" l="l" r="r" t="t"/>
              <a:pathLst>
                <a:path extrusionOk="0" h="299" w="1085">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81"/>
            <p:cNvSpPr/>
            <p:nvPr/>
          </p:nvSpPr>
          <p:spPr>
            <a:xfrm>
              <a:off x="1563202" y="4513785"/>
              <a:ext cx="93570" cy="9510"/>
            </a:xfrm>
            <a:custGeom>
              <a:rect b="b" l="l" r="r" t="t"/>
              <a:pathLst>
                <a:path extrusionOk="0" h="299" w="2942">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81"/>
            <p:cNvSpPr/>
            <p:nvPr/>
          </p:nvSpPr>
          <p:spPr>
            <a:xfrm>
              <a:off x="1563202" y="4488055"/>
              <a:ext cx="10273" cy="9478"/>
            </a:xfrm>
            <a:custGeom>
              <a:rect b="b" l="l" r="r" t="t"/>
              <a:pathLst>
                <a:path extrusionOk="0" h="298" w="323">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81"/>
            <p:cNvSpPr/>
            <p:nvPr/>
          </p:nvSpPr>
          <p:spPr>
            <a:xfrm>
              <a:off x="1522682" y="4318025"/>
              <a:ext cx="141659" cy="37912"/>
            </a:xfrm>
            <a:custGeom>
              <a:rect b="b" l="l" r="r" t="t"/>
              <a:pathLst>
                <a:path extrusionOk="0" h="1192" w="4454">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7" name="Google Shape;11227;p81"/>
          <p:cNvGrpSpPr/>
          <p:nvPr/>
        </p:nvGrpSpPr>
        <p:grpSpPr>
          <a:xfrm>
            <a:off x="1865381" y="4102056"/>
            <a:ext cx="396131" cy="355612"/>
            <a:chOff x="1865381" y="4277506"/>
            <a:chExt cx="396131" cy="355612"/>
          </a:xfrm>
        </p:grpSpPr>
        <p:sp>
          <p:nvSpPr>
            <p:cNvPr id="11228" name="Google Shape;11228;p81"/>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81"/>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81"/>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81"/>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81"/>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81"/>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4" name="Google Shape;11234;p81"/>
          <p:cNvGrpSpPr/>
          <p:nvPr/>
        </p:nvGrpSpPr>
        <p:grpSpPr>
          <a:xfrm>
            <a:off x="2411823" y="4128549"/>
            <a:ext cx="334398" cy="299953"/>
            <a:chOff x="2411823" y="4303999"/>
            <a:chExt cx="334398" cy="299953"/>
          </a:xfrm>
        </p:grpSpPr>
        <p:sp>
          <p:nvSpPr>
            <p:cNvPr id="11235" name="Google Shape;11235;p81"/>
            <p:cNvSpPr/>
            <p:nvPr/>
          </p:nvSpPr>
          <p:spPr>
            <a:xfrm>
              <a:off x="2411823" y="4303999"/>
              <a:ext cx="237838" cy="84124"/>
            </a:xfrm>
            <a:custGeom>
              <a:rect b="b" l="l" r="r" t="t"/>
              <a:pathLst>
                <a:path extrusionOk="0" h="2645" w="7478">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81"/>
            <p:cNvSpPr/>
            <p:nvPr/>
          </p:nvSpPr>
          <p:spPr>
            <a:xfrm>
              <a:off x="2412205" y="4330525"/>
              <a:ext cx="334016" cy="273428"/>
            </a:xfrm>
            <a:custGeom>
              <a:rect b="b" l="l" r="r" t="t"/>
              <a:pathLst>
                <a:path extrusionOk="0" h="8597" w="10502">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81"/>
            <p:cNvSpPr/>
            <p:nvPr/>
          </p:nvSpPr>
          <p:spPr>
            <a:xfrm>
              <a:off x="2543241" y="4476319"/>
              <a:ext cx="20101" cy="9478"/>
            </a:xfrm>
            <a:custGeom>
              <a:rect b="b" l="l" r="r" t="t"/>
              <a:pathLst>
                <a:path extrusionOk="0" h="298" w="632">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81"/>
            <p:cNvSpPr/>
            <p:nvPr/>
          </p:nvSpPr>
          <p:spPr>
            <a:xfrm>
              <a:off x="2568590" y="4475937"/>
              <a:ext cx="129160" cy="9478"/>
            </a:xfrm>
            <a:custGeom>
              <a:rect b="b" l="l" r="r" t="t"/>
              <a:pathLst>
                <a:path extrusionOk="0" h="298" w="4061">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81"/>
            <p:cNvSpPr/>
            <p:nvPr/>
          </p:nvSpPr>
          <p:spPr>
            <a:xfrm>
              <a:off x="2543241" y="4491840"/>
              <a:ext cx="154890" cy="9510"/>
            </a:xfrm>
            <a:custGeom>
              <a:rect b="b" l="l" r="r" t="t"/>
              <a:pathLst>
                <a:path extrusionOk="0" h="299" w="487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81"/>
            <p:cNvSpPr/>
            <p:nvPr/>
          </p:nvSpPr>
          <p:spPr>
            <a:xfrm>
              <a:off x="2543241" y="4508506"/>
              <a:ext cx="154890" cy="9478"/>
            </a:xfrm>
            <a:custGeom>
              <a:rect b="b" l="l" r="r" t="t"/>
              <a:pathLst>
                <a:path extrusionOk="0" h="298" w="487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81"/>
            <p:cNvSpPr/>
            <p:nvPr/>
          </p:nvSpPr>
          <p:spPr>
            <a:xfrm>
              <a:off x="2635635" y="4436563"/>
              <a:ext cx="62497" cy="27289"/>
            </a:xfrm>
            <a:custGeom>
              <a:rect b="b" l="l" r="r" t="t"/>
              <a:pathLst>
                <a:path extrusionOk="0" h="858" w="1965">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2" name="Google Shape;11242;p81"/>
          <p:cNvGrpSpPr/>
          <p:nvPr/>
        </p:nvGrpSpPr>
        <p:grpSpPr>
          <a:xfrm>
            <a:off x="2903337" y="4103582"/>
            <a:ext cx="382519" cy="350682"/>
            <a:chOff x="2903337" y="4279032"/>
            <a:chExt cx="382519" cy="350682"/>
          </a:xfrm>
        </p:grpSpPr>
        <p:sp>
          <p:nvSpPr>
            <p:cNvPr id="11243" name="Google Shape;11243;p81"/>
            <p:cNvSpPr/>
            <p:nvPr/>
          </p:nvSpPr>
          <p:spPr>
            <a:xfrm>
              <a:off x="2966979" y="4320570"/>
              <a:ext cx="202248" cy="184183"/>
            </a:xfrm>
            <a:custGeom>
              <a:rect b="b" l="l" r="r" t="t"/>
              <a:pathLst>
                <a:path extrusionOk="0" h="5791" w="6359">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81"/>
            <p:cNvSpPr/>
            <p:nvPr/>
          </p:nvSpPr>
          <p:spPr>
            <a:xfrm>
              <a:off x="2903337" y="4279032"/>
              <a:ext cx="382519" cy="350682"/>
            </a:xfrm>
            <a:custGeom>
              <a:rect b="b" l="l" r="r" t="t"/>
              <a:pathLst>
                <a:path extrusionOk="0" h="11026" w="12027">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81"/>
            <p:cNvSpPr/>
            <p:nvPr/>
          </p:nvSpPr>
          <p:spPr>
            <a:xfrm>
              <a:off x="2937814" y="4300215"/>
              <a:ext cx="11768" cy="11418"/>
            </a:xfrm>
            <a:custGeom>
              <a:rect b="b" l="l" r="r" t="t"/>
              <a:pathLst>
                <a:path extrusionOk="0" h="359" w="37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81"/>
            <p:cNvSpPr/>
            <p:nvPr/>
          </p:nvSpPr>
          <p:spPr>
            <a:xfrm>
              <a:off x="2952572" y="4300215"/>
              <a:ext cx="11386" cy="11418"/>
            </a:xfrm>
            <a:custGeom>
              <a:rect b="b" l="l" r="r" t="t"/>
              <a:pathLst>
                <a:path extrusionOk="0" h="359" w="358">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81"/>
            <p:cNvSpPr/>
            <p:nvPr/>
          </p:nvSpPr>
          <p:spPr>
            <a:xfrm>
              <a:off x="2967361" y="4300215"/>
              <a:ext cx="11386" cy="11418"/>
            </a:xfrm>
            <a:custGeom>
              <a:rect b="b" l="l" r="r" t="t"/>
              <a:pathLst>
                <a:path extrusionOk="0" h="359" w="358">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81"/>
            <p:cNvSpPr/>
            <p:nvPr/>
          </p:nvSpPr>
          <p:spPr>
            <a:xfrm>
              <a:off x="3016563" y="4424063"/>
              <a:ext cx="11418" cy="11386"/>
            </a:xfrm>
            <a:custGeom>
              <a:rect b="b" l="l" r="r" t="t"/>
              <a:pathLst>
                <a:path extrusionOk="0" h="358" w="359">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81"/>
            <p:cNvSpPr/>
            <p:nvPr/>
          </p:nvSpPr>
          <p:spPr>
            <a:xfrm>
              <a:off x="3016563" y="4442606"/>
              <a:ext cx="11418" cy="11386"/>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81"/>
            <p:cNvSpPr/>
            <p:nvPr/>
          </p:nvSpPr>
          <p:spPr>
            <a:xfrm>
              <a:off x="3032498" y="4424063"/>
              <a:ext cx="11768" cy="11386"/>
            </a:xfrm>
            <a:custGeom>
              <a:rect b="b" l="l" r="r" t="t"/>
              <a:pathLst>
                <a:path extrusionOk="0" h="358" w="37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81"/>
            <p:cNvSpPr/>
            <p:nvPr/>
          </p:nvSpPr>
          <p:spPr>
            <a:xfrm>
              <a:off x="3032498" y="4442606"/>
              <a:ext cx="11768" cy="11386"/>
            </a:xfrm>
            <a:custGeom>
              <a:rect b="b" l="l" r="r" t="t"/>
              <a:pathLst>
                <a:path extrusionOk="0" h="358" w="37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81"/>
            <p:cNvSpPr/>
            <p:nvPr/>
          </p:nvSpPr>
          <p:spPr>
            <a:xfrm>
              <a:off x="3016213" y="4357527"/>
              <a:ext cx="112494" cy="111636"/>
            </a:xfrm>
            <a:custGeom>
              <a:rect b="b" l="l" r="r" t="t"/>
              <a:pathLst>
                <a:path extrusionOk="0" h="3510" w="3537">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81"/>
            <p:cNvSpPr/>
            <p:nvPr/>
          </p:nvSpPr>
          <p:spPr>
            <a:xfrm>
              <a:off x="2937051" y="4499791"/>
              <a:ext cx="14439" cy="11386"/>
            </a:xfrm>
            <a:custGeom>
              <a:rect b="b" l="l" r="r" t="t"/>
              <a:pathLst>
                <a:path extrusionOk="0" h="358" w="454">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81"/>
            <p:cNvSpPr/>
            <p:nvPr/>
          </p:nvSpPr>
          <p:spPr>
            <a:xfrm>
              <a:off x="2953717" y="4499791"/>
              <a:ext cx="30310" cy="11386"/>
            </a:xfrm>
            <a:custGeom>
              <a:rect b="b" l="l" r="r" t="t"/>
              <a:pathLst>
                <a:path extrusionOk="0" h="358" w="953">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81"/>
            <p:cNvSpPr/>
            <p:nvPr/>
          </p:nvSpPr>
          <p:spPr>
            <a:xfrm>
              <a:off x="2937051" y="4514930"/>
              <a:ext cx="46976" cy="11386"/>
            </a:xfrm>
            <a:custGeom>
              <a:rect b="b" l="l" r="r" t="t"/>
              <a:pathLst>
                <a:path extrusionOk="0" h="358" w="1477">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81"/>
            <p:cNvSpPr/>
            <p:nvPr/>
          </p:nvSpPr>
          <p:spPr>
            <a:xfrm>
              <a:off x="2937051" y="4529719"/>
              <a:ext cx="46976" cy="11386"/>
            </a:xfrm>
            <a:custGeom>
              <a:rect b="b" l="l" r="r" t="t"/>
              <a:pathLst>
                <a:path extrusionOk="0" h="358" w="1477">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81"/>
            <p:cNvSpPr/>
            <p:nvPr/>
          </p:nvSpPr>
          <p:spPr>
            <a:xfrm>
              <a:off x="3213881" y="4343787"/>
              <a:ext cx="11386" cy="126488"/>
            </a:xfrm>
            <a:custGeom>
              <a:rect b="b" l="l" r="r" t="t"/>
              <a:pathLst>
                <a:path extrusionOk="0" h="3977" w="358">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8" name="Google Shape;11258;p81"/>
          <p:cNvGrpSpPr/>
          <p:nvPr/>
        </p:nvGrpSpPr>
        <p:grpSpPr>
          <a:xfrm>
            <a:off x="3933342" y="4140317"/>
            <a:ext cx="383632" cy="276449"/>
            <a:chOff x="3933342" y="4315767"/>
            <a:chExt cx="383632" cy="276449"/>
          </a:xfrm>
        </p:grpSpPr>
        <p:sp>
          <p:nvSpPr>
            <p:cNvPr id="11259" name="Google Shape;11259;p81"/>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81"/>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81"/>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81"/>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81"/>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81"/>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5" name="Google Shape;11265;p81"/>
          <p:cNvGrpSpPr/>
          <p:nvPr/>
        </p:nvGrpSpPr>
        <p:grpSpPr>
          <a:xfrm>
            <a:off x="3441065" y="4127055"/>
            <a:ext cx="337069" cy="302593"/>
            <a:chOff x="3441065" y="4302505"/>
            <a:chExt cx="337069" cy="302593"/>
          </a:xfrm>
        </p:grpSpPr>
        <p:sp>
          <p:nvSpPr>
            <p:cNvPr id="11266" name="Google Shape;11266;p81"/>
            <p:cNvSpPr/>
            <p:nvPr/>
          </p:nvSpPr>
          <p:spPr>
            <a:xfrm>
              <a:off x="3441065" y="4366941"/>
              <a:ext cx="337069" cy="173655"/>
            </a:xfrm>
            <a:custGeom>
              <a:rect b="b" l="l" r="r" t="t"/>
              <a:pathLst>
                <a:path extrusionOk="0" h="5460" w="10598">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81"/>
            <p:cNvSpPr/>
            <p:nvPr/>
          </p:nvSpPr>
          <p:spPr>
            <a:xfrm>
              <a:off x="3572864" y="4423300"/>
              <a:ext cx="76141" cy="61479"/>
            </a:xfrm>
            <a:custGeom>
              <a:rect b="b" l="l" r="r" t="t"/>
              <a:pathLst>
                <a:path extrusionOk="0" h="1933" w="2394">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81"/>
            <p:cNvSpPr/>
            <p:nvPr/>
          </p:nvSpPr>
          <p:spPr>
            <a:xfrm>
              <a:off x="3619045" y="4394485"/>
              <a:ext cx="46626" cy="39088"/>
            </a:xfrm>
            <a:custGeom>
              <a:rect b="b" l="l" r="r" t="t"/>
              <a:pathLst>
                <a:path extrusionOk="0" h="1229" w="1466">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81"/>
            <p:cNvSpPr/>
            <p:nvPr/>
          </p:nvSpPr>
          <p:spPr>
            <a:xfrm>
              <a:off x="3604669" y="4302505"/>
              <a:ext cx="9860" cy="42046"/>
            </a:xfrm>
            <a:custGeom>
              <a:rect b="b" l="l" r="r" t="t"/>
              <a:pathLst>
                <a:path extrusionOk="0" h="1322" w="31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81"/>
            <p:cNvSpPr/>
            <p:nvPr/>
          </p:nvSpPr>
          <p:spPr>
            <a:xfrm>
              <a:off x="3528178" y="4315926"/>
              <a:ext cx="22359" cy="40742"/>
            </a:xfrm>
            <a:custGeom>
              <a:rect b="b" l="l" r="r" t="t"/>
              <a:pathLst>
                <a:path extrusionOk="0" h="1281" w="703">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81"/>
            <p:cNvSpPr/>
            <p:nvPr/>
          </p:nvSpPr>
          <p:spPr>
            <a:xfrm>
              <a:off x="3457730" y="4348590"/>
              <a:ext cx="32600" cy="35367"/>
            </a:xfrm>
            <a:custGeom>
              <a:rect b="b" l="l" r="r" t="t"/>
              <a:pathLst>
                <a:path extrusionOk="0" h="1112" w="1025">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81"/>
            <p:cNvSpPr/>
            <p:nvPr/>
          </p:nvSpPr>
          <p:spPr>
            <a:xfrm>
              <a:off x="3727723" y="4351611"/>
              <a:ext cx="32218" cy="34954"/>
            </a:xfrm>
            <a:custGeom>
              <a:rect b="b" l="l" r="r" t="t"/>
              <a:pathLst>
                <a:path extrusionOk="0" h="1099" w="1013">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81"/>
            <p:cNvSpPr/>
            <p:nvPr/>
          </p:nvSpPr>
          <p:spPr>
            <a:xfrm>
              <a:off x="3668279" y="4315926"/>
              <a:ext cx="22391" cy="40742"/>
            </a:xfrm>
            <a:custGeom>
              <a:rect b="b" l="l" r="r" t="t"/>
              <a:pathLst>
                <a:path extrusionOk="0" h="1281" w="704">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81"/>
            <p:cNvSpPr/>
            <p:nvPr/>
          </p:nvSpPr>
          <p:spPr>
            <a:xfrm>
              <a:off x="3603143" y="4563019"/>
              <a:ext cx="9891" cy="42078"/>
            </a:xfrm>
            <a:custGeom>
              <a:rect b="b" l="l" r="r" t="t"/>
              <a:pathLst>
                <a:path extrusionOk="0" h="1323" w="311">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81"/>
            <p:cNvSpPr/>
            <p:nvPr/>
          </p:nvSpPr>
          <p:spPr>
            <a:xfrm>
              <a:off x="3667134" y="4552206"/>
              <a:ext cx="22009" cy="40233"/>
            </a:xfrm>
            <a:custGeom>
              <a:rect b="b" l="l" r="r" t="t"/>
              <a:pathLst>
                <a:path extrusionOk="0" h="1265" w="692">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81"/>
            <p:cNvSpPr/>
            <p:nvPr/>
          </p:nvSpPr>
          <p:spPr>
            <a:xfrm>
              <a:off x="3727723" y="4524662"/>
              <a:ext cx="32982" cy="35367"/>
            </a:xfrm>
            <a:custGeom>
              <a:rect b="b" l="l" r="r" t="t"/>
              <a:pathLst>
                <a:path extrusionOk="0" h="1112" w="1037">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81"/>
            <p:cNvSpPr/>
            <p:nvPr/>
          </p:nvSpPr>
          <p:spPr>
            <a:xfrm>
              <a:off x="3457349" y="4522023"/>
              <a:ext cx="32218" cy="34954"/>
            </a:xfrm>
            <a:custGeom>
              <a:rect b="b" l="l" r="r" t="t"/>
              <a:pathLst>
                <a:path extrusionOk="0" h="1099" w="1013">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81"/>
            <p:cNvSpPr/>
            <p:nvPr/>
          </p:nvSpPr>
          <p:spPr>
            <a:xfrm>
              <a:off x="3526270" y="4551665"/>
              <a:ext cx="22772" cy="40392"/>
            </a:xfrm>
            <a:custGeom>
              <a:rect b="b" l="l" r="r" t="t"/>
              <a:pathLst>
                <a:path extrusionOk="0" h="1270" w="716">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9" name="Google Shape;11279;p81"/>
          <p:cNvGrpSpPr/>
          <p:nvPr/>
        </p:nvGrpSpPr>
        <p:grpSpPr>
          <a:xfrm>
            <a:off x="3532345" y="3187185"/>
            <a:ext cx="339328" cy="336274"/>
            <a:chOff x="3532345" y="3362635"/>
            <a:chExt cx="339328" cy="336274"/>
          </a:xfrm>
        </p:grpSpPr>
        <p:sp>
          <p:nvSpPr>
            <p:cNvPr id="11280" name="Google Shape;11280;p81"/>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81"/>
            <p:cNvSpPr/>
            <p:nvPr/>
          </p:nvSpPr>
          <p:spPr>
            <a:xfrm>
              <a:off x="3819385" y="3493258"/>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81"/>
            <p:cNvSpPr/>
            <p:nvPr/>
          </p:nvSpPr>
          <p:spPr>
            <a:xfrm>
              <a:off x="3532345" y="3362635"/>
              <a:ext cx="339328" cy="282142"/>
            </a:xfrm>
            <a:custGeom>
              <a:rect b="b" l="l" r="r" t="t"/>
              <a:pathLst>
                <a:path extrusionOk="0" h="8871" w="10669">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81"/>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81"/>
            <p:cNvSpPr/>
            <p:nvPr/>
          </p:nvSpPr>
          <p:spPr>
            <a:xfrm>
              <a:off x="3644044" y="3592490"/>
              <a:ext cx="112494" cy="106420"/>
            </a:xfrm>
            <a:custGeom>
              <a:rect b="b" l="l" r="r" t="t"/>
              <a:pathLst>
                <a:path extrusionOk="0" h="3346" w="3537">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85" name="Google Shape;11285;p81"/>
          <p:cNvSpPr/>
          <p:nvPr/>
        </p:nvSpPr>
        <p:spPr>
          <a:xfrm>
            <a:off x="3968964" y="3174495"/>
            <a:ext cx="359015" cy="358442"/>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86" name="Google Shape;11286;p81"/>
          <p:cNvGrpSpPr/>
          <p:nvPr/>
        </p:nvGrpSpPr>
        <p:grpSpPr>
          <a:xfrm>
            <a:off x="1883955" y="3633250"/>
            <a:ext cx="162873" cy="351445"/>
            <a:chOff x="1883955" y="3808700"/>
            <a:chExt cx="162873" cy="351445"/>
          </a:xfrm>
        </p:grpSpPr>
        <p:sp>
          <p:nvSpPr>
            <p:cNvPr id="11287" name="Google Shape;11287;p81"/>
            <p:cNvSpPr/>
            <p:nvPr/>
          </p:nvSpPr>
          <p:spPr>
            <a:xfrm>
              <a:off x="1901734" y="3808700"/>
              <a:ext cx="131832" cy="209054"/>
            </a:xfrm>
            <a:custGeom>
              <a:rect b="b" l="l" r="r" t="t"/>
              <a:pathLst>
                <a:path extrusionOk="0" h="6573" w="4145">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81"/>
            <p:cNvSpPr/>
            <p:nvPr/>
          </p:nvSpPr>
          <p:spPr>
            <a:xfrm>
              <a:off x="1883955" y="3978730"/>
              <a:ext cx="162873" cy="181416"/>
            </a:xfrm>
            <a:custGeom>
              <a:rect b="b" l="l" r="r" t="t"/>
              <a:pathLst>
                <a:path extrusionOk="0" h="5704" w="5121">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9" name="Google Shape;11289;p81"/>
          <p:cNvGrpSpPr/>
          <p:nvPr/>
        </p:nvGrpSpPr>
        <p:grpSpPr>
          <a:xfrm>
            <a:off x="939156" y="3633759"/>
            <a:ext cx="192007" cy="351318"/>
            <a:chOff x="939156" y="3809209"/>
            <a:chExt cx="192007" cy="351318"/>
          </a:xfrm>
        </p:grpSpPr>
        <p:sp>
          <p:nvSpPr>
            <p:cNvPr id="11290" name="Google Shape;11290;p81"/>
            <p:cNvSpPr/>
            <p:nvPr/>
          </p:nvSpPr>
          <p:spPr>
            <a:xfrm>
              <a:off x="939538" y="3809209"/>
              <a:ext cx="191625" cy="106706"/>
            </a:xfrm>
            <a:custGeom>
              <a:rect b="b" l="l" r="r" t="t"/>
              <a:pathLst>
                <a:path extrusionOk="0" h="3355" w="6025">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81"/>
            <p:cNvSpPr/>
            <p:nvPr/>
          </p:nvSpPr>
          <p:spPr>
            <a:xfrm>
              <a:off x="939156" y="3898835"/>
              <a:ext cx="192007" cy="261692"/>
            </a:xfrm>
            <a:custGeom>
              <a:rect b="b" l="l" r="r" t="t"/>
              <a:pathLst>
                <a:path extrusionOk="0" h="8228" w="6037">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2" name="Google Shape;11292;p81"/>
          <p:cNvGrpSpPr/>
          <p:nvPr/>
        </p:nvGrpSpPr>
        <p:grpSpPr>
          <a:xfrm>
            <a:off x="2306167" y="3634395"/>
            <a:ext cx="193915" cy="349155"/>
            <a:chOff x="2306167" y="3809845"/>
            <a:chExt cx="193915" cy="349155"/>
          </a:xfrm>
        </p:grpSpPr>
        <p:sp>
          <p:nvSpPr>
            <p:cNvPr id="11293" name="Google Shape;11293;p81"/>
            <p:cNvSpPr/>
            <p:nvPr/>
          </p:nvSpPr>
          <p:spPr>
            <a:xfrm>
              <a:off x="2306167" y="3809845"/>
              <a:ext cx="137875" cy="349155"/>
            </a:xfrm>
            <a:custGeom>
              <a:rect b="b" l="l" r="r" t="t"/>
              <a:pathLst>
                <a:path extrusionOk="0" h="10978" w="4335">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81"/>
            <p:cNvSpPr/>
            <p:nvPr/>
          </p:nvSpPr>
          <p:spPr>
            <a:xfrm>
              <a:off x="2474701" y="3860256"/>
              <a:ext cx="22741" cy="17779"/>
            </a:xfrm>
            <a:custGeom>
              <a:rect b="b" l="l" r="r" t="t"/>
              <a:pathLst>
                <a:path extrusionOk="0" h="559" w="715">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81"/>
            <p:cNvSpPr/>
            <p:nvPr/>
          </p:nvSpPr>
          <p:spPr>
            <a:xfrm>
              <a:off x="2409565" y="3840092"/>
              <a:ext cx="25031" cy="12945"/>
            </a:xfrm>
            <a:custGeom>
              <a:rect b="b" l="l" r="r" t="t"/>
              <a:pathLst>
                <a:path extrusionOk="0" h="407" w="787">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81"/>
            <p:cNvSpPr/>
            <p:nvPr/>
          </p:nvSpPr>
          <p:spPr>
            <a:xfrm>
              <a:off x="2442865" y="3847916"/>
              <a:ext cx="24267" cy="14598"/>
            </a:xfrm>
            <a:custGeom>
              <a:rect b="b" l="l" r="r" t="t"/>
              <a:pathLst>
                <a:path extrusionOk="0" h="459" w="763">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81"/>
            <p:cNvSpPr/>
            <p:nvPr/>
          </p:nvSpPr>
          <p:spPr>
            <a:xfrm>
              <a:off x="2409183" y="3824952"/>
              <a:ext cx="24267" cy="11800"/>
            </a:xfrm>
            <a:custGeom>
              <a:rect b="b" l="l" r="r" t="t"/>
              <a:pathLst>
                <a:path extrusionOk="0" h="371" w="763">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81"/>
            <p:cNvSpPr/>
            <p:nvPr/>
          </p:nvSpPr>
          <p:spPr>
            <a:xfrm>
              <a:off x="2442865" y="3820023"/>
              <a:ext cx="24267" cy="12181"/>
            </a:xfrm>
            <a:custGeom>
              <a:rect b="b" l="l" r="r" t="t"/>
              <a:pathLst>
                <a:path extrusionOk="0" h="383" w="763">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81"/>
            <p:cNvSpPr/>
            <p:nvPr/>
          </p:nvSpPr>
          <p:spPr>
            <a:xfrm>
              <a:off x="2476196" y="3811054"/>
              <a:ext cx="23886" cy="15871"/>
            </a:xfrm>
            <a:custGeom>
              <a:rect b="b" l="l" r="r" t="t"/>
              <a:pathLst>
                <a:path extrusionOk="0" h="499" w="751">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0" name="Google Shape;11300;p81"/>
          <p:cNvGrpSpPr/>
          <p:nvPr/>
        </p:nvGrpSpPr>
        <p:grpSpPr>
          <a:xfrm>
            <a:off x="1323901" y="3631723"/>
            <a:ext cx="356343" cy="356757"/>
            <a:chOff x="1323901" y="3807173"/>
            <a:chExt cx="356343" cy="356757"/>
          </a:xfrm>
        </p:grpSpPr>
        <p:sp>
          <p:nvSpPr>
            <p:cNvPr id="11301" name="Google Shape;11301;p81"/>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81"/>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81"/>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81"/>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81"/>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81"/>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81"/>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81"/>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81"/>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81"/>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81"/>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81"/>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81"/>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81"/>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81"/>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81"/>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81"/>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81"/>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81"/>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81"/>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81"/>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81"/>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81"/>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81"/>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25" name="Google Shape;11325;p81"/>
          <p:cNvSpPr/>
          <p:nvPr/>
        </p:nvSpPr>
        <p:spPr>
          <a:xfrm>
            <a:off x="2787472" y="3629465"/>
            <a:ext cx="89022" cy="360064"/>
          </a:xfrm>
          <a:custGeom>
            <a:rect b="b" l="l" r="r" t="t"/>
            <a:pathLst>
              <a:path extrusionOk="0" h="11321" w="2799">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26" name="Google Shape;11326;p81"/>
          <p:cNvGrpSpPr/>
          <p:nvPr/>
        </p:nvGrpSpPr>
        <p:grpSpPr>
          <a:xfrm>
            <a:off x="859262" y="3178470"/>
            <a:ext cx="306759" cy="351445"/>
            <a:chOff x="859262" y="3353920"/>
            <a:chExt cx="306759" cy="351445"/>
          </a:xfrm>
        </p:grpSpPr>
        <p:sp>
          <p:nvSpPr>
            <p:cNvPr id="11327" name="Google Shape;11327;p81"/>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81"/>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81"/>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81"/>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81"/>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32" name="Google Shape;11332;p81"/>
          <p:cNvSpPr/>
          <p:nvPr/>
        </p:nvSpPr>
        <p:spPr>
          <a:xfrm>
            <a:off x="1315918" y="3185181"/>
            <a:ext cx="288599" cy="337515"/>
          </a:xfrm>
          <a:custGeom>
            <a:rect b="b" l="l" r="r" t="t"/>
            <a:pathLst>
              <a:path extrusionOk="0" h="10612" w="9074">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33" name="Google Shape;11333;p81"/>
          <p:cNvGrpSpPr/>
          <p:nvPr/>
        </p:nvGrpSpPr>
        <p:grpSpPr>
          <a:xfrm>
            <a:off x="3967437" y="3661652"/>
            <a:ext cx="364708" cy="295405"/>
            <a:chOff x="3967437" y="3837102"/>
            <a:chExt cx="364708" cy="295405"/>
          </a:xfrm>
        </p:grpSpPr>
        <p:sp>
          <p:nvSpPr>
            <p:cNvPr id="11334" name="Google Shape;11334;p81"/>
            <p:cNvSpPr/>
            <p:nvPr/>
          </p:nvSpPr>
          <p:spPr>
            <a:xfrm>
              <a:off x="4178750" y="3868334"/>
              <a:ext cx="153396" cy="264172"/>
            </a:xfrm>
            <a:custGeom>
              <a:rect b="b" l="l" r="r" t="t"/>
              <a:pathLst>
                <a:path extrusionOk="0" h="8306" w="4823">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81"/>
            <p:cNvSpPr/>
            <p:nvPr/>
          </p:nvSpPr>
          <p:spPr>
            <a:xfrm>
              <a:off x="3969346" y="3937447"/>
              <a:ext cx="198431" cy="194678"/>
            </a:xfrm>
            <a:custGeom>
              <a:rect b="b" l="l" r="r" t="t"/>
              <a:pathLst>
                <a:path extrusionOk="0" h="6121" w="6239">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81"/>
            <p:cNvSpPr/>
            <p:nvPr/>
          </p:nvSpPr>
          <p:spPr>
            <a:xfrm>
              <a:off x="3967437" y="3837102"/>
              <a:ext cx="331376" cy="89786"/>
            </a:xfrm>
            <a:custGeom>
              <a:rect b="b" l="l" r="r" t="t"/>
              <a:pathLst>
                <a:path extrusionOk="0" h="2823" w="10419">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81"/>
            <p:cNvSpPr/>
            <p:nvPr/>
          </p:nvSpPr>
          <p:spPr>
            <a:xfrm>
              <a:off x="3994694" y="3917378"/>
              <a:ext cx="158325" cy="156067"/>
            </a:xfrm>
            <a:custGeom>
              <a:rect b="b" l="l" r="r" t="t"/>
              <a:pathLst>
                <a:path extrusionOk="0" h="4907" w="4978">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81"/>
            <p:cNvSpPr/>
            <p:nvPr/>
          </p:nvSpPr>
          <p:spPr>
            <a:xfrm>
              <a:off x="4160812" y="3927174"/>
              <a:ext cx="155813" cy="149992"/>
            </a:xfrm>
            <a:custGeom>
              <a:rect b="b" l="l" r="r" t="t"/>
              <a:pathLst>
                <a:path extrusionOk="0" h="4716" w="4899">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39" name="Google Shape;11339;p81"/>
          <p:cNvSpPr/>
          <p:nvPr/>
        </p:nvSpPr>
        <p:spPr>
          <a:xfrm>
            <a:off x="3216521" y="3632487"/>
            <a:ext cx="78049" cy="353417"/>
          </a:xfrm>
          <a:custGeom>
            <a:rect b="b" l="l" r="r" t="t"/>
            <a:pathLst>
              <a:path extrusionOk="0" h="11112" w="2454">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81"/>
          <p:cNvSpPr/>
          <p:nvPr/>
        </p:nvSpPr>
        <p:spPr>
          <a:xfrm>
            <a:off x="3469466" y="3652747"/>
            <a:ext cx="363563" cy="311657"/>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81"/>
          <p:cNvSpPr/>
          <p:nvPr/>
        </p:nvSpPr>
        <p:spPr>
          <a:xfrm>
            <a:off x="5314611" y="3643110"/>
            <a:ext cx="324188" cy="324538"/>
          </a:xfrm>
          <a:custGeom>
            <a:rect b="b" l="l" r="r" t="t"/>
            <a:pathLst>
              <a:path extrusionOk="0" h="10204" w="10193">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42" name="Google Shape;11342;p81"/>
          <p:cNvGrpSpPr/>
          <p:nvPr/>
        </p:nvGrpSpPr>
        <p:grpSpPr>
          <a:xfrm>
            <a:off x="5811827" y="3631001"/>
            <a:ext cx="283743" cy="308444"/>
            <a:chOff x="5964227" y="3858701"/>
            <a:chExt cx="283743" cy="308444"/>
          </a:xfrm>
        </p:grpSpPr>
        <p:sp>
          <p:nvSpPr>
            <p:cNvPr id="11343" name="Google Shape;11343;p81"/>
            <p:cNvSpPr/>
            <p:nvPr/>
          </p:nvSpPr>
          <p:spPr>
            <a:xfrm>
              <a:off x="5964227" y="3858701"/>
              <a:ext cx="283743" cy="308444"/>
            </a:xfrm>
            <a:custGeom>
              <a:rect b="b" l="l" r="r" t="t"/>
              <a:pathLst>
                <a:path extrusionOk="0" h="7585" w="6978">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81"/>
            <p:cNvSpPr/>
            <p:nvPr/>
          </p:nvSpPr>
          <p:spPr>
            <a:xfrm>
              <a:off x="6202788" y="3976471"/>
              <a:ext cx="19719" cy="7601"/>
            </a:xfrm>
            <a:custGeom>
              <a:rect b="b" l="l" r="r" t="t"/>
              <a:pathLst>
                <a:path extrusionOk="0" h="239" w="62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81"/>
            <p:cNvSpPr/>
            <p:nvPr/>
          </p:nvSpPr>
          <p:spPr>
            <a:xfrm>
              <a:off x="6186122" y="3930259"/>
              <a:ext cx="17429" cy="16316"/>
            </a:xfrm>
            <a:custGeom>
              <a:rect b="b" l="l" r="r" t="t"/>
              <a:pathLst>
                <a:path extrusionOk="0" h="513" w="548">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81"/>
            <p:cNvSpPr/>
            <p:nvPr/>
          </p:nvSpPr>
          <p:spPr>
            <a:xfrm>
              <a:off x="6187235" y="4013556"/>
              <a:ext cx="16316" cy="15934"/>
            </a:xfrm>
            <a:custGeom>
              <a:rect b="b" l="l" r="r" t="t"/>
              <a:pathLst>
                <a:path extrusionOk="0" h="501" w="513">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7" name="Google Shape;11347;p81"/>
          <p:cNvGrpSpPr/>
          <p:nvPr/>
        </p:nvGrpSpPr>
        <p:grpSpPr>
          <a:xfrm>
            <a:off x="6243508" y="3697623"/>
            <a:ext cx="320372" cy="213602"/>
            <a:chOff x="6395908" y="3873073"/>
            <a:chExt cx="320372" cy="213602"/>
          </a:xfrm>
        </p:grpSpPr>
        <p:sp>
          <p:nvSpPr>
            <p:cNvPr id="11348" name="Google Shape;11348;p81"/>
            <p:cNvSpPr/>
            <p:nvPr/>
          </p:nvSpPr>
          <p:spPr>
            <a:xfrm>
              <a:off x="6395908" y="3873073"/>
              <a:ext cx="320372" cy="213602"/>
            </a:xfrm>
            <a:custGeom>
              <a:rect b="b" l="l" r="r" t="t"/>
              <a:pathLst>
                <a:path extrusionOk="0" h="6716" w="10073">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81"/>
            <p:cNvSpPr/>
            <p:nvPr/>
          </p:nvSpPr>
          <p:spPr>
            <a:xfrm>
              <a:off x="6427713" y="3894669"/>
              <a:ext cx="256762" cy="171175"/>
            </a:xfrm>
            <a:custGeom>
              <a:rect b="b" l="l" r="r" t="t"/>
              <a:pathLst>
                <a:path extrusionOk="0" h="5382" w="8073">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81"/>
            <p:cNvSpPr/>
            <p:nvPr/>
          </p:nvSpPr>
          <p:spPr>
            <a:xfrm>
              <a:off x="6411429" y="3969633"/>
              <a:ext cx="10623" cy="21627"/>
            </a:xfrm>
            <a:custGeom>
              <a:rect b="b" l="l" r="r" t="t"/>
              <a:pathLst>
                <a:path extrusionOk="0" h="680" w="334">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81"/>
            <p:cNvSpPr/>
            <p:nvPr/>
          </p:nvSpPr>
          <p:spPr>
            <a:xfrm>
              <a:off x="6690136" y="3964704"/>
              <a:ext cx="10623" cy="31487"/>
            </a:xfrm>
            <a:custGeom>
              <a:rect b="b" l="l" r="r" t="t"/>
              <a:pathLst>
                <a:path extrusionOk="0" h="990" w="334">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81"/>
            <p:cNvSpPr/>
            <p:nvPr/>
          </p:nvSpPr>
          <p:spPr>
            <a:xfrm>
              <a:off x="6690136" y="3894669"/>
              <a:ext cx="10623" cy="10241"/>
            </a:xfrm>
            <a:custGeom>
              <a:rect b="b" l="l" r="r" t="t"/>
              <a:pathLst>
                <a:path extrusionOk="0" h="322" w="334">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81"/>
            <p:cNvSpPr/>
            <p:nvPr/>
          </p:nvSpPr>
          <p:spPr>
            <a:xfrm>
              <a:off x="6411429" y="3942758"/>
              <a:ext cx="10623" cy="15553"/>
            </a:xfrm>
            <a:custGeom>
              <a:rect b="b" l="l" r="r" t="t"/>
              <a:pathLst>
                <a:path extrusionOk="0" h="489" w="334">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81"/>
            <p:cNvSpPr/>
            <p:nvPr/>
          </p:nvSpPr>
          <p:spPr>
            <a:xfrm>
              <a:off x="6411429" y="4001820"/>
              <a:ext cx="10623" cy="15934"/>
            </a:xfrm>
            <a:custGeom>
              <a:rect b="b" l="l" r="r" t="t"/>
              <a:pathLst>
                <a:path extrusionOk="0" h="501" w="334">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81"/>
            <p:cNvSpPr/>
            <p:nvPr/>
          </p:nvSpPr>
          <p:spPr>
            <a:xfrm>
              <a:off x="6448927" y="4017723"/>
              <a:ext cx="214366" cy="32218"/>
            </a:xfrm>
            <a:custGeom>
              <a:rect b="b" l="l" r="r" t="t"/>
              <a:pathLst>
                <a:path extrusionOk="0" h="1013" w="674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81"/>
            <p:cNvSpPr/>
            <p:nvPr/>
          </p:nvSpPr>
          <p:spPr>
            <a:xfrm>
              <a:off x="6535627" y="3940913"/>
              <a:ext cx="46244" cy="46181"/>
            </a:xfrm>
            <a:custGeom>
              <a:rect b="b" l="l" r="r" t="t"/>
              <a:pathLst>
                <a:path extrusionOk="0" h="1452" w="1454">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81"/>
            <p:cNvSpPr/>
            <p:nvPr/>
          </p:nvSpPr>
          <p:spPr>
            <a:xfrm>
              <a:off x="6497016" y="3916233"/>
              <a:ext cx="117424" cy="96242"/>
            </a:xfrm>
            <a:custGeom>
              <a:rect b="b" l="l" r="r" t="t"/>
              <a:pathLst>
                <a:path extrusionOk="0" h="3026" w="3692">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8" name="Google Shape;11358;p81"/>
          <p:cNvGrpSpPr/>
          <p:nvPr/>
        </p:nvGrpSpPr>
        <p:grpSpPr>
          <a:xfrm>
            <a:off x="7262890" y="3627366"/>
            <a:ext cx="357138" cy="352018"/>
            <a:chOff x="7415290" y="3802816"/>
            <a:chExt cx="357138" cy="352018"/>
          </a:xfrm>
        </p:grpSpPr>
        <p:sp>
          <p:nvSpPr>
            <p:cNvPr id="11359" name="Google Shape;11359;p81"/>
            <p:cNvSpPr/>
            <p:nvPr/>
          </p:nvSpPr>
          <p:spPr>
            <a:xfrm>
              <a:off x="7680385" y="3835289"/>
              <a:ext cx="59475" cy="58267"/>
            </a:xfrm>
            <a:custGeom>
              <a:rect b="b" l="l" r="r" t="t"/>
              <a:pathLst>
                <a:path extrusionOk="0" h="1832" w="187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81"/>
            <p:cNvSpPr/>
            <p:nvPr/>
          </p:nvSpPr>
          <p:spPr>
            <a:xfrm>
              <a:off x="7659553" y="3805329"/>
              <a:ext cx="30310" cy="76109"/>
            </a:xfrm>
            <a:custGeom>
              <a:rect b="b" l="l" r="r" t="t"/>
              <a:pathLst>
                <a:path extrusionOk="0" h="2393" w="953">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81"/>
            <p:cNvSpPr/>
            <p:nvPr/>
          </p:nvSpPr>
          <p:spPr>
            <a:xfrm>
              <a:off x="7619033" y="3802816"/>
              <a:ext cx="31837" cy="75600"/>
            </a:xfrm>
            <a:custGeom>
              <a:rect b="b" l="l" r="r" t="t"/>
              <a:pathLst>
                <a:path extrusionOk="0" h="2377" w="1001">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81"/>
            <p:cNvSpPr/>
            <p:nvPr/>
          </p:nvSpPr>
          <p:spPr>
            <a:xfrm>
              <a:off x="7693266" y="3885509"/>
              <a:ext cx="76904" cy="28879"/>
            </a:xfrm>
            <a:custGeom>
              <a:rect b="b" l="l" r="r" t="t"/>
              <a:pathLst>
                <a:path extrusionOk="0" h="908" w="2418">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81"/>
            <p:cNvSpPr/>
            <p:nvPr/>
          </p:nvSpPr>
          <p:spPr>
            <a:xfrm>
              <a:off x="7695524" y="3924566"/>
              <a:ext cx="76904" cy="29960"/>
            </a:xfrm>
            <a:custGeom>
              <a:rect b="b" l="l" r="r" t="t"/>
              <a:pathLst>
                <a:path extrusionOk="0" h="942" w="2418">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81"/>
            <p:cNvSpPr/>
            <p:nvPr/>
          </p:nvSpPr>
          <p:spPr>
            <a:xfrm>
              <a:off x="7473620" y="3916519"/>
              <a:ext cx="75378" cy="85333"/>
            </a:xfrm>
            <a:custGeom>
              <a:rect b="b" l="l" r="r" t="t"/>
              <a:pathLst>
                <a:path extrusionOk="0" h="2683" w="237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81"/>
            <p:cNvSpPr/>
            <p:nvPr/>
          </p:nvSpPr>
          <p:spPr>
            <a:xfrm>
              <a:off x="7415290" y="3850078"/>
              <a:ext cx="310576" cy="304756"/>
            </a:xfrm>
            <a:custGeom>
              <a:rect b="b" l="l" r="r" t="t"/>
              <a:pathLst>
                <a:path extrusionOk="0" h="9582" w="9765">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81"/>
            <p:cNvSpPr/>
            <p:nvPr/>
          </p:nvSpPr>
          <p:spPr>
            <a:xfrm>
              <a:off x="7557299" y="4000198"/>
              <a:ext cx="75410" cy="85714"/>
            </a:xfrm>
            <a:custGeom>
              <a:rect b="b" l="l" r="r" t="t"/>
              <a:pathLst>
                <a:path extrusionOk="0" h="2695" w="2371">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7" name="Google Shape;11367;p81"/>
          <p:cNvGrpSpPr/>
          <p:nvPr/>
        </p:nvGrpSpPr>
        <p:grpSpPr>
          <a:xfrm>
            <a:off x="6737312" y="3657963"/>
            <a:ext cx="355230" cy="293401"/>
            <a:chOff x="6889712" y="3833413"/>
            <a:chExt cx="355230" cy="293401"/>
          </a:xfrm>
        </p:grpSpPr>
        <p:sp>
          <p:nvSpPr>
            <p:cNvPr id="11368" name="Google Shape;11368;p81"/>
            <p:cNvSpPr/>
            <p:nvPr/>
          </p:nvSpPr>
          <p:spPr>
            <a:xfrm>
              <a:off x="6926797" y="3833413"/>
              <a:ext cx="279121" cy="293401"/>
            </a:xfrm>
            <a:custGeom>
              <a:rect b="b" l="l" r="r" t="t"/>
              <a:pathLst>
                <a:path extrusionOk="0" h="9225" w="8776">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81"/>
            <p:cNvSpPr/>
            <p:nvPr/>
          </p:nvSpPr>
          <p:spPr>
            <a:xfrm>
              <a:off x="6922281" y="3873646"/>
              <a:ext cx="40170" cy="54387"/>
            </a:xfrm>
            <a:custGeom>
              <a:rect b="b" l="l" r="r" t="t"/>
              <a:pathLst>
                <a:path extrusionOk="0" h="1710" w="1263">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81"/>
            <p:cNvSpPr/>
            <p:nvPr/>
          </p:nvSpPr>
          <p:spPr>
            <a:xfrm>
              <a:off x="6889712" y="3913529"/>
              <a:ext cx="56804" cy="29261"/>
            </a:xfrm>
            <a:custGeom>
              <a:rect b="b" l="l" r="r" t="t"/>
              <a:pathLst>
                <a:path extrusionOk="0" h="920" w="1786">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81"/>
            <p:cNvSpPr/>
            <p:nvPr/>
          </p:nvSpPr>
          <p:spPr>
            <a:xfrm>
              <a:off x="7171823" y="3873710"/>
              <a:ext cx="39788" cy="54323"/>
            </a:xfrm>
            <a:custGeom>
              <a:rect b="b" l="l" r="r" t="t"/>
              <a:pathLst>
                <a:path extrusionOk="0" h="1708" w="1251">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81"/>
            <p:cNvSpPr/>
            <p:nvPr/>
          </p:nvSpPr>
          <p:spPr>
            <a:xfrm>
              <a:off x="7187725" y="3913529"/>
              <a:ext cx="57217" cy="29261"/>
            </a:xfrm>
            <a:custGeom>
              <a:rect b="b" l="l" r="r" t="t"/>
              <a:pathLst>
                <a:path extrusionOk="0" h="920" w="1799">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3" name="Google Shape;11373;p81"/>
          <p:cNvGrpSpPr/>
          <p:nvPr/>
        </p:nvGrpSpPr>
        <p:grpSpPr>
          <a:xfrm>
            <a:off x="7707152" y="3660420"/>
            <a:ext cx="282318" cy="337168"/>
            <a:chOff x="1635875" y="237775"/>
            <a:chExt cx="4370250" cy="5219325"/>
          </a:xfrm>
        </p:grpSpPr>
        <p:sp>
          <p:nvSpPr>
            <p:cNvPr id="11374" name="Google Shape;11374;p81"/>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81"/>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6" name="Google Shape;11376;p81"/>
          <p:cNvGrpSpPr/>
          <p:nvPr/>
        </p:nvGrpSpPr>
        <p:grpSpPr>
          <a:xfrm>
            <a:off x="3103963" y="3185690"/>
            <a:ext cx="297886" cy="337578"/>
            <a:chOff x="3103963" y="3361140"/>
            <a:chExt cx="297886" cy="337578"/>
          </a:xfrm>
        </p:grpSpPr>
        <p:sp>
          <p:nvSpPr>
            <p:cNvPr id="11377" name="Google Shape;11377;p81"/>
            <p:cNvSpPr/>
            <p:nvPr/>
          </p:nvSpPr>
          <p:spPr>
            <a:xfrm>
              <a:off x="3245305" y="3519402"/>
              <a:ext cx="14026" cy="14408"/>
            </a:xfrm>
            <a:custGeom>
              <a:rect b="b" l="l" r="r" t="t"/>
              <a:pathLst>
                <a:path extrusionOk="0" h="453" w="441">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81"/>
            <p:cNvSpPr/>
            <p:nvPr/>
          </p:nvSpPr>
          <p:spPr>
            <a:xfrm>
              <a:off x="3284679" y="3597388"/>
              <a:ext cx="74646" cy="74646"/>
            </a:xfrm>
            <a:custGeom>
              <a:rect b="b" l="l" r="r" t="t"/>
              <a:pathLst>
                <a:path extrusionOk="0" h="2347" w="2347">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81"/>
            <p:cNvSpPr/>
            <p:nvPr/>
          </p:nvSpPr>
          <p:spPr>
            <a:xfrm>
              <a:off x="3145692" y="3597483"/>
              <a:ext cx="75028" cy="74933"/>
            </a:xfrm>
            <a:custGeom>
              <a:rect b="b" l="l" r="r" t="t"/>
              <a:pathLst>
                <a:path extrusionOk="0" h="2356" w="2359">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81"/>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81"/>
            <p:cNvSpPr/>
            <p:nvPr/>
          </p:nvSpPr>
          <p:spPr>
            <a:xfrm>
              <a:off x="3277873" y="3490618"/>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81"/>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81"/>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81"/>
            <p:cNvSpPr/>
            <p:nvPr/>
          </p:nvSpPr>
          <p:spPr>
            <a:xfrm>
              <a:off x="3103963" y="3361140"/>
              <a:ext cx="297886" cy="337578"/>
            </a:xfrm>
            <a:custGeom>
              <a:rect b="b" l="l" r="r" t="t"/>
              <a:pathLst>
                <a:path extrusionOk="0" h="10614" w="9366">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81"/>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81"/>
            <p:cNvSpPr/>
            <p:nvPr/>
          </p:nvSpPr>
          <p:spPr>
            <a:xfrm>
              <a:off x="3278986" y="3524681"/>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81"/>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81"/>
            <p:cNvSpPr/>
            <p:nvPr/>
          </p:nvSpPr>
          <p:spPr>
            <a:xfrm>
              <a:off x="3219543" y="3586415"/>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81"/>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81"/>
            <p:cNvSpPr/>
            <p:nvPr/>
          </p:nvSpPr>
          <p:spPr>
            <a:xfrm>
              <a:off x="3247181" y="3444787"/>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81"/>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81"/>
            <p:cNvSpPr/>
            <p:nvPr/>
          </p:nvSpPr>
          <p:spPr>
            <a:xfrm>
              <a:off x="3257422" y="360422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81"/>
            <p:cNvSpPr/>
            <p:nvPr/>
          </p:nvSpPr>
          <p:spPr>
            <a:xfrm>
              <a:off x="3247181" y="344478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81"/>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81"/>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81"/>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81"/>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81"/>
            <p:cNvSpPr/>
            <p:nvPr/>
          </p:nvSpPr>
          <p:spPr>
            <a:xfrm>
              <a:off x="3259299" y="3361140"/>
              <a:ext cx="51174" cy="118060"/>
            </a:xfrm>
            <a:custGeom>
              <a:rect b="b" l="l" r="r" t="t"/>
              <a:pathLst>
                <a:path extrusionOk="0" h="3712" w="1609">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81"/>
            <p:cNvSpPr/>
            <p:nvPr/>
          </p:nvSpPr>
          <p:spPr>
            <a:xfrm>
              <a:off x="3269922" y="339860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81"/>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1" name="Google Shape;11401;p81"/>
          <p:cNvGrpSpPr/>
          <p:nvPr/>
        </p:nvGrpSpPr>
        <p:grpSpPr>
          <a:xfrm>
            <a:off x="2667821" y="3185658"/>
            <a:ext cx="273046" cy="337801"/>
            <a:chOff x="2667821" y="3361108"/>
            <a:chExt cx="273046" cy="337801"/>
          </a:xfrm>
        </p:grpSpPr>
        <p:sp>
          <p:nvSpPr>
            <p:cNvPr id="11402" name="Google Shape;11402;p81"/>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81"/>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81"/>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81"/>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81"/>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81"/>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81"/>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81"/>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81"/>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81"/>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81"/>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81"/>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81"/>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81"/>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81"/>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81"/>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81"/>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81"/>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81"/>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1" name="Google Shape;11421;p81"/>
          <p:cNvGrpSpPr/>
          <p:nvPr/>
        </p:nvGrpSpPr>
        <p:grpSpPr>
          <a:xfrm>
            <a:off x="2212469" y="3184863"/>
            <a:ext cx="282715" cy="338660"/>
            <a:chOff x="2212469" y="3360313"/>
            <a:chExt cx="282715" cy="338660"/>
          </a:xfrm>
        </p:grpSpPr>
        <p:sp>
          <p:nvSpPr>
            <p:cNvPr id="11422" name="Google Shape;11422;p81"/>
            <p:cNvSpPr/>
            <p:nvPr/>
          </p:nvSpPr>
          <p:spPr>
            <a:xfrm>
              <a:off x="2282313" y="3360313"/>
              <a:ext cx="212871" cy="200403"/>
            </a:xfrm>
            <a:custGeom>
              <a:rect b="b" l="l" r="r" t="t"/>
              <a:pathLst>
                <a:path extrusionOk="0" h="6301" w="6693">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81"/>
            <p:cNvSpPr/>
            <p:nvPr/>
          </p:nvSpPr>
          <p:spPr>
            <a:xfrm>
              <a:off x="2234987" y="3526304"/>
              <a:ext cx="106070" cy="94143"/>
            </a:xfrm>
            <a:custGeom>
              <a:rect b="b" l="l" r="r" t="t"/>
              <a:pathLst>
                <a:path extrusionOk="0" h="2960" w="3335">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81"/>
            <p:cNvSpPr/>
            <p:nvPr/>
          </p:nvSpPr>
          <p:spPr>
            <a:xfrm>
              <a:off x="2212469" y="3622386"/>
              <a:ext cx="61924" cy="76586"/>
            </a:xfrm>
            <a:custGeom>
              <a:rect b="b" l="l" r="r" t="t"/>
              <a:pathLst>
                <a:path extrusionOk="0" h="2408" w="1947">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5" name="Google Shape;11425;p81"/>
          <p:cNvGrpSpPr/>
          <p:nvPr/>
        </p:nvGrpSpPr>
        <p:grpSpPr>
          <a:xfrm>
            <a:off x="1768821" y="3185658"/>
            <a:ext cx="278739" cy="339073"/>
            <a:chOff x="1768821" y="3361108"/>
            <a:chExt cx="278739" cy="339073"/>
          </a:xfrm>
        </p:grpSpPr>
        <p:sp>
          <p:nvSpPr>
            <p:cNvPr id="11426" name="Google Shape;11426;p81"/>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81"/>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81"/>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81"/>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81"/>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81"/>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81"/>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81"/>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81"/>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81"/>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81"/>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7" name="Google Shape;11437;p81"/>
          <p:cNvGrpSpPr/>
          <p:nvPr/>
        </p:nvGrpSpPr>
        <p:grpSpPr>
          <a:xfrm>
            <a:off x="5337883" y="3161423"/>
            <a:ext cx="307141" cy="376826"/>
            <a:chOff x="5337883" y="3336873"/>
            <a:chExt cx="307141" cy="376826"/>
          </a:xfrm>
        </p:grpSpPr>
        <p:sp>
          <p:nvSpPr>
            <p:cNvPr id="11438" name="Google Shape;11438;p81"/>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81"/>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0" name="Google Shape;11440;p81"/>
          <p:cNvGrpSpPr/>
          <p:nvPr/>
        </p:nvGrpSpPr>
        <p:grpSpPr>
          <a:xfrm>
            <a:off x="4883835" y="3161805"/>
            <a:ext cx="323425" cy="377557"/>
            <a:chOff x="4883835" y="3337255"/>
            <a:chExt cx="323425" cy="377557"/>
          </a:xfrm>
        </p:grpSpPr>
        <p:sp>
          <p:nvSpPr>
            <p:cNvPr id="11441" name="Google Shape;11441;p81"/>
            <p:cNvSpPr/>
            <p:nvPr/>
          </p:nvSpPr>
          <p:spPr>
            <a:xfrm>
              <a:off x="4883835" y="3447682"/>
              <a:ext cx="323425" cy="142932"/>
            </a:xfrm>
            <a:custGeom>
              <a:rect b="b" l="l" r="r" t="t"/>
              <a:pathLst>
                <a:path extrusionOk="0" h="4494" w="10169">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81"/>
            <p:cNvSpPr/>
            <p:nvPr/>
          </p:nvSpPr>
          <p:spPr>
            <a:xfrm>
              <a:off x="4931161" y="3600377"/>
              <a:ext cx="228392" cy="114434"/>
            </a:xfrm>
            <a:custGeom>
              <a:rect b="b" l="l" r="r" t="t"/>
              <a:pathLst>
                <a:path extrusionOk="0" h="3598" w="7181">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81"/>
            <p:cNvSpPr/>
            <p:nvPr/>
          </p:nvSpPr>
          <p:spPr>
            <a:xfrm>
              <a:off x="4926263" y="3337255"/>
              <a:ext cx="238601" cy="97355"/>
            </a:xfrm>
            <a:custGeom>
              <a:rect b="b" l="l" r="r" t="t"/>
              <a:pathLst>
                <a:path extrusionOk="0" h="3061" w="7502">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4" name="Google Shape;11444;p81"/>
          <p:cNvGrpSpPr/>
          <p:nvPr/>
        </p:nvGrpSpPr>
        <p:grpSpPr>
          <a:xfrm>
            <a:off x="6193310" y="3231839"/>
            <a:ext cx="352590" cy="237488"/>
            <a:chOff x="6193310" y="3407289"/>
            <a:chExt cx="352590" cy="237488"/>
          </a:xfrm>
        </p:grpSpPr>
        <p:sp>
          <p:nvSpPr>
            <p:cNvPr id="11445" name="Google Shape;11445;p81"/>
            <p:cNvSpPr/>
            <p:nvPr/>
          </p:nvSpPr>
          <p:spPr>
            <a:xfrm>
              <a:off x="6193310" y="3522042"/>
              <a:ext cx="352590" cy="122735"/>
            </a:xfrm>
            <a:custGeom>
              <a:rect b="b" l="l" r="r" t="t"/>
              <a:pathLst>
                <a:path extrusionOk="0" h="3859" w="11086">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81"/>
            <p:cNvSpPr/>
            <p:nvPr/>
          </p:nvSpPr>
          <p:spPr>
            <a:xfrm>
              <a:off x="6217927" y="3546277"/>
              <a:ext cx="132563" cy="73120"/>
            </a:xfrm>
            <a:custGeom>
              <a:rect b="b" l="l" r="r" t="t"/>
              <a:pathLst>
                <a:path extrusionOk="0" h="2299" w="4168">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81"/>
            <p:cNvSpPr/>
            <p:nvPr/>
          </p:nvSpPr>
          <p:spPr>
            <a:xfrm>
              <a:off x="6388720" y="3546277"/>
              <a:ext cx="132563" cy="72738"/>
            </a:xfrm>
            <a:custGeom>
              <a:rect b="b" l="l" r="r" t="t"/>
              <a:pathLst>
                <a:path extrusionOk="0" h="2287" w="4168">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81"/>
            <p:cNvSpPr/>
            <p:nvPr/>
          </p:nvSpPr>
          <p:spPr>
            <a:xfrm>
              <a:off x="6405736" y="3407289"/>
              <a:ext cx="121591" cy="105306"/>
            </a:xfrm>
            <a:custGeom>
              <a:rect b="b" l="l" r="r" t="t"/>
              <a:pathLst>
                <a:path extrusionOk="0" h="3311" w="3823">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81"/>
            <p:cNvSpPr/>
            <p:nvPr/>
          </p:nvSpPr>
          <p:spPr>
            <a:xfrm>
              <a:off x="6212616" y="3407289"/>
              <a:ext cx="120827" cy="105306"/>
            </a:xfrm>
            <a:custGeom>
              <a:rect b="b" l="l" r="r" t="t"/>
              <a:pathLst>
                <a:path extrusionOk="0" h="3311" w="3799">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0" name="Google Shape;11450;p81"/>
          <p:cNvGrpSpPr/>
          <p:nvPr/>
        </p:nvGrpSpPr>
        <p:grpSpPr>
          <a:xfrm>
            <a:off x="6637117" y="3222393"/>
            <a:ext cx="353735" cy="254504"/>
            <a:chOff x="6637117" y="3397843"/>
            <a:chExt cx="353735" cy="254504"/>
          </a:xfrm>
        </p:grpSpPr>
        <p:sp>
          <p:nvSpPr>
            <p:cNvPr id="11451" name="Google Shape;11451;p81"/>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81"/>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81"/>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81"/>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81"/>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81"/>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7" name="Google Shape;11457;p81"/>
          <p:cNvGrpSpPr/>
          <p:nvPr/>
        </p:nvGrpSpPr>
        <p:grpSpPr>
          <a:xfrm>
            <a:off x="7075994" y="3174081"/>
            <a:ext cx="360637" cy="352336"/>
            <a:chOff x="7075994" y="3349531"/>
            <a:chExt cx="360637" cy="352336"/>
          </a:xfrm>
        </p:grpSpPr>
        <p:sp>
          <p:nvSpPr>
            <p:cNvPr id="11458" name="Google Shape;11458;p81"/>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81"/>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81"/>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81"/>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81"/>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81"/>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81"/>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5" name="Google Shape;11465;p81"/>
          <p:cNvGrpSpPr/>
          <p:nvPr/>
        </p:nvGrpSpPr>
        <p:grpSpPr>
          <a:xfrm>
            <a:off x="7651983" y="3173731"/>
            <a:ext cx="107183" cy="352399"/>
            <a:chOff x="7651983" y="3349181"/>
            <a:chExt cx="107183" cy="352399"/>
          </a:xfrm>
        </p:grpSpPr>
        <p:sp>
          <p:nvSpPr>
            <p:cNvPr id="11466" name="Google Shape;11466;p81"/>
            <p:cNvSpPr/>
            <p:nvPr/>
          </p:nvSpPr>
          <p:spPr>
            <a:xfrm>
              <a:off x="7651983" y="3349181"/>
              <a:ext cx="84092" cy="247507"/>
            </a:xfrm>
            <a:custGeom>
              <a:rect b="b" l="l" r="r" t="t"/>
              <a:pathLst>
                <a:path extrusionOk="0" h="7782" w="2644">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81"/>
            <p:cNvSpPr/>
            <p:nvPr/>
          </p:nvSpPr>
          <p:spPr>
            <a:xfrm>
              <a:off x="7667885" y="3387379"/>
              <a:ext cx="91280" cy="314202"/>
            </a:xfrm>
            <a:custGeom>
              <a:rect b="b" l="l" r="r" t="t"/>
              <a:pathLst>
                <a:path extrusionOk="0" h="9879" w="287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8" name="Google Shape;11468;p81"/>
          <p:cNvGrpSpPr/>
          <p:nvPr/>
        </p:nvGrpSpPr>
        <p:grpSpPr>
          <a:xfrm>
            <a:off x="7973468" y="3206872"/>
            <a:ext cx="352590" cy="287072"/>
            <a:chOff x="7973468" y="3382322"/>
            <a:chExt cx="352590" cy="287072"/>
          </a:xfrm>
        </p:grpSpPr>
        <p:sp>
          <p:nvSpPr>
            <p:cNvPr id="11469" name="Google Shape;11469;p81"/>
            <p:cNvSpPr/>
            <p:nvPr/>
          </p:nvSpPr>
          <p:spPr>
            <a:xfrm>
              <a:off x="7973468" y="3382322"/>
              <a:ext cx="352590" cy="287072"/>
            </a:xfrm>
            <a:custGeom>
              <a:rect b="b" l="l" r="r" t="t"/>
              <a:pathLst>
                <a:path extrusionOk="0" h="9026" w="11086">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81"/>
            <p:cNvSpPr/>
            <p:nvPr/>
          </p:nvSpPr>
          <p:spPr>
            <a:xfrm>
              <a:off x="8051486" y="3417149"/>
              <a:ext cx="73883" cy="10623"/>
            </a:xfrm>
            <a:custGeom>
              <a:rect b="b" l="l" r="r" t="t"/>
              <a:pathLst>
                <a:path extrusionOk="0" h="334" w="2323">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81"/>
            <p:cNvSpPr/>
            <p:nvPr/>
          </p:nvSpPr>
          <p:spPr>
            <a:xfrm>
              <a:off x="8022702" y="3437981"/>
              <a:ext cx="102667" cy="10623"/>
            </a:xfrm>
            <a:custGeom>
              <a:rect b="b" l="l" r="r" t="t"/>
              <a:pathLst>
                <a:path extrusionOk="0" h="334" w="3228">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81"/>
            <p:cNvSpPr/>
            <p:nvPr/>
          </p:nvSpPr>
          <p:spPr>
            <a:xfrm>
              <a:off x="8022702" y="3458432"/>
              <a:ext cx="102667" cy="10623"/>
            </a:xfrm>
            <a:custGeom>
              <a:rect b="b" l="l" r="r" t="t"/>
              <a:pathLst>
                <a:path extrusionOk="0" h="334" w="3228">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81"/>
            <p:cNvSpPr/>
            <p:nvPr/>
          </p:nvSpPr>
          <p:spPr>
            <a:xfrm>
              <a:off x="8022702" y="3479264"/>
              <a:ext cx="81071" cy="10623"/>
            </a:xfrm>
            <a:custGeom>
              <a:rect b="b" l="l" r="r" t="t"/>
              <a:pathLst>
                <a:path extrusionOk="0" h="334" w="2549">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81"/>
            <p:cNvSpPr/>
            <p:nvPr/>
          </p:nvSpPr>
          <p:spPr>
            <a:xfrm>
              <a:off x="8051486" y="3520515"/>
              <a:ext cx="73883" cy="10655"/>
            </a:xfrm>
            <a:custGeom>
              <a:rect b="b" l="l" r="r" t="t"/>
              <a:pathLst>
                <a:path extrusionOk="0" h="335" w="2323">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81"/>
            <p:cNvSpPr/>
            <p:nvPr/>
          </p:nvSpPr>
          <p:spPr>
            <a:xfrm>
              <a:off x="8022702" y="3540966"/>
              <a:ext cx="102667" cy="10273"/>
            </a:xfrm>
            <a:custGeom>
              <a:rect b="b" l="l" r="r" t="t"/>
              <a:pathLst>
                <a:path extrusionOk="0" h="323" w="3228">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81"/>
            <p:cNvSpPr/>
            <p:nvPr/>
          </p:nvSpPr>
          <p:spPr>
            <a:xfrm>
              <a:off x="8022702" y="3561798"/>
              <a:ext cx="49266" cy="10273"/>
            </a:xfrm>
            <a:custGeom>
              <a:rect b="b" l="l" r="r" t="t"/>
              <a:pathLst>
                <a:path extrusionOk="0" h="323" w="1549">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81"/>
            <p:cNvSpPr/>
            <p:nvPr/>
          </p:nvSpPr>
          <p:spPr>
            <a:xfrm>
              <a:off x="8200683" y="3486452"/>
              <a:ext cx="73883" cy="10623"/>
            </a:xfrm>
            <a:custGeom>
              <a:rect b="b" l="l" r="r" t="t"/>
              <a:pathLst>
                <a:path extrusionOk="0" h="334" w="2323">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81"/>
            <p:cNvSpPr/>
            <p:nvPr/>
          </p:nvSpPr>
          <p:spPr>
            <a:xfrm>
              <a:off x="8171899" y="3506902"/>
              <a:ext cx="102667" cy="10241"/>
            </a:xfrm>
            <a:custGeom>
              <a:rect b="b" l="l" r="r" t="t"/>
              <a:pathLst>
                <a:path extrusionOk="0" h="322" w="3228">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81"/>
            <p:cNvSpPr/>
            <p:nvPr/>
          </p:nvSpPr>
          <p:spPr>
            <a:xfrm>
              <a:off x="8171899" y="3527735"/>
              <a:ext cx="49266" cy="10241"/>
            </a:xfrm>
            <a:custGeom>
              <a:rect b="b" l="l" r="r" t="t"/>
              <a:pathLst>
                <a:path extrusionOk="0" h="322" w="1549">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81"/>
            <p:cNvSpPr/>
            <p:nvPr/>
          </p:nvSpPr>
          <p:spPr>
            <a:xfrm>
              <a:off x="8174189" y="3417149"/>
              <a:ext cx="102635" cy="45099"/>
            </a:xfrm>
            <a:custGeom>
              <a:rect b="b" l="l" r="r" t="t"/>
              <a:pathLst>
                <a:path extrusionOk="0" h="1418" w="3227">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81" name="Google Shape;11481;p81"/>
          <p:cNvSpPr txBox="1"/>
          <p:nvPr/>
        </p:nvSpPr>
        <p:spPr>
          <a:xfrm>
            <a:off x="849675" y="715200"/>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Creative Process Icons</a:t>
            </a:r>
            <a:endParaRPr sz="2400">
              <a:solidFill>
                <a:srgbClr val="FFFFFF"/>
              </a:solidFill>
            </a:endParaRPr>
          </a:p>
        </p:txBody>
      </p:sp>
      <p:sp>
        <p:nvSpPr>
          <p:cNvPr id="11482" name="Google Shape;11482;p81"/>
          <p:cNvSpPr txBox="1"/>
          <p:nvPr/>
        </p:nvSpPr>
        <p:spPr>
          <a:xfrm>
            <a:off x="4858400" y="715200"/>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486" name="Shape 11486"/>
        <p:cNvGrpSpPr/>
        <p:nvPr/>
      </p:nvGrpSpPr>
      <p:grpSpPr>
        <a:xfrm>
          <a:off x="0" y="0"/>
          <a:ext cx="0" cy="0"/>
          <a:chOff x="0" y="0"/>
          <a:chExt cx="0" cy="0"/>
        </a:xfrm>
      </p:grpSpPr>
      <p:grpSp>
        <p:nvGrpSpPr>
          <p:cNvPr id="11487" name="Google Shape;11487;p82"/>
          <p:cNvGrpSpPr/>
          <p:nvPr/>
        </p:nvGrpSpPr>
        <p:grpSpPr>
          <a:xfrm>
            <a:off x="849677" y="1576858"/>
            <a:ext cx="347872" cy="347488"/>
            <a:chOff x="849677" y="1500658"/>
            <a:chExt cx="347872" cy="347488"/>
          </a:xfrm>
        </p:grpSpPr>
        <p:sp>
          <p:nvSpPr>
            <p:cNvPr id="11488" name="Google Shape;11488;p82"/>
            <p:cNvSpPr/>
            <p:nvPr/>
          </p:nvSpPr>
          <p:spPr>
            <a:xfrm>
              <a:off x="849677" y="1500658"/>
              <a:ext cx="347872" cy="347488"/>
            </a:xfrm>
            <a:custGeom>
              <a:rect b="b" l="l" r="r" t="t"/>
              <a:pathLst>
                <a:path extrusionOk="0" h="10859" w="10871">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82"/>
            <p:cNvSpPr/>
            <p:nvPr/>
          </p:nvSpPr>
          <p:spPr>
            <a:xfrm>
              <a:off x="936557" y="1663346"/>
              <a:ext cx="43072" cy="48032"/>
            </a:xfrm>
            <a:custGeom>
              <a:rect b="b" l="l" r="r" t="t"/>
              <a:pathLst>
                <a:path extrusionOk="0" h="1501" w="1346">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82"/>
            <p:cNvSpPr/>
            <p:nvPr/>
          </p:nvSpPr>
          <p:spPr>
            <a:xfrm>
              <a:off x="106682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82"/>
            <p:cNvSpPr/>
            <p:nvPr/>
          </p:nvSpPr>
          <p:spPr>
            <a:xfrm>
              <a:off x="893101" y="1636178"/>
              <a:ext cx="110144" cy="116352"/>
            </a:xfrm>
            <a:custGeom>
              <a:rect b="b" l="l" r="r" t="t"/>
              <a:pathLst>
                <a:path extrusionOk="0" h="3636" w="3442">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82"/>
            <p:cNvSpPr/>
            <p:nvPr/>
          </p:nvSpPr>
          <p:spPr>
            <a:xfrm>
              <a:off x="1043597" y="1636882"/>
              <a:ext cx="116608" cy="115264"/>
            </a:xfrm>
            <a:custGeom>
              <a:rect b="b" l="l" r="r" t="t"/>
              <a:pathLst>
                <a:path extrusionOk="0" h="3602" w="3644">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82"/>
            <p:cNvSpPr/>
            <p:nvPr/>
          </p:nvSpPr>
          <p:spPr>
            <a:xfrm>
              <a:off x="968173" y="1730002"/>
              <a:ext cx="110144" cy="96064"/>
            </a:xfrm>
            <a:custGeom>
              <a:rect b="b" l="l" r="r" t="t"/>
              <a:pathLst>
                <a:path extrusionOk="0" h="3002" w="3442">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4" name="Google Shape;11494;p82"/>
          <p:cNvGrpSpPr/>
          <p:nvPr/>
        </p:nvGrpSpPr>
        <p:grpSpPr>
          <a:xfrm>
            <a:off x="1415853" y="1576858"/>
            <a:ext cx="315872" cy="347488"/>
            <a:chOff x="1415853" y="1500658"/>
            <a:chExt cx="315872" cy="347488"/>
          </a:xfrm>
        </p:grpSpPr>
        <p:sp>
          <p:nvSpPr>
            <p:cNvPr id="11495" name="Google Shape;11495;p82"/>
            <p:cNvSpPr/>
            <p:nvPr/>
          </p:nvSpPr>
          <p:spPr>
            <a:xfrm>
              <a:off x="1415853" y="1500658"/>
              <a:ext cx="315872" cy="347488"/>
            </a:xfrm>
            <a:custGeom>
              <a:rect b="b" l="l" r="r" t="t"/>
              <a:pathLst>
                <a:path extrusionOk="0" h="10859" w="9871">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82"/>
            <p:cNvSpPr/>
            <p:nvPr/>
          </p:nvSpPr>
          <p:spPr>
            <a:xfrm>
              <a:off x="1524045" y="1565810"/>
              <a:ext cx="32416" cy="37376"/>
            </a:xfrm>
            <a:custGeom>
              <a:rect b="b" l="l" r="r" t="t"/>
              <a:pathLst>
                <a:path extrusionOk="0" h="1168" w="1013">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82"/>
            <p:cNvSpPr/>
            <p:nvPr/>
          </p:nvSpPr>
          <p:spPr>
            <a:xfrm>
              <a:off x="1589965" y="1565810"/>
              <a:ext cx="32416" cy="37376"/>
            </a:xfrm>
            <a:custGeom>
              <a:rect b="b" l="l" r="r" t="t"/>
              <a:pathLst>
                <a:path extrusionOk="0" h="1168" w="1013">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82"/>
            <p:cNvSpPr/>
            <p:nvPr/>
          </p:nvSpPr>
          <p:spPr>
            <a:xfrm>
              <a:off x="1551085" y="1598386"/>
              <a:ext cx="43488" cy="42496"/>
            </a:xfrm>
            <a:custGeom>
              <a:rect b="b" l="l" r="r" t="t"/>
              <a:pathLst>
                <a:path extrusionOk="0" h="1328" w="1359">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9" name="Google Shape;11499;p82"/>
          <p:cNvGrpSpPr/>
          <p:nvPr/>
        </p:nvGrpSpPr>
        <p:grpSpPr>
          <a:xfrm>
            <a:off x="4697389" y="1576858"/>
            <a:ext cx="347520" cy="347104"/>
            <a:chOff x="4697389" y="1500658"/>
            <a:chExt cx="347520" cy="347104"/>
          </a:xfrm>
        </p:grpSpPr>
        <p:sp>
          <p:nvSpPr>
            <p:cNvPr id="11500" name="Google Shape;11500;p82"/>
            <p:cNvSpPr/>
            <p:nvPr/>
          </p:nvSpPr>
          <p:spPr>
            <a:xfrm>
              <a:off x="4697389" y="1500658"/>
              <a:ext cx="347520" cy="347104"/>
            </a:xfrm>
            <a:custGeom>
              <a:rect b="b" l="l" r="r" t="t"/>
              <a:pathLst>
                <a:path extrusionOk="0" h="10847" w="1086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82"/>
            <p:cNvSpPr/>
            <p:nvPr/>
          </p:nvSpPr>
          <p:spPr>
            <a:xfrm>
              <a:off x="4773581"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82"/>
            <p:cNvSpPr/>
            <p:nvPr/>
          </p:nvSpPr>
          <p:spPr>
            <a:xfrm>
              <a:off x="4920653"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3" name="Google Shape;11503;p82"/>
          <p:cNvGrpSpPr/>
          <p:nvPr/>
        </p:nvGrpSpPr>
        <p:grpSpPr>
          <a:xfrm>
            <a:off x="3603533" y="2041146"/>
            <a:ext cx="347520" cy="353760"/>
            <a:chOff x="3603533" y="1964946"/>
            <a:chExt cx="347520" cy="353760"/>
          </a:xfrm>
        </p:grpSpPr>
        <p:sp>
          <p:nvSpPr>
            <p:cNvPr id="11504" name="Google Shape;11504;p82"/>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82"/>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82"/>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7" name="Google Shape;11507;p82"/>
          <p:cNvGrpSpPr/>
          <p:nvPr/>
        </p:nvGrpSpPr>
        <p:grpSpPr>
          <a:xfrm>
            <a:off x="1950765" y="2040538"/>
            <a:ext cx="357792" cy="352448"/>
            <a:chOff x="1950765" y="1964338"/>
            <a:chExt cx="357792" cy="352448"/>
          </a:xfrm>
        </p:grpSpPr>
        <p:sp>
          <p:nvSpPr>
            <p:cNvPr id="11508" name="Google Shape;11508;p82"/>
            <p:cNvSpPr/>
            <p:nvPr/>
          </p:nvSpPr>
          <p:spPr>
            <a:xfrm>
              <a:off x="2048301" y="2152530"/>
              <a:ext cx="48800" cy="59488"/>
            </a:xfrm>
            <a:custGeom>
              <a:rect b="b" l="l" r="r" t="t"/>
              <a:pathLst>
                <a:path extrusionOk="0" h="1859" w="1525">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82"/>
            <p:cNvSpPr/>
            <p:nvPr/>
          </p:nvSpPr>
          <p:spPr>
            <a:xfrm>
              <a:off x="2164109" y="2152530"/>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82"/>
            <p:cNvSpPr/>
            <p:nvPr/>
          </p:nvSpPr>
          <p:spPr>
            <a:xfrm>
              <a:off x="2097453" y="2224562"/>
              <a:ext cx="65952" cy="56416"/>
            </a:xfrm>
            <a:custGeom>
              <a:rect b="b" l="l" r="r" t="t"/>
              <a:pathLst>
                <a:path extrusionOk="0" h="1763" w="2061">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82"/>
            <p:cNvSpPr/>
            <p:nvPr/>
          </p:nvSpPr>
          <p:spPr>
            <a:xfrm>
              <a:off x="1950765" y="1964338"/>
              <a:ext cx="357792" cy="352448"/>
            </a:xfrm>
            <a:custGeom>
              <a:rect b="b" l="l" r="r" t="t"/>
              <a:pathLst>
                <a:path extrusionOk="0" h="11014" w="11181">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2" name="Google Shape;11512;p82"/>
          <p:cNvGrpSpPr/>
          <p:nvPr/>
        </p:nvGrpSpPr>
        <p:grpSpPr>
          <a:xfrm>
            <a:off x="7435629" y="2040890"/>
            <a:ext cx="367712" cy="353248"/>
            <a:chOff x="7435629" y="1964690"/>
            <a:chExt cx="367712" cy="353248"/>
          </a:xfrm>
        </p:grpSpPr>
        <p:sp>
          <p:nvSpPr>
            <p:cNvPr id="11513" name="Google Shape;11513;p82"/>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82"/>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82"/>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82"/>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7" name="Google Shape;11517;p82"/>
          <p:cNvGrpSpPr/>
          <p:nvPr/>
        </p:nvGrpSpPr>
        <p:grpSpPr>
          <a:xfrm>
            <a:off x="2512749" y="2041242"/>
            <a:ext cx="333024" cy="352896"/>
            <a:chOff x="2512749" y="1965042"/>
            <a:chExt cx="333024" cy="352896"/>
          </a:xfrm>
        </p:grpSpPr>
        <p:sp>
          <p:nvSpPr>
            <p:cNvPr id="11518" name="Google Shape;11518;p82"/>
            <p:cNvSpPr/>
            <p:nvPr/>
          </p:nvSpPr>
          <p:spPr>
            <a:xfrm>
              <a:off x="2590829" y="2129682"/>
              <a:ext cx="49568" cy="60224"/>
            </a:xfrm>
            <a:custGeom>
              <a:rect b="b" l="l" r="r" t="t"/>
              <a:pathLst>
                <a:path extrusionOk="0" h="1882" w="1549">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82"/>
            <p:cNvSpPr/>
            <p:nvPr/>
          </p:nvSpPr>
          <p:spPr>
            <a:xfrm>
              <a:off x="2718477" y="2129682"/>
              <a:ext cx="49568" cy="60224"/>
            </a:xfrm>
            <a:custGeom>
              <a:rect b="b" l="l" r="r" t="t"/>
              <a:pathLst>
                <a:path extrusionOk="0" h="1882" w="1549">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82"/>
            <p:cNvSpPr/>
            <p:nvPr/>
          </p:nvSpPr>
          <p:spPr>
            <a:xfrm>
              <a:off x="2624365" y="2242994"/>
              <a:ext cx="110528" cy="52064"/>
            </a:xfrm>
            <a:custGeom>
              <a:rect b="b" l="l" r="r" t="t"/>
              <a:pathLst>
                <a:path extrusionOk="0" h="1627" w="3454">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82"/>
            <p:cNvSpPr/>
            <p:nvPr/>
          </p:nvSpPr>
          <p:spPr>
            <a:xfrm>
              <a:off x="2654477" y="2194834"/>
              <a:ext cx="49184" cy="38144"/>
            </a:xfrm>
            <a:custGeom>
              <a:rect b="b" l="l" r="r" t="t"/>
              <a:pathLst>
                <a:path extrusionOk="0" h="1192" w="1537">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82"/>
            <p:cNvSpPr/>
            <p:nvPr/>
          </p:nvSpPr>
          <p:spPr>
            <a:xfrm>
              <a:off x="2512749" y="1965042"/>
              <a:ext cx="333024" cy="352896"/>
            </a:xfrm>
            <a:custGeom>
              <a:rect b="b" l="l" r="r" t="t"/>
              <a:pathLst>
                <a:path extrusionOk="0" h="11028" w="10407">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3" name="Google Shape;11523;p82"/>
          <p:cNvGrpSpPr/>
          <p:nvPr/>
        </p:nvGrpSpPr>
        <p:grpSpPr>
          <a:xfrm>
            <a:off x="1398317" y="2057978"/>
            <a:ext cx="365792" cy="335392"/>
            <a:chOff x="1398317" y="1981778"/>
            <a:chExt cx="365792" cy="335392"/>
          </a:xfrm>
        </p:grpSpPr>
        <p:sp>
          <p:nvSpPr>
            <p:cNvPr id="11524" name="Google Shape;11524;p82"/>
            <p:cNvSpPr/>
            <p:nvPr/>
          </p:nvSpPr>
          <p:spPr>
            <a:xfrm>
              <a:off x="1398317" y="1981778"/>
              <a:ext cx="365792" cy="335392"/>
            </a:xfrm>
            <a:custGeom>
              <a:rect b="b" l="l" r="r" t="t"/>
              <a:pathLst>
                <a:path extrusionOk="0" h="10481" w="11431">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82"/>
            <p:cNvSpPr/>
            <p:nvPr/>
          </p:nvSpPr>
          <p:spPr>
            <a:xfrm>
              <a:off x="1498893"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82"/>
            <p:cNvSpPr/>
            <p:nvPr/>
          </p:nvSpPr>
          <p:spPr>
            <a:xfrm>
              <a:off x="1620429"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82"/>
            <p:cNvSpPr/>
            <p:nvPr/>
          </p:nvSpPr>
          <p:spPr>
            <a:xfrm>
              <a:off x="1548813" y="2263314"/>
              <a:ext cx="15264" cy="21088"/>
            </a:xfrm>
            <a:custGeom>
              <a:rect b="b" l="l" r="r" t="t"/>
              <a:pathLst>
                <a:path extrusionOk="0" h="659" w="477">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82"/>
            <p:cNvSpPr/>
            <p:nvPr/>
          </p:nvSpPr>
          <p:spPr>
            <a:xfrm>
              <a:off x="1599469" y="2263186"/>
              <a:ext cx="15296" cy="21216"/>
            </a:xfrm>
            <a:custGeom>
              <a:rect b="b" l="l" r="r" t="t"/>
              <a:pathLst>
                <a:path extrusionOk="0" h="663" w="478">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82"/>
            <p:cNvSpPr/>
            <p:nvPr/>
          </p:nvSpPr>
          <p:spPr>
            <a:xfrm>
              <a:off x="1631117" y="2062130"/>
              <a:ext cx="22496" cy="23392"/>
            </a:xfrm>
            <a:custGeom>
              <a:rect b="b" l="l" r="r" t="t"/>
              <a:pathLst>
                <a:path extrusionOk="0" h="731" w="703">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0" name="Google Shape;11530;p82"/>
          <p:cNvGrpSpPr/>
          <p:nvPr/>
        </p:nvGrpSpPr>
        <p:grpSpPr>
          <a:xfrm>
            <a:off x="3052237" y="2079770"/>
            <a:ext cx="353600" cy="314752"/>
            <a:chOff x="3052237" y="2003570"/>
            <a:chExt cx="353600" cy="314752"/>
          </a:xfrm>
        </p:grpSpPr>
        <p:sp>
          <p:nvSpPr>
            <p:cNvPr id="11531" name="Google Shape;11531;p82"/>
            <p:cNvSpPr/>
            <p:nvPr/>
          </p:nvSpPr>
          <p:spPr>
            <a:xfrm>
              <a:off x="3261773" y="2108338"/>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82"/>
            <p:cNvSpPr/>
            <p:nvPr/>
          </p:nvSpPr>
          <p:spPr>
            <a:xfrm>
              <a:off x="3146349" y="2108338"/>
              <a:ext cx="48416" cy="59488"/>
            </a:xfrm>
            <a:custGeom>
              <a:rect b="b" l="l" r="r" t="t"/>
              <a:pathLst>
                <a:path extrusionOk="0" h="1859" w="1513">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82"/>
            <p:cNvSpPr/>
            <p:nvPr/>
          </p:nvSpPr>
          <p:spPr>
            <a:xfrm>
              <a:off x="3052237" y="2003570"/>
              <a:ext cx="353600" cy="314752"/>
            </a:xfrm>
            <a:custGeom>
              <a:rect b="b" l="l" r="r" t="t"/>
              <a:pathLst>
                <a:path extrusionOk="0" h="9836" w="1105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4" name="Google Shape;11534;p82"/>
          <p:cNvGrpSpPr/>
          <p:nvPr/>
        </p:nvGrpSpPr>
        <p:grpSpPr>
          <a:xfrm>
            <a:off x="1404013" y="3034266"/>
            <a:ext cx="368096" cy="223968"/>
            <a:chOff x="1404013" y="2958066"/>
            <a:chExt cx="368096" cy="223968"/>
          </a:xfrm>
        </p:grpSpPr>
        <p:sp>
          <p:nvSpPr>
            <p:cNvPr id="11535" name="Google Shape;11535;p82"/>
            <p:cNvSpPr/>
            <p:nvPr/>
          </p:nvSpPr>
          <p:spPr>
            <a:xfrm>
              <a:off x="1426893" y="3073426"/>
              <a:ext cx="40032" cy="45760"/>
            </a:xfrm>
            <a:custGeom>
              <a:rect b="b" l="l" r="r" t="t"/>
              <a:pathLst>
                <a:path extrusionOk="0" h="1430" w="1251">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82"/>
            <p:cNvSpPr/>
            <p:nvPr/>
          </p:nvSpPr>
          <p:spPr>
            <a:xfrm>
              <a:off x="1404013" y="2958066"/>
              <a:ext cx="368096" cy="223968"/>
            </a:xfrm>
            <a:custGeom>
              <a:rect b="b" l="l" r="r" t="t"/>
              <a:pathLst>
                <a:path extrusionOk="0" h="6999" w="11503">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37" name="Google Shape;11537;p82"/>
          <p:cNvSpPr/>
          <p:nvPr/>
        </p:nvSpPr>
        <p:spPr>
          <a:xfrm>
            <a:off x="4147597" y="2962554"/>
            <a:ext cx="367712" cy="367680"/>
          </a:xfrm>
          <a:custGeom>
            <a:rect b="b" l="l" r="r" t="t"/>
            <a:pathLst>
              <a:path extrusionOk="0" h="11490" w="11491">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82"/>
          <p:cNvSpPr/>
          <p:nvPr/>
        </p:nvSpPr>
        <p:spPr>
          <a:xfrm>
            <a:off x="880141" y="2962490"/>
            <a:ext cx="323520" cy="367360"/>
          </a:xfrm>
          <a:custGeom>
            <a:rect b="b" l="l" r="r" t="t"/>
            <a:pathLst>
              <a:path extrusionOk="0" h="11480" w="1011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39" name="Google Shape;11539;p82"/>
          <p:cNvGrpSpPr/>
          <p:nvPr/>
        </p:nvGrpSpPr>
        <p:grpSpPr>
          <a:xfrm>
            <a:off x="1951149" y="2961402"/>
            <a:ext cx="370368" cy="367328"/>
            <a:chOff x="1951149" y="2885202"/>
            <a:chExt cx="370368" cy="367328"/>
          </a:xfrm>
        </p:grpSpPr>
        <p:sp>
          <p:nvSpPr>
            <p:cNvPr id="11540" name="Google Shape;11540;p82"/>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82"/>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82"/>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3" name="Google Shape;11543;p82"/>
          <p:cNvGrpSpPr/>
          <p:nvPr/>
        </p:nvGrpSpPr>
        <p:grpSpPr>
          <a:xfrm>
            <a:off x="2501677" y="2982362"/>
            <a:ext cx="367328" cy="327296"/>
            <a:chOff x="2501677" y="2906162"/>
            <a:chExt cx="367328" cy="327296"/>
          </a:xfrm>
        </p:grpSpPr>
        <p:sp>
          <p:nvSpPr>
            <p:cNvPr id="11544" name="Google Shape;11544;p82"/>
            <p:cNvSpPr/>
            <p:nvPr/>
          </p:nvSpPr>
          <p:spPr>
            <a:xfrm>
              <a:off x="2670093" y="3049810"/>
              <a:ext cx="131488" cy="107456"/>
            </a:xfrm>
            <a:custGeom>
              <a:rect b="b" l="l" r="r" t="t"/>
              <a:pathLst>
                <a:path extrusionOk="0" h="3358" w="4109">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82"/>
            <p:cNvSpPr/>
            <p:nvPr/>
          </p:nvSpPr>
          <p:spPr>
            <a:xfrm>
              <a:off x="2760397" y="3097522"/>
              <a:ext cx="13344" cy="19360"/>
            </a:xfrm>
            <a:custGeom>
              <a:rect b="b" l="l" r="r" t="t"/>
              <a:pathLst>
                <a:path extrusionOk="0" h="605" w="417">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82"/>
            <p:cNvSpPr/>
            <p:nvPr/>
          </p:nvSpPr>
          <p:spPr>
            <a:xfrm>
              <a:off x="2501677" y="2906162"/>
              <a:ext cx="367328" cy="327296"/>
            </a:xfrm>
            <a:custGeom>
              <a:rect b="b" l="l" r="r" t="t"/>
              <a:pathLst>
                <a:path extrusionOk="0" h="10228" w="11479">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47" name="Google Shape;11547;p82"/>
          <p:cNvSpPr/>
          <p:nvPr/>
        </p:nvSpPr>
        <p:spPr>
          <a:xfrm>
            <a:off x="3597837" y="3005594"/>
            <a:ext cx="368832" cy="281600"/>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48" name="Google Shape;11548;p82"/>
          <p:cNvGrpSpPr/>
          <p:nvPr/>
        </p:nvGrpSpPr>
        <p:grpSpPr>
          <a:xfrm>
            <a:off x="3050317" y="2969914"/>
            <a:ext cx="367712" cy="354240"/>
            <a:chOff x="3050317" y="2893714"/>
            <a:chExt cx="367712" cy="354240"/>
          </a:xfrm>
        </p:grpSpPr>
        <p:sp>
          <p:nvSpPr>
            <p:cNvPr id="11549" name="Google Shape;11549;p82"/>
            <p:cNvSpPr/>
            <p:nvPr/>
          </p:nvSpPr>
          <p:spPr>
            <a:xfrm>
              <a:off x="3079661" y="2945010"/>
              <a:ext cx="33184" cy="33184"/>
            </a:xfrm>
            <a:custGeom>
              <a:rect b="b" l="l" r="r" t="t"/>
              <a:pathLst>
                <a:path extrusionOk="0" h="1037" w="1037">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82"/>
            <p:cNvSpPr/>
            <p:nvPr/>
          </p:nvSpPr>
          <p:spPr>
            <a:xfrm>
              <a:off x="3050317" y="2893714"/>
              <a:ext cx="367712" cy="354240"/>
            </a:xfrm>
            <a:custGeom>
              <a:rect b="b" l="l" r="r" t="t"/>
              <a:pathLst>
                <a:path extrusionOk="0" h="11070" w="11491">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51" name="Google Shape;11551;p82"/>
          <p:cNvSpPr/>
          <p:nvPr/>
        </p:nvSpPr>
        <p:spPr>
          <a:xfrm>
            <a:off x="4694733" y="2960634"/>
            <a:ext cx="370368" cy="368096"/>
          </a:xfrm>
          <a:custGeom>
            <a:rect b="b" l="l" r="r" t="t"/>
            <a:pathLst>
              <a:path extrusionOk="0" h="11503" w="11574">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82"/>
          <p:cNvSpPr/>
          <p:nvPr/>
        </p:nvSpPr>
        <p:spPr>
          <a:xfrm>
            <a:off x="8046381" y="2962490"/>
            <a:ext cx="253408" cy="366240"/>
          </a:xfrm>
          <a:custGeom>
            <a:rect b="b" l="l" r="r" t="t"/>
            <a:pathLst>
              <a:path extrusionOk="0" h="11445" w="7919">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53" name="Google Shape;11553;p82"/>
          <p:cNvGrpSpPr/>
          <p:nvPr/>
        </p:nvGrpSpPr>
        <p:grpSpPr>
          <a:xfrm>
            <a:off x="7531277" y="2962554"/>
            <a:ext cx="185184" cy="367296"/>
            <a:chOff x="7531277" y="2886354"/>
            <a:chExt cx="185184" cy="367296"/>
          </a:xfrm>
        </p:grpSpPr>
        <p:sp>
          <p:nvSpPr>
            <p:cNvPr id="11554" name="Google Shape;11554;p82"/>
            <p:cNvSpPr/>
            <p:nvPr/>
          </p:nvSpPr>
          <p:spPr>
            <a:xfrm>
              <a:off x="7531277" y="2886354"/>
              <a:ext cx="185184" cy="367296"/>
            </a:xfrm>
            <a:custGeom>
              <a:rect b="b" l="l" r="r" t="t"/>
              <a:pathLst>
                <a:path extrusionOk="0" h="11478" w="5787">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82"/>
            <p:cNvSpPr/>
            <p:nvPr/>
          </p:nvSpPr>
          <p:spPr>
            <a:xfrm>
              <a:off x="7642157" y="3151154"/>
              <a:ext cx="16032" cy="10688"/>
            </a:xfrm>
            <a:custGeom>
              <a:rect b="b" l="l" r="r" t="t"/>
              <a:pathLst>
                <a:path extrusionOk="0" h="334" w="501">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82"/>
            <p:cNvSpPr/>
            <p:nvPr/>
          </p:nvSpPr>
          <p:spPr>
            <a:xfrm>
              <a:off x="7625005" y="3070738"/>
              <a:ext cx="16032" cy="10336"/>
            </a:xfrm>
            <a:custGeom>
              <a:rect b="b" l="l" r="r" t="t"/>
              <a:pathLst>
                <a:path extrusionOk="0" h="323" w="501">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7" name="Google Shape;11557;p82"/>
          <p:cNvGrpSpPr/>
          <p:nvPr/>
        </p:nvGrpSpPr>
        <p:grpSpPr>
          <a:xfrm>
            <a:off x="6926637" y="2962938"/>
            <a:ext cx="297184" cy="367296"/>
            <a:chOff x="6926637" y="2886738"/>
            <a:chExt cx="297184" cy="367296"/>
          </a:xfrm>
        </p:grpSpPr>
        <p:sp>
          <p:nvSpPr>
            <p:cNvPr id="11558" name="Google Shape;11558;p82"/>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82"/>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82"/>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61" name="Google Shape;11561;p82"/>
          <p:cNvSpPr/>
          <p:nvPr/>
        </p:nvSpPr>
        <p:spPr>
          <a:xfrm>
            <a:off x="5255565" y="2962170"/>
            <a:ext cx="346368" cy="368064"/>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82"/>
          <p:cNvSpPr/>
          <p:nvPr/>
        </p:nvSpPr>
        <p:spPr>
          <a:xfrm>
            <a:off x="5834285" y="2962874"/>
            <a:ext cx="289216" cy="368512"/>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63" name="Google Shape;11563;p82"/>
          <p:cNvGrpSpPr/>
          <p:nvPr/>
        </p:nvGrpSpPr>
        <p:grpSpPr>
          <a:xfrm>
            <a:off x="6340653" y="2962554"/>
            <a:ext cx="370368" cy="368064"/>
            <a:chOff x="6340653" y="2886354"/>
            <a:chExt cx="370368" cy="368064"/>
          </a:xfrm>
        </p:grpSpPr>
        <p:sp>
          <p:nvSpPr>
            <p:cNvPr id="11564" name="Google Shape;11564;p82"/>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82"/>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82"/>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82"/>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82"/>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82"/>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0" name="Google Shape;11570;p82"/>
          <p:cNvGrpSpPr/>
          <p:nvPr/>
        </p:nvGrpSpPr>
        <p:grpSpPr>
          <a:xfrm>
            <a:off x="5246797" y="2057626"/>
            <a:ext cx="354752" cy="336512"/>
            <a:chOff x="5246797" y="1981426"/>
            <a:chExt cx="354752" cy="336512"/>
          </a:xfrm>
        </p:grpSpPr>
        <p:sp>
          <p:nvSpPr>
            <p:cNvPr id="11571" name="Google Shape;11571;p82"/>
            <p:cNvSpPr/>
            <p:nvPr/>
          </p:nvSpPr>
          <p:spPr>
            <a:xfrm>
              <a:off x="5246797" y="1981426"/>
              <a:ext cx="354752" cy="336512"/>
            </a:xfrm>
            <a:custGeom>
              <a:rect b="b" l="l" r="r" t="t"/>
              <a:pathLst>
                <a:path extrusionOk="0" h="10516" w="11086">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82"/>
            <p:cNvSpPr/>
            <p:nvPr/>
          </p:nvSpPr>
          <p:spPr>
            <a:xfrm>
              <a:off x="5295565" y="2044338"/>
              <a:ext cx="10304" cy="10688"/>
            </a:xfrm>
            <a:custGeom>
              <a:rect b="b" l="l" r="r" t="t"/>
              <a:pathLst>
                <a:path extrusionOk="0" h="334" w="322">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3" name="Google Shape;11573;p82"/>
          <p:cNvGrpSpPr/>
          <p:nvPr/>
        </p:nvGrpSpPr>
        <p:grpSpPr>
          <a:xfrm>
            <a:off x="4148749" y="2178266"/>
            <a:ext cx="355136" cy="216256"/>
            <a:chOff x="4148749" y="2102066"/>
            <a:chExt cx="355136" cy="216256"/>
          </a:xfrm>
        </p:grpSpPr>
        <p:sp>
          <p:nvSpPr>
            <p:cNvPr id="11574" name="Google Shape;11574;p82"/>
            <p:cNvSpPr/>
            <p:nvPr/>
          </p:nvSpPr>
          <p:spPr>
            <a:xfrm>
              <a:off x="4148749" y="2102066"/>
              <a:ext cx="355136" cy="216256"/>
            </a:xfrm>
            <a:custGeom>
              <a:rect b="b" l="l" r="r" t="t"/>
              <a:pathLst>
                <a:path extrusionOk="0" h="6758" w="11098">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82"/>
            <p:cNvSpPr/>
            <p:nvPr/>
          </p:nvSpPr>
          <p:spPr>
            <a:xfrm>
              <a:off x="4195981" y="2177682"/>
              <a:ext cx="10336" cy="10720"/>
            </a:xfrm>
            <a:custGeom>
              <a:rect b="b" l="l" r="r" t="t"/>
              <a:pathLst>
                <a:path extrusionOk="0" h="335" w="323">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6" name="Google Shape;11576;p82"/>
          <p:cNvGrpSpPr/>
          <p:nvPr/>
        </p:nvGrpSpPr>
        <p:grpSpPr>
          <a:xfrm>
            <a:off x="5794669" y="2077626"/>
            <a:ext cx="354752" cy="315360"/>
            <a:chOff x="5794669" y="2001426"/>
            <a:chExt cx="354752" cy="315360"/>
          </a:xfrm>
        </p:grpSpPr>
        <p:sp>
          <p:nvSpPr>
            <p:cNvPr id="11577" name="Google Shape;11577;p82"/>
            <p:cNvSpPr/>
            <p:nvPr/>
          </p:nvSpPr>
          <p:spPr>
            <a:xfrm>
              <a:off x="5841165" y="2051186"/>
              <a:ext cx="10688" cy="10336"/>
            </a:xfrm>
            <a:custGeom>
              <a:rect b="b" l="l" r="r" t="t"/>
              <a:pathLst>
                <a:path extrusionOk="0" h="323" w="334">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82"/>
            <p:cNvSpPr/>
            <p:nvPr/>
          </p:nvSpPr>
          <p:spPr>
            <a:xfrm>
              <a:off x="5794669" y="2001426"/>
              <a:ext cx="354752" cy="315360"/>
            </a:xfrm>
            <a:custGeom>
              <a:rect b="b" l="l" r="r" t="t"/>
              <a:pathLst>
                <a:path extrusionOk="0" h="9855" w="11086">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9" name="Google Shape;11579;p82"/>
          <p:cNvGrpSpPr/>
          <p:nvPr/>
        </p:nvGrpSpPr>
        <p:grpSpPr>
          <a:xfrm>
            <a:off x="6345229" y="2106042"/>
            <a:ext cx="352832" cy="289216"/>
            <a:chOff x="6345229" y="2029842"/>
            <a:chExt cx="352832" cy="289216"/>
          </a:xfrm>
        </p:grpSpPr>
        <p:sp>
          <p:nvSpPr>
            <p:cNvPr id="11580" name="Google Shape;11580;p82"/>
            <p:cNvSpPr/>
            <p:nvPr/>
          </p:nvSpPr>
          <p:spPr>
            <a:xfrm>
              <a:off x="6392845" y="2048146"/>
              <a:ext cx="12992" cy="10720"/>
            </a:xfrm>
            <a:custGeom>
              <a:rect b="b" l="l" r="r" t="t"/>
              <a:pathLst>
                <a:path extrusionOk="0" h="335" w="406">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82"/>
            <p:cNvSpPr/>
            <p:nvPr/>
          </p:nvSpPr>
          <p:spPr>
            <a:xfrm>
              <a:off x="6345229" y="2029842"/>
              <a:ext cx="352832" cy="289216"/>
            </a:xfrm>
            <a:custGeom>
              <a:rect b="b" l="l" r="r" t="t"/>
              <a:pathLst>
                <a:path extrusionOk="0" h="9038" w="11026">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2" name="Google Shape;11582;p82"/>
          <p:cNvGrpSpPr/>
          <p:nvPr/>
        </p:nvGrpSpPr>
        <p:grpSpPr>
          <a:xfrm>
            <a:off x="4697389" y="2112538"/>
            <a:ext cx="354752" cy="281984"/>
            <a:chOff x="4697389" y="2036338"/>
            <a:chExt cx="354752" cy="281984"/>
          </a:xfrm>
        </p:grpSpPr>
        <p:sp>
          <p:nvSpPr>
            <p:cNvPr id="11583" name="Google Shape;11583;p82"/>
            <p:cNvSpPr/>
            <p:nvPr/>
          </p:nvSpPr>
          <p:spPr>
            <a:xfrm>
              <a:off x="4697389" y="2036338"/>
              <a:ext cx="354752" cy="281984"/>
            </a:xfrm>
            <a:custGeom>
              <a:rect b="b" l="l" r="r" t="t"/>
              <a:pathLst>
                <a:path extrusionOk="0" h="8812" w="11086">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82"/>
            <p:cNvSpPr/>
            <p:nvPr/>
          </p:nvSpPr>
          <p:spPr>
            <a:xfrm>
              <a:off x="4747693" y="2113682"/>
              <a:ext cx="10688" cy="10688"/>
            </a:xfrm>
            <a:custGeom>
              <a:rect b="b" l="l" r="r" t="t"/>
              <a:pathLst>
                <a:path extrusionOk="0" h="334" w="334">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5" name="Google Shape;11585;p82"/>
          <p:cNvGrpSpPr/>
          <p:nvPr/>
        </p:nvGrpSpPr>
        <p:grpSpPr>
          <a:xfrm>
            <a:off x="1404013" y="2500954"/>
            <a:ext cx="353600" cy="354944"/>
            <a:chOff x="1404013" y="2424754"/>
            <a:chExt cx="353600" cy="354944"/>
          </a:xfrm>
        </p:grpSpPr>
        <p:sp>
          <p:nvSpPr>
            <p:cNvPr id="11586" name="Google Shape;11586;p82"/>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82"/>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82"/>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82"/>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82"/>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1" name="Google Shape;11591;p82"/>
          <p:cNvGrpSpPr/>
          <p:nvPr/>
        </p:nvGrpSpPr>
        <p:grpSpPr>
          <a:xfrm>
            <a:off x="854253" y="2504474"/>
            <a:ext cx="355104" cy="351040"/>
            <a:chOff x="854253" y="2428274"/>
            <a:chExt cx="355104" cy="351040"/>
          </a:xfrm>
        </p:grpSpPr>
        <p:sp>
          <p:nvSpPr>
            <p:cNvPr id="11592" name="Google Shape;11592;p82"/>
            <p:cNvSpPr/>
            <p:nvPr/>
          </p:nvSpPr>
          <p:spPr>
            <a:xfrm>
              <a:off x="854253" y="2428274"/>
              <a:ext cx="355104" cy="351040"/>
            </a:xfrm>
            <a:custGeom>
              <a:rect b="b" l="l" r="r" t="t"/>
              <a:pathLst>
                <a:path extrusionOk="0" h="10970" w="11097">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82"/>
            <p:cNvSpPr/>
            <p:nvPr/>
          </p:nvSpPr>
          <p:spPr>
            <a:xfrm>
              <a:off x="1003597" y="2557554"/>
              <a:ext cx="49568" cy="60608"/>
            </a:xfrm>
            <a:custGeom>
              <a:rect b="b" l="l" r="r" t="t"/>
              <a:pathLst>
                <a:path extrusionOk="0" h="1894" w="1549">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4" name="Google Shape;11594;p82"/>
          <p:cNvGrpSpPr/>
          <p:nvPr/>
        </p:nvGrpSpPr>
        <p:grpSpPr>
          <a:xfrm>
            <a:off x="6896909" y="2517146"/>
            <a:ext cx="354752" cy="275904"/>
            <a:chOff x="6896909" y="2440946"/>
            <a:chExt cx="354752" cy="275904"/>
          </a:xfrm>
        </p:grpSpPr>
        <p:sp>
          <p:nvSpPr>
            <p:cNvPr id="11595" name="Google Shape;11595;p82"/>
            <p:cNvSpPr/>
            <p:nvPr/>
          </p:nvSpPr>
          <p:spPr>
            <a:xfrm>
              <a:off x="7052365" y="2573938"/>
              <a:ext cx="32416" cy="32416"/>
            </a:xfrm>
            <a:custGeom>
              <a:rect b="b" l="l" r="r" t="t"/>
              <a:pathLst>
                <a:path extrusionOk="0" h="1013" w="1013">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82"/>
            <p:cNvSpPr/>
            <p:nvPr/>
          </p:nvSpPr>
          <p:spPr>
            <a:xfrm>
              <a:off x="6896909" y="2440946"/>
              <a:ext cx="354752" cy="275904"/>
            </a:xfrm>
            <a:custGeom>
              <a:rect b="b" l="l" r="r" t="t"/>
              <a:pathLst>
                <a:path extrusionOk="0" h="8622" w="11086">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97" name="Google Shape;11597;p82"/>
          <p:cNvSpPr/>
          <p:nvPr/>
        </p:nvSpPr>
        <p:spPr>
          <a:xfrm>
            <a:off x="6347501" y="2524954"/>
            <a:ext cx="354752" cy="330176"/>
          </a:xfrm>
          <a:custGeom>
            <a:rect b="b" l="l" r="r" t="t"/>
            <a:pathLst>
              <a:path extrusionOk="0" h="10318" w="11086">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98" name="Google Shape;11598;p82"/>
          <p:cNvGrpSpPr/>
          <p:nvPr/>
        </p:nvGrpSpPr>
        <p:grpSpPr>
          <a:xfrm>
            <a:off x="5265069" y="2500954"/>
            <a:ext cx="321984" cy="354560"/>
            <a:chOff x="5265069" y="2424754"/>
            <a:chExt cx="321984" cy="354560"/>
          </a:xfrm>
        </p:grpSpPr>
        <p:sp>
          <p:nvSpPr>
            <p:cNvPr id="11599" name="Google Shape;11599;p82"/>
            <p:cNvSpPr/>
            <p:nvPr/>
          </p:nvSpPr>
          <p:spPr>
            <a:xfrm>
              <a:off x="5265069" y="2424754"/>
              <a:ext cx="321984" cy="354560"/>
            </a:xfrm>
            <a:custGeom>
              <a:rect b="b" l="l" r="r" t="t"/>
              <a:pathLst>
                <a:path extrusionOk="0" h="11080" w="10062">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82"/>
            <p:cNvSpPr/>
            <p:nvPr/>
          </p:nvSpPr>
          <p:spPr>
            <a:xfrm>
              <a:off x="5360717" y="2479826"/>
              <a:ext cx="32416" cy="38144"/>
            </a:xfrm>
            <a:custGeom>
              <a:rect b="b" l="l" r="r" t="t"/>
              <a:pathLst>
                <a:path extrusionOk="0" h="1192" w="1013">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1" name="Google Shape;11601;p82"/>
          <p:cNvGrpSpPr/>
          <p:nvPr/>
        </p:nvGrpSpPr>
        <p:grpSpPr>
          <a:xfrm>
            <a:off x="4150669" y="2542970"/>
            <a:ext cx="355104" cy="259584"/>
            <a:chOff x="4150669" y="2466770"/>
            <a:chExt cx="355104" cy="259584"/>
          </a:xfrm>
        </p:grpSpPr>
        <p:sp>
          <p:nvSpPr>
            <p:cNvPr id="11602" name="Google Shape;11602;p82"/>
            <p:cNvSpPr/>
            <p:nvPr/>
          </p:nvSpPr>
          <p:spPr>
            <a:xfrm>
              <a:off x="4150669" y="2466770"/>
              <a:ext cx="355104" cy="259584"/>
            </a:xfrm>
            <a:custGeom>
              <a:rect b="b" l="l" r="r" t="t"/>
              <a:pathLst>
                <a:path extrusionOk="0" h="8112" w="11097">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82"/>
            <p:cNvSpPr/>
            <p:nvPr/>
          </p:nvSpPr>
          <p:spPr>
            <a:xfrm>
              <a:off x="4270285" y="2538098"/>
              <a:ext cx="17184" cy="19872"/>
            </a:xfrm>
            <a:custGeom>
              <a:rect b="b" l="l" r="r" t="t"/>
              <a:pathLst>
                <a:path extrusionOk="0" h="621" w="537">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82"/>
            <p:cNvSpPr/>
            <p:nvPr/>
          </p:nvSpPr>
          <p:spPr>
            <a:xfrm>
              <a:off x="4183437" y="2557170"/>
              <a:ext cx="32416" cy="38144"/>
            </a:xfrm>
            <a:custGeom>
              <a:rect b="b" l="l" r="r" t="t"/>
              <a:pathLst>
                <a:path extrusionOk="0" h="1192" w="1013">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82"/>
            <p:cNvSpPr/>
            <p:nvPr/>
          </p:nvSpPr>
          <p:spPr>
            <a:xfrm>
              <a:off x="4309901" y="2589490"/>
              <a:ext cx="82720" cy="60672"/>
            </a:xfrm>
            <a:custGeom>
              <a:rect b="b" l="l" r="r" t="t"/>
              <a:pathLst>
                <a:path extrusionOk="0" h="1896" w="2585">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6" name="Google Shape;11606;p82"/>
          <p:cNvGrpSpPr/>
          <p:nvPr/>
        </p:nvGrpSpPr>
        <p:grpSpPr>
          <a:xfrm>
            <a:off x="4699693" y="2501146"/>
            <a:ext cx="354336" cy="353984"/>
            <a:chOff x="4699693" y="2424946"/>
            <a:chExt cx="354336" cy="353984"/>
          </a:xfrm>
        </p:grpSpPr>
        <p:sp>
          <p:nvSpPr>
            <p:cNvPr id="11607" name="Google Shape;11607;p82"/>
            <p:cNvSpPr/>
            <p:nvPr/>
          </p:nvSpPr>
          <p:spPr>
            <a:xfrm>
              <a:off x="4699693" y="2424946"/>
              <a:ext cx="354336" cy="353984"/>
            </a:xfrm>
            <a:custGeom>
              <a:rect b="b" l="l" r="r" t="t"/>
              <a:pathLst>
                <a:path extrusionOk="0" h="11062" w="11073">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82"/>
            <p:cNvSpPr/>
            <p:nvPr/>
          </p:nvSpPr>
          <p:spPr>
            <a:xfrm>
              <a:off x="4738157" y="2573938"/>
              <a:ext cx="38144" cy="38112"/>
            </a:xfrm>
            <a:custGeom>
              <a:rect b="b" l="l" r="r" t="t"/>
              <a:pathLst>
                <a:path extrusionOk="0" h="1191" w="1192">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09" name="Google Shape;11609;p82"/>
          <p:cNvSpPr/>
          <p:nvPr/>
        </p:nvSpPr>
        <p:spPr>
          <a:xfrm>
            <a:off x="5809901" y="2500794"/>
            <a:ext cx="331520" cy="354720"/>
          </a:xfrm>
          <a:custGeom>
            <a:rect b="b" l="l" r="r" t="t"/>
            <a:pathLst>
              <a:path extrusionOk="0" h="11085" w="1036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82"/>
          <p:cNvSpPr/>
          <p:nvPr/>
        </p:nvSpPr>
        <p:spPr>
          <a:xfrm>
            <a:off x="3051853" y="2539738"/>
            <a:ext cx="355520" cy="315776"/>
          </a:xfrm>
          <a:custGeom>
            <a:rect b="b" l="l" r="r" t="t"/>
            <a:pathLst>
              <a:path extrusionOk="0" h="9868" w="1111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11" name="Google Shape;11611;p82"/>
          <p:cNvGrpSpPr/>
          <p:nvPr/>
        </p:nvGrpSpPr>
        <p:grpSpPr>
          <a:xfrm>
            <a:off x="1953037" y="2628442"/>
            <a:ext cx="355136" cy="227072"/>
            <a:chOff x="1953037" y="2552242"/>
            <a:chExt cx="355136" cy="227072"/>
          </a:xfrm>
        </p:grpSpPr>
        <p:sp>
          <p:nvSpPr>
            <p:cNvPr id="11612" name="Google Shape;11612;p82"/>
            <p:cNvSpPr/>
            <p:nvPr/>
          </p:nvSpPr>
          <p:spPr>
            <a:xfrm>
              <a:off x="1953037" y="2552242"/>
              <a:ext cx="355136" cy="227072"/>
            </a:xfrm>
            <a:custGeom>
              <a:rect b="b" l="l" r="r" t="t"/>
              <a:pathLst>
                <a:path extrusionOk="0" h="7096" w="11098">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82"/>
            <p:cNvSpPr/>
            <p:nvPr/>
          </p:nvSpPr>
          <p:spPr>
            <a:xfrm>
              <a:off x="1985805" y="2573938"/>
              <a:ext cx="10720" cy="16416"/>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14" name="Google Shape;11614;p82"/>
          <p:cNvSpPr/>
          <p:nvPr/>
        </p:nvSpPr>
        <p:spPr>
          <a:xfrm>
            <a:off x="3603917" y="2500346"/>
            <a:ext cx="348256" cy="354016"/>
          </a:xfrm>
          <a:custGeom>
            <a:rect b="b" l="l" r="r" t="t"/>
            <a:pathLst>
              <a:path extrusionOk="0" h="11063" w="10883">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15" name="Google Shape;11615;p82"/>
          <p:cNvGrpSpPr/>
          <p:nvPr/>
        </p:nvGrpSpPr>
        <p:grpSpPr>
          <a:xfrm>
            <a:off x="2500941" y="2603418"/>
            <a:ext cx="355104" cy="250944"/>
            <a:chOff x="2500941" y="2527218"/>
            <a:chExt cx="355104" cy="250944"/>
          </a:xfrm>
        </p:grpSpPr>
        <p:sp>
          <p:nvSpPr>
            <p:cNvPr id="11616" name="Google Shape;11616;p82"/>
            <p:cNvSpPr/>
            <p:nvPr/>
          </p:nvSpPr>
          <p:spPr>
            <a:xfrm>
              <a:off x="2500941" y="2527218"/>
              <a:ext cx="355104" cy="250944"/>
            </a:xfrm>
            <a:custGeom>
              <a:rect b="b" l="l" r="r" t="t"/>
              <a:pathLst>
                <a:path extrusionOk="0" h="7842" w="11097">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82"/>
            <p:cNvSpPr/>
            <p:nvPr/>
          </p:nvSpPr>
          <p:spPr>
            <a:xfrm>
              <a:off x="2651437" y="2623922"/>
              <a:ext cx="16768" cy="15968"/>
            </a:xfrm>
            <a:custGeom>
              <a:rect b="b" l="l" r="r" t="t"/>
              <a:pathLst>
                <a:path extrusionOk="0" h="499" w="524">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82"/>
            <p:cNvSpPr/>
            <p:nvPr/>
          </p:nvSpPr>
          <p:spPr>
            <a:xfrm>
              <a:off x="2690285" y="2623922"/>
              <a:ext cx="16800" cy="15968"/>
            </a:xfrm>
            <a:custGeom>
              <a:rect b="b" l="l" r="r" t="t"/>
              <a:pathLst>
                <a:path extrusionOk="0" h="499" w="525">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82"/>
            <p:cNvSpPr/>
            <p:nvPr/>
          </p:nvSpPr>
          <p:spPr>
            <a:xfrm>
              <a:off x="2535597" y="2557170"/>
              <a:ext cx="32416" cy="49184"/>
            </a:xfrm>
            <a:custGeom>
              <a:rect b="b" l="l" r="r" t="t"/>
              <a:pathLst>
                <a:path extrusionOk="0" h="1537" w="1013">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82"/>
            <p:cNvSpPr/>
            <p:nvPr/>
          </p:nvSpPr>
          <p:spPr>
            <a:xfrm>
              <a:off x="2790477" y="2557938"/>
              <a:ext cx="32416" cy="48800"/>
            </a:xfrm>
            <a:custGeom>
              <a:rect b="b" l="l" r="r" t="t"/>
              <a:pathLst>
                <a:path extrusionOk="0" h="1525" w="1013">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21" name="Google Shape;11621;p82"/>
          <p:cNvSpPr/>
          <p:nvPr/>
        </p:nvSpPr>
        <p:spPr>
          <a:xfrm>
            <a:off x="7447437" y="2575482"/>
            <a:ext cx="355136" cy="281952"/>
          </a:xfrm>
          <a:custGeom>
            <a:rect b="b" l="l" r="r" t="t"/>
            <a:pathLst>
              <a:path extrusionOk="0" h="8811" w="11098">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22" name="Google Shape;11622;p82"/>
          <p:cNvGrpSpPr/>
          <p:nvPr/>
        </p:nvGrpSpPr>
        <p:grpSpPr>
          <a:xfrm>
            <a:off x="7993805" y="2503322"/>
            <a:ext cx="356256" cy="351808"/>
            <a:chOff x="7993805" y="2427122"/>
            <a:chExt cx="356256" cy="351808"/>
          </a:xfrm>
        </p:grpSpPr>
        <p:sp>
          <p:nvSpPr>
            <p:cNvPr id="11623" name="Google Shape;11623;p82"/>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82"/>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82"/>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6" name="Google Shape;11626;p82"/>
          <p:cNvGrpSpPr/>
          <p:nvPr/>
        </p:nvGrpSpPr>
        <p:grpSpPr>
          <a:xfrm>
            <a:off x="878637" y="2041210"/>
            <a:ext cx="308640" cy="353312"/>
            <a:chOff x="878637" y="1965010"/>
            <a:chExt cx="308640" cy="353312"/>
          </a:xfrm>
        </p:grpSpPr>
        <p:sp>
          <p:nvSpPr>
            <p:cNvPr id="11627" name="Google Shape;11627;p82"/>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82"/>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82"/>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0" name="Google Shape;11630;p82"/>
          <p:cNvGrpSpPr/>
          <p:nvPr/>
        </p:nvGrpSpPr>
        <p:grpSpPr>
          <a:xfrm>
            <a:off x="6896141" y="2040922"/>
            <a:ext cx="348256" cy="352448"/>
            <a:chOff x="6896141" y="1964722"/>
            <a:chExt cx="348256" cy="352448"/>
          </a:xfrm>
        </p:grpSpPr>
        <p:sp>
          <p:nvSpPr>
            <p:cNvPr id="11631" name="Google Shape;11631;p82"/>
            <p:cNvSpPr/>
            <p:nvPr/>
          </p:nvSpPr>
          <p:spPr>
            <a:xfrm>
              <a:off x="6896141" y="1964722"/>
              <a:ext cx="348256" cy="352448"/>
            </a:xfrm>
            <a:custGeom>
              <a:rect b="b" l="l" r="r" t="t"/>
              <a:pathLst>
                <a:path extrusionOk="0" h="11014" w="10883">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82"/>
            <p:cNvSpPr/>
            <p:nvPr/>
          </p:nvSpPr>
          <p:spPr>
            <a:xfrm>
              <a:off x="7155597" y="2179538"/>
              <a:ext cx="18336" cy="11904"/>
            </a:xfrm>
            <a:custGeom>
              <a:rect b="b" l="l" r="r" t="t"/>
              <a:pathLst>
                <a:path extrusionOk="0" h="372" w="573">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82"/>
            <p:cNvSpPr/>
            <p:nvPr/>
          </p:nvSpPr>
          <p:spPr>
            <a:xfrm>
              <a:off x="6962829" y="1987186"/>
              <a:ext cx="32416" cy="32416"/>
            </a:xfrm>
            <a:custGeom>
              <a:rect b="b" l="l" r="r" t="t"/>
              <a:pathLst>
                <a:path extrusionOk="0" h="1013" w="1013">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4" name="Google Shape;11634;p82"/>
          <p:cNvGrpSpPr/>
          <p:nvPr/>
        </p:nvGrpSpPr>
        <p:grpSpPr>
          <a:xfrm>
            <a:off x="7989997" y="2091578"/>
            <a:ext cx="355136" cy="303328"/>
            <a:chOff x="7989997" y="2015378"/>
            <a:chExt cx="355136" cy="303328"/>
          </a:xfrm>
        </p:grpSpPr>
        <p:sp>
          <p:nvSpPr>
            <p:cNvPr id="11635" name="Google Shape;11635;p82"/>
            <p:cNvSpPr/>
            <p:nvPr/>
          </p:nvSpPr>
          <p:spPr>
            <a:xfrm>
              <a:off x="8052109" y="2080530"/>
              <a:ext cx="43840" cy="49568"/>
            </a:xfrm>
            <a:custGeom>
              <a:rect b="b" l="l" r="r" t="t"/>
              <a:pathLst>
                <a:path extrusionOk="0" h="1549" w="137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82"/>
            <p:cNvSpPr/>
            <p:nvPr/>
          </p:nvSpPr>
          <p:spPr>
            <a:xfrm>
              <a:off x="7989997" y="2015378"/>
              <a:ext cx="355136" cy="303328"/>
            </a:xfrm>
            <a:custGeom>
              <a:rect b="b" l="l" r="r" t="t"/>
              <a:pathLst>
                <a:path extrusionOk="0" h="9479" w="11098">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82"/>
            <p:cNvSpPr/>
            <p:nvPr/>
          </p:nvSpPr>
          <p:spPr>
            <a:xfrm>
              <a:off x="8229645" y="2166034"/>
              <a:ext cx="19456" cy="15872"/>
            </a:xfrm>
            <a:custGeom>
              <a:rect b="b" l="l" r="r" t="t"/>
              <a:pathLst>
                <a:path extrusionOk="0" h="496" w="608">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8" name="Google Shape;11638;p82"/>
          <p:cNvGrpSpPr/>
          <p:nvPr/>
        </p:nvGrpSpPr>
        <p:grpSpPr>
          <a:xfrm>
            <a:off x="3598221" y="1585562"/>
            <a:ext cx="348640" cy="330784"/>
            <a:chOff x="3598221" y="1509362"/>
            <a:chExt cx="348640" cy="330784"/>
          </a:xfrm>
        </p:grpSpPr>
        <p:sp>
          <p:nvSpPr>
            <p:cNvPr id="11639" name="Google Shape;11639;p82"/>
            <p:cNvSpPr/>
            <p:nvPr/>
          </p:nvSpPr>
          <p:spPr>
            <a:xfrm>
              <a:off x="3739181" y="1603538"/>
              <a:ext cx="43456" cy="48032"/>
            </a:xfrm>
            <a:custGeom>
              <a:rect b="b" l="l" r="r" t="t"/>
              <a:pathLst>
                <a:path extrusionOk="0" h="1501" w="1358">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82"/>
            <p:cNvSpPr/>
            <p:nvPr/>
          </p:nvSpPr>
          <p:spPr>
            <a:xfrm>
              <a:off x="3619533" y="1709906"/>
              <a:ext cx="16416" cy="15584"/>
            </a:xfrm>
            <a:custGeom>
              <a:rect b="b" l="l" r="r" t="t"/>
              <a:pathLst>
                <a:path extrusionOk="0" h="487" w="513">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82"/>
            <p:cNvSpPr/>
            <p:nvPr/>
          </p:nvSpPr>
          <p:spPr>
            <a:xfrm>
              <a:off x="3598221" y="1509362"/>
              <a:ext cx="348640" cy="330784"/>
            </a:xfrm>
            <a:custGeom>
              <a:rect b="b" l="l" r="r" t="t"/>
              <a:pathLst>
                <a:path extrusionOk="0" h="10337" w="10895">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82"/>
            <p:cNvSpPr/>
            <p:nvPr/>
          </p:nvSpPr>
          <p:spPr>
            <a:xfrm>
              <a:off x="3927757" y="1737234"/>
              <a:ext cx="18720" cy="19104"/>
            </a:xfrm>
            <a:custGeom>
              <a:rect b="b" l="l" r="r" t="t"/>
              <a:pathLst>
                <a:path extrusionOk="0" h="597" w="585">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3" name="Google Shape;11643;p82"/>
          <p:cNvGrpSpPr/>
          <p:nvPr/>
        </p:nvGrpSpPr>
        <p:grpSpPr>
          <a:xfrm>
            <a:off x="5246797" y="1576858"/>
            <a:ext cx="347872" cy="347488"/>
            <a:chOff x="5246797" y="1500658"/>
            <a:chExt cx="347872" cy="347488"/>
          </a:xfrm>
        </p:grpSpPr>
        <p:sp>
          <p:nvSpPr>
            <p:cNvPr id="11644" name="Google Shape;11644;p82"/>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82"/>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82"/>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82"/>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8" name="Google Shape;11648;p82"/>
          <p:cNvGrpSpPr/>
          <p:nvPr/>
        </p:nvGrpSpPr>
        <p:grpSpPr>
          <a:xfrm>
            <a:off x="5796589" y="1576858"/>
            <a:ext cx="349024" cy="346752"/>
            <a:chOff x="5796589" y="1500658"/>
            <a:chExt cx="349024" cy="346752"/>
          </a:xfrm>
        </p:grpSpPr>
        <p:sp>
          <p:nvSpPr>
            <p:cNvPr id="11649" name="Google Shape;11649;p82"/>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50" name="Google Shape;11650;p82"/>
            <p:cNvGrpSpPr/>
            <p:nvPr/>
          </p:nvGrpSpPr>
          <p:grpSpPr>
            <a:xfrm>
              <a:off x="5796589" y="1500658"/>
              <a:ext cx="349024" cy="346752"/>
              <a:chOff x="5796589" y="1500658"/>
              <a:chExt cx="349024" cy="346752"/>
            </a:xfrm>
          </p:grpSpPr>
          <p:sp>
            <p:nvSpPr>
              <p:cNvPr id="11651" name="Google Shape;11651;p82"/>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82"/>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82"/>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82"/>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655" name="Google Shape;11655;p82"/>
          <p:cNvGrpSpPr/>
          <p:nvPr/>
        </p:nvGrpSpPr>
        <p:grpSpPr>
          <a:xfrm>
            <a:off x="6895373" y="1578778"/>
            <a:ext cx="348640" cy="343296"/>
            <a:chOff x="6895373" y="1502578"/>
            <a:chExt cx="348640" cy="343296"/>
          </a:xfrm>
        </p:grpSpPr>
        <p:sp>
          <p:nvSpPr>
            <p:cNvPr id="11656" name="Google Shape;11656;p82"/>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82"/>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82"/>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9" name="Google Shape;11659;p82"/>
          <p:cNvGrpSpPr/>
          <p:nvPr/>
        </p:nvGrpSpPr>
        <p:grpSpPr>
          <a:xfrm>
            <a:off x="4147597" y="1581658"/>
            <a:ext cx="347904" cy="336992"/>
            <a:chOff x="4147597" y="1505458"/>
            <a:chExt cx="347904" cy="336992"/>
          </a:xfrm>
        </p:grpSpPr>
        <p:sp>
          <p:nvSpPr>
            <p:cNvPr id="11660" name="Google Shape;11660;p82"/>
            <p:cNvSpPr/>
            <p:nvPr/>
          </p:nvSpPr>
          <p:spPr>
            <a:xfrm>
              <a:off x="4293901" y="1707410"/>
              <a:ext cx="22528" cy="15392"/>
            </a:xfrm>
            <a:custGeom>
              <a:rect b="b" l="l" r="r" t="t"/>
              <a:pathLst>
                <a:path extrusionOk="0" h="481" w="704">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82"/>
            <p:cNvSpPr/>
            <p:nvPr/>
          </p:nvSpPr>
          <p:spPr>
            <a:xfrm>
              <a:off x="4326669" y="1707250"/>
              <a:ext cx="22528" cy="15168"/>
            </a:xfrm>
            <a:custGeom>
              <a:rect b="b" l="l" r="r" t="t"/>
              <a:pathLst>
                <a:path extrusionOk="0" h="474" w="704">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82"/>
            <p:cNvSpPr/>
            <p:nvPr/>
          </p:nvSpPr>
          <p:spPr>
            <a:xfrm>
              <a:off x="4147597" y="1505458"/>
              <a:ext cx="347904" cy="336992"/>
            </a:xfrm>
            <a:custGeom>
              <a:rect b="b" l="l" r="r" t="t"/>
              <a:pathLst>
                <a:path extrusionOk="0" h="10531" w="10872">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82"/>
            <p:cNvSpPr/>
            <p:nvPr/>
          </p:nvSpPr>
          <p:spPr>
            <a:xfrm>
              <a:off x="4250477" y="1641618"/>
              <a:ext cx="43456" cy="48032"/>
            </a:xfrm>
            <a:custGeom>
              <a:rect b="b" l="l" r="r" t="t"/>
              <a:pathLst>
                <a:path extrusionOk="0" h="1501" w="1358">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82"/>
            <p:cNvSpPr/>
            <p:nvPr/>
          </p:nvSpPr>
          <p:spPr>
            <a:xfrm>
              <a:off x="4348781" y="1641618"/>
              <a:ext cx="43456" cy="48032"/>
            </a:xfrm>
            <a:custGeom>
              <a:rect b="b" l="l" r="r" t="t"/>
              <a:pathLst>
                <a:path extrusionOk="0" h="1501" w="1358">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82"/>
            <p:cNvSpPr/>
            <p:nvPr/>
          </p:nvSpPr>
          <p:spPr>
            <a:xfrm>
              <a:off x="4261517" y="1739922"/>
              <a:ext cx="119680" cy="59840"/>
            </a:xfrm>
            <a:custGeom>
              <a:rect b="b" l="l" r="r" t="t"/>
              <a:pathLst>
                <a:path extrusionOk="0" h="1870" w="374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82"/>
            <p:cNvSpPr/>
            <p:nvPr/>
          </p:nvSpPr>
          <p:spPr>
            <a:xfrm>
              <a:off x="4221517" y="1614482"/>
              <a:ext cx="199296" cy="206624"/>
            </a:xfrm>
            <a:custGeom>
              <a:rect b="b" l="l" r="r" t="t"/>
              <a:pathLst>
                <a:path extrusionOk="0" h="6457" w="6228">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7" name="Google Shape;11667;p82"/>
          <p:cNvGrpSpPr/>
          <p:nvPr/>
        </p:nvGrpSpPr>
        <p:grpSpPr>
          <a:xfrm>
            <a:off x="2499405" y="1576090"/>
            <a:ext cx="347488" cy="348256"/>
            <a:chOff x="2499405" y="1499890"/>
            <a:chExt cx="347488" cy="348256"/>
          </a:xfrm>
        </p:grpSpPr>
        <p:sp>
          <p:nvSpPr>
            <p:cNvPr id="11668" name="Google Shape;11668;p82"/>
            <p:cNvSpPr/>
            <p:nvPr/>
          </p:nvSpPr>
          <p:spPr>
            <a:xfrm>
              <a:off x="2634669" y="1725842"/>
              <a:ext cx="75840" cy="38496"/>
            </a:xfrm>
            <a:custGeom>
              <a:rect b="b" l="l" r="r" t="t"/>
              <a:pathLst>
                <a:path extrusionOk="0" h="1203" w="237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82"/>
            <p:cNvSpPr/>
            <p:nvPr/>
          </p:nvSpPr>
          <p:spPr>
            <a:xfrm>
              <a:off x="2596173" y="1658002"/>
              <a:ext cx="43456" cy="48416"/>
            </a:xfrm>
            <a:custGeom>
              <a:rect b="b" l="l" r="r" t="t"/>
              <a:pathLst>
                <a:path extrusionOk="0" h="1513" w="1358">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82"/>
            <p:cNvSpPr/>
            <p:nvPr/>
          </p:nvSpPr>
          <p:spPr>
            <a:xfrm>
              <a:off x="2705133" y="1658002"/>
              <a:ext cx="43488" cy="48416"/>
            </a:xfrm>
            <a:custGeom>
              <a:rect b="b" l="l" r="r" t="t"/>
              <a:pathLst>
                <a:path extrusionOk="0" h="1513" w="1359">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82"/>
            <p:cNvSpPr/>
            <p:nvPr/>
          </p:nvSpPr>
          <p:spPr>
            <a:xfrm>
              <a:off x="2499405" y="1499890"/>
              <a:ext cx="347488" cy="348256"/>
            </a:xfrm>
            <a:custGeom>
              <a:rect b="b" l="l" r="r" t="t"/>
              <a:pathLst>
                <a:path extrusionOk="0" h="10883" w="10859">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82"/>
            <p:cNvSpPr/>
            <p:nvPr/>
          </p:nvSpPr>
          <p:spPr>
            <a:xfrm>
              <a:off x="2667053" y="1609618"/>
              <a:ext cx="10688" cy="37760"/>
            </a:xfrm>
            <a:custGeom>
              <a:rect b="b" l="l" r="r" t="t"/>
              <a:pathLst>
                <a:path extrusionOk="0" h="1180" w="334">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3" name="Google Shape;11673;p82"/>
          <p:cNvGrpSpPr/>
          <p:nvPr/>
        </p:nvGrpSpPr>
        <p:grpSpPr>
          <a:xfrm>
            <a:off x="1956845" y="1576698"/>
            <a:ext cx="331520" cy="348032"/>
            <a:chOff x="1956845" y="1500498"/>
            <a:chExt cx="331520" cy="348032"/>
          </a:xfrm>
        </p:grpSpPr>
        <p:sp>
          <p:nvSpPr>
            <p:cNvPr id="11674" name="Google Shape;11674;p82"/>
            <p:cNvSpPr/>
            <p:nvPr/>
          </p:nvSpPr>
          <p:spPr>
            <a:xfrm>
              <a:off x="2078413" y="1736882"/>
              <a:ext cx="88800" cy="44608"/>
            </a:xfrm>
            <a:custGeom>
              <a:rect b="b" l="l" r="r" t="t"/>
              <a:pathLst>
                <a:path extrusionOk="0" h="1394" w="2775">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82"/>
            <p:cNvSpPr/>
            <p:nvPr/>
          </p:nvSpPr>
          <p:spPr>
            <a:xfrm>
              <a:off x="1956845" y="1500498"/>
              <a:ext cx="331520" cy="348032"/>
            </a:xfrm>
            <a:custGeom>
              <a:rect b="b" l="l" r="r" t="t"/>
              <a:pathLst>
                <a:path extrusionOk="0" h="10876" w="1036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82"/>
            <p:cNvSpPr/>
            <p:nvPr/>
          </p:nvSpPr>
          <p:spPr>
            <a:xfrm>
              <a:off x="2030765" y="1652690"/>
              <a:ext cx="48800" cy="59840"/>
            </a:xfrm>
            <a:custGeom>
              <a:rect b="b" l="l" r="r" t="t"/>
              <a:pathLst>
                <a:path extrusionOk="0" h="1870" w="1525">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82"/>
            <p:cNvSpPr/>
            <p:nvPr/>
          </p:nvSpPr>
          <p:spPr>
            <a:xfrm>
              <a:off x="2167181" y="1652690"/>
              <a:ext cx="48416" cy="59840"/>
            </a:xfrm>
            <a:custGeom>
              <a:rect b="b" l="l" r="r" t="t"/>
              <a:pathLst>
                <a:path extrusionOk="0" h="1870" w="1513">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82"/>
            <p:cNvSpPr/>
            <p:nvPr/>
          </p:nvSpPr>
          <p:spPr>
            <a:xfrm>
              <a:off x="2020877" y="1729234"/>
              <a:ext cx="20608" cy="15680"/>
            </a:xfrm>
            <a:custGeom>
              <a:rect b="b" l="l" r="r" t="t"/>
              <a:pathLst>
                <a:path extrusionOk="0" h="490" w="644">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82"/>
            <p:cNvSpPr/>
            <p:nvPr/>
          </p:nvSpPr>
          <p:spPr>
            <a:xfrm>
              <a:off x="1986189" y="1685426"/>
              <a:ext cx="27840" cy="38144"/>
            </a:xfrm>
            <a:custGeom>
              <a:rect b="b" l="l" r="r" t="t"/>
              <a:pathLst>
                <a:path extrusionOk="0" h="1192" w="87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82"/>
            <p:cNvSpPr/>
            <p:nvPr/>
          </p:nvSpPr>
          <p:spPr>
            <a:xfrm>
              <a:off x="2198797" y="1729234"/>
              <a:ext cx="20608" cy="15680"/>
            </a:xfrm>
            <a:custGeom>
              <a:rect b="b" l="l" r="r" t="t"/>
              <a:pathLst>
                <a:path extrusionOk="0" h="490" w="644">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82"/>
            <p:cNvSpPr/>
            <p:nvPr/>
          </p:nvSpPr>
          <p:spPr>
            <a:xfrm>
              <a:off x="2225453" y="1685426"/>
              <a:ext cx="28224" cy="37760"/>
            </a:xfrm>
            <a:custGeom>
              <a:rect b="b" l="l" r="r" t="t"/>
              <a:pathLst>
                <a:path extrusionOk="0" h="1180" w="882">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82"/>
            <p:cNvSpPr/>
            <p:nvPr/>
          </p:nvSpPr>
          <p:spPr>
            <a:xfrm>
              <a:off x="2046381" y="1573906"/>
              <a:ext cx="22528" cy="16320"/>
            </a:xfrm>
            <a:custGeom>
              <a:rect b="b" l="l" r="r" t="t"/>
              <a:pathLst>
                <a:path extrusionOk="0" h="510" w="704">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82"/>
            <p:cNvSpPr/>
            <p:nvPr/>
          </p:nvSpPr>
          <p:spPr>
            <a:xfrm>
              <a:off x="2078765" y="1587538"/>
              <a:ext cx="87680" cy="18304"/>
            </a:xfrm>
            <a:custGeom>
              <a:rect b="b" l="l" r="r" t="t"/>
              <a:pathLst>
                <a:path extrusionOk="0" h="572" w="274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82"/>
            <p:cNvSpPr/>
            <p:nvPr/>
          </p:nvSpPr>
          <p:spPr>
            <a:xfrm>
              <a:off x="2177069" y="1574130"/>
              <a:ext cx="22528" cy="16480"/>
            </a:xfrm>
            <a:custGeom>
              <a:rect b="b" l="l" r="r" t="t"/>
              <a:pathLst>
                <a:path extrusionOk="0" h="515" w="704">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82"/>
            <p:cNvSpPr/>
            <p:nvPr/>
          </p:nvSpPr>
          <p:spPr>
            <a:xfrm>
              <a:off x="2078413" y="1560466"/>
              <a:ext cx="88800" cy="15648"/>
            </a:xfrm>
            <a:custGeom>
              <a:rect b="b" l="l" r="r" t="t"/>
              <a:pathLst>
                <a:path extrusionOk="0" h="489" w="2775">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6" name="Google Shape;11686;p82"/>
          <p:cNvGrpSpPr/>
          <p:nvPr/>
        </p:nvGrpSpPr>
        <p:grpSpPr>
          <a:xfrm>
            <a:off x="6345613" y="1626074"/>
            <a:ext cx="348640" cy="250656"/>
            <a:chOff x="6345613" y="1549874"/>
            <a:chExt cx="348640" cy="250656"/>
          </a:xfrm>
        </p:grpSpPr>
        <p:sp>
          <p:nvSpPr>
            <p:cNvPr id="11687" name="Google Shape;11687;p82"/>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82"/>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82"/>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82"/>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82"/>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82"/>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3" name="Google Shape;11693;p82"/>
          <p:cNvGrpSpPr/>
          <p:nvPr/>
        </p:nvGrpSpPr>
        <p:grpSpPr>
          <a:xfrm>
            <a:off x="7444781" y="1583226"/>
            <a:ext cx="348640" cy="334272"/>
            <a:chOff x="7444781" y="1507026"/>
            <a:chExt cx="348640" cy="334272"/>
          </a:xfrm>
        </p:grpSpPr>
        <p:sp>
          <p:nvSpPr>
            <p:cNvPr id="11694" name="Google Shape;11694;p82"/>
            <p:cNvSpPr/>
            <p:nvPr/>
          </p:nvSpPr>
          <p:spPr>
            <a:xfrm>
              <a:off x="7575469" y="1750066"/>
              <a:ext cx="40032" cy="39424"/>
            </a:xfrm>
            <a:custGeom>
              <a:rect b="b" l="l" r="r" t="t"/>
              <a:pathLst>
                <a:path extrusionOk="0" h="1232" w="1251">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82"/>
            <p:cNvSpPr/>
            <p:nvPr/>
          </p:nvSpPr>
          <p:spPr>
            <a:xfrm>
              <a:off x="7623469" y="1749714"/>
              <a:ext cx="40032" cy="39776"/>
            </a:xfrm>
            <a:custGeom>
              <a:rect b="b" l="l" r="r" t="t"/>
              <a:pathLst>
                <a:path extrusionOk="0" h="1243" w="1251">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82"/>
            <p:cNvSpPr/>
            <p:nvPr/>
          </p:nvSpPr>
          <p:spPr>
            <a:xfrm>
              <a:off x="7537741" y="1640498"/>
              <a:ext cx="43456" cy="48032"/>
            </a:xfrm>
            <a:custGeom>
              <a:rect b="b" l="l" r="r" t="t"/>
              <a:pathLst>
                <a:path extrusionOk="0" h="1501" w="1358">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82"/>
            <p:cNvSpPr/>
            <p:nvPr/>
          </p:nvSpPr>
          <p:spPr>
            <a:xfrm>
              <a:off x="7657389" y="1640498"/>
              <a:ext cx="43072" cy="48032"/>
            </a:xfrm>
            <a:custGeom>
              <a:rect b="b" l="l" r="r" t="t"/>
              <a:pathLst>
                <a:path extrusionOk="0" h="1501" w="1346">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82"/>
            <p:cNvSpPr/>
            <p:nvPr/>
          </p:nvSpPr>
          <p:spPr>
            <a:xfrm>
              <a:off x="7444781" y="1507026"/>
              <a:ext cx="348640" cy="334272"/>
            </a:xfrm>
            <a:custGeom>
              <a:rect b="b" l="l" r="r" t="t"/>
              <a:pathLst>
                <a:path extrusionOk="0" h="10446" w="10895">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9" name="Google Shape;11699;p82"/>
          <p:cNvGrpSpPr/>
          <p:nvPr/>
        </p:nvGrpSpPr>
        <p:grpSpPr>
          <a:xfrm>
            <a:off x="7995341" y="1582938"/>
            <a:ext cx="347872" cy="334944"/>
            <a:chOff x="7995341" y="1506738"/>
            <a:chExt cx="347872" cy="334944"/>
          </a:xfrm>
        </p:grpSpPr>
        <p:sp>
          <p:nvSpPr>
            <p:cNvPr id="11700" name="Google Shape;11700;p82"/>
            <p:cNvSpPr/>
            <p:nvPr/>
          </p:nvSpPr>
          <p:spPr>
            <a:xfrm>
              <a:off x="8129837" y="1722674"/>
              <a:ext cx="33536" cy="35936"/>
            </a:xfrm>
            <a:custGeom>
              <a:rect b="b" l="l" r="r" t="t"/>
              <a:pathLst>
                <a:path extrusionOk="0" h="1123" w="1048">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82"/>
            <p:cNvSpPr/>
            <p:nvPr/>
          </p:nvSpPr>
          <p:spPr>
            <a:xfrm>
              <a:off x="8172877" y="1722610"/>
              <a:ext cx="35840" cy="36000"/>
            </a:xfrm>
            <a:custGeom>
              <a:rect b="b" l="l" r="r" t="t"/>
              <a:pathLst>
                <a:path extrusionOk="0" h="1125" w="112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82"/>
            <p:cNvSpPr/>
            <p:nvPr/>
          </p:nvSpPr>
          <p:spPr>
            <a:xfrm>
              <a:off x="7995341" y="1506738"/>
              <a:ext cx="347872" cy="334944"/>
            </a:xfrm>
            <a:custGeom>
              <a:rect b="b" l="l" r="r" t="t"/>
              <a:pathLst>
                <a:path extrusionOk="0" h="10467" w="10871">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82"/>
            <p:cNvSpPr/>
            <p:nvPr/>
          </p:nvSpPr>
          <p:spPr>
            <a:xfrm>
              <a:off x="8103149" y="1685426"/>
              <a:ext cx="132256" cy="123104"/>
            </a:xfrm>
            <a:custGeom>
              <a:rect b="b" l="l" r="r" t="t"/>
              <a:pathLst>
                <a:path extrusionOk="0" h="3847" w="4133">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82"/>
            <p:cNvSpPr/>
            <p:nvPr/>
          </p:nvSpPr>
          <p:spPr>
            <a:xfrm>
              <a:off x="8087149" y="1640498"/>
              <a:ext cx="43456" cy="48032"/>
            </a:xfrm>
            <a:custGeom>
              <a:rect b="b" l="l" r="r" t="t"/>
              <a:pathLst>
                <a:path extrusionOk="0" h="1501" w="1358">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82"/>
            <p:cNvSpPr/>
            <p:nvPr/>
          </p:nvSpPr>
          <p:spPr>
            <a:xfrm>
              <a:off x="8207149" y="1640498"/>
              <a:ext cx="43104" cy="48032"/>
            </a:xfrm>
            <a:custGeom>
              <a:rect b="b" l="l" r="r" t="t"/>
              <a:pathLst>
                <a:path extrusionOk="0" h="1501" w="1347">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6" name="Google Shape;11706;p82"/>
          <p:cNvGrpSpPr/>
          <p:nvPr/>
        </p:nvGrpSpPr>
        <p:grpSpPr>
          <a:xfrm>
            <a:off x="3048045" y="1599130"/>
            <a:ext cx="347872" cy="303904"/>
            <a:chOff x="3048045" y="1522930"/>
            <a:chExt cx="347872" cy="303904"/>
          </a:xfrm>
        </p:grpSpPr>
        <p:sp>
          <p:nvSpPr>
            <p:cNvPr id="11707" name="Google Shape;11707;p82"/>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08" name="Google Shape;11708;p82"/>
            <p:cNvGrpSpPr/>
            <p:nvPr/>
          </p:nvGrpSpPr>
          <p:grpSpPr>
            <a:xfrm>
              <a:off x="3048045" y="1522930"/>
              <a:ext cx="347872" cy="303904"/>
              <a:chOff x="3048045" y="1522930"/>
              <a:chExt cx="347872" cy="303904"/>
            </a:xfrm>
          </p:grpSpPr>
          <p:sp>
            <p:nvSpPr>
              <p:cNvPr id="11709" name="Google Shape;11709;p82"/>
              <p:cNvSpPr/>
              <p:nvPr/>
            </p:nvSpPr>
            <p:spPr>
              <a:xfrm>
                <a:off x="3048045" y="1522930"/>
                <a:ext cx="347872" cy="303904"/>
              </a:xfrm>
              <a:custGeom>
                <a:rect b="b" l="l" r="r" t="t"/>
                <a:pathLst>
                  <a:path extrusionOk="0" h="9497" w="10871">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82"/>
              <p:cNvSpPr/>
              <p:nvPr/>
            </p:nvSpPr>
            <p:spPr>
              <a:xfrm>
                <a:off x="3139117" y="1621010"/>
                <a:ext cx="49152" cy="137600"/>
              </a:xfrm>
              <a:custGeom>
                <a:rect b="b" l="l" r="r" t="t"/>
                <a:pathLst>
                  <a:path extrusionOk="0" h="4300" w="1536">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711" name="Google Shape;11711;p82"/>
          <p:cNvGrpSpPr/>
          <p:nvPr/>
        </p:nvGrpSpPr>
        <p:grpSpPr>
          <a:xfrm>
            <a:off x="1133133" y="3428122"/>
            <a:ext cx="313984" cy="358560"/>
            <a:chOff x="1133133" y="3351922"/>
            <a:chExt cx="313984" cy="358560"/>
          </a:xfrm>
        </p:grpSpPr>
        <p:sp>
          <p:nvSpPr>
            <p:cNvPr id="11712" name="Google Shape;11712;p82"/>
            <p:cNvSpPr/>
            <p:nvPr/>
          </p:nvSpPr>
          <p:spPr>
            <a:xfrm>
              <a:off x="1133133" y="3351922"/>
              <a:ext cx="313984" cy="358560"/>
            </a:xfrm>
            <a:custGeom>
              <a:rect b="b" l="l" r="r" t="t"/>
              <a:pathLst>
                <a:path extrusionOk="0" h="11205" w="9812">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82"/>
            <p:cNvSpPr/>
            <p:nvPr/>
          </p:nvSpPr>
          <p:spPr>
            <a:xfrm>
              <a:off x="1285549" y="3414418"/>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82"/>
            <p:cNvSpPr/>
            <p:nvPr/>
          </p:nvSpPr>
          <p:spPr>
            <a:xfrm>
              <a:off x="1285549" y="3459378"/>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82"/>
            <p:cNvSpPr/>
            <p:nvPr/>
          </p:nvSpPr>
          <p:spPr>
            <a:xfrm>
              <a:off x="1285549" y="3503954"/>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82"/>
            <p:cNvSpPr/>
            <p:nvPr/>
          </p:nvSpPr>
          <p:spPr>
            <a:xfrm>
              <a:off x="1167821" y="3498226"/>
              <a:ext cx="10688" cy="16416"/>
            </a:xfrm>
            <a:custGeom>
              <a:rect b="b" l="l" r="r" t="t"/>
              <a:pathLst>
                <a:path extrusionOk="0" h="513" w="334">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82"/>
            <p:cNvSpPr/>
            <p:nvPr/>
          </p:nvSpPr>
          <p:spPr>
            <a:xfrm>
              <a:off x="1167821" y="3537490"/>
              <a:ext cx="10688" cy="16032"/>
            </a:xfrm>
            <a:custGeom>
              <a:rect b="b" l="l" r="r" t="t"/>
              <a:pathLst>
                <a:path extrusionOk="0" h="501" w="334">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82"/>
            <p:cNvSpPr/>
            <p:nvPr/>
          </p:nvSpPr>
          <p:spPr>
            <a:xfrm>
              <a:off x="1167821" y="3577106"/>
              <a:ext cx="10688" cy="16032"/>
            </a:xfrm>
            <a:custGeom>
              <a:rect b="b" l="l" r="r" t="t"/>
              <a:pathLst>
                <a:path extrusionOk="0" h="501" w="334">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82"/>
            <p:cNvSpPr/>
            <p:nvPr/>
          </p:nvSpPr>
          <p:spPr>
            <a:xfrm>
              <a:off x="1402509" y="3493266"/>
              <a:ext cx="10688" cy="16064"/>
            </a:xfrm>
            <a:custGeom>
              <a:rect b="b" l="l" r="r" t="t"/>
              <a:pathLst>
                <a:path extrusionOk="0" h="502" w="334">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82"/>
            <p:cNvSpPr/>
            <p:nvPr/>
          </p:nvSpPr>
          <p:spPr>
            <a:xfrm>
              <a:off x="1393357" y="3526898"/>
              <a:ext cx="15648" cy="14432"/>
            </a:xfrm>
            <a:custGeom>
              <a:rect b="b" l="l" r="r" t="t"/>
              <a:pathLst>
                <a:path extrusionOk="0" h="451" w="489">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82"/>
            <p:cNvSpPr/>
            <p:nvPr/>
          </p:nvSpPr>
          <p:spPr>
            <a:xfrm>
              <a:off x="1402509" y="3453650"/>
              <a:ext cx="10688" cy="16032"/>
            </a:xfrm>
            <a:custGeom>
              <a:rect b="b" l="l" r="r" t="t"/>
              <a:pathLst>
                <a:path extrusionOk="0" h="501" w="334">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82"/>
            <p:cNvSpPr/>
            <p:nvPr/>
          </p:nvSpPr>
          <p:spPr>
            <a:xfrm>
              <a:off x="1171629" y="3612306"/>
              <a:ext cx="15264" cy="14752"/>
            </a:xfrm>
            <a:custGeom>
              <a:rect b="b" l="l" r="r" t="t"/>
              <a:pathLst>
                <a:path extrusionOk="0" h="461" w="477">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82"/>
            <p:cNvSpPr/>
            <p:nvPr/>
          </p:nvSpPr>
          <p:spPr>
            <a:xfrm>
              <a:off x="1285549" y="3548914"/>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82"/>
            <p:cNvSpPr/>
            <p:nvPr/>
          </p:nvSpPr>
          <p:spPr>
            <a:xfrm>
              <a:off x="1285549" y="3593490"/>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82"/>
            <p:cNvSpPr/>
            <p:nvPr/>
          </p:nvSpPr>
          <p:spPr>
            <a:xfrm>
              <a:off x="1285549" y="3638450"/>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82"/>
            <p:cNvSpPr/>
            <p:nvPr/>
          </p:nvSpPr>
          <p:spPr>
            <a:xfrm>
              <a:off x="1201325" y="3627026"/>
              <a:ext cx="16032" cy="10304"/>
            </a:xfrm>
            <a:custGeom>
              <a:rect b="b" l="l" r="r" t="t"/>
              <a:pathLst>
                <a:path extrusionOk="0" h="322" w="501">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82"/>
            <p:cNvSpPr/>
            <p:nvPr/>
          </p:nvSpPr>
          <p:spPr>
            <a:xfrm>
              <a:off x="1363629" y="3537490"/>
              <a:ext cx="16032" cy="10304"/>
            </a:xfrm>
            <a:custGeom>
              <a:rect b="b" l="l" r="r" t="t"/>
              <a:pathLst>
                <a:path extrusionOk="0" h="322" w="501">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28" name="Google Shape;11728;p82"/>
          <p:cNvSpPr/>
          <p:nvPr/>
        </p:nvSpPr>
        <p:spPr>
          <a:xfrm>
            <a:off x="1709197" y="3430042"/>
            <a:ext cx="262944" cy="354720"/>
          </a:xfrm>
          <a:custGeom>
            <a:rect b="b" l="l" r="r" t="t"/>
            <a:pathLst>
              <a:path extrusionOk="0" h="11085" w="8217">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29" name="Google Shape;11729;p82"/>
          <p:cNvGrpSpPr/>
          <p:nvPr/>
        </p:nvGrpSpPr>
        <p:grpSpPr>
          <a:xfrm>
            <a:off x="2795053" y="3428794"/>
            <a:ext cx="288448" cy="357120"/>
            <a:chOff x="2795053" y="3352594"/>
            <a:chExt cx="288448" cy="357120"/>
          </a:xfrm>
        </p:grpSpPr>
        <p:sp>
          <p:nvSpPr>
            <p:cNvPr id="11730" name="Google Shape;11730;p82"/>
            <p:cNvSpPr/>
            <p:nvPr/>
          </p:nvSpPr>
          <p:spPr>
            <a:xfrm>
              <a:off x="2839629" y="3550386"/>
              <a:ext cx="19840" cy="16448"/>
            </a:xfrm>
            <a:custGeom>
              <a:rect b="b" l="l" r="r" t="t"/>
              <a:pathLst>
                <a:path extrusionOk="0" h="514" w="62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82"/>
            <p:cNvSpPr/>
            <p:nvPr/>
          </p:nvSpPr>
          <p:spPr>
            <a:xfrm>
              <a:off x="2865165" y="3511410"/>
              <a:ext cx="50688" cy="37536"/>
            </a:xfrm>
            <a:custGeom>
              <a:rect b="b" l="l" r="r" t="t"/>
              <a:pathLst>
                <a:path extrusionOk="0" h="1173" w="1584">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82"/>
            <p:cNvSpPr/>
            <p:nvPr/>
          </p:nvSpPr>
          <p:spPr>
            <a:xfrm>
              <a:off x="2795053" y="3352594"/>
              <a:ext cx="288448" cy="357120"/>
            </a:xfrm>
            <a:custGeom>
              <a:rect b="b" l="l" r="r" t="t"/>
              <a:pathLst>
                <a:path extrusionOk="0" h="11160" w="9014">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82"/>
            <p:cNvSpPr/>
            <p:nvPr/>
          </p:nvSpPr>
          <p:spPr>
            <a:xfrm>
              <a:off x="3019853" y="3423794"/>
              <a:ext cx="20224" cy="16576"/>
            </a:xfrm>
            <a:custGeom>
              <a:rect b="b" l="l" r="r" t="t"/>
              <a:pathLst>
                <a:path extrusionOk="0" h="518" w="632">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82"/>
            <p:cNvSpPr/>
            <p:nvPr/>
          </p:nvSpPr>
          <p:spPr>
            <a:xfrm>
              <a:off x="2964237" y="3441810"/>
              <a:ext cx="49920" cy="37408"/>
            </a:xfrm>
            <a:custGeom>
              <a:rect b="b" l="l" r="r" t="t"/>
              <a:pathLst>
                <a:path extrusionOk="0" h="1169" w="156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82"/>
            <p:cNvSpPr/>
            <p:nvPr/>
          </p:nvSpPr>
          <p:spPr>
            <a:xfrm>
              <a:off x="2867437" y="3395602"/>
              <a:ext cx="17952" cy="18848"/>
            </a:xfrm>
            <a:custGeom>
              <a:rect b="b" l="l" r="r" t="t"/>
              <a:pathLst>
                <a:path extrusionOk="0" h="589" w="561">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82"/>
            <p:cNvSpPr/>
            <p:nvPr/>
          </p:nvSpPr>
          <p:spPr>
            <a:xfrm>
              <a:off x="2885741" y="3421234"/>
              <a:ext cx="38496" cy="49216"/>
            </a:xfrm>
            <a:custGeom>
              <a:rect b="b" l="l" r="r" t="t"/>
              <a:pathLst>
                <a:path extrusionOk="0" h="1538" w="1203">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82"/>
            <p:cNvSpPr/>
            <p:nvPr/>
          </p:nvSpPr>
          <p:spPr>
            <a:xfrm>
              <a:off x="2993933" y="3576178"/>
              <a:ext cx="17952" cy="18848"/>
            </a:xfrm>
            <a:custGeom>
              <a:rect b="b" l="l" r="r" t="t"/>
              <a:pathLst>
                <a:path extrusionOk="0" h="589" w="561">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82"/>
            <p:cNvSpPr/>
            <p:nvPr/>
          </p:nvSpPr>
          <p:spPr>
            <a:xfrm>
              <a:off x="2954701" y="3520466"/>
              <a:ext cx="39264" cy="49056"/>
            </a:xfrm>
            <a:custGeom>
              <a:rect b="b" l="l" r="r" t="t"/>
              <a:pathLst>
                <a:path extrusionOk="0" h="1533" w="1227">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9" name="Google Shape;11739;p82"/>
          <p:cNvGrpSpPr/>
          <p:nvPr/>
        </p:nvGrpSpPr>
        <p:grpSpPr>
          <a:xfrm>
            <a:off x="2236525" y="3429402"/>
            <a:ext cx="304832" cy="356512"/>
            <a:chOff x="2236525" y="3353202"/>
            <a:chExt cx="304832" cy="356512"/>
          </a:xfrm>
        </p:grpSpPr>
        <p:sp>
          <p:nvSpPr>
            <p:cNvPr id="11740" name="Google Shape;11740;p82"/>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82"/>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82"/>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3" name="Google Shape;11743;p82"/>
          <p:cNvGrpSpPr/>
          <p:nvPr/>
        </p:nvGrpSpPr>
        <p:grpSpPr>
          <a:xfrm>
            <a:off x="3910637" y="3428890"/>
            <a:ext cx="256800" cy="357024"/>
            <a:chOff x="3910637" y="3352690"/>
            <a:chExt cx="256800" cy="357024"/>
          </a:xfrm>
        </p:grpSpPr>
        <p:sp>
          <p:nvSpPr>
            <p:cNvPr id="11744" name="Google Shape;11744;p82"/>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82"/>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82"/>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7" name="Google Shape;11747;p82"/>
          <p:cNvGrpSpPr/>
          <p:nvPr/>
        </p:nvGrpSpPr>
        <p:grpSpPr>
          <a:xfrm>
            <a:off x="6056429" y="3428122"/>
            <a:ext cx="360064" cy="360096"/>
            <a:chOff x="6056429" y="3351922"/>
            <a:chExt cx="360064" cy="360096"/>
          </a:xfrm>
        </p:grpSpPr>
        <p:sp>
          <p:nvSpPr>
            <p:cNvPr id="11748" name="Google Shape;11748;p82"/>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82"/>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82"/>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1" name="Google Shape;11751;p82"/>
          <p:cNvGrpSpPr/>
          <p:nvPr/>
        </p:nvGrpSpPr>
        <p:grpSpPr>
          <a:xfrm>
            <a:off x="6608877" y="3429274"/>
            <a:ext cx="357408" cy="357408"/>
            <a:chOff x="6608877" y="3353074"/>
            <a:chExt cx="357408" cy="357408"/>
          </a:xfrm>
        </p:grpSpPr>
        <p:sp>
          <p:nvSpPr>
            <p:cNvPr id="11752" name="Google Shape;11752;p82"/>
            <p:cNvSpPr/>
            <p:nvPr/>
          </p:nvSpPr>
          <p:spPr>
            <a:xfrm>
              <a:off x="6608877" y="3353074"/>
              <a:ext cx="357408" cy="357408"/>
            </a:xfrm>
            <a:custGeom>
              <a:rect b="b" l="l" r="r" t="t"/>
              <a:pathLst>
                <a:path extrusionOk="0" h="11169" w="11169">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82"/>
            <p:cNvSpPr/>
            <p:nvPr/>
          </p:nvSpPr>
          <p:spPr>
            <a:xfrm>
              <a:off x="6770029" y="3565170"/>
              <a:ext cx="44608" cy="27968"/>
            </a:xfrm>
            <a:custGeom>
              <a:rect b="b" l="l" r="r" t="t"/>
              <a:pathLst>
                <a:path extrusionOk="0" h="874" w="1394">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82"/>
            <p:cNvSpPr/>
            <p:nvPr/>
          </p:nvSpPr>
          <p:spPr>
            <a:xfrm>
              <a:off x="6859949" y="3437074"/>
              <a:ext cx="24416" cy="31840"/>
            </a:xfrm>
            <a:custGeom>
              <a:rect b="b" l="l" r="r" t="t"/>
              <a:pathLst>
                <a:path extrusionOk="0" h="995" w="763">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82"/>
            <p:cNvSpPr/>
            <p:nvPr/>
          </p:nvSpPr>
          <p:spPr>
            <a:xfrm>
              <a:off x="6824525" y="3509426"/>
              <a:ext cx="17920" cy="28448"/>
            </a:xfrm>
            <a:custGeom>
              <a:rect b="b" l="l" r="r" t="t"/>
              <a:pathLst>
                <a:path extrusionOk="0" h="889" w="56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82"/>
            <p:cNvSpPr/>
            <p:nvPr/>
          </p:nvSpPr>
          <p:spPr>
            <a:xfrm>
              <a:off x="6790989" y="3541906"/>
              <a:ext cx="42688" cy="34464"/>
            </a:xfrm>
            <a:custGeom>
              <a:rect b="b" l="l" r="r" t="t"/>
              <a:pathLst>
                <a:path extrusionOk="0" h="1077" w="1334">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82"/>
            <p:cNvSpPr/>
            <p:nvPr/>
          </p:nvSpPr>
          <p:spPr>
            <a:xfrm>
              <a:off x="6840525" y="3544914"/>
              <a:ext cx="54112" cy="32608"/>
            </a:xfrm>
            <a:custGeom>
              <a:rect b="b" l="l" r="r" t="t"/>
              <a:pathLst>
                <a:path extrusionOk="0" h="1019" w="1691">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82"/>
            <p:cNvSpPr/>
            <p:nvPr/>
          </p:nvSpPr>
          <p:spPr>
            <a:xfrm>
              <a:off x="6793645" y="3582770"/>
              <a:ext cx="102144" cy="75520"/>
            </a:xfrm>
            <a:custGeom>
              <a:rect b="b" l="l" r="r" t="t"/>
              <a:pathLst>
                <a:path extrusionOk="0" h="2360" w="3192">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59" name="Google Shape;11759;p82"/>
          <p:cNvSpPr/>
          <p:nvPr/>
        </p:nvSpPr>
        <p:spPr>
          <a:xfrm>
            <a:off x="7708045" y="3427738"/>
            <a:ext cx="357408" cy="357408"/>
          </a:xfrm>
          <a:custGeom>
            <a:rect b="b" l="l" r="r" t="t"/>
            <a:pathLst>
              <a:path extrusionOk="0" h="11169" w="11169">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82"/>
          <p:cNvSpPr/>
          <p:nvPr/>
        </p:nvSpPr>
        <p:spPr>
          <a:xfrm>
            <a:off x="4423085" y="3429274"/>
            <a:ext cx="331872" cy="357792"/>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61" name="Google Shape;11761;p82"/>
          <p:cNvGrpSpPr/>
          <p:nvPr/>
        </p:nvGrpSpPr>
        <p:grpSpPr>
          <a:xfrm>
            <a:off x="4959533" y="3446426"/>
            <a:ext cx="357408" cy="323488"/>
            <a:chOff x="4959533" y="3370226"/>
            <a:chExt cx="357408" cy="323488"/>
          </a:xfrm>
        </p:grpSpPr>
        <p:sp>
          <p:nvSpPr>
            <p:cNvPr id="11762" name="Google Shape;11762;p82"/>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82"/>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4" name="Google Shape;11764;p82"/>
          <p:cNvGrpSpPr/>
          <p:nvPr/>
        </p:nvGrpSpPr>
        <p:grpSpPr>
          <a:xfrm>
            <a:off x="7158637" y="3429274"/>
            <a:ext cx="357056" cy="357408"/>
            <a:chOff x="7158637" y="3353074"/>
            <a:chExt cx="357056" cy="357408"/>
          </a:xfrm>
        </p:grpSpPr>
        <p:sp>
          <p:nvSpPr>
            <p:cNvPr id="11765" name="Google Shape;11765;p82"/>
            <p:cNvSpPr/>
            <p:nvPr/>
          </p:nvSpPr>
          <p:spPr>
            <a:xfrm>
              <a:off x="7158637" y="3353074"/>
              <a:ext cx="357056" cy="357408"/>
            </a:xfrm>
            <a:custGeom>
              <a:rect b="b" l="l" r="r" t="t"/>
              <a:pathLst>
                <a:path extrusionOk="0" h="11169" w="11158">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82"/>
            <p:cNvSpPr/>
            <p:nvPr/>
          </p:nvSpPr>
          <p:spPr>
            <a:xfrm>
              <a:off x="7406669" y="3594898"/>
              <a:ext cx="26336" cy="27968"/>
            </a:xfrm>
            <a:custGeom>
              <a:rect b="b" l="l" r="r" t="t"/>
              <a:pathLst>
                <a:path extrusionOk="0" h="874" w="823">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82"/>
            <p:cNvSpPr/>
            <p:nvPr/>
          </p:nvSpPr>
          <p:spPr>
            <a:xfrm>
              <a:off x="7229133" y="3469074"/>
              <a:ext cx="254912" cy="180832"/>
            </a:xfrm>
            <a:custGeom>
              <a:rect b="b" l="l" r="r" t="t"/>
              <a:pathLst>
                <a:path extrusionOk="0" h="5651" w="7966">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82"/>
            <p:cNvSpPr/>
            <p:nvPr/>
          </p:nvSpPr>
          <p:spPr>
            <a:xfrm>
              <a:off x="7409741" y="3428370"/>
              <a:ext cx="22880" cy="27616"/>
            </a:xfrm>
            <a:custGeom>
              <a:rect b="b" l="l" r="r" t="t"/>
              <a:pathLst>
                <a:path extrusionOk="0" h="863" w="715">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9" name="Google Shape;11769;p82"/>
          <p:cNvGrpSpPr/>
          <p:nvPr/>
        </p:nvGrpSpPr>
        <p:grpSpPr>
          <a:xfrm>
            <a:off x="3316269" y="3428602"/>
            <a:ext cx="344832" cy="356544"/>
            <a:chOff x="3316269" y="3352402"/>
            <a:chExt cx="344832" cy="356544"/>
          </a:xfrm>
        </p:grpSpPr>
        <p:sp>
          <p:nvSpPr>
            <p:cNvPr id="11770" name="Google Shape;11770;p82"/>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82"/>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82"/>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3" name="Google Shape;11773;p82"/>
          <p:cNvGrpSpPr/>
          <p:nvPr/>
        </p:nvGrpSpPr>
        <p:grpSpPr>
          <a:xfrm>
            <a:off x="5508909" y="3447706"/>
            <a:ext cx="358560" cy="319552"/>
            <a:chOff x="5508909" y="3371506"/>
            <a:chExt cx="358560" cy="319552"/>
          </a:xfrm>
        </p:grpSpPr>
        <p:sp>
          <p:nvSpPr>
            <p:cNvPr id="11774" name="Google Shape;11774;p82"/>
            <p:cNvSpPr/>
            <p:nvPr/>
          </p:nvSpPr>
          <p:spPr>
            <a:xfrm>
              <a:off x="5545485" y="3384178"/>
              <a:ext cx="57184" cy="60736"/>
            </a:xfrm>
            <a:custGeom>
              <a:rect b="b" l="l" r="r" t="t"/>
              <a:pathLst>
                <a:path extrusionOk="0" h="1898" w="1787">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82"/>
            <p:cNvSpPr/>
            <p:nvPr/>
          </p:nvSpPr>
          <p:spPr>
            <a:xfrm>
              <a:off x="5508909" y="3429362"/>
              <a:ext cx="53760" cy="50624"/>
            </a:xfrm>
            <a:custGeom>
              <a:rect b="b" l="l" r="r" t="t"/>
              <a:pathLst>
                <a:path extrusionOk="0" h="1582" w="168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82"/>
            <p:cNvSpPr/>
            <p:nvPr/>
          </p:nvSpPr>
          <p:spPr>
            <a:xfrm>
              <a:off x="5606829" y="3371506"/>
              <a:ext cx="51104" cy="63520"/>
            </a:xfrm>
            <a:custGeom>
              <a:rect b="b" l="l" r="r" t="t"/>
              <a:pathLst>
                <a:path extrusionOk="0" h="1985" w="1597">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82"/>
            <p:cNvSpPr/>
            <p:nvPr/>
          </p:nvSpPr>
          <p:spPr>
            <a:xfrm>
              <a:off x="5659789" y="3396786"/>
              <a:ext cx="48032" cy="55392"/>
            </a:xfrm>
            <a:custGeom>
              <a:rect b="b" l="l" r="r" t="t"/>
              <a:pathLst>
                <a:path extrusionOk="0" h="1731" w="1501">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82"/>
            <p:cNvSpPr/>
            <p:nvPr/>
          </p:nvSpPr>
          <p:spPr>
            <a:xfrm>
              <a:off x="5556941" y="3444402"/>
              <a:ext cx="131840" cy="93856"/>
            </a:xfrm>
            <a:custGeom>
              <a:rect b="b" l="l" r="r" t="t"/>
              <a:pathLst>
                <a:path extrusionOk="0" h="2933" w="412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82"/>
            <p:cNvSpPr/>
            <p:nvPr/>
          </p:nvSpPr>
          <p:spPr>
            <a:xfrm>
              <a:off x="5730285" y="3518386"/>
              <a:ext cx="50336" cy="64832"/>
            </a:xfrm>
            <a:custGeom>
              <a:rect b="b" l="l" r="r" t="t"/>
              <a:pathLst>
                <a:path extrusionOk="0" h="2026" w="1573">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82"/>
            <p:cNvSpPr/>
            <p:nvPr/>
          </p:nvSpPr>
          <p:spPr>
            <a:xfrm>
              <a:off x="5674669" y="3533234"/>
              <a:ext cx="49920" cy="56480"/>
            </a:xfrm>
            <a:custGeom>
              <a:rect b="b" l="l" r="r" t="t"/>
              <a:pathLst>
                <a:path extrusionOk="0" h="1765" w="156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82"/>
            <p:cNvSpPr/>
            <p:nvPr/>
          </p:nvSpPr>
          <p:spPr>
            <a:xfrm>
              <a:off x="5777133" y="3542162"/>
              <a:ext cx="60608" cy="57440"/>
            </a:xfrm>
            <a:custGeom>
              <a:rect b="b" l="l" r="r" t="t"/>
              <a:pathLst>
                <a:path extrusionOk="0" h="1795" w="1894">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82"/>
            <p:cNvSpPr/>
            <p:nvPr/>
          </p:nvSpPr>
          <p:spPr>
            <a:xfrm>
              <a:off x="5811437" y="3593426"/>
              <a:ext cx="56032" cy="47328"/>
            </a:xfrm>
            <a:custGeom>
              <a:rect b="b" l="l" r="r" t="t"/>
              <a:pathLst>
                <a:path extrusionOk="0" h="1479" w="1751">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82"/>
            <p:cNvSpPr/>
            <p:nvPr/>
          </p:nvSpPr>
          <p:spPr>
            <a:xfrm>
              <a:off x="5679981" y="3591218"/>
              <a:ext cx="130720" cy="99840"/>
            </a:xfrm>
            <a:custGeom>
              <a:rect b="b" l="l" r="r" t="t"/>
              <a:pathLst>
                <a:path extrusionOk="0" h="3120" w="4085">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84" name="Google Shape;11784;p82"/>
          <p:cNvSpPr txBox="1"/>
          <p:nvPr/>
        </p:nvSpPr>
        <p:spPr>
          <a:xfrm>
            <a:off x="1048350" y="721025"/>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Nature Icons</a:t>
            </a:r>
            <a:endParaRPr sz="2400">
              <a:solidFill>
                <a:srgbClr val="FFFFFF"/>
              </a:solidFill>
            </a:endParaRPr>
          </a:p>
        </p:txBody>
      </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788" name="Shape 11788"/>
        <p:cNvGrpSpPr/>
        <p:nvPr/>
      </p:nvGrpSpPr>
      <p:grpSpPr>
        <a:xfrm>
          <a:off x="0" y="0"/>
          <a:ext cx="0" cy="0"/>
          <a:chOff x="0" y="0"/>
          <a:chExt cx="0" cy="0"/>
        </a:xfrm>
      </p:grpSpPr>
      <p:sp>
        <p:nvSpPr>
          <p:cNvPr id="11789" name="Google Shape;11789;p83"/>
          <p:cNvSpPr/>
          <p:nvPr/>
        </p:nvSpPr>
        <p:spPr>
          <a:xfrm>
            <a:off x="2601855" y="3893161"/>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90" name="Google Shape;11790;p83"/>
          <p:cNvGrpSpPr/>
          <p:nvPr/>
        </p:nvGrpSpPr>
        <p:grpSpPr>
          <a:xfrm>
            <a:off x="3051327" y="3893352"/>
            <a:ext cx="346056" cy="345674"/>
            <a:chOff x="3303268" y="3817349"/>
            <a:chExt cx="346056" cy="345674"/>
          </a:xfrm>
        </p:grpSpPr>
        <p:sp>
          <p:nvSpPr>
            <p:cNvPr id="11791" name="Google Shape;11791;p83"/>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83"/>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83"/>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83"/>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5" name="Google Shape;11795;p83"/>
          <p:cNvGrpSpPr/>
          <p:nvPr/>
        </p:nvGrpSpPr>
        <p:grpSpPr>
          <a:xfrm>
            <a:off x="3500416" y="3893352"/>
            <a:ext cx="346056" cy="345674"/>
            <a:chOff x="3752358" y="3817349"/>
            <a:chExt cx="346056" cy="345674"/>
          </a:xfrm>
        </p:grpSpPr>
        <p:sp>
          <p:nvSpPr>
            <p:cNvPr id="11796" name="Google Shape;11796;p83"/>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83"/>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83"/>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83"/>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0" name="Google Shape;11800;p83"/>
          <p:cNvGrpSpPr/>
          <p:nvPr/>
        </p:nvGrpSpPr>
        <p:grpSpPr>
          <a:xfrm>
            <a:off x="4848066" y="3893352"/>
            <a:ext cx="346024" cy="345674"/>
            <a:chOff x="5100008" y="3817349"/>
            <a:chExt cx="346024" cy="345674"/>
          </a:xfrm>
        </p:grpSpPr>
        <p:sp>
          <p:nvSpPr>
            <p:cNvPr id="11801" name="Google Shape;11801;p83"/>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83"/>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83"/>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4" name="Google Shape;11804;p83"/>
          <p:cNvGrpSpPr/>
          <p:nvPr/>
        </p:nvGrpSpPr>
        <p:grpSpPr>
          <a:xfrm>
            <a:off x="5746977" y="3893352"/>
            <a:ext cx="345674" cy="345674"/>
            <a:chOff x="5998919" y="3817349"/>
            <a:chExt cx="345674" cy="345674"/>
          </a:xfrm>
        </p:grpSpPr>
        <p:sp>
          <p:nvSpPr>
            <p:cNvPr id="11805" name="Google Shape;11805;p83"/>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83"/>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83"/>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8" name="Google Shape;11808;p83"/>
          <p:cNvGrpSpPr/>
          <p:nvPr/>
        </p:nvGrpSpPr>
        <p:grpSpPr>
          <a:xfrm>
            <a:off x="3949506" y="3893352"/>
            <a:ext cx="346024" cy="345674"/>
            <a:chOff x="4201447" y="3817349"/>
            <a:chExt cx="346024" cy="345674"/>
          </a:xfrm>
        </p:grpSpPr>
        <p:sp>
          <p:nvSpPr>
            <p:cNvPr id="11809" name="Google Shape;11809;p83"/>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83"/>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1" name="Google Shape;11811;p83"/>
          <p:cNvGrpSpPr/>
          <p:nvPr/>
        </p:nvGrpSpPr>
        <p:grpSpPr>
          <a:xfrm>
            <a:off x="4398977" y="3893352"/>
            <a:ext cx="346024" cy="345674"/>
            <a:chOff x="4650919" y="3817349"/>
            <a:chExt cx="346024" cy="345674"/>
          </a:xfrm>
        </p:grpSpPr>
        <p:sp>
          <p:nvSpPr>
            <p:cNvPr id="11812" name="Google Shape;11812;p83"/>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83"/>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83"/>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5" name="Google Shape;11815;p83"/>
          <p:cNvGrpSpPr/>
          <p:nvPr/>
        </p:nvGrpSpPr>
        <p:grpSpPr>
          <a:xfrm>
            <a:off x="5297920" y="3893352"/>
            <a:ext cx="345642" cy="345674"/>
            <a:chOff x="5549861" y="3817349"/>
            <a:chExt cx="345642" cy="345674"/>
          </a:xfrm>
        </p:grpSpPr>
        <p:sp>
          <p:nvSpPr>
            <p:cNvPr id="11816" name="Google Shape;11816;p83"/>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83"/>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83"/>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9" name="Google Shape;11819;p83"/>
          <p:cNvGrpSpPr/>
          <p:nvPr/>
        </p:nvGrpSpPr>
        <p:grpSpPr>
          <a:xfrm>
            <a:off x="1306445" y="3474029"/>
            <a:ext cx="367255" cy="269855"/>
            <a:chOff x="1306445" y="3397829"/>
            <a:chExt cx="367255" cy="269855"/>
          </a:xfrm>
        </p:grpSpPr>
        <p:sp>
          <p:nvSpPr>
            <p:cNvPr id="11820" name="Google Shape;11820;p83"/>
            <p:cNvSpPr/>
            <p:nvPr/>
          </p:nvSpPr>
          <p:spPr>
            <a:xfrm>
              <a:off x="1588395" y="3513054"/>
              <a:ext cx="45517" cy="16297"/>
            </a:xfrm>
            <a:custGeom>
              <a:rect b="b" l="l" r="r" t="t"/>
              <a:pathLst>
                <a:path extrusionOk="0" h="512" w="143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83"/>
            <p:cNvSpPr/>
            <p:nvPr/>
          </p:nvSpPr>
          <p:spPr>
            <a:xfrm>
              <a:off x="1306445" y="3397829"/>
              <a:ext cx="367255" cy="269091"/>
            </a:xfrm>
            <a:custGeom>
              <a:rect b="b" l="l" r="r" t="t"/>
              <a:pathLst>
                <a:path extrusionOk="0" h="8454" w="11538">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83"/>
            <p:cNvSpPr/>
            <p:nvPr/>
          </p:nvSpPr>
          <p:spPr>
            <a:xfrm>
              <a:off x="1639960" y="3622549"/>
              <a:ext cx="10631" cy="45135"/>
            </a:xfrm>
            <a:custGeom>
              <a:rect b="b" l="l" r="r" t="t"/>
              <a:pathLst>
                <a:path extrusionOk="0" h="1418" w="334">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83"/>
            <p:cNvSpPr/>
            <p:nvPr/>
          </p:nvSpPr>
          <p:spPr>
            <a:xfrm>
              <a:off x="1444014" y="3446466"/>
              <a:ext cx="91734" cy="30589"/>
            </a:xfrm>
            <a:custGeom>
              <a:rect b="b" l="l" r="r" t="t"/>
              <a:pathLst>
                <a:path extrusionOk="0" h="961" w="2882">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83"/>
            <p:cNvSpPr/>
            <p:nvPr/>
          </p:nvSpPr>
          <p:spPr>
            <a:xfrm>
              <a:off x="1420524" y="3633944"/>
              <a:ext cx="11013" cy="33740"/>
            </a:xfrm>
            <a:custGeom>
              <a:rect b="b" l="l" r="r" t="t"/>
              <a:pathLst>
                <a:path extrusionOk="0" h="1060" w="346">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83"/>
            <p:cNvSpPr/>
            <p:nvPr/>
          </p:nvSpPr>
          <p:spPr>
            <a:xfrm>
              <a:off x="1547494" y="3633944"/>
              <a:ext cx="11013" cy="33740"/>
            </a:xfrm>
            <a:custGeom>
              <a:rect b="b" l="l" r="r" t="t"/>
              <a:pathLst>
                <a:path extrusionOk="0" h="1060" w="346">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6" name="Google Shape;11826;p83"/>
          <p:cNvGrpSpPr/>
          <p:nvPr/>
        </p:nvGrpSpPr>
        <p:grpSpPr>
          <a:xfrm>
            <a:off x="1781317" y="3467600"/>
            <a:ext cx="367255" cy="282364"/>
            <a:chOff x="1781317" y="3391400"/>
            <a:chExt cx="367255" cy="282364"/>
          </a:xfrm>
        </p:grpSpPr>
        <p:sp>
          <p:nvSpPr>
            <p:cNvPr id="11827" name="Google Shape;11827;p83"/>
            <p:cNvSpPr/>
            <p:nvPr/>
          </p:nvSpPr>
          <p:spPr>
            <a:xfrm>
              <a:off x="1901061" y="3639610"/>
              <a:ext cx="11013" cy="33772"/>
            </a:xfrm>
            <a:custGeom>
              <a:rect b="b" l="l" r="r" t="t"/>
              <a:pathLst>
                <a:path extrusionOk="0" h="1061" w="346">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83"/>
            <p:cNvSpPr/>
            <p:nvPr/>
          </p:nvSpPr>
          <p:spPr>
            <a:xfrm>
              <a:off x="2016668" y="3639610"/>
              <a:ext cx="10631" cy="33772"/>
            </a:xfrm>
            <a:custGeom>
              <a:rect b="b" l="l" r="r" t="t"/>
              <a:pathLst>
                <a:path extrusionOk="0" h="1061" w="334">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83"/>
            <p:cNvSpPr/>
            <p:nvPr/>
          </p:nvSpPr>
          <p:spPr>
            <a:xfrm>
              <a:off x="1820340" y="3518720"/>
              <a:ext cx="46281" cy="16329"/>
            </a:xfrm>
            <a:custGeom>
              <a:rect b="b" l="l" r="r" t="t"/>
              <a:pathLst>
                <a:path extrusionOk="0" h="513" w="1454">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83"/>
            <p:cNvSpPr/>
            <p:nvPr/>
          </p:nvSpPr>
          <p:spPr>
            <a:xfrm>
              <a:off x="1802898" y="3628247"/>
              <a:ext cx="11045" cy="45135"/>
            </a:xfrm>
            <a:custGeom>
              <a:rect b="b" l="l" r="r" t="t"/>
              <a:pathLst>
                <a:path extrusionOk="0" h="1418" w="347">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83"/>
            <p:cNvSpPr/>
            <p:nvPr/>
          </p:nvSpPr>
          <p:spPr>
            <a:xfrm>
              <a:off x="1781317" y="3391400"/>
              <a:ext cx="367255" cy="282364"/>
            </a:xfrm>
            <a:custGeom>
              <a:rect b="b" l="l" r="r" t="t"/>
              <a:pathLst>
                <a:path extrusionOk="0" h="8871" w="11538">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83"/>
            <p:cNvSpPr/>
            <p:nvPr/>
          </p:nvSpPr>
          <p:spPr>
            <a:xfrm>
              <a:off x="2114800" y="3635440"/>
              <a:ext cx="11045" cy="37941"/>
            </a:xfrm>
            <a:custGeom>
              <a:rect b="b" l="l" r="r" t="t"/>
              <a:pathLst>
                <a:path extrusionOk="0" h="1192" w="347">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3" name="Google Shape;11833;p83"/>
          <p:cNvGrpSpPr/>
          <p:nvPr/>
        </p:nvGrpSpPr>
        <p:grpSpPr>
          <a:xfrm>
            <a:off x="3678830" y="3447133"/>
            <a:ext cx="369164" cy="323297"/>
            <a:chOff x="3678830" y="3370933"/>
            <a:chExt cx="369164" cy="323297"/>
          </a:xfrm>
        </p:grpSpPr>
        <p:sp>
          <p:nvSpPr>
            <p:cNvPr id="11834" name="Google Shape;11834;p83"/>
            <p:cNvSpPr/>
            <p:nvPr/>
          </p:nvSpPr>
          <p:spPr>
            <a:xfrm>
              <a:off x="3678830" y="3370933"/>
              <a:ext cx="369164" cy="323297"/>
            </a:xfrm>
            <a:custGeom>
              <a:rect b="b" l="l" r="r" t="t"/>
              <a:pathLst>
                <a:path extrusionOk="0" h="10157" w="11598">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83"/>
            <p:cNvSpPr/>
            <p:nvPr/>
          </p:nvSpPr>
          <p:spPr>
            <a:xfrm>
              <a:off x="3713716" y="3498253"/>
              <a:ext cx="126206" cy="161092"/>
            </a:xfrm>
            <a:custGeom>
              <a:rect b="b" l="l" r="r" t="t"/>
              <a:pathLst>
                <a:path extrusionOk="0" h="5061" w="3965">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83"/>
            <p:cNvSpPr/>
            <p:nvPr/>
          </p:nvSpPr>
          <p:spPr>
            <a:xfrm>
              <a:off x="3863795" y="3498253"/>
              <a:ext cx="149728" cy="34154"/>
            </a:xfrm>
            <a:custGeom>
              <a:rect b="b" l="l" r="r" t="t"/>
              <a:pathLst>
                <a:path extrusionOk="0" h="1073" w="4704">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83"/>
            <p:cNvSpPr/>
            <p:nvPr/>
          </p:nvSpPr>
          <p:spPr>
            <a:xfrm>
              <a:off x="3863413" y="3544502"/>
              <a:ext cx="114843" cy="33740"/>
            </a:xfrm>
            <a:custGeom>
              <a:rect b="b" l="l" r="r" t="t"/>
              <a:pathLst>
                <a:path extrusionOk="0" h="1060" w="3608">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83"/>
            <p:cNvSpPr/>
            <p:nvPr/>
          </p:nvSpPr>
          <p:spPr>
            <a:xfrm>
              <a:off x="3863795" y="3590719"/>
              <a:ext cx="68625" cy="10663"/>
            </a:xfrm>
            <a:custGeom>
              <a:rect b="b" l="l" r="r" t="t"/>
              <a:pathLst>
                <a:path extrusionOk="0" h="335" w="2156">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83"/>
            <p:cNvSpPr/>
            <p:nvPr/>
          </p:nvSpPr>
          <p:spPr>
            <a:xfrm>
              <a:off x="3944897" y="3590719"/>
              <a:ext cx="33358" cy="10663"/>
            </a:xfrm>
            <a:custGeom>
              <a:rect b="b" l="l" r="r" t="t"/>
              <a:pathLst>
                <a:path extrusionOk="0" h="335" w="1048">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83"/>
            <p:cNvSpPr/>
            <p:nvPr/>
          </p:nvSpPr>
          <p:spPr>
            <a:xfrm>
              <a:off x="3864176" y="3625223"/>
              <a:ext cx="21995" cy="10631"/>
            </a:xfrm>
            <a:custGeom>
              <a:rect b="b" l="l" r="r" t="t"/>
              <a:pathLst>
                <a:path extrusionOk="0" h="334" w="691">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83"/>
            <p:cNvSpPr/>
            <p:nvPr/>
          </p:nvSpPr>
          <p:spPr>
            <a:xfrm>
              <a:off x="3898648" y="3625223"/>
              <a:ext cx="56498" cy="10631"/>
            </a:xfrm>
            <a:custGeom>
              <a:rect b="b" l="l" r="r" t="t"/>
              <a:pathLst>
                <a:path extrusionOk="0" h="334" w="1775">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83"/>
            <p:cNvSpPr/>
            <p:nvPr/>
          </p:nvSpPr>
          <p:spPr>
            <a:xfrm>
              <a:off x="3864176" y="3648713"/>
              <a:ext cx="21995" cy="10249"/>
            </a:xfrm>
            <a:custGeom>
              <a:rect b="b" l="l" r="r" t="t"/>
              <a:pathLst>
                <a:path extrusionOk="0" h="322" w="691">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83"/>
            <p:cNvSpPr/>
            <p:nvPr/>
          </p:nvSpPr>
          <p:spPr>
            <a:xfrm>
              <a:off x="3898648" y="3648713"/>
              <a:ext cx="56498" cy="10249"/>
            </a:xfrm>
            <a:custGeom>
              <a:rect b="b" l="l" r="r" t="t"/>
              <a:pathLst>
                <a:path extrusionOk="0" h="322" w="1775">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83"/>
            <p:cNvSpPr/>
            <p:nvPr/>
          </p:nvSpPr>
          <p:spPr>
            <a:xfrm>
              <a:off x="3858097" y="3452036"/>
              <a:ext cx="11013" cy="10249"/>
            </a:xfrm>
            <a:custGeom>
              <a:rect b="b" l="l" r="r" t="t"/>
              <a:pathLst>
                <a:path extrusionOk="0" h="322" w="346">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5" name="Google Shape;11845;p83"/>
          <p:cNvGrpSpPr/>
          <p:nvPr/>
        </p:nvGrpSpPr>
        <p:grpSpPr>
          <a:xfrm>
            <a:off x="859265" y="3424375"/>
            <a:ext cx="312316" cy="368400"/>
            <a:chOff x="859265" y="3348175"/>
            <a:chExt cx="312316" cy="368400"/>
          </a:xfrm>
        </p:grpSpPr>
        <p:sp>
          <p:nvSpPr>
            <p:cNvPr id="11846" name="Google Shape;11846;p83"/>
            <p:cNvSpPr/>
            <p:nvPr/>
          </p:nvSpPr>
          <p:spPr>
            <a:xfrm>
              <a:off x="968792" y="3507102"/>
              <a:ext cx="92498" cy="30589"/>
            </a:xfrm>
            <a:custGeom>
              <a:rect b="b" l="l" r="r" t="t"/>
              <a:pathLst>
                <a:path extrusionOk="0" h="961" w="2906">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83"/>
            <p:cNvSpPr/>
            <p:nvPr/>
          </p:nvSpPr>
          <p:spPr>
            <a:xfrm>
              <a:off x="911562" y="3458466"/>
              <a:ext cx="206577" cy="258109"/>
            </a:xfrm>
            <a:custGeom>
              <a:rect b="b" l="l" r="r" t="t"/>
              <a:pathLst>
                <a:path extrusionOk="0" h="8109" w="649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83"/>
            <p:cNvSpPr/>
            <p:nvPr/>
          </p:nvSpPr>
          <p:spPr>
            <a:xfrm>
              <a:off x="946034" y="3694580"/>
              <a:ext cx="10663" cy="21613"/>
            </a:xfrm>
            <a:custGeom>
              <a:rect b="b" l="l" r="r" t="t"/>
              <a:pathLst>
                <a:path extrusionOk="0" h="679" w="335">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83"/>
            <p:cNvSpPr/>
            <p:nvPr/>
          </p:nvSpPr>
          <p:spPr>
            <a:xfrm>
              <a:off x="1073004" y="3694580"/>
              <a:ext cx="10631" cy="21613"/>
            </a:xfrm>
            <a:custGeom>
              <a:rect b="b" l="l" r="r" t="t"/>
              <a:pathLst>
                <a:path extrusionOk="0" h="679" w="334">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83"/>
            <p:cNvSpPr/>
            <p:nvPr/>
          </p:nvSpPr>
          <p:spPr>
            <a:xfrm>
              <a:off x="859265" y="3348175"/>
              <a:ext cx="312316" cy="293759"/>
            </a:xfrm>
            <a:custGeom>
              <a:rect b="b" l="l" r="r" t="t"/>
              <a:pathLst>
                <a:path extrusionOk="0" h="9229" w="9812">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51" name="Google Shape;11851;p83"/>
          <p:cNvSpPr/>
          <p:nvPr/>
        </p:nvSpPr>
        <p:spPr>
          <a:xfrm>
            <a:off x="2256921" y="3454327"/>
            <a:ext cx="372188" cy="309260"/>
          </a:xfrm>
          <a:custGeom>
            <a:rect b="b" l="l" r="r" t="t"/>
            <a:pathLst>
              <a:path extrusionOk="0" h="9716" w="11693">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52" name="Google Shape;11852;p83"/>
          <p:cNvGrpSpPr/>
          <p:nvPr/>
        </p:nvGrpSpPr>
        <p:grpSpPr>
          <a:xfrm>
            <a:off x="2766374" y="3437213"/>
            <a:ext cx="330110" cy="308908"/>
            <a:chOff x="2766264" y="3394042"/>
            <a:chExt cx="294873" cy="275934"/>
          </a:xfrm>
        </p:grpSpPr>
        <p:sp>
          <p:nvSpPr>
            <p:cNvPr id="11853" name="Google Shape;11853;p83"/>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83"/>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83"/>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83"/>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7" name="Google Shape;11857;p83"/>
          <p:cNvGrpSpPr/>
          <p:nvPr/>
        </p:nvGrpSpPr>
        <p:grpSpPr>
          <a:xfrm>
            <a:off x="3214972" y="3435388"/>
            <a:ext cx="346406" cy="347552"/>
            <a:chOff x="3214972" y="3359188"/>
            <a:chExt cx="346406" cy="347552"/>
          </a:xfrm>
        </p:grpSpPr>
        <p:sp>
          <p:nvSpPr>
            <p:cNvPr id="11858" name="Google Shape;11858;p83"/>
            <p:cNvSpPr/>
            <p:nvPr/>
          </p:nvSpPr>
          <p:spPr>
            <a:xfrm>
              <a:off x="3301772" y="3386084"/>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83"/>
            <p:cNvSpPr/>
            <p:nvPr/>
          </p:nvSpPr>
          <p:spPr>
            <a:xfrm>
              <a:off x="3301772" y="3410339"/>
              <a:ext cx="131904" cy="11395"/>
            </a:xfrm>
            <a:custGeom>
              <a:rect b="b" l="l" r="r" t="t"/>
              <a:pathLst>
                <a:path extrusionOk="0" h="358" w="4144">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83"/>
            <p:cNvSpPr/>
            <p:nvPr/>
          </p:nvSpPr>
          <p:spPr>
            <a:xfrm>
              <a:off x="3301772" y="3484980"/>
              <a:ext cx="71649" cy="11427"/>
            </a:xfrm>
            <a:custGeom>
              <a:rect b="b" l="l" r="r" t="t"/>
              <a:pathLst>
                <a:path extrusionOk="0" h="359" w="2251">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83"/>
            <p:cNvSpPr/>
            <p:nvPr/>
          </p:nvSpPr>
          <p:spPr>
            <a:xfrm>
              <a:off x="3301772" y="3509234"/>
              <a:ext cx="130758" cy="11427"/>
            </a:xfrm>
            <a:custGeom>
              <a:rect b="b" l="l" r="r" t="t"/>
              <a:pathLst>
                <a:path extrusionOk="0" h="359" w="4108">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83"/>
            <p:cNvSpPr/>
            <p:nvPr/>
          </p:nvSpPr>
          <p:spPr>
            <a:xfrm>
              <a:off x="3301772" y="3584671"/>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83"/>
            <p:cNvSpPr/>
            <p:nvPr/>
          </p:nvSpPr>
          <p:spPr>
            <a:xfrm>
              <a:off x="3301772" y="3609308"/>
              <a:ext cx="129994" cy="11395"/>
            </a:xfrm>
            <a:custGeom>
              <a:rect b="b" l="l" r="r" t="t"/>
              <a:pathLst>
                <a:path extrusionOk="0" h="358" w="4084">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83"/>
            <p:cNvSpPr/>
            <p:nvPr/>
          </p:nvSpPr>
          <p:spPr>
            <a:xfrm>
              <a:off x="3214972" y="3458466"/>
              <a:ext cx="346406" cy="248274"/>
            </a:xfrm>
            <a:custGeom>
              <a:rect b="b" l="l" r="r" t="t"/>
              <a:pathLst>
                <a:path extrusionOk="0" h="7800" w="10883">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83"/>
            <p:cNvSpPr/>
            <p:nvPr/>
          </p:nvSpPr>
          <p:spPr>
            <a:xfrm>
              <a:off x="3238462" y="3380005"/>
              <a:ext cx="49305" cy="47427"/>
            </a:xfrm>
            <a:custGeom>
              <a:rect b="b" l="l" r="r" t="t"/>
              <a:pathLst>
                <a:path extrusionOk="0" h="1490" w="1549">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83"/>
            <p:cNvSpPr/>
            <p:nvPr/>
          </p:nvSpPr>
          <p:spPr>
            <a:xfrm>
              <a:off x="3251353" y="3380482"/>
              <a:ext cx="43607" cy="34058"/>
            </a:xfrm>
            <a:custGeom>
              <a:rect b="b" l="l" r="r" t="t"/>
              <a:pathLst>
                <a:path extrusionOk="0" h="1070" w="137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83"/>
            <p:cNvSpPr/>
            <p:nvPr/>
          </p:nvSpPr>
          <p:spPr>
            <a:xfrm>
              <a:off x="3238462" y="3479314"/>
              <a:ext cx="49305" cy="47395"/>
            </a:xfrm>
            <a:custGeom>
              <a:rect b="b" l="l" r="r" t="t"/>
              <a:pathLst>
                <a:path extrusionOk="0" h="1489" w="1549">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83"/>
            <p:cNvSpPr/>
            <p:nvPr/>
          </p:nvSpPr>
          <p:spPr>
            <a:xfrm>
              <a:off x="3251353" y="3479792"/>
              <a:ext cx="43607" cy="34408"/>
            </a:xfrm>
            <a:custGeom>
              <a:rect b="b" l="l" r="r" t="t"/>
              <a:pathLst>
                <a:path extrusionOk="0" h="1081" w="137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83"/>
            <p:cNvSpPr/>
            <p:nvPr/>
          </p:nvSpPr>
          <p:spPr>
            <a:xfrm>
              <a:off x="3238462" y="3578210"/>
              <a:ext cx="49305" cy="47809"/>
            </a:xfrm>
            <a:custGeom>
              <a:rect b="b" l="l" r="r" t="t"/>
              <a:pathLst>
                <a:path extrusionOk="0" h="1502" w="1549">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83"/>
            <p:cNvSpPr/>
            <p:nvPr/>
          </p:nvSpPr>
          <p:spPr>
            <a:xfrm>
              <a:off x="3251353" y="3579133"/>
              <a:ext cx="42843" cy="34376"/>
            </a:xfrm>
            <a:custGeom>
              <a:rect b="b" l="l" r="r" t="t"/>
              <a:pathLst>
                <a:path extrusionOk="0" h="1080" w="1346">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83"/>
            <p:cNvSpPr/>
            <p:nvPr/>
          </p:nvSpPr>
          <p:spPr>
            <a:xfrm>
              <a:off x="3215736" y="3359188"/>
              <a:ext cx="253558" cy="89442"/>
            </a:xfrm>
            <a:custGeom>
              <a:rect b="b" l="l" r="r" t="t"/>
              <a:pathLst>
                <a:path extrusionOk="0" h="2810" w="7966">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2" name="Google Shape;11872;p83"/>
          <p:cNvGrpSpPr/>
          <p:nvPr/>
        </p:nvGrpSpPr>
        <p:grpSpPr>
          <a:xfrm>
            <a:off x="4629306" y="3485393"/>
            <a:ext cx="367255" cy="244486"/>
            <a:chOff x="4629306" y="3409193"/>
            <a:chExt cx="367255" cy="244486"/>
          </a:xfrm>
        </p:grpSpPr>
        <p:sp>
          <p:nvSpPr>
            <p:cNvPr id="11873" name="Google Shape;11873;p83"/>
            <p:cNvSpPr/>
            <p:nvPr/>
          </p:nvSpPr>
          <p:spPr>
            <a:xfrm>
              <a:off x="4629306" y="3409193"/>
              <a:ext cx="367255" cy="244486"/>
            </a:xfrm>
            <a:custGeom>
              <a:rect b="b" l="l" r="r" t="t"/>
              <a:pathLst>
                <a:path extrusionOk="0" h="7681" w="11538">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83"/>
            <p:cNvSpPr/>
            <p:nvPr/>
          </p:nvSpPr>
          <p:spPr>
            <a:xfrm>
              <a:off x="4665688" y="3433447"/>
              <a:ext cx="294109" cy="195595"/>
            </a:xfrm>
            <a:custGeom>
              <a:rect b="b" l="l" r="r" t="t"/>
              <a:pathLst>
                <a:path extrusionOk="0" h="6145" w="924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83"/>
            <p:cNvSpPr/>
            <p:nvPr/>
          </p:nvSpPr>
          <p:spPr>
            <a:xfrm>
              <a:off x="4647895" y="3519866"/>
              <a:ext cx="11395" cy="23522"/>
            </a:xfrm>
            <a:custGeom>
              <a:rect b="b" l="l" r="r" t="t"/>
              <a:pathLst>
                <a:path extrusionOk="0" h="739" w="358">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83"/>
            <p:cNvSpPr/>
            <p:nvPr/>
          </p:nvSpPr>
          <p:spPr>
            <a:xfrm>
              <a:off x="4966609" y="3513404"/>
              <a:ext cx="11395" cy="36063"/>
            </a:xfrm>
            <a:custGeom>
              <a:rect b="b" l="l" r="r" t="t"/>
              <a:pathLst>
                <a:path extrusionOk="0" h="1133" w="358">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83"/>
            <p:cNvSpPr/>
            <p:nvPr/>
          </p:nvSpPr>
          <p:spPr>
            <a:xfrm>
              <a:off x="4966609" y="3433447"/>
              <a:ext cx="11777" cy="11395"/>
            </a:xfrm>
            <a:custGeom>
              <a:rect b="b" l="l" r="r" t="t"/>
              <a:pathLst>
                <a:path extrusionOk="0" h="358" w="37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83"/>
            <p:cNvSpPr/>
            <p:nvPr/>
          </p:nvSpPr>
          <p:spPr>
            <a:xfrm>
              <a:off x="4647895" y="3488799"/>
              <a:ext cx="11395" cy="17825"/>
            </a:xfrm>
            <a:custGeom>
              <a:rect b="b" l="l" r="r" t="t"/>
              <a:pathLst>
                <a:path extrusionOk="0" h="560" w="358">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83"/>
            <p:cNvSpPr/>
            <p:nvPr/>
          </p:nvSpPr>
          <p:spPr>
            <a:xfrm>
              <a:off x="4647895" y="3556247"/>
              <a:ext cx="11395" cy="17475"/>
            </a:xfrm>
            <a:custGeom>
              <a:rect b="b" l="l" r="r" t="t"/>
              <a:pathLst>
                <a:path extrusionOk="0" h="549" w="358">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83"/>
            <p:cNvSpPr/>
            <p:nvPr/>
          </p:nvSpPr>
          <p:spPr>
            <a:xfrm>
              <a:off x="4690324" y="3574804"/>
              <a:ext cx="244486" cy="36032"/>
            </a:xfrm>
            <a:custGeom>
              <a:rect b="b" l="l" r="r" t="t"/>
              <a:pathLst>
                <a:path extrusionOk="0" h="1132" w="7681">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83"/>
            <p:cNvSpPr/>
            <p:nvPr/>
          </p:nvSpPr>
          <p:spPr>
            <a:xfrm>
              <a:off x="4788870" y="3486635"/>
              <a:ext cx="53092" cy="52965"/>
            </a:xfrm>
            <a:custGeom>
              <a:rect b="b" l="l" r="r" t="t"/>
              <a:pathLst>
                <a:path extrusionOk="0" h="1664" w="1668">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83"/>
            <p:cNvSpPr/>
            <p:nvPr/>
          </p:nvSpPr>
          <p:spPr>
            <a:xfrm>
              <a:off x="4745645" y="3458084"/>
              <a:ext cx="134195" cy="109941"/>
            </a:xfrm>
            <a:custGeom>
              <a:rect b="b" l="l" r="r" t="t"/>
              <a:pathLst>
                <a:path extrusionOk="0" h="3454" w="4216">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3" name="Google Shape;11883;p83"/>
          <p:cNvGrpSpPr/>
          <p:nvPr/>
        </p:nvGrpSpPr>
        <p:grpSpPr>
          <a:xfrm>
            <a:off x="4193490" y="3426284"/>
            <a:ext cx="289939" cy="334661"/>
            <a:chOff x="4193490" y="3350084"/>
            <a:chExt cx="289939" cy="334661"/>
          </a:xfrm>
        </p:grpSpPr>
        <p:sp>
          <p:nvSpPr>
            <p:cNvPr id="11884" name="Google Shape;11884;p83"/>
            <p:cNvSpPr/>
            <p:nvPr/>
          </p:nvSpPr>
          <p:spPr>
            <a:xfrm>
              <a:off x="4193490" y="3350084"/>
              <a:ext cx="246364" cy="150110"/>
            </a:xfrm>
            <a:custGeom>
              <a:rect b="b" l="l" r="r" t="t"/>
              <a:pathLst>
                <a:path extrusionOk="0" h="4716" w="774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83"/>
            <p:cNvSpPr/>
            <p:nvPr/>
          </p:nvSpPr>
          <p:spPr>
            <a:xfrm>
              <a:off x="4193872" y="3405023"/>
              <a:ext cx="9517" cy="44753"/>
            </a:xfrm>
            <a:custGeom>
              <a:rect b="b" l="l" r="r" t="t"/>
              <a:pathLst>
                <a:path extrusionOk="0" h="1406" w="299">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83"/>
            <p:cNvSpPr/>
            <p:nvPr/>
          </p:nvSpPr>
          <p:spPr>
            <a:xfrm>
              <a:off x="4275356" y="3444460"/>
              <a:ext cx="128116" cy="9485"/>
            </a:xfrm>
            <a:custGeom>
              <a:rect b="b" l="l" r="r" t="t"/>
              <a:pathLst>
                <a:path extrusionOk="0" h="298" w="4025">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83"/>
            <p:cNvSpPr/>
            <p:nvPr/>
          </p:nvSpPr>
          <p:spPr>
            <a:xfrm>
              <a:off x="4275356" y="3463781"/>
              <a:ext cx="128116" cy="9485"/>
            </a:xfrm>
            <a:custGeom>
              <a:rect b="b" l="l" r="r" t="t"/>
              <a:pathLst>
                <a:path extrusionOk="0" h="298" w="4025">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83"/>
            <p:cNvSpPr/>
            <p:nvPr/>
          </p:nvSpPr>
          <p:spPr>
            <a:xfrm>
              <a:off x="4223442" y="3439527"/>
              <a:ext cx="38673" cy="38673"/>
            </a:xfrm>
            <a:custGeom>
              <a:rect b="b" l="l" r="r" t="t"/>
              <a:pathLst>
                <a:path extrusionOk="0" h="1215" w="1215">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83"/>
            <p:cNvSpPr/>
            <p:nvPr/>
          </p:nvSpPr>
          <p:spPr>
            <a:xfrm>
              <a:off x="4275356" y="3525913"/>
              <a:ext cx="128116" cy="9517"/>
            </a:xfrm>
            <a:custGeom>
              <a:rect b="b" l="l" r="r" t="t"/>
              <a:pathLst>
                <a:path extrusionOk="0" h="299" w="4025">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83"/>
            <p:cNvSpPr/>
            <p:nvPr/>
          </p:nvSpPr>
          <p:spPr>
            <a:xfrm>
              <a:off x="4275356" y="3544884"/>
              <a:ext cx="128116" cy="9485"/>
            </a:xfrm>
            <a:custGeom>
              <a:rect b="b" l="l" r="r" t="t"/>
              <a:pathLst>
                <a:path extrusionOk="0" h="298" w="4025">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83"/>
            <p:cNvSpPr/>
            <p:nvPr/>
          </p:nvSpPr>
          <p:spPr>
            <a:xfrm>
              <a:off x="4223442" y="3521011"/>
              <a:ext cx="38673" cy="38673"/>
            </a:xfrm>
            <a:custGeom>
              <a:rect b="b" l="l" r="r" t="t"/>
              <a:pathLst>
                <a:path extrusionOk="0" h="1215" w="1215">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83"/>
            <p:cNvSpPr/>
            <p:nvPr/>
          </p:nvSpPr>
          <p:spPr>
            <a:xfrm>
              <a:off x="4223442" y="3602464"/>
              <a:ext cx="38673" cy="38705"/>
            </a:xfrm>
            <a:custGeom>
              <a:rect b="b" l="l" r="r" t="t"/>
              <a:pathLst>
                <a:path extrusionOk="0" h="1216" w="1215">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83"/>
            <p:cNvSpPr/>
            <p:nvPr/>
          </p:nvSpPr>
          <p:spPr>
            <a:xfrm>
              <a:off x="4193872" y="3460375"/>
              <a:ext cx="289558" cy="224370"/>
            </a:xfrm>
            <a:custGeom>
              <a:rect b="b" l="l" r="r" t="t"/>
              <a:pathLst>
                <a:path extrusionOk="0" h="7049" w="9097">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4" name="Google Shape;11894;p83"/>
          <p:cNvGrpSpPr/>
          <p:nvPr/>
        </p:nvGrpSpPr>
        <p:grpSpPr>
          <a:xfrm>
            <a:off x="6533281" y="3427430"/>
            <a:ext cx="357037" cy="357005"/>
            <a:chOff x="6533281" y="3351230"/>
            <a:chExt cx="357037" cy="357005"/>
          </a:xfrm>
        </p:grpSpPr>
        <p:sp>
          <p:nvSpPr>
            <p:cNvPr id="11895" name="Google Shape;11895;p83"/>
            <p:cNvSpPr/>
            <p:nvPr/>
          </p:nvSpPr>
          <p:spPr>
            <a:xfrm>
              <a:off x="6533281" y="3351230"/>
              <a:ext cx="357037" cy="357005"/>
            </a:xfrm>
            <a:custGeom>
              <a:rect b="b" l="l" r="r" t="t"/>
              <a:pathLst>
                <a:path extrusionOk="0" h="11216" w="11217">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83"/>
            <p:cNvSpPr/>
            <p:nvPr/>
          </p:nvSpPr>
          <p:spPr>
            <a:xfrm>
              <a:off x="6570427" y="3388344"/>
              <a:ext cx="282364" cy="282396"/>
            </a:xfrm>
            <a:custGeom>
              <a:rect b="b" l="l" r="r" t="t"/>
              <a:pathLst>
                <a:path extrusionOk="0" h="8872" w="8871">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83"/>
            <p:cNvSpPr/>
            <p:nvPr/>
          </p:nvSpPr>
          <p:spPr>
            <a:xfrm>
              <a:off x="6676166" y="3494083"/>
              <a:ext cx="71267" cy="71299"/>
            </a:xfrm>
            <a:custGeom>
              <a:rect b="b" l="l" r="r" t="t"/>
              <a:pathLst>
                <a:path extrusionOk="0" h="2240" w="2239">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8" name="Google Shape;11898;p83"/>
          <p:cNvGrpSpPr/>
          <p:nvPr/>
        </p:nvGrpSpPr>
        <p:grpSpPr>
          <a:xfrm>
            <a:off x="6058441" y="3427430"/>
            <a:ext cx="357387" cy="357005"/>
            <a:chOff x="6058441" y="3351230"/>
            <a:chExt cx="357387" cy="357005"/>
          </a:xfrm>
        </p:grpSpPr>
        <p:sp>
          <p:nvSpPr>
            <p:cNvPr id="11899" name="Google Shape;11899;p83"/>
            <p:cNvSpPr/>
            <p:nvPr/>
          </p:nvSpPr>
          <p:spPr>
            <a:xfrm>
              <a:off x="6058441" y="3351230"/>
              <a:ext cx="357387" cy="357005"/>
            </a:xfrm>
            <a:custGeom>
              <a:rect b="b" l="l" r="r" t="t"/>
              <a:pathLst>
                <a:path extrusionOk="0" h="11216" w="11228">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83"/>
            <p:cNvSpPr/>
            <p:nvPr/>
          </p:nvSpPr>
          <p:spPr>
            <a:xfrm>
              <a:off x="6111120" y="3403527"/>
              <a:ext cx="252030" cy="252030"/>
            </a:xfrm>
            <a:custGeom>
              <a:rect b="b" l="l" r="r" t="t"/>
              <a:pathLst>
                <a:path extrusionOk="0" h="7918" w="7918">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1" name="Google Shape;11901;p83"/>
          <p:cNvGrpSpPr/>
          <p:nvPr/>
        </p:nvGrpSpPr>
        <p:grpSpPr>
          <a:xfrm>
            <a:off x="7957483" y="3427048"/>
            <a:ext cx="357387" cy="357387"/>
            <a:chOff x="7957483" y="3350848"/>
            <a:chExt cx="357387" cy="357387"/>
          </a:xfrm>
        </p:grpSpPr>
        <p:sp>
          <p:nvSpPr>
            <p:cNvPr id="11902" name="Google Shape;11902;p83"/>
            <p:cNvSpPr/>
            <p:nvPr/>
          </p:nvSpPr>
          <p:spPr>
            <a:xfrm>
              <a:off x="8025312" y="3410721"/>
              <a:ext cx="71649" cy="71267"/>
            </a:xfrm>
            <a:custGeom>
              <a:rect b="b" l="l" r="r" t="t"/>
              <a:pathLst>
                <a:path extrusionOk="0" h="2239" w="2251">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83"/>
            <p:cNvSpPr/>
            <p:nvPr/>
          </p:nvSpPr>
          <p:spPr>
            <a:xfrm>
              <a:off x="8191306" y="3380768"/>
              <a:ext cx="70917" cy="71299"/>
            </a:xfrm>
            <a:custGeom>
              <a:rect b="b" l="l" r="r" t="t"/>
              <a:pathLst>
                <a:path extrusionOk="0" h="2240" w="2228">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83"/>
            <p:cNvSpPr/>
            <p:nvPr/>
          </p:nvSpPr>
          <p:spPr>
            <a:xfrm>
              <a:off x="7957483" y="3350848"/>
              <a:ext cx="357387" cy="357387"/>
            </a:xfrm>
            <a:custGeom>
              <a:rect b="b" l="l" r="r" t="t"/>
              <a:pathLst>
                <a:path extrusionOk="0" h="11228" w="11228">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5" name="Google Shape;11905;p83"/>
          <p:cNvGrpSpPr/>
          <p:nvPr/>
        </p:nvGrpSpPr>
        <p:grpSpPr>
          <a:xfrm>
            <a:off x="7007771" y="3427430"/>
            <a:ext cx="357387" cy="357005"/>
            <a:chOff x="7007771" y="3351230"/>
            <a:chExt cx="357387" cy="357005"/>
          </a:xfrm>
        </p:grpSpPr>
        <p:sp>
          <p:nvSpPr>
            <p:cNvPr id="11906" name="Google Shape;11906;p83"/>
            <p:cNvSpPr/>
            <p:nvPr/>
          </p:nvSpPr>
          <p:spPr>
            <a:xfrm>
              <a:off x="7007771" y="3351230"/>
              <a:ext cx="357387" cy="357005"/>
            </a:xfrm>
            <a:custGeom>
              <a:rect b="b" l="l" r="r" t="t"/>
              <a:pathLst>
                <a:path extrusionOk="0" h="11216" w="11228">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83"/>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83"/>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83"/>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83"/>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1" name="Google Shape;11911;p83"/>
          <p:cNvGrpSpPr/>
          <p:nvPr/>
        </p:nvGrpSpPr>
        <p:grpSpPr>
          <a:xfrm>
            <a:off x="5108729" y="3427430"/>
            <a:ext cx="357005" cy="357005"/>
            <a:chOff x="5108729" y="3351230"/>
            <a:chExt cx="357005" cy="357005"/>
          </a:xfrm>
        </p:grpSpPr>
        <p:sp>
          <p:nvSpPr>
            <p:cNvPr id="11912" name="Google Shape;11912;p83"/>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83"/>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4" name="Google Shape;11914;p83"/>
          <p:cNvGrpSpPr/>
          <p:nvPr/>
        </p:nvGrpSpPr>
        <p:grpSpPr>
          <a:xfrm>
            <a:off x="5583569" y="3427430"/>
            <a:ext cx="357419" cy="357005"/>
            <a:chOff x="5583569" y="3351230"/>
            <a:chExt cx="357419" cy="357005"/>
          </a:xfrm>
        </p:grpSpPr>
        <p:sp>
          <p:nvSpPr>
            <p:cNvPr id="11915" name="Google Shape;11915;p83"/>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83"/>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7" name="Google Shape;11917;p83"/>
          <p:cNvGrpSpPr/>
          <p:nvPr/>
        </p:nvGrpSpPr>
        <p:grpSpPr>
          <a:xfrm>
            <a:off x="7482229" y="3427430"/>
            <a:ext cx="357419" cy="357005"/>
            <a:chOff x="7482229" y="3351230"/>
            <a:chExt cx="357419" cy="357005"/>
          </a:xfrm>
        </p:grpSpPr>
        <p:sp>
          <p:nvSpPr>
            <p:cNvPr id="11918" name="Google Shape;11918;p83"/>
            <p:cNvSpPr/>
            <p:nvPr/>
          </p:nvSpPr>
          <p:spPr>
            <a:xfrm>
              <a:off x="7482229" y="3351230"/>
              <a:ext cx="357419" cy="357005"/>
            </a:xfrm>
            <a:custGeom>
              <a:rect b="b" l="l" r="r" t="t"/>
              <a:pathLst>
                <a:path extrusionOk="0" h="11216" w="11229">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83"/>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83"/>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83"/>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83"/>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3" name="Google Shape;11923;p83"/>
          <p:cNvGrpSpPr/>
          <p:nvPr/>
        </p:nvGrpSpPr>
        <p:grpSpPr>
          <a:xfrm>
            <a:off x="3764485" y="2966882"/>
            <a:ext cx="222874" cy="345737"/>
            <a:chOff x="3764485" y="2890682"/>
            <a:chExt cx="222874" cy="345737"/>
          </a:xfrm>
        </p:grpSpPr>
        <p:sp>
          <p:nvSpPr>
            <p:cNvPr id="11924" name="Google Shape;11924;p83"/>
            <p:cNvSpPr/>
            <p:nvPr/>
          </p:nvSpPr>
          <p:spPr>
            <a:xfrm>
              <a:off x="3764485" y="2890682"/>
              <a:ext cx="222874" cy="345737"/>
            </a:xfrm>
            <a:custGeom>
              <a:rect b="b" l="l" r="r" t="t"/>
              <a:pathLst>
                <a:path extrusionOk="0" h="10862" w="7002">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83"/>
            <p:cNvSpPr/>
            <p:nvPr/>
          </p:nvSpPr>
          <p:spPr>
            <a:xfrm>
              <a:off x="3913799" y="2948231"/>
              <a:ext cx="20499" cy="14960"/>
            </a:xfrm>
            <a:custGeom>
              <a:rect b="b" l="l" r="r" t="t"/>
              <a:pathLst>
                <a:path extrusionOk="0" h="470" w="644">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83"/>
            <p:cNvSpPr/>
            <p:nvPr/>
          </p:nvSpPr>
          <p:spPr>
            <a:xfrm>
              <a:off x="3841418" y="2956315"/>
              <a:ext cx="10631" cy="15947"/>
            </a:xfrm>
            <a:custGeom>
              <a:rect b="b" l="l" r="r" t="t"/>
              <a:pathLst>
                <a:path extrusionOk="0" h="501" w="334">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7" name="Google Shape;11927;p83"/>
          <p:cNvGrpSpPr/>
          <p:nvPr/>
        </p:nvGrpSpPr>
        <p:grpSpPr>
          <a:xfrm>
            <a:off x="2238616" y="2984331"/>
            <a:ext cx="422596" cy="310382"/>
            <a:chOff x="2278533" y="2937377"/>
            <a:chExt cx="346788" cy="254704"/>
          </a:xfrm>
        </p:grpSpPr>
        <p:sp>
          <p:nvSpPr>
            <p:cNvPr id="11928" name="Google Shape;11928;p83"/>
            <p:cNvSpPr/>
            <p:nvPr/>
          </p:nvSpPr>
          <p:spPr>
            <a:xfrm>
              <a:off x="2317557" y="2958607"/>
              <a:ext cx="270619" cy="184200"/>
            </a:xfrm>
            <a:custGeom>
              <a:rect b="b" l="l" r="r" t="t"/>
              <a:pathLst>
                <a:path extrusionOk="0" h="5787" w="8502">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83"/>
            <p:cNvSpPr/>
            <p:nvPr/>
          </p:nvSpPr>
          <p:spPr>
            <a:xfrm>
              <a:off x="2278533" y="2937377"/>
              <a:ext cx="346788" cy="254704"/>
            </a:xfrm>
            <a:custGeom>
              <a:rect b="b" l="l" r="r" t="t"/>
              <a:pathLst>
                <a:path extrusionOk="0" h="8002" w="10895">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30" name="Google Shape;11930;p83"/>
          <p:cNvSpPr/>
          <p:nvPr/>
        </p:nvSpPr>
        <p:spPr>
          <a:xfrm>
            <a:off x="3227863" y="2967328"/>
            <a:ext cx="347552" cy="346438"/>
          </a:xfrm>
          <a:custGeom>
            <a:rect b="b" l="l" r="r" t="t"/>
            <a:pathLst>
              <a:path extrusionOk="0" h="10884" w="10919">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31" name="Google Shape;11931;p83"/>
          <p:cNvGrpSpPr/>
          <p:nvPr/>
        </p:nvGrpSpPr>
        <p:grpSpPr>
          <a:xfrm>
            <a:off x="1836637" y="2967710"/>
            <a:ext cx="286152" cy="346438"/>
            <a:chOff x="1836637" y="2891510"/>
            <a:chExt cx="286152" cy="346438"/>
          </a:xfrm>
        </p:grpSpPr>
        <p:sp>
          <p:nvSpPr>
            <p:cNvPr id="11932" name="Google Shape;11932;p83"/>
            <p:cNvSpPr/>
            <p:nvPr/>
          </p:nvSpPr>
          <p:spPr>
            <a:xfrm>
              <a:off x="1836637" y="3059413"/>
              <a:ext cx="286152" cy="178534"/>
            </a:xfrm>
            <a:custGeom>
              <a:rect b="b" l="l" r="r" t="t"/>
              <a:pathLst>
                <a:path extrusionOk="0" h="5609" w="899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83"/>
            <p:cNvSpPr/>
            <p:nvPr/>
          </p:nvSpPr>
          <p:spPr>
            <a:xfrm>
              <a:off x="1917740" y="2891510"/>
              <a:ext cx="119394" cy="161474"/>
            </a:xfrm>
            <a:custGeom>
              <a:rect b="b" l="l" r="r" t="t"/>
              <a:pathLst>
                <a:path extrusionOk="0" h="5073" w="3751">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83"/>
            <p:cNvSpPr/>
            <p:nvPr/>
          </p:nvSpPr>
          <p:spPr>
            <a:xfrm>
              <a:off x="1960933" y="3027201"/>
              <a:ext cx="32244" cy="10249"/>
            </a:xfrm>
            <a:custGeom>
              <a:rect b="b" l="l" r="r" t="t"/>
              <a:pathLst>
                <a:path extrusionOk="0" h="322" w="1013">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5" name="Google Shape;11935;p83"/>
          <p:cNvGrpSpPr/>
          <p:nvPr/>
        </p:nvGrpSpPr>
        <p:grpSpPr>
          <a:xfrm>
            <a:off x="5585861" y="2982129"/>
            <a:ext cx="379764" cy="337684"/>
            <a:chOff x="5585861" y="2905929"/>
            <a:chExt cx="379764" cy="337684"/>
          </a:xfrm>
        </p:grpSpPr>
        <p:sp>
          <p:nvSpPr>
            <p:cNvPr id="11936" name="Google Shape;11936;p83"/>
            <p:cNvSpPr/>
            <p:nvPr/>
          </p:nvSpPr>
          <p:spPr>
            <a:xfrm>
              <a:off x="5609734" y="3198096"/>
              <a:ext cx="11395" cy="45517"/>
            </a:xfrm>
            <a:custGeom>
              <a:rect b="b" l="l" r="r" t="t"/>
              <a:pathLst>
                <a:path extrusionOk="0" h="1430" w="358">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83"/>
            <p:cNvSpPr/>
            <p:nvPr/>
          </p:nvSpPr>
          <p:spPr>
            <a:xfrm>
              <a:off x="5585861" y="3048431"/>
              <a:ext cx="205431" cy="195182"/>
            </a:xfrm>
            <a:custGeom>
              <a:rect b="b" l="l" r="r" t="t"/>
              <a:pathLst>
                <a:path extrusionOk="0" h="6132" w="6454">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83"/>
            <p:cNvSpPr/>
            <p:nvPr/>
          </p:nvSpPr>
          <p:spPr>
            <a:xfrm>
              <a:off x="5740078" y="2905929"/>
              <a:ext cx="225547" cy="189516"/>
            </a:xfrm>
            <a:custGeom>
              <a:rect b="b" l="l" r="r" t="t"/>
              <a:pathLst>
                <a:path extrusionOk="0" h="5954" w="7086">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83"/>
            <p:cNvSpPr/>
            <p:nvPr/>
          </p:nvSpPr>
          <p:spPr>
            <a:xfrm>
              <a:off x="5793902" y="2928464"/>
              <a:ext cx="131553" cy="130598"/>
            </a:xfrm>
            <a:custGeom>
              <a:rect b="b" l="l" r="r" t="t"/>
              <a:pathLst>
                <a:path extrusionOk="0" h="4103" w="4133">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0" name="Google Shape;11940;p83"/>
          <p:cNvGrpSpPr/>
          <p:nvPr/>
        </p:nvGrpSpPr>
        <p:grpSpPr>
          <a:xfrm>
            <a:off x="1327676" y="2986680"/>
            <a:ext cx="347934" cy="310024"/>
            <a:chOff x="1327676" y="2910480"/>
            <a:chExt cx="347934" cy="310024"/>
          </a:xfrm>
        </p:grpSpPr>
        <p:sp>
          <p:nvSpPr>
            <p:cNvPr id="11941" name="Google Shape;11941;p83"/>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83"/>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83"/>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83"/>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83"/>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46" name="Google Shape;11946;p83"/>
          <p:cNvSpPr/>
          <p:nvPr/>
        </p:nvSpPr>
        <p:spPr>
          <a:xfrm>
            <a:off x="2785967" y="3271272"/>
            <a:ext cx="10663" cy="32244"/>
          </a:xfrm>
          <a:custGeom>
            <a:rect b="b" l="l" r="r" t="t"/>
            <a:pathLst>
              <a:path extrusionOk="0" h="1013" w="335">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47" name="Google Shape;11947;p83"/>
          <p:cNvGrpSpPr/>
          <p:nvPr/>
        </p:nvGrpSpPr>
        <p:grpSpPr>
          <a:xfrm>
            <a:off x="2753401" y="2945764"/>
            <a:ext cx="382828" cy="358601"/>
            <a:chOff x="2753373" y="2902523"/>
            <a:chExt cx="347552" cy="325557"/>
          </a:xfrm>
        </p:grpSpPr>
        <p:sp>
          <p:nvSpPr>
            <p:cNvPr id="11948" name="Google Shape;11948;p83"/>
            <p:cNvSpPr/>
            <p:nvPr/>
          </p:nvSpPr>
          <p:spPr>
            <a:xfrm>
              <a:off x="2807962" y="3018575"/>
              <a:ext cx="86418" cy="29506"/>
            </a:xfrm>
            <a:custGeom>
              <a:rect b="b" l="l" r="r" t="t"/>
              <a:pathLst>
                <a:path extrusionOk="0" h="927" w="2715">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83"/>
            <p:cNvSpPr/>
            <p:nvPr/>
          </p:nvSpPr>
          <p:spPr>
            <a:xfrm>
              <a:off x="2753373" y="2973376"/>
              <a:ext cx="195213" cy="254704"/>
            </a:xfrm>
            <a:custGeom>
              <a:rect b="b" l="l" r="r" t="t"/>
              <a:pathLst>
                <a:path extrusionOk="0" h="8002" w="6133">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83"/>
            <p:cNvSpPr/>
            <p:nvPr/>
          </p:nvSpPr>
          <p:spPr>
            <a:xfrm>
              <a:off x="2905361" y="3195072"/>
              <a:ext cx="10631" cy="32244"/>
            </a:xfrm>
            <a:custGeom>
              <a:rect b="b" l="l" r="r" t="t"/>
              <a:pathLst>
                <a:path extrusionOk="0" h="1013" w="334">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83"/>
            <p:cNvSpPr/>
            <p:nvPr/>
          </p:nvSpPr>
          <p:spPr>
            <a:xfrm>
              <a:off x="2939069" y="2934735"/>
              <a:ext cx="161856" cy="169049"/>
            </a:xfrm>
            <a:custGeom>
              <a:rect b="b" l="l" r="r" t="t"/>
              <a:pathLst>
                <a:path extrusionOk="0" h="5311" w="5085">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83"/>
            <p:cNvSpPr/>
            <p:nvPr/>
          </p:nvSpPr>
          <p:spPr>
            <a:xfrm>
              <a:off x="3002379" y="2902523"/>
              <a:ext cx="32244" cy="96668"/>
            </a:xfrm>
            <a:custGeom>
              <a:rect b="b" l="l" r="r" t="t"/>
              <a:pathLst>
                <a:path extrusionOk="0" h="3037" w="1013">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83"/>
            <p:cNvSpPr/>
            <p:nvPr/>
          </p:nvSpPr>
          <p:spPr>
            <a:xfrm>
              <a:off x="3003143" y="3005206"/>
              <a:ext cx="32244" cy="32244"/>
            </a:xfrm>
            <a:custGeom>
              <a:rect b="b" l="l" r="r" t="t"/>
              <a:pathLst>
                <a:path extrusionOk="0" h="1013" w="1013">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4" name="Google Shape;11954;p83"/>
          <p:cNvGrpSpPr/>
          <p:nvPr/>
        </p:nvGrpSpPr>
        <p:grpSpPr>
          <a:xfrm>
            <a:off x="849016" y="2979455"/>
            <a:ext cx="356655" cy="335425"/>
            <a:chOff x="849016" y="2903255"/>
            <a:chExt cx="356655" cy="335425"/>
          </a:xfrm>
        </p:grpSpPr>
        <p:sp>
          <p:nvSpPr>
            <p:cNvPr id="11955" name="Google Shape;11955;p83"/>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83"/>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83"/>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83"/>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83"/>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83"/>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83"/>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83"/>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83"/>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83"/>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83"/>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6" name="Google Shape;11966;p83"/>
          <p:cNvGrpSpPr/>
          <p:nvPr/>
        </p:nvGrpSpPr>
        <p:grpSpPr>
          <a:xfrm>
            <a:off x="4210933" y="3002977"/>
            <a:ext cx="280072" cy="275520"/>
            <a:chOff x="4210933" y="2926777"/>
            <a:chExt cx="280072" cy="275520"/>
          </a:xfrm>
        </p:grpSpPr>
        <p:sp>
          <p:nvSpPr>
            <p:cNvPr id="11967" name="Google Shape;11967;p83"/>
            <p:cNvSpPr/>
            <p:nvPr/>
          </p:nvSpPr>
          <p:spPr>
            <a:xfrm>
              <a:off x="4490623" y="2970352"/>
              <a:ext cx="32" cy="414"/>
            </a:xfrm>
            <a:custGeom>
              <a:rect b="b" l="l" r="r" t="t"/>
              <a:pathLst>
                <a:path extrusionOk="0" h="13" w="1">
                  <a:moveTo>
                    <a:pt x="0" y="0"/>
                  </a:moveTo>
                  <a:cubicBezTo>
                    <a:pt x="0" y="12"/>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83"/>
            <p:cNvSpPr/>
            <p:nvPr/>
          </p:nvSpPr>
          <p:spPr>
            <a:xfrm>
              <a:off x="4489859" y="2969589"/>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83"/>
            <p:cNvSpPr/>
            <p:nvPr/>
          </p:nvSpPr>
          <p:spPr>
            <a:xfrm>
              <a:off x="4210933" y="2944952"/>
              <a:ext cx="280072" cy="257346"/>
            </a:xfrm>
            <a:custGeom>
              <a:rect b="b" l="l" r="r" t="t"/>
              <a:pathLst>
                <a:path extrusionOk="0" h="8085" w="8799">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83"/>
            <p:cNvSpPr/>
            <p:nvPr/>
          </p:nvSpPr>
          <p:spPr>
            <a:xfrm>
              <a:off x="4212047" y="2926777"/>
              <a:ext cx="144826" cy="234619"/>
            </a:xfrm>
            <a:custGeom>
              <a:rect b="b" l="l" r="r" t="t"/>
              <a:pathLst>
                <a:path extrusionOk="0" h="7371" w="455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83"/>
            <p:cNvSpPr/>
            <p:nvPr/>
          </p:nvSpPr>
          <p:spPr>
            <a:xfrm>
              <a:off x="4246550" y="2996103"/>
              <a:ext cx="28074" cy="28106"/>
            </a:xfrm>
            <a:custGeom>
              <a:rect b="b" l="l" r="r" t="t"/>
              <a:pathLst>
                <a:path extrusionOk="0" h="883" w="882">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83"/>
            <p:cNvSpPr/>
            <p:nvPr/>
          </p:nvSpPr>
          <p:spPr>
            <a:xfrm>
              <a:off x="4285956" y="3015456"/>
              <a:ext cx="97814" cy="8753"/>
            </a:xfrm>
            <a:custGeom>
              <a:rect b="b" l="l" r="r" t="t"/>
              <a:pathLst>
                <a:path extrusionOk="0" h="275" w="3073">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83"/>
            <p:cNvSpPr/>
            <p:nvPr/>
          </p:nvSpPr>
          <p:spPr>
            <a:xfrm>
              <a:off x="4285956" y="3001800"/>
              <a:ext cx="30366" cy="8753"/>
            </a:xfrm>
            <a:custGeom>
              <a:rect b="b" l="l" r="r" t="t"/>
              <a:pathLst>
                <a:path extrusionOk="0" h="275" w="954">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83"/>
            <p:cNvSpPr/>
            <p:nvPr/>
          </p:nvSpPr>
          <p:spPr>
            <a:xfrm>
              <a:off x="4246550" y="3060177"/>
              <a:ext cx="28074" cy="28074"/>
            </a:xfrm>
            <a:custGeom>
              <a:rect b="b" l="l" r="r" t="t"/>
              <a:pathLst>
                <a:path extrusionOk="0" h="882" w="882">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83"/>
            <p:cNvSpPr/>
            <p:nvPr/>
          </p:nvSpPr>
          <p:spPr>
            <a:xfrm>
              <a:off x="4285956" y="3080261"/>
              <a:ext cx="97814" cy="8371"/>
            </a:xfrm>
            <a:custGeom>
              <a:rect b="b" l="l" r="r" t="t"/>
              <a:pathLst>
                <a:path extrusionOk="0" h="263" w="3073">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83"/>
            <p:cNvSpPr/>
            <p:nvPr/>
          </p:nvSpPr>
          <p:spPr>
            <a:xfrm>
              <a:off x="4285956" y="3066224"/>
              <a:ext cx="30366" cy="8753"/>
            </a:xfrm>
            <a:custGeom>
              <a:rect b="b" l="l" r="r" t="t"/>
              <a:pathLst>
                <a:path extrusionOk="0" h="275" w="954">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83"/>
            <p:cNvSpPr/>
            <p:nvPr/>
          </p:nvSpPr>
          <p:spPr>
            <a:xfrm>
              <a:off x="4246550" y="3124601"/>
              <a:ext cx="28074" cy="28074"/>
            </a:xfrm>
            <a:custGeom>
              <a:rect b="b" l="l" r="r" t="t"/>
              <a:pathLst>
                <a:path extrusionOk="0" h="882" w="882">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83"/>
            <p:cNvSpPr/>
            <p:nvPr/>
          </p:nvSpPr>
          <p:spPr>
            <a:xfrm>
              <a:off x="4285956" y="3143921"/>
              <a:ext cx="97814" cy="8753"/>
            </a:xfrm>
            <a:custGeom>
              <a:rect b="b" l="l" r="r" t="t"/>
              <a:pathLst>
                <a:path extrusionOk="0" h="275" w="3073">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83"/>
            <p:cNvSpPr/>
            <p:nvPr/>
          </p:nvSpPr>
          <p:spPr>
            <a:xfrm>
              <a:off x="4285956" y="3130266"/>
              <a:ext cx="30366" cy="8371"/>
            </a:xfrm>
            <a:custGeom>
              <a:rect b="b" l="l" r="r" t="t"/>
              <a:pathLst>
                <a:path extrusionOk="0" h="263" w="954">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0" name="Google Shape;11980;p83"/>
          <p:cNvGrpSpPr/>
          <p:nvPr/>
        </p:nvGrpSpPr>
        <p:grpSpPr>
          <a:xfrm>
            <a:off x="4667216" y="2991582"/>
            <a:ext cx="320273" cy="318395"/>
            <a:chOff x="4667216" y="2915382"/>
            <a:chExt cx="320273" cy="318395"/>
          </a:xfrm>
        </p:grpSpPr>
        <p:sp>
          <p:nvSpPr>
            <p:cNvPr id="11981" name="Google Shape;11981;p83"/>
            <p:cNvSpPr/>
            <p:nvPr/>
          </p:nvSpPr>
          <p:spPr>
            <a:xfrm>
              <a:off x="4686154" y="2938140"/>
              <a:ext cx="166789" cy="163734"/>
            </a:xfrm>
            <a:custGeom>
              <a:rect b="b" l="l" r="r" t="t"/>
              <a:pathLst>
                <a:path extrusionOk="0" h="5144" w="524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83"/>
            <p:cNvSpPr/>
            <p:nvPr/>
          </p:nvSpPr>
          <p:spPr>
            <a:xfrm>
              <a:off x="4667216" y="2915382"/>
              <a:ext cx="320273" cy="318395"/>
            </a:xfrm>
            <a:custGeom>
              <a:rect b="b" l="l" r="r" t="t"/>
              <a:pathLst>
                <a:path extrusionOk="0" h="10003" w="10062">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83"/>
            <p:cNvSpPr/>
            <p:nvPr/>
          </p:nvSpPr>
          <p:spPr>
            <a:xfrm>
              <a:off x="4733899" y="2960772"/>
              <a:ext cx="75469" cy="86546"/>
            </a:xfrm>
            <a:custGeom>
              <a:rect b="b" l="l" r="r" t="t"/>
              <a:pathLst>
                <a:path extrusionOk="0" h="2719" w="2371">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83"/>
            <p:cNvSpPr/>
            <p:nvPr/>
          </p:nvSpPr>
          <p:spPr>
            <a:xfrm>
              <a:off x="4755894" y="3048431"/>
              <a:ext cx="31098" cy="32244"/>
            </a:xfrm>
            <a:custGeom>
              <a:rect b="b" l="l" r="r" t="t"/>
              <a:pathLst>
                <a:path extrusionOk="0" h="1013" w="977">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5" name="Google Shape;11985;p83"/>
          <p:cNvGrpSpPr/>
          <p:nvPr/>
        </p:nvGrpSpPr>
        <p:grpSpPr>
          <a:xfrm>
            <a:off x="5170480" y="3010839"/>
            <a:ext cx="261929" cy="280550"/>
            <a:chOff x="5170480" y="2934639"/>
            <a:chExt cx="261929" cy="280550"/>
          </a:xfrm>
        </p:grpSpPr>
        <p:sp>
          <p:nvSpPr>
            <p:cNvPr id="11986" name="Google Shape;11986;p83"/>
            <p:cNvSpPr/>
            <p:nvPr/>
          </p:nvSpPr>
          <p:spPr>
            <a:xfrm>
              <a:off x="5170480" y="2934639"/>
              <a:ext cx="243340" cy="280550"/>
            </a:xfrm>
            <a:custGeom>
              <a:rect b="b" l="l" r="r" t="t"/>
              <a:pathLst>
                <a:path extrusionOk="0" h="8814" w="7645">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83"/>
            <p:cNvSpPr/>
            <p:nvPr/>
          </p:nvSpPr>
          <p:spPr>
            <a:xfrm>
              <a:off x="5217493" y="3007116"/>
              <a:ext cx="34122" cy="34122"/>
            </a:xfrm>
            <a:custGeom>
              <a:rect b="b" l="l" r="r" t="t"/>
              <a:pathLst>
                <a:path extrusionOk="0" h="1072" w="1072">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83"/>
            <p:cNvSpPr/>
            <p:nvPr/>
          </p:nvSpPr>
          <p:spPr>
            <a:xfrm>
              <a:off x="5264474" y="3007116"/>
              <a:ext cx="26196" cy="8371"/>
            </a:xfrm>
            <a:custGeom>
              <a:rect b="b" l="l" r="r" t="t"/>
              <a:pathLst>
                <a:path extrusionOk="0" h="263" w="823">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83"/>
            <p:cNvSpPr/>
            <p:nvPr/>
          </p:nvSpPr>
          <p:spPr>
            <a:xfrm>
              <a:off x="5264856" y="3029079"/>
              <a:ext cx="86068" cy="8371"/>
            </a:xfrm>
            <a:custGeom>
              <a:rect b="b" l="l" r="r" t="t"/>
              <a:pathLst>
                <a:path extrusionOk="0" h="263" w="2704">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83"/>
            <p:cNvSpPr/>
            <p:nvPr/>
          </p:nvSpPr>
          <p:spPr>
            <a:xfrm>
              <a:off x="5227710" y="3062819"/>
              <a:ext cx="51565" cy="8753"/>
            </a:xfrm>
            <a:custGeom>
              <a:rect b="b" l="l" r="r" t="t"/>
              <a:pathLst>
                <a:path extrusionOk="0" h="275" w="162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83"/>
            <p:cNvSpPr/>
            <p:nvPr/>
          </p:nvSpPr>
          <p:spPr>
            <a:xfrm>
              <a:off x="5196644" y="3182945"/>
              <a:ext cx="42461" cy="8371"/>
            </a:xfrm>
            <a:custGeom>
              <a:rect b="b" l="l" r="r" t="t"/>
              <a:pathLst>
                <a:path extrusionOk="0" h="263" w="1334">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83"/>
            <p:cNvSpPr/>
            <p:nvPr/>
          </p:nvSpPr>
          <p:spPr>
            <a:xfrm>
              <a:off x="5210299" y="3013928"/>
              <a:ext cx="222110" cy="201261"/>
            </a:xfrm>
            <a:custGeom>
              <a:rect b="b" l="l" r="r" t="t"/>
              <a:pathLst>
                <a:path extrusionOk="0" h="6323" w="6978">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3" name="Google Shape;11993;p83"/>
          <p:cNvGrpSpPr/>
          <p:nvPr/>
        </p:nvGrpSpPr>
        <p:grpSpPr>
          <a:xfrm>
            <a:off x="6069423" y="2968091"/>
            <a:ext cx="362321" cy="364231"/>
            <a:chOff x="6069423" y="2891892"/>
            <a:chExt cx="362321" cy="364231"/>
          </a:xfrm>
        </p:grpSpPr>
        <p:sp>
          <p:nvSpPr>
            <p:cNvPr id="11994" name="Google Shape;11994;p83"/>
            <p:cNvSpPr/>
            <p:nvPr/>
          </p:nvSpPr>
          <p:spPr>
            <a:xfrm>
              <a:off x="6069423" y="2891892"/>
              <a:ext cx="278958" cy="278958"/>
            </a:xfrm>
            <a:custGeom>
              <a:rect b="b" l="l" r="r" t="t"/>
              <a:pathLst>
                <a:path extrusionOk="0" h="8764" w="8764">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83"/>
            <p:cNvSpPr/>
            <p:nvPr/>
          </p:nvSpPr>
          <p:spPr>
            <a:xfrm>
              <a:off x="6161507" y="2967679"/>
              <a:ext cx="111851" cy="97432"/>
            </a:xfrm>
            <a:custGeom>
              <a:rect b="b" l="l" r="r" t="t"/>
              <a:pathLst>
                <a:path extrusionOk="0" h="3061" w="3514">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83"/>
            <p:cNvSpPr/>
            <p:nvPr/>
          </p:nvSpPr>
          <p:spPr>
            <a:xfrm>
              <a:off x="6144828" y="3007848"/>
              <a:ext cx="105389" cy="88742"/>
            </a:xfrm>
            <a:custGeom>
              <a:rect b="b" l="l" r="r" t="t"/>
              <a:pathLst>
                <a:path extrusionOk="0" h="2788" w="3311">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83"/>
            <p:cNvSpPr/>
            <p:nvPr/>
          </p:nvSpPr>
          <p:spPr>
            <a:xfrm>
              <a:off x="6245633" y="3069248"/>
              <a:ext cx="186110" cy="186874"/>
            </a:xfrm>
            <a:custGeom>
              <a:rect b="b" l="l" r="r" t="t"/>
              <a:pathLst>
                <a:path extrusionOk="0" h="5871" w="5847">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83"/>
            <p:cNvSpPr/>
            <p:nvPr/>
          </p:nvSpPr>
          <p:spPr>
            <a:xfrm>
              <a:off x="6305888" y="3129884"/>
              <a:ext cx="64488" cy="64456"/>
            </a:xfrm>
            <a:custGeom>
              <a:rect b="b" l="l" r="r" t="t"/>
              <a:pathLst>
                <a:path extrusionOk="0" h="2025" w="2026">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83"/>
            <p:cNvSpPr/>
            <p:nvPr/>
          </p:nvSpPr>
          <p:spPr>
            <a:xfrm>
              <a:off x="6173634" y="2997631"/>
              <a:ext cx="70153" cy="70153"/>
            </a:xfrm>
            <a:custGeom>
              <a:rect b="b" l="l" r="r" t="t"/>
              <a:pathLst>
                <a:path extrusionOk="0" h="2204" w="2204">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0" name="Google Shape;12000;p83"/>
          <p:cNvGrpSpPr/>
          <p:nvPr/>
        </p:nvGrpSpPr>
        <p:grpSpPr>
          <a:xfrm>
            <a:off x="6571955" y="2995370"/>
            <a:ext cx="308878" cy="311170"/>
            <a:chOff x="6571955" y="2919170"/>
            <a:chExt cx="308878" cy="311170"/>
          </a:xfrm>
        </p:grpSpPr>
        <p:sp>
          <p:nvSpPr>
            <p:cNvPr id="12001" name="Google Shape;12001;p83"/>
            <p:cNvSpPr/>
            <p:nvPr/>
          </p:nvSpPr>
          <p:spPr>
            <a:xfrm>
              <a:off x="6571955" y="2919170"/>
              <a:ext cx="245982" cy="237675"/>
            </a:xfrm>
            <a:custGeom>
              <a:rect b="b" l="l" r="r" t="t"/>
              <a:pathLst>
                <a:path extrusionOk="0" h="7467" w="7728">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83"/>
            <p:cNvSpPr/>
            <p:nvPr/>
          </p:nvSpPr>
          <p:spPr>
            <a:xfrm>
              <a:off x="6708760" y="3206436"/>
              <a:ext cx="33740" cy="9517"/>
            </a:xfrm>
            <a:custGeom>
              <a:rect b="b" l="l" r="r" t="t"/>
              <a:pathLst>
                <a:path extrusionOk="0" h="299" w="106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83"/>
            <p:cNvSpPr/>
            <p:nvPr/>
          </p:nvSpPr>
          <p:spPr>
            <a:xfrm>
              <a:off x="6604549" y="2993079"/>
              <a:ext cx="59904" cy="51565"/>
            </a:xfrm>
            <a:custGeom>
              <a:rect b="b" l="l" r="r" t="t"/>
              <a:pathLst>
                <a:path extrusionOk="0" h="1620" w="1882">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83"/>
            <p:cNvSpPr/>
            <p:nvPr/>
          </p:nvSpPr>
          <p:spPr>
            <a:xfrm>
              <a:off x="6634469" y="2991933"/>
              <a:ext cx="246364" cy="238407"/>
            </a:xfrm>
            <a:custGeom>
              <a:rect b="b" l="l" r="r" t="t"/>
              <a:pathLst>
                <a:path extrusionOk="0" h="7490" w="774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83"/>
            <p:cNvSpPr/>
            <p:nvPr/>
          </p:nvSpPr>
          <p:spPr>
            <a:xfrm>
              <a:off x="6790627" y="3057885"/>
              <a:ext cx="52329" cy="60668"/>
            </a:xfrm>
            <a:custGeom>
              <a:rect b="b" l="l" r="r" t="t"/>
              <a:pathLst>
                <a:path extrusionOk="0" h="1906" w="1644">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83"/>
            <p:cNvSpPr/>
            <p:nvPr/>
          </p:nvSpPr>
          <p:spPr>
            <a:xfrm>
              <a:off x="6712166" y="2975286"/>
              <a:ext cx="73941" cy="9485"/>
            </a:xfrm>
            <a:custGeom>
              <a:rect b="b" l="l" r="r" t="t"/>
              <a:pathLst>
                <a:path extrusionOk="0" h="298" w="2323">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83"/>
            <p:cNvSpPr/>
            <p:nvPr/>
          </p:nvSpPr>
          <p:spPr>
            <a:xfrm>
              <a:off x="6712166" y="2993461"/>
              <a:ext cx="73941" cy="9517"/>
            </a:xfrm>
            <a:custGeom>
              <a:rect b="b" l="l" r="r" t="t"/>
              <a:pathLst>
                <a:path extrusionOk="0" h="299" w="2323">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83"/>
            <p:cNvSpPr/>
            <p:nvPr/>
          </p:nvSpPr>
          <p:spPr>
            <a:xfrm>
              <a:off x="6712166" y="3012050"/>
              <a:ext cx="73941" cy="9485"/>
            </a:xfrm>
            <a:custGeom>
              <a:rect b="b" l="l" r="r" t="t"/>
              <a:pathLst>
                <a:path extrusionOk="0" h="298" w="2323">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83"/>
            <p:cNvSpPr/>
            <p:nvPr/>
          </p:nvSpPr>
          <p:spPr>
            <a:xfrm>
              <a:off x="6662511" y="3103752"/>
              <a:ext cx="73941" cy="27310"/>
            </a:xfrm>
            <a:custGeom>
              <a:rect b="b" l="l" r="r" t="t"/>
              <a:pathLst>
                <a:path extrusionOk="0" h="858" w="2323">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83"/>
            <p:cNvSpPr/>
            <p:nvPr/>
          </p:nvSpPr>
          <p:spPr>
            <a:xfrm>
              <a:off x="6662893" y="3140134"/>
              <a:ext cx="73941" cy="9485"/>
            </a:xfrm>
            <a:custGeom>
              <a:rect b="b" l="l" r="r" t="t"/>
              <a:pathLst>
                <a:path extrusionOk="0" h="298" w="2323">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1" name="Google Shape;12011;p83"/>
          <p:cNvGrpSpPr/>
          <p:nvPr/>
        </p:nvGrpSpPr>
        <p:grpSpPr>
          <a:xfrm>
            <a:off x="7500054" y="3010935"/>
            <a:ext cx="350576" cy="280454"/>
            <a:chOff x="7500054" y="2934735"/>
            <a:chExt cx="350576" cy="280454"/>
          </a:xfrm>
        </p:grpSpPr>
        <p:sp>
          <p:nvSpPr>
            <p:cNvPr id="12012" name="Google Shape;12012;p83"/>
            <p:cNvSpPr/>
            <p:nvPr/>
          </p:nvSpPr>
          <p:spPr>
            <a:xfrm>
              <a:off x="7571671" y="2959371"/>
              <a:ext cx="191426" cy="10249"/>
            </a:xfrm>
            <a:custGeom>
              <a:rect b="b" l="l" r="r" t="t"/>
              <a:pathLst>
                <a:path extrusionOk="0" h="322" w="6014">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83"/>
            <p:cNvSpPr/>
            <p:nvPr/>
          </p:nvSpPr>
          <p:spPr>
            <a:xfrm>
              <a:off x="7500054" y="2934735"/>
              <a:ext cx="350576" cy="280454"/>
            </a:xfrm>
            <a:custGeom>
              <a:rect b="b" l="l" r="r" t="t"/>
              <a:pathLst>
                <a:path extrusionOk="0" h="8811" w="11014">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83"/>
            <p:cNvSpPr/>
            <p:nvPr/>
          </p:nvSpPr>
          <p:spPr>
            <a:xfrm>
              <a:off x="7539459" y="3074564"/>
              <a:ext cx="82663" cy="10249"/>
            </a:xfrm>
            <a:custGeom>
              <a:rect b="b" l="l" r="r" t="t"/>
              <a:pathLst>
                <a:path extrusionOk="0" h="322"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83"/>
            <p:cNvSpPr/>
            <p:nvPr/>
          </p:nvSpPr>
          <p:spPr>
            <a:xfrm>
              <a:off x="7539459" y="3099582"/>
              <a:ext cx="82663" cy="10249"/>
            </a:xfrm>
            <a:custGeom>
              <a:rect b="b" l="l" r="r" t="t"/>
              <a:pathLst>
                <a:path extrusionOk="0" h="322" w="2597">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83"/>
            <p:cNvSpPr/>
            <p:nvPr/>
          </p:nvSpPr>
          <p:spPr>
            <a:xfrm>
              <a:off x="7539459" y="3124601"/>
              <a:ext cx="82663" cy="10631"/>
            </a:xfrm>
            <a:custGeom>
              <a:rect b="b" l="l" r="r" t="t"/>
              <a:pathLst>
                <a:path extrusionOk="0" h="334" w="2597">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83"/>
            <p:cNvSpPr/>
            <p:nvPr/>
          </p:nvSpPr>
          <p:spPr>
            <a:xfrm>
              <a:off x="7539459" y="3149587"/>
              <a:ext cx="82663" cy="10663"/>
            </a:xfrm>
            <a:custGeom>
              <a:rect b="b" l="l" r="r" t="t"/>
              <a:pathLst>
                <a:path extrusionOk="0" h="335" w="2597">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83"/>
            <p:cNvSpPr/>
            <p:nvPr/>
          </p:nvSpPr>
          <p:spPr>
            <a:xfrm>
              <a:off x="7539459" y="3174988"/>
              <a:ext cx="82663" cy="10281"/>
            </a:xfrm>
            <a:custGeom>
              <a:rect b="b" l="l" r="r" t="t"/>
              <a:pathLst>
                <a:path extrusionOk="0" h="323"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83"/>
            <p:cNvSpPr/>
            <p:nvPr/>
          </p:nvSpPr>
          <p:spPr>
            <a:xfrm>
              <a:off x="7539459" y="3011286"/>
              <a:ext cx="220614" cy="47395"/>
            </a:xfrm>
            <a:custGeom>
              <a:rect b="b" l="l" r="r" t="t"/>
              <a:pathLst>
                <a:path extrusionOk="0" h="1489" w="6931">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0" name="Google Shape;12020;p83"/>
          <p:cNvGrpSpPr/>
          <p:nvPr/>
        </p:nvGrpSpPr>
        <p:grpSpPr>
          <a:xfrm>
            <a:off x="7024430" y="2950862"/>
            <a:ext cx="332012" cy="355454"/>
            <a:chOff x="7055134" y="2919170"/>
            <a:chExt cx="290321" cy="310820"/>
          </a:xfrm>
        </p:grpSpPr>
        <p:sp>
          <p:nvSpPr>
            <p:cNvPr id="12021" name="Google Shape;12021;p83"/>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83"/>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83"/>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83"/>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83"/>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83"/>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83"/>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83"/>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83"/>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83"/>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83"/>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83"/>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83"/>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83"/>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5" name="Google Shape;12035;p83"/>
          <p:cNvGrpSpPr/>
          <p:nvPr/>
        </p:nvGrpSpPr>
        <p:grpSpPr>
          <a:xfrm>
            <a:off x="7985143" y="2976813"/>
            <a:ext cx="330109" cy="347552"/>
            <a:chOff x="7985143" y="2900613"/>
            <a:chExt cx="330109" cy="347552"/>
          </a:xfrm>
        </p:grpSpPr>
        <p:sp>
          <p:nvSpPr>
            <p:cNvPr id="12036" name="Google Shape;12036;p83"/>
            <p:cNvSpPr/>
            <p:nvPr/>
          </p:nvSpPr>
          <p:spPr>
            <a:xfrm>
              <a:off x="8143943" y="3145449"/>
              <a:ext cx="13273" cy="10631"/>
            </a:xfrm>
            <a:custGeom>
              <a:rect b="b" l="l" r="r" t="t"/>
              <a:pathLst>
                <a:path extrusionOk="0" h="334" w="417">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83"/>
            <p:cNvSpPr/>
            <p:nvPr/>
          </p:nvSpPr>
          <p:spPr>
            <a:xfrm>
              <a:off x="8163264" y="3005970"/>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83"/>
            <p:cNvSpPr/>
            <p:nvPr/>
          </p:nvSpPr>
          <p:spPr>
            <a:xfrm>
              <a:off x="8163264" y="3005970"/>
              <a:ext cx="5347" cy="11013"/>
            </a:xfrm>
            <a:custGeom>
              <a:rect b="b" l="l" r="r" t="t"/>
              <a:pathLst>
                <a:path extrusionOk="0" h="346" w="168">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83"/>
            <p:cNvSpPr/>
            <p:nvPr/>
          </p:nvSpPr>
          <p:spPr>
            <a:xfrm>
              <a:off x="8163264" y="3005588"/>
              <a:ext cx="32" cy="414"/>
            </a:xfrm>
            <a:custGeom>
              <a:rect b="b" l="l" r="r" t="t"/>
              <a:pathLst>
                <a:path extrusionOk="0" h="13" w="1">
                  <a:moveTo>
                    <a:pt x="1" y="1"/>
                  </a:moveTo>
                  <a:cubicBezTo>
                    <a:pt x="1" y="13"/>
                    <a:pt x="1" y="13"/>
                    <a:pt x="1" y="1"/>
                  </a:cubicBezTo>
                  <a:cubicBezTo>
                    <a:pt x="1" y="13"/>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83"/>
            <p:cNvSpPr/>
            <p:nvPr/>
          </p:nvSpPr>
          <p:spPr>
            <a:xfrm>
              <a:off x="8168579" y="3016952"/>
              <a:ext cx="32" cy="796"/>
            </a:xfrm>
            <a:custGeom>
              <a:rect b="b" l="l" r="r" t="t"/>
              <a:pathLst>
                <a:path extrusionOk="0" h="25" w="1">
                  <a:moveTo>
                    <a:pt x="0" y="1"/>
                  </a:moveTo>
                  <a:cubicBezTo>
                    <a:pt x="0" y="25"/>
                    <a:pt x="0" y="25"/>
                    <a:pt x="0" y="1"/>
                  </a:cubicBezTo>
                  <a:cubicBezTo>
                    <a:pt x="0" y="25"/>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83"/>
            <p:cNvSpPr/>
            <p:nvPr/>
          </p:nvSpPr>
          <p:spPr>
            <a:xfrm>
              <a:off x="7985143" y="2900613"/>
              <a:ext cx="330109" cy="347552"/>
            </a:xfrm>
            <a:custGeom>
              <a:rect b="b" l="l" r="r" t="t"/>
              <a:pathLst>
                <a:path extrusionOk="0" h="10919" w="10371">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83"/>
            <p:cNvSpPr/>
            <p:nvPr/>
          </p:nvSpPr>
          <p:spPr>
            <a:xfrm>
              <a:off x="8168579" y="3016952"/>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83"/>
            <p:cNvSpPr/>
            <p:nvPr/>
          </p:nvSpPr>
          <p:spPr>
            <a:xfrm>
              <a:off x="8168579" y="3017715"/>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4" name="Google Shape;12044;p83"/>
          <p:cNvGrpSpPr/>
          <p:nvPr/>
        </p:nvGrpSpPr>
        <p:grpSpPr>
          <a:xfrm>
            <a:off x="7990840" y="2511426"/>
            <a:ext cx="354363" cy="353631"/>
            <a:chOff x="7990840" y="2435226"/>
            <a:chExt cx="354363" cy="353631"/>
          </a:xfrm>
        </p:grpSpPr>
        <p:sp>
          <p:nvSpPr>
            <p:cNvPr id="12045" name="Google Shape;12045;p83"/>
            <p:cNvSpPr/>
            <p:nvPr/>
          </p:nvSpPr>
          <p:spPr>
            <a:xfrm>
              <a:off x="7990840" y="2435226"/>
              <a:ext cx="354363" cy="353631"/>
            </a:xfrm>
            <a:custGeom>
              <a:rect b="b" l="l" r="r" t="t"/>
              <a:pathLst>
                <a:path extrusionOk="0" h="11110" w="11133">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83"/>
            <p:cNvSpPr/>
            <p:nvPr/>
          </p:nvSpPr>
          <p:spPr>
            <a:xfrm>
              <a:off x="8190160" y="2704158"/>
              <a:ext cx="61814" cy="45644"/>
            </a:xfrm>
            <a:custGeom>
              <a:rect b="b" l="l" r="r" t="t"/>
              <a:pathLst>
                <a:path extrusionOk="0" h="1434" w="1942">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83"/>
            <p:cNvSpPr/>
            <p:nvPr/>
          </p:nvSpPr>
          <p:spPr>
            <a:xfrm>
              <a:off x="8162882" y="2684201"/>
              <a:ext cx="22026" cy="18239"/>
            </a:xfrm>
            <a:custGeom>
              <a:rect b="b" l="l" r="r" t="t"/>
              <a:pathLst>
                <a:path extrusionOk="0" h="573" w="692">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8" name="Google Shape;12048;p83"/>
          <p:cNvGrpSpPr/>
          <p:nvPr/>
        </p:nvGrpSpPr>
        <p:grpSpPr>
          <a:xfrm>
            <a:off x="1817317" y="2556530"/>
            <a:ext cx="350958" cy="263043"/>
            <a:chOff x="1817317" y="2480330"/>
            <a:chExt cx="350958" cy="263043"/>
          </a:xfrm>
        </p:grpSpPr>
        <p:sp>
          <p:nvSpPr>
            <p:cNvPr id="12049" name="Google Shape;12049;p83"/>
            <p:cNvSpPr/>
            <p:nvPr/>
          </p:nvSpPr>
          <p:spPr>
            <a:xfrm>
              <a:off x="1817317" y="2480330"/>
              <a:ext cx="350958" cy="191426"/>
            </a:xfrm>
            <a:custGeom>
              <a:rect b="b" l="l" r="r" t="t"/>
              <a:pathLst>
                <a:path extrusionOk="0" h="6014" w="11026">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83"/>
            <p:cNvSpPr/>
            <p:nvPr/>
          </p:nvSpPr>
          <p:spPr>
            <a:xfrm>
              <a:off x="1926844" y="2568626"/>
              <a:ext cx="131140" cy="174747"/>
            </a:xfrm>
            <a:custGeom>
              <a:rect b="b" l="l" r="r" t="t"/>
              <a:pathLst>
                <a:path extrusionOk="0" h="5490" w="412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83"/>
            <p:cNvSpPr/>
            <p:nvPr/>
          </p:nvSpPr>
          <p:spPr>
            <a:xfrm>
              <a:off x="1965485" y="2639893"/>
              <a:ext cx="55002" cy="70885"/>
            </a:xfrm>
            <a:custGeom>
              <a:rect b="b" l="l" r="r" t="t"/>
              <a:pathLst>
                <a:path extrusionOk="0" h="2227" w="1728">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83"/>
            <p:cNvSpPr/>
            <p:nvPr/>
          </p:nvSpPr>
          <p:spPr>
            <a:xfrm>
              <a:off x="1965103" y="2503406"/>
              <a:ext cx="43989" cy="31162"/>
            </a:xfrm>
            <a:custGeom>
              <a:rect b="b" l="l" r="r" t="t"/>
              <a:pathLst>
                <a:path extrusionOk="0" h="979" w="1382">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83"/>
            <p:cNvSpPr/>
            <p:nvPr/>
          </p:nvSpPr>
          <p:spPr>
            <a:xfrm>
              <a:off x="2052668" y="2537369"/>
              <a:ext cx="34504" cy="30175"/>
            </a:xfrm>
            <a:custGeom>
              <a:rect b="b" l="l" r="r" t="t"/>
              <a:pathLst>
                <a:path extrusionOk="0" h="948" w="1084">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4" name="Google Shape;12054;p83"/>
          <p:cNvGrpSpPr/>
          <p:nvPr/>
        </p:nvGrpSpPr>
        <p:grpSpPr>
          <a:xfrm>
            <a:off x="1341727" y="2559549"/>
            <a:ext cx="419913" cy="308109"/>
            <a:chOff x="1341727" y="2483349"/>
            <a:chExt cx="419913" cy="308109"/>
          </a:xfrm>
        </p:grpSpPr>
        <p:sp>
          <p:nvSpPr>
            <p:cNvPr id="12055" name="Google Shape;12055;p83"/>
            <p:cNvSpPr/>
            <p:nvPr/>
          </p:nvSpPr>
          <p:spPr>
            <a:xfrm>
              <a:off x="1623896" y="2522310"/>
              <a:ext cx="53488" cy="18605"/>
            </a:xfrm>
            <a:custGeom>
              <a:rect b="b" l="l" r="r" t="t"/>
              <a:pathLst>
                <a:path extrusionOk="0" h="489" w="1406">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83"/>
            <p:cNvSpPr/>
            <p:nvPr/>
          </p:nvSpPr>
          <p:spPr>
            <a:xfrm>
              <a:off x="1341727" y="2483349"/>
              <a:ext cx="419913" cy="308109"/>
            </a:xfrm>
            <a:custGeom>
              <a:rect b="b" l="l" r="r" t="t"/>
              <a:pathLst>
                <a:path extrusionOk="0" h="8098" w="11038">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83"/>
            <p:cNvSpPr/>
            <p:nvPr/>
          </p:nvSpPr>
          <p:spPr>
            <a:xfrm>
              <a:off x="1611228" y="2679979"/>
              <a:ext cx="12250" cy="12708"/>
            </a:xfrm>
            <a:custGeom>
              <a:rect b="b" l="l" r="r" t="t"/>
              <a:pathLst>
                <a:path extrusionOk="0" h="334" w="322">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8" name="Google Shape;12058;p83"/>
          <p:cNvGrpSpPr/>
          <p:nvPr/>
        </p:nvGrpSpPr>
        <p:grpSpPr>
          <a:xfrm>
            <a:off x="854332" y="2523936"/>
            <a:ext cx="376358" cy="330109"/>
            <a:chOff x="854332" y="2447736"/>
            <a:chExt cx="376358" cy="330109"/>
          </a:xfrm>
        </p:grpSpPr>
        <p:sp>
          <p:nvSpPr>
            <p:cNvPr id="12059" name="Google Shape;12059;p83"/>
            <p:cNvSpPr/>
            <p:nvPr/>
          </p:nvSpPr>
          <p:spPr>
            <a:xfrm>
              <a:off x="854332" y="2483353"/>
              <a:ext cx="376358" cy="294491"/>
            </a:xfrm>
            <a:custGeom>
              <a:rect b="b" l="l" r="r" t="t"/>
              <a:pathLst>
                <a:path extrusionOk="0" h="9252" w="11824">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83"/>
            <p:cNvSpPr/>
            <p:nvPr/>
          </p:nvSpPr>
          <p:spPr>
            <a:xfrm>
              <a:off x="983561" y="2677389"/>
              <a:ext cx="23140" cy="11395"/>
            </a:xfrm>
            <a:custGeom>
              <a:rect b="b" l="l" r="r" t="t"/>
              <a:pathLst>
                <a:path extrusionOk="0" h="358" w="727">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83"/>
            <p:cNvSpPr/>
            <p:nvPr/>
          </p:nvSpPr>
          <p:spPr>
            <a:xfrm>
              <a:off x="1030925" y="2447736"/>
              <a:ext cx="187638" cy="183086"/>
            </a:xfrm>
            <a:custGeom>
              <a:rect b="b" l="l" r="r" t="t"/>
              <a:pathLst>
                <a:path extrusionOk="0" h="5752" w="5895">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83"/>
            <p:cNvSpPr/>
            <p:nvPr/>
          </p:nvSpPr>
          <p:spPr>
            <a:xfrm>
              <a:off x="1066574" y="2483353"/>
              <a:ext cx="28806" cy="11045"/>
            </a:xfrm>
            <a:custGeom>
              <a:rect b="b" l="l" r="r" t="t"/>
              <a:pathLst>
                <a:path extrusionOk="0" h="347" w="905">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83"/>
            <p:cNvSpPr/>
            <p:nvPr/>
          </p:nvSpPr>
          <p:spPr>
            <a:xfrm>
              <a:off x="1107126" y="2483353"/>
              <a:ext cx="76201" cy="11045"/>
            </a:xfrm>
            <a:custGeom>
              <a:rect b="b" l="l" r="r" t="t"/>
              <a:pathLst>
                <a:path extrusionOk="0" h="347" w="2394">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83"/>
            <p:cNvSpPr/>
            <p:nvPr/>
          </p:nvSpPr>
          <p:spPr>
            <a:xfrm>
              <a:off x="1065810" y="2512542"/>
              <a:ext cx="117516" cy="11395"/>
            </a:xfrm>
            <a:custGeom>
              <a:rect b="b" l="l" r="r" t="t"/>
              <a:pathLst>
                <a:path extrusionOk="0" h="358" w="3692">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83"/>
            <p:cNvSpPr/>
            <p:nvPr/>
          </p:nvSpPr>
          <p:spPr>
            <a:xfrm>
              <a:off x="1065810" y="2542112"/>
              <a:ext cx="76583" cy="11395"/>
            </a:xfrm>
            <a:custGeom>
              <a:rect b="b" l="l" r="r" t="t"/>
              <a:pathLst>
                <a:path extrusionOk="0" h="358" w="2406">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83"/>
            <p:cNvSpPr/>
            <p:nvPr/>
          </p:nvSpPr>
          <p:spPr>
            <a:xfrm>
              <a:off x="1154489" y="2542112"/>
              <a:ext cx="28838" cy="11395"/>
            </a:xfrm>
            <a:custGeom>
              <a:rect b="b" l="l" r="r" t="t"/>
              <a:pathLst>
                <a:path extrusionOk="0" h="358" w="906">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7" name="Google Shape;12067;p83"/>
          <p:cNvGrpSpPr/>
          <p:nvPr/>
        </p:nvGrpSpPr>
        <p:grpSpPr>
          <a:xfrm>
            <a:off x="4206763" y="2527151"/>
            <a:ext cx="322151" cy="322374"/>
            <a:chOff x="4206763" y="2450951"/>
            <a:chExt cx="322151" cy="322374"/>
          </a:xfrm>
        </p:grpSpPr>
        <p:sp>
          <p:nvSpPr>
            <p:cNvPr id="12068" name="Google Shape;12068;p83"/>
            <p:cNvSpPr/>
            <p:nvPr/>
          </p:nvSpPr>
          <p:spPr>
            <a:xfrm>
              <a:off x="4206763" y="2571650"/>
              <a:ext cx="322151" cy="201675"/>
            </a:xfrm>
            <a:custGeom>
              <a:rect b="b" l="l" r="r" t="t"/>
              <a:pathLst>
                <a:path extrusionOk="0" h="6336" w="10121">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83"/>
            <p:cNvSpPr/>
            <p:nvPr/>
          </p:nvSpPr>
          <p:spPr>
            <a:xfrm>
              <a:off x="4210933" y="2450951"/>
              <a:ext cx="308878" cy="185537"/>
            </a:xfrm>
            <a:custGeom>
              <a:rect b="b" l="l" r="r" t="t"/>
              <a:pathLst>
                <a:path extrusionOk="0" h="5829" w="9704">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0" name="Google Shape;12070;p83"/>
          <p:cNvGrpSpPr/>
          <p:nvPr/>
        </p:nvGrpSpPr>
        <p:grpSpPr>
          <a:xfrm>
            <a:off x="7528096" y="2526259"/>
            <a:ext cx="327976" cy="324316"/>
            <a:chOff x="7528096" y="2450059"/>
            <a:chExt cx="327976" cy="324316"/>
          </a:xfrm>
        </p:grpSpPr>
        <p:sp>
          <p:nvSpPr>
            <p:cNvPr id="12071" name="Google Shape;12071;p83"/>
            <p:cNvSpPr/>
            <p:nvPr/>
          </p:nvSpPr>
          <p:spPr>
            <a:xfrm>
              <a:off x="7569411" y="2697187"/>
              <a:ext cx="26928" cy="25623"/>
            </a:xfrm>
            <a:custGeom>
              <a:rect b="b" l="l" r="r" t="t"/>
              <a:pathLst>
                <a:path extrusionOk="0" h="805" w="846">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83"/>
            <p:cNvSpPr/>
            <p:nvPr/>
          </p:nvSpPr>
          <p:spPr>
            <a:xfrm>
              <a:off x="7600859" y="2728667"/>
              <a:ext cx="26578" cy="25591"/>
            </a:xfrm>
            <a:custGeom>
              <a:rect b="b" l="l" r="r" t="t"/>
              <a:pathLst>
                <a:path extrusionOk="0" h="804" w="835">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83"/>
            <p:cNvSpPr/>
            <p:nvPr/>
          </p:nvSpPr>
          <p:spPr>
            <a:xfrm>
              <a:off x="7585326" y="2713102"/>
              <a:ext cx="26546" cy="25241"/>
            </a:xfrm>
            <a:custGeom>
              <a:rect b="b" l="l" r="r" t="t"/>
              <a:pathLst>
                <a:path extrusionOk="0" h="793" w="834">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83"/>
            <p:cNvSpPr/>
            <p:nvPr/>
          </p:nvSpPr>
          <p:spPr>
            <a:xfrm>
              <a:off x="7528096" y="2450059"/>
              <a:ext cx="327976" cy="324316"/>
            </a:xfrm>
            <a:custGeom>
              <a:rect b="b" l="l" r="r" t="t"/>
              <a:pathLst>
                <a:path extrusionOk="0" h="10189" w="10304">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83"/>
            <p:cNvSpPr/>
            <p:nvPr/>
          </p:nvSpPr>
          <p:spPr>
            <a:xfrm>
              <a:off x="7712296" y="2525528"/>
              <a:ext cx="79989" cy="60954"/>
            </a:xfrm>
            <a:custGeom>
              <a:rect b="b" l="l" r="r" t="t"/>
              <a:pathLst>
                <a:path extrusionOk="0" h="1915" w="2513">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6" name="Google Shape;12076;p83"/>
          <p:cNvGrpSpPr/>
          <p:nvPr/>
        </p:nvGrpSpPr>
        <p:grpSpPr>
          <a:xfrm>
            <a:off x="7077129" y="2588742"/>
            <a:ext cx="282364" cy="198619"/>
            <a:chOff x="7077129" y="2512542"/>
            <a:chExt cx="282364" cy="198619"/>
          </a:xfrm>
        </p:grpSpPr>
        <p:sp>
          <p:nvSpPr>
            <p:cNvPr id="12077" name="Google Shape;12077;p83"/>
            <p:cNvSpPr/>
            <p:nvPr/>
          </p:nvSpPr>
          <p:spPr>
            <a:xfrm>
              <a:off x="7304872" y="2551533"/>
              <a:ext cx="25050" cy="19416"/>
            </a:xfrm>
            <a:custGeom>
              <a:rect b="b" l="l" r="r" t="t"/>
              <a:pathLst>
                <a:path extrusionOk="0" h="610" w="787">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83"/>
            <p:cNvSpPr/>
            <p:nvPr/>
          </p:nvSpPr>
          <p:spPr>
            <a:xfrm>
              <a:off x="7129043" y="2512542"/>
              <a:ext cx="164879" cy="42875"/>
            </a:xfrm>
            <a:custGeom>
              <a:rect b="b" l="l" r="r" t="t"/>
              <a:pathLst>
                <a:path extrusionOk="0" h="1347" w="518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83"/>
            <p:cNvSpPr/>
            <p:nvPr/>
          </p:nvSpPr>
          <p:spPr>
            <a:xfrm>
              <a:off x="7077129" y="2536796"/>
              <a:ext cx="282364" cy="174365"/>
            </a:xfrm>
            <a:custGeom>
              <a:rect b="b" l="l" r="r" t="t"/>
              <a:pathLst>
                <a:path extrusionOk="0" h="5478" w="8871">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83"/>
            <p:cNvSpPr/>
            <p:nvPr/>
          </p:nvSpPr>
          <p:spPr>
            <a:xfrm>
              <a:off x="7153680" y="2560255"/>
              <a:ext cx="129230" cy="127129"/>
            </a:xfrm>
            <a:custGeom>
              <a:rect b="b" l="l" r="r" t="t"/>
              <a:pathLst>
                <a:path extrusionOk="0" h="3994" w="406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83"/>
            <p:cNvSpPr/>
            <p:nvPr/>
          </p:nvSpPr>
          <p:spPr>
            <a:xfrm>
              <a:off x="7183982" y="2590239"/>
              <a:ext cx="68244" cy="6824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83"/>
            <p:cNvSpPr/>
            <p:nvPr/>
          </p:nvSpPr>
          <p:spPr>
            <a:xfrm>
              <a:off x="7225297" y="2595904"/>
              <a:ext cx="20880" cy="20880"/>
            </a:xfrm>
            <a:custGeom>
              <a:rect b="b" l="l" r="r" t="t"/>
              <a:pathLst>
                <a:path extrusionOk="0" h="656" w="656">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3" name="Google Shape;12083;p83"/>
          <p:cNvGrpSpPr/>
          <p:nvPr/>
        </p:nvGrpSpPr>
        <p:grpSpPr>
          <a:xfrm>
            <a:off x="3725461" y="2520912"/>
            <a:ext cx="334279" cy="334661"/>
            <a:chOff x="3725461" y="2444712"/>
            <a:chExt cx="334279" cy="334661"/>
          </a:xfrm>
        </p:grpSpPr>
        <p:sp>
          <p:nvSpPr>
            <p:cNvPr id="12084" name="Google Shape;12084;p83"/>
            <p:cNvSpPr/>
            <p:nvPr/>
          </p:nvSpPr>
          <p:spPr>
            <a:xfrm>
              <a:off x="3939200"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83"/>
            <p:cNvSpPr/>
            <p:nvPr/>
          </p:nvSpPr>
          <p:spPr>
            <a:xfrm>
              <a:off x="3941078" y="2618281"/>
              <a:ext cx="68625" cy="49305"/>
            </a:xfrm>
            <a:custGeom>
              <a:rect b="b" l="l" r="r" t="t"/>
              <a:pathLst>
                <a:path extrusionOk="0" h="1549" w="2156">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83"/>
            <p:cNvSpPr/>
            <p:nvPr/>
          </p:nvSpPr>
          <p:spPr>
            <a:xfrm>
              <a:off x="3775116" y="2618281"/>
              <a:ext cx="68625" cy="49305"/>
            </a:xfrm>
            <a:custGeom>
              <a:rect b="b" l="l" r="r" t="t"/>
              <a:pathLst>
                <a:path extrusionOk="0" h="1549" w="2156">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83"/>
            <p:cNvSpPr/>
            <p:nvPr/>
          </p:nvSpPr>
          <p:spPr>
            <a:xfrm>
              <a:off x="3793291"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83"/>
            <p:cNvSpPr/>
            <p:nvPr/>
          </p:nvSpPr>
          <p:spPr>
            <a:xfrm>
              <a:off x="3858097" y="2540584"/>
              <a:ext cx="69007" cy="69007"/>
            </a:xfrm>
            <a:custGeom>
              <a:rect b="b" l="l" r="r" t="t"/>
              <a:pathLst>
                <a:path extrusionOk="0" h="2168" w="2168">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83"/>
            <p:cNvSpPr/>
            <p:nvPr/>
          </p:nvSpPr>
          <p:spPr>
            <a:xfrm>
              <a:off x="3834224" y="2620159"/>
              <a:ext cx="116752" cy="63342"/>
            </a:xfrm>
            <a:custGeom>
              <a:rect b="b" l="l" r="r" t="t"/>
              <a:pathLst>
                <a:path extrusionOk="0" h="1990" w="3668">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83"/>
            <p:cNvSpPr/>
            <p:nvPr/>
          </p:nvSpPr>
          <p:spPr>
            <a:xfrm>
              <a:off x="3725461" y="2444712"/>
              <a:ext cx="334279" cy="334661"/>
            </a:xfrm>
            <a:custGeom>
              <a:rect b="b" l="l" r="r" t="t"/>
              <a:pathLst>
                <a:path extrusionOk="0" h="10514" w="10502">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1" name="Google Shape;12091;p83"/>
          <p:cNvGrpSpPr/>
          <p:nvPr/>
        </p:nvGrpSpPr>
        <p:grpSpPr>
          <a:xfrm>
            <a:off x="6577238" y="2533421"/>
            <a:ext cx="332019" cy="310788"/>
            <a:chOff x="6577238" y="2457221"/>
            <a:chExt cx="332019" cy="310788"/>
          </a:xfrm>
        </p:grpSpPr>
        <p:sp>
          <p:nvSpPr>
            <p:cNvPr id="12092" name="Google Shape;12092;p83"/>
            <p:cNvSpPr/>
            <p:nvPr/>
          </p:nvSpPr>
          <p:spPr>
            <a:xfrm>
              <a:off x="6577238" y="2457221"/>
              <a:ext cx="332019" cy="310788"/>
            </a:xfrm>
            <a:custGeom>
              <a:rect b="b" l="l" r="r" t="t"/>
              <a:pathLst>
                <a:path extrusionOk="0" h="9764" w="10431">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83"/>
            <p:cNvSpPr/>
            <p:nvPr/>
          </p:nvSpPr>
          <p:spPr>
            <a:xfrm>
              <a:off x="6723529" y="2512542"/>
              <a:ext cx="38705" cy="39055"/>
            </a:xfrm>
            <a:custGeom>
              <a:rect b="b" l="l" r="r" t="t"/>
              <a:pathLst>
                <a:path extrusionOk="0" h="1227" w="1216">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83"/>
            <p:cNvSpPr/>
            <p:nvPr/>
          </p:nvSpPr>
          <p:spPr>
            <a:xfrm>
              <a:off x="6662893" y="2597050"/>
              <a:ext cx="169813" cy="108031"/>
            </a:xfrm>
            <a:custGeom>
              <a:rect b="b" l="l" r="r" t="t"/>
              <a:pathLst>
                <a:path extrusionOk="0" h="3394" w="5335">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83"/>
            <p:cNvSpPr/>
            <p:nvPr/>
          </p:nvSpPr>
          <p:spPr>
            <a:xfrm>
              <a:off x="6639402" y="2589188"/>
              <a:ext cx="32244" cy="31384"/>
            </a:xfrm>
            <a:custGeom>
              <a:rect b="b" l="l" r="r" t="t"/>
              <a:pathLst>
                <a:path extrusionOk="0" h="986" w="1013">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83"/>
            <p:cNvSpPr/>
            <p:nvPr/>
          </p:nvSpPr>
          <p:spPr>
            <a:xfrm>
              <a:off x="6820547" y="2673315"/>
              <a:ext cx="32244" cy="31034"/>
            </a:xfrm>
            <a:custGeom>
              <a:rect b="b" l="l" r="r" t="t"/>
              <a:pathLst>
                <a:path extrusionOk="0" h="975" w="1013">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83"/>
            <p:cNvSpPr/>
            <p:nvPr/>
          </p:nvSpPr>
          <p:spPr>
            <a:xfrm>
              <a:off x="6730341" y="2603607"/>
              <a:ext cx="32244" cy="31384"/>
            </a:xfrm>
            <a:custGeom>
              <a:rect b="b" l="l" r="r" t="t"/>
              <a:pathLst>
                <a:path extrusionOk="0" h="986" w="1013">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8" name="Google Shape;12098;p83"/>
          <p:cNvGrpSpPr/>
          <p:nvPr/>
        </p:nvGrpSpPr>
        <p:grpSpPr>
          <a:xfrm>
            <a:off x="2818561" y="2515978"/>
            <a:ext cx="247892" cy="346024"/>
            <a:chOff x="2818561" y="2439778"/>
            <a:chExt cx="247892" cy="346024"/>
          </a:xfrm>
        </p:grpSpPr>
        <p:sp>
          <p:nvSpPr>
            <p:cNvPr id="12099" name="Google Shape;12099;p83"/>
            <p:cNvSpPr/>
            <p:nvPr/>
          </p:nvSpPr>
          <p:spPr>
            <a:xfrm>
              <a:off x="2818561" y="2439778"/>
              <a:ext cx="247892" cy="346024"/>
            </a:xfrm>
            <a:custGeom>
              <a:rect b="b" l="l" r="r" t="t"/>
              <a:pathLst>
                <a:path extrusionOk="0" h="10871" w="7788">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83"/>
            <p:cNvSpPr/>
            <p:nvPr/>
          </p:nvSpPr>
          <p:spPr>
            <a:xfrm>
              <a:off x="2939833" y="2603066"/>
              <a:ext cx="11395" cy="18652"/>
            </a:xfrm>
            <a:custGeom>
              <a:rect b="b" l="l" r="r" t="t"/>
              <a:pathLst>
                <a:path extrusionOk="0" h="586" w="358">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83"/>
            <p:cNvSpPr/>
            <p:nvPr/>
          </p:nvSpPr>
          <p:spPr>
            <a:xfrm>
              <a:off x="2963706" y="2653103"/>
              <a:ext cx="19735" cy="14101"/>
            </a:xfrm>
            <a:custGeom>
              <a:rect b="b" l="l" r="r" t="t"/>
              <a:pathLst>
                <a:path extrusionOk="0" h="443" w="62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83"/>
            <p:cNvSpPr/>
            <p:nvPr/>
          </p:nvSpPr>
          <p:spPr>
            <a:xfrm>
              <a:off x="2948555" y="2577443"/>
              <a:ext cx="17093" cy="16615"/>
            </a:xfrm>
            <a:custGeom>
              <a:rect b="b" l="l" r="r" t="t"/>
              <a:pathLst>
                <a:path extrusionOk="0" h="522" w="537">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83"/>
            <p:cNvSpPr/>
            <p:nvPr/>
          </p:nvSpPr>
          <p:spPr>
            <a:xfrm>
              <a:off x="2943621" y="2631299"/>
              <a:ext cx="16329" cy="17697"/>
            </a:xfrm>
            <a:custGeom>
              <a:rect b="b" l="l" r="r" t="t"/>
              <a:pathLst>
                <a:path extrusionOk="0" h="556" w="513">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83"/>
            <p:cNvSpPr/>
            <p:nvPr/>
          </p:nvSpPr>
          <p:spPr>
            <a:xfrm>
              <a:off x="3019408" y="2638907"/>
              <a:ext cx="16711" cy="16170"/>
            </a:xfrm>
            <a:custGeom>
              <a:rect b="b" l="l" r="r" t="t"/>
              <a:pathLst>
                <a:path extrusionOk="0" h="508" w="525">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83"/>
            <p:cNvSpPr/>
            <p:nvPr/>
          </p:nvSpPr>
          <p:spPr>
            <a:xfrm>
              <a:off x="3033063" y="2611087"/>
              <a:ext cx="12159" cy="18971"/>
            </a:xfrm>
            <a:custGeom>
              <a:rect b="b" l="l" r="r" t="t"/>
              <a:pathLst>
                <a:path extrusionOk="0" h="596" w="382">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83"/>
            <p:cNvSpPr/>
            <p:nvPr/>
          </p:nvSpPr>
          <p:spPr>
            <a:xfrm>
              <a:off x="3024342" y="2583363"/>
              <a:ext cx="15947" cy="17888"/>
            </a:xfrm>
            <a:custGeom>
              <a:rect b="b" l="l" r="r" t="t"/>
              <a:pathLst>
                <a:path extrusionOk="0" h="562" w="501">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83"/>
            <p:cNvSpPr/>
            <p:nvPr/>
          </p:nvSpPr>
          <p:spPr>
            <a:xfrm>
              <a:off x="2992894" y="2655808"/>
              <a:ext cx="19735" cy="12159"/>
            </a:xfrm>
            <a:custGeom>
              <a:rect b="b" l="l" r="r" t="t"/>
              <a:pathLst>
                <a:path extrusionOk="0" h="382" w="62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83"/>
            <p:cNvSpPr/>
            <p:nvPr/>
          </p:nvSpPr>
          <p:spPr>
            <a:xfrm>
              <a:off x="3000469" y="2566366"/>
              <a:ext cx="20117" cy="13655"/>
            </a:xfrm>
            <a:custGeom>
              <a:rect b="b" l="l" r="r" t="t"/>
              <a:pathLst>
                <a:path extrusionOk="0" h="429" w="632">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83"/>
            <p:cNvSpPr/>
            <p:nvPr/>
          </p:nvSpPr>
          <p:spPr>
            <a:xfrm>
              <a:off x="2972045" y="2565188"/>
              <a:ext cx="18971" cy="12191"/>
            </a:xfrm>
            <a:custGeom>
              <a:rect b="b" l="l" r="r" t="t"/>
              <a:pathLst>
                <a:path extrusionOk="0" h="383" w="596">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83"/>
            <p:cNvSpPr/>
            <p:nvPr/>
          </p:nvSpPr>
          <p:spPr>
            <a:xfrm>
              <a:off x="2976597" y="2586451"/>
              <a:ext cx="32244" cy="61814"/>
            </a:xfrm>
            <a:custGeom>
              <a:rect b="b" l="l" r="r" t="t"/>
              <a:pathLst>
                <a:path extrusionOk="0" h="1942" w="1013">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1" name="Google Shape;12111;p83"/>
          <p:cNvGrpSpPr/>
          <p:nvPr/>
        </p:nvGrpSpPr>
        <p:grpSpPr>
          <a:xfrm>
            <a:off x="3207778" y="2550832"/>
            <a:ext cx="419933" cy="275170"/>
            <a:chOff x="3207778" y="2474632"/>
            <a:chExt cx="419933" cy="275170"/>
          </a:xfrm>
        </p:grpSpPr>
        <p:sp>
          <p:nvSpPr>
            <p:cNvPr id="12112" name="Google Shape;12112;p83"/>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83"/>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83"/>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83"/>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83"/>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83"/>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83"/>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83"/>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83"/>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83"/>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83"/>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83"/>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83"/>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83"/>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6" name="Google Shape;12126;p83"/>
          <p:cNvGrpSpPr/>
          <p:nvPr/>
        </p:nvGrpSpPr>
        <p:grpSpPr>
          <a:xfrm>
            <a:off x="6099375" y="2532275"/>
            <a:ext cx="337684" cy="314194"/>
            <a:chOff x="6099375" y="2456075"/>
            <a:chExt cx="337684" cy="314194"/>
          </a:xfrm>
        </p:grpSpPr>
        <p:sp>
          <p:nvSpPr>
            <p:cNvPr id="12127" name="Google Shape;12127;p83"/>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83"/>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9" name="Google Shape;12129;p83"/>
          <p:cNvGrpSpPr/>
          <p:nvPr/>
        </p:nvGrpSpPr>
        <p:grpSpPr>
          <a:xfrm>
            <a:off x="2312623" y="2544784"/>
            <a:ext cx="312698" cy="286534"/>
            <a:chOff x="2312623" y="2468584"/>
            <a:chExt cx="312698" cy="286534"/>
          </a:xfrm>
        </p:grpSpPr>
        <p:sp>
          <p:nvSpPr>
            <p:cNvPr id="12130" name="Google Shape;12130;p83"/>
            <p:cNvSpPr/>
            <p:nvPr/>
          </p:nvSpPr>
          <p:spPr>
            <a:xfrm>
              <a:off x="2416866" y="2706195"/>
              <a:ext cx="34122" cy="34154"/>
            </a:xfrm>
            <a:custGeom>
              <a:rect b="b" l="l" r="r" t="t"/>
              <a:pathLst>
                <a:path extrusionOk="0" h="1073" w="1072">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83"/>
            <p:cNvSpPr/>
            <p:nvPr/>
          </p:nvSpPr>
          <p:spPr>
            <a:xfrm>
              <a:off x="2527126" y="2706195"/>
              <a:ext cx="34536" cy="34154"/>
            </a:xfrm>
            <a:custGeom>
              <a:rect b="b" l="l" r="r" t="t"/>
              <a:pathLst>
                <a:path extrusionOk="0" h="1073" w="1085">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83"/>
            <p:cNvSpPr/>
            <p:nvPr/>
          </p:nvSpPr>
          <p:spPr>
            <a:xfrm>
              <a:off x="2312623" y="2468584"/>
              <a:ext cx="312698" cy="286534"/>
            </a:xfrm>
            <a:custGeom>
              <a:rect b="b" l="l" r="r" t="t"/>
              <a:pathLst>
                <a:path extrusionOk="0" h="9002" w="9824">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3" name="Google Shape;12133;p83"/>
          <p:cNvGrpSpPr/>
          <p:nvPr/>
        </p:nvGrpSpPr>
        <p:grpSpPr>
          <a:xfrm>
            <a:off x="5618805" y="2517124"/>
            <a:ext cx="345292" cy="342618"/>
            <a:chOff x="5618805" y="2440924"/>
            <a:chExt cx="345292" cy="342618"/>
          </a:xfrm>
        </p:grpSpPr>
        <p:sp>
          <p:nvSpPr>
            <p:cNvPr id="12134" name="Google Shape;12134;p83"/>
            <p:cNvSpPr/>
            <p:nvPr/>
          </p:nvSpPr>
          <p:spPr>
            <a:xfrm>
              <a:off x="5742751" y="2440924"/>
              <a:ext cx="221346" cy="222110"/>
            </a:xfrm>
            <a:custGeom>
              <a:rect b="b" l="l" r="r" t="t"/>
              <a:pathLst>
                <a:path extrusionOk="0" h="6978" w="6954">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83"/>
            <p:cNvSpPr/>
            <p:nvPr/>
          </p:nvSpPr>
          <p:spPr>
            <a:xfrm>
              <a:off x="5810581" y="2523905"/>
              <a:ext cx="11395" cy="11395"/>
            </a:xfrm>
            <a:custGeom>
              <a:rect b="b" l="l" r="r" t="t"/>
              <a:pathLst>
                <a:path extrusionOk="0" h="358" w="358">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83"/>
            <p:cNvSpPr/>
            <p:nvPr/>
          </p:nvSpPr>
          <p:spPr>
            <a:xfrm>
              <a:off x="5884490" y="2523905"/>
              <a:ext cx="11395" cy="11395"/>
            </a:xfrm>
            <a:custGeom>
              <a:rect b="b" l="l" r="r" t="t"/>
              <a:pathLst>
                <a:path extrusionOk="0" h="358" w="358">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83"/>
            <p:cNvSpPr/>
            <p:nvPr/>
          </p:nvSpPr>
          <p:spPr>
            <a:xfrm>
              <a:off x="5847727" y="2523905"/>
              <a:ext cx="11395" cy="11395"/>
            </a:xfrm>
            <a:custGeom>
              <a:rect b="b" l="l" r="r" t="t"/>
              <a:pathLst>
                <a:path extrusionOk="0" h="358" w="358">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83"/>
            <p:cNvSpPr/>
            <p:nvPr/>
          </p:nvSpPr>
          <p:spPr>
            <a:xfrm>
              <a:off x="5618805" y="2516616"/>
              <a:ext cx="270269" cy="266926"/>
            </a:xfrm>
            <a:custGeom>
              <a:rect b="b" l="l" r="r" t="t"/>
              <a:pathLst>
                <a:path extrusionOk="0" h="8386" w="8491">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9" name="Google Shape;12139;p83"/>
          <p:cNvGrpSpPr/>
          <p:nvPr/>
        </p:nvGrpSpPr>
        <p:grpSpPr>
          <a:xfrm>
            <a:off x="4653179" y="2522790"/>
            <a:ext cx="377886" cy="331255"/>
            <a:chOff x="4653179" y="2446590"/>
            <a:chExt cx="377886" cy="331255"/>
          </a:xfrm>
        </p:grpSpPr>
        <p:sp>
          <p:nvSpPr>
            <p:cNvPr id="12140" name="Google Shape;12140;p83"/>
            <p:cNvSpPr/>
            <p:nvPr/>
          </p:nvSpPr>
          <p:spPr>
            <a:xfrm>
              <a:off x="4767639" y="2584541"/>
              <a:ext cx="145941" cy="109177"/>
            </a:xfrm>
            <a:custGeom>
              <a:rect b="b" l="l" r="r" t="t"/>
              <a:pathLst>
                <a:path extrusionOk="0" h="3430" w="4585">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83"/>
            <p:cNvSpPr/>
            <p:nvPr/>
          </p:nvSpPr>
          <p:spPr>
            <a:xfrm>
              <a:off x="4794918" y="2446590"/>
              <a:ext cx="96286" cy="53856"/>
            </a:xfrm>
            <a:custGeom>
              <a:rect b="b" l="l" r="r" t="t"/>
              <a:pathLst>
                <a:path extrusionOk="0" h="1692" w="3025">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83"/>
            <p:cNvSpPr/>
            <p:nvPr/>
          </p:nvSpPr>
          <p:spPr>
            <a:xfrm>
              <a:off x="4816530" y="2465179"/>
              <a:ext cx="53856" cy="32244"/>
            </a:xfrm>
            <a:custGeom>
              <a:rect b="b" l="l" r="r" t="t"/>
              <a:pathLst>
                <a:path extrusionOk="0" h="1013" w="1692">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83"/>
            <p:cNvSpPr/>
            <p:nvPr/>
          </p:nvSpPr>
          <p:spPr>
            <a:xfrm>
              <a:off x="4653179" y="2522409"/>
              <a:ext cx="377886" cy="255436"/>
            </a:xfrm>
            <a:custGeom>
              <a:rect b="b" l="l" r="r" t="t"/>
              <a:pathLst>
                <a:path extrusionOk="0" h="8025" w="11872">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4" name="Google Shape;12144;p83"/>
          <p:cNvGrpSpPr/>
          <p:nvPr/>
        </p:nvGrpSpPr>
        <p:grpSpPr>
          <a:xfrm>
            <a:off x="5184517" y="2535681"/>
            <a:ext cx="252062" cy="305122"/>
            <a:chOff x="5184517" y="2459481"/>
            <a:chExt cx="252062" cy="305122"/>
          </a:xfrm>
        </p:grpSpPr>
        <p:sp>
          <p:nvSpPr>
            <p:cNvPr id="12145" name="Google Shape;12145;p83"/>
            <p:cNvSpPr/>
            <p:nvPr/>
          </p:nvSpPr>
          <p:spPr>
            <a:xfrm>
              <a:off x="5383486" y="2674747"/>
              <a:ext cx="13273" cy="13305"/>
            </a:xfrm>
            <a:custGeom>
              <a:rect b="b" l="l" r="r" t="t"/>
              <a:pathLst>
                <a:path extrusionOk="0" h="418" w="417">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83"/>
            <p:cNvSpPr/>
            <p:nvPr/>
          </p:nvSpPr>
          <p:spPr>
            <a:xfrm>
              <a:off x="5350128" y="2724402"/>
              <a:ext cx="11395" cy="11395"/>
            </a:xfrm>
            <a:custGeom>
              <a:rect b="b" l="l" r="r" t="t"/>
              <a:pathLst>
                <a:path extrusionOk="0" h="358" w="358">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83"/>
            <p:cNvSpPr/>
            <p:nvPr/>
          </p:nvSpPr>
          <p:spPr>
            <a:xfrm>
              <a:off x="5254638" y="2666376"/>
              <a:ext cx="11395" cy="11427"/>
            </a:xfrm>
            <a:custGeom>
              <a:rect b="b" l="l" r="r" t="t"/>
              <a:pathLst>
                <a:path extrusionOk="0" h="359" w="358">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83"/>
            <p:cNvSpPr/>
            <p:nvPr/>
          </p:nvSpPr>
          <p:spPr>
            <a:xfrm>
              <a:off x="5273959" y="2724402"/>
              <a:ext cx="11395" cy="11395"/>
            </a:xfrm>
            <a:custGeom>
              <a:rect b="b" l="l" r="r" t="t"/>
              <a:pathLst>
                <a:path extrusionOk="0" h="358" w="358">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83"/>
            <p:cNvSpPr/>
            <p:nvPr/>
          </p:nvSpPr>
          <p:spPr>
            <a:xfrm>
              <a:off x="5308049" y="2678917"/>
              <a:ext cx="14451" cy="14037"/>
            </a:xfrm>
            <a:custGeom>
              <a:rect b="b" l="l" r="r" t="t"/>
              <a:pathLst>
                <a:path extrusionOk="0" h="441" w="454">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83"/>
            <p:cNvSpPr/>
            <p:nvPr/>
          </p:nvSpPr>
          <p:spPr>
            <a:xfrm>
              <a:off x="5184517" y="2459481"/>
              <a:ext cx="252062" cy="305122"/>
            </a:xfrm>
            <a:custGeom>
              <a:rect b="b" l="l" r="r" t="t"/>
              <a:pathLst>
                <a:path extrusionOk="0" h="9586" w="7919">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51" name="Google Shape;12151;p83"/>
          <p:cNvSpPr/>
          <p:nvPr/>
        </p:nvSpPr>
        <p:spPr>
          <a:xfrm>
            <a:off x="1801020" y="2046804"/>
            <a:ext cx="354363" cy="354395"/>
          </a:xfrm>
          <a:custGeom>
            <a:rect b="b" l="l" r="r" t="t"/>
            <a:pathLst>
              <a:path extrusionOk="0" h="11134" w="11133">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52" name="Google Shape;12152;p83"/>
          <p:cNvGrpSpPr/>
          <p:nvPr/>
        </p:nvGrpSpPr>
        <p:grpSpPr>
          <a:xfrm>
            <a:off x="6155459" y="2045308"/>
            <a:ext cx="249770" cy="363849"/>
            <a:chOff x="6155459" y="1969108"/>
            <a:chExt cx="249770" cy="363849"/>
          </a:xfrm>
        </p:grpSpPr>
        <p:sp>
          <p:nvSpPr>
            <p:cNvPr id="12153" name="Google Shape;12153;p83"/>
            <p:cNvSpPr/>
            <p:nvPr/>
          </p:nvSpPr>
          <p:spPr>
            <a:xfrm>
              <a:off x="6195628" y="1969108"/>
              <a:ext cx="169813" cy="227012"/>
            </a:xfrm>
            <a:custGeom>
              <a:rect b="b" l="l" r="r" t="t"/>
              <a:pathLst>
                <a:path extrusionOk="0" h="7132" w="5335">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83"/>
            <p:cNvSpPr/>
            <p:nvPr/>
          </p:nvSpPr>
          <p:spPr>
            <a:xfrm>
              <a:off x="6275585" y="2146083"/>
              <a:ext cx="10249" cy="50037"/>
            </a:xfrm>
            <a:custGeom>
              <a:rect b="b" l="l" r="r" t="t"/>
              <a:pathLst>
                <a:path extrusionOk="0" h="1572" w="322">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83"/>
            <p:cNvSpPr/>
            <p:nvPr/>
          </p:nvSpPr>
          <p:spPr>
            <a:xfrm>
              <a:off x="6223671" y="2157446"/>
              <a:ext cx="10631" cy="38673"/>
            </a:xfrm>
            <a:custGeom>
              <a:rect b="b" l="l" r="r" t="t"/>
              <a:pathLst>
                <a:path extrusionOk="0" h="1215" w="334">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83"/>
            <p:cNvSpPr/>
            <p:nvPr/>
          </p:nvSpPr>
          <p:spPr>
            <a:xfrm>
              <a:off x="6326736" y="2157446"/>
              <a:ext cx="10281" cy="38673"/>
            </a:xfrm>
            <a:custGeom>
              <a:rect b="b" l="l" r="r" t="t"/>
              <a:pathLst>
                <a:path extrusionOk="0" h="1215" w="323">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83"/>
            <p:cNvSpPr/>
            <p:nvPr/>
          </p:nvSpPr>
          <p:spPr>
            <a:xfrm>
              <a:off x="6264222" y="2299949"/>
              <a:ext cx="33008" cy="33008"/>
            </a:xfrm>
            <a:custGeom>
              <a:rect b="b" l="l" r="r" t="t"/>
              <a:pathLst>
                <a:path extrusionOk="0" h="1037" w="1037">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83"/>
            <p:cNvSpPr/>
            <p:nvPr/>
          </p:nvSpPr>
          <p:spPr>
            <a:xfrm>
              <a:off x="6155459" y="2299949"/>
              <a:ext cx="33358" cy="33008"/>
            </a:xfrm>
            <a:custGeom>
              <a:rect b="b" l="l" r="r" t="t"/>
              <a:pathLst>
                <a:path extrusionOk="0" h="1037" w="1048">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83"/>
            <p:cNvSpPr/>
            <p:nvPr/>
          </p:nvSpPr>
          <p:spPr>
            <a:xfrm>
              <a:off x="6372221"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83"/>
            <p:cNvSpPr/>
            <p:nvPr/>
          </p:nvSpPr>
          <p:spPr>
            <a:xfrm>
              <a:off x="6185379" y="2208597"/>
              <a:ext cx="189134" cy="84763"/>
            </a:xfrm>
            <a:custGeom>
              <a:rect b="b" l="l" r="r" t="t"/>
              <a:pathLst>
                <a:path extrusionOk="0" h="2663" w="5942">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83"/>
            <p:cNvSpPr/>
            <p:nvPr/>
          </p:nvSpPr>
          <p:spPr>
            <a:xfrm>
              <a:off x="6246397" y="2010773"/>
              <a:ext cx="69007" cy="25814"/>
            </a:xfrm>
            <a:custGeom>
              <a:rect b="b" l="l" r="r" t="t"/>
              <a:pathLst>
                <a:path extrusionOk="0" h="811" w="2168">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2" name="Google Shape;12162;p83"/>
          <p:cNvGrpSpPr/>
          <p:nvPr/>
        </p:nvGrpSpPr>
        <p:grpSpPr>
          <a:xfrm>
            <a:off x="2280029" y="2046804"/>
            <a:ext cx="353631" cy="354395"/>
            <a:chOff x="2280029" y="1970604"/>
            <a:chExt cx="353631" cy="354395"/>
          </a:xfrm>
        </p:grpSpPr>
        <p:sp>
          <p:nvSpPr>
            <p:cNvPr id="12163" name="Google Shape;12163;p83"/>
            <p:cNvSpPr/>
            <p:nvPr/>
          </p:nvSpPr>
          <p:spPr>
            <a:xfrm>
              <a:off x="2309981" y="2069086"/>
              <a:ext cx="323679" cy="255913"/>
            </a:xfrm>
            <a:custGeom>
              <a:rect b="b" l="l" r="r" t="t"/>
              <a:pathLst>
                <a:path extrusionOk="0" h="8040" w="10169">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83"/>
            <p:cNvSpPr/>
            <p:nvPr/>
          </p:nvSpPr>
          <p:spPr>
            <a:xfrm>
              <a:off x="2280029" y="1970604"/>
              <a:ext cx="322565" cy="255468"/>
            </a:xfrm>
            <a:custGeom>
              <a:rect b="b" l="l" r="r" t="t"/>
              <a:pathLst>
                <a:path extrusionOk="0" h="8026" w="10134">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83"/>
            <p:cNvSpPr/>
            <p:nvPr/>
          </p:nvSpPr>
          <p:spPr>
            <a:xfrm>
              <a:off x="2411169" y="2064598"/>
              <a:ext cx="17093" cy="26928"/>
            </a:xfrm>
            <a:custGeom>
              <a:rect b="b" l="l" r="r" t="t"/>
              <a:pathLst>
                <a:path extrusionOk="0" h="846" w="537">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83"/>
            <p:cNvSpPr/>
            <p:nvPr/>
          </p:nvSpPr>
          <p:spPr>
            <a:xfrm>
              <a:off x="2323254" y="2017458"/>
              <a:ext cx="267213" cy="264316"/>
            </a:xfrm>
            <a:custGeom>
              <a:rect b="b" l="l" r="r" t="t"/>
              <a:pathLst>
                <a:path extrusionOk="0" h="8304" w="8395">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7" name="Google Shape;12167;p83"/>
          <p:cNvGrpSpPr/>
          <p:nvPr/>
        </p:nvGrpSpPr>
        <p:grpSpPr>
          <a:xfrm>
            <a:off x="8065100" y="2076374"/>
            <a:ext cx="255086" cy="301685"/>
            <a:chOff x="8065100" y="2000174"/>
            <a:chExt cx="255086" cy="301685"/>
          </a:xfrm>
        </p:grpSpPr>
        <p:sp>
          <p:nvSpPr>
            <p:cNvPr id="12168" name="Google Shape;12168;p83"/>
            <p:cNvSpPr/>
            <p:nvPr/>
          </p:nvSpPr>
          <p:spPr>
            <a:xfrm>
              <a:off x="8085185" y="2151016"/>
              <a:ext cx="65220" cy="150842"/>
            </a:xfrm>
            <a:custGeom>
              <a:rect b="b" l="l" r="r" t="t"/>
              <a:pathLst>
                <a:path extrusionOk="0" h="4739" w="2049">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83"/>
            <p:cNvSpPr/>
            <p:nvPr/>
          </p:nvSpPr>
          <p:spPr>
            <a:xfrm>
              <a:off x="8161004" y="2151016"/>
              <a:ext cx="65188" cy="150842"/>
            </a:xfrm>
            <a:custGeom>
              <a:rect b="b" l="l" r="r" t="t"/>
              <a:pathLst>
                <a:path extrusionOk="0" h="4739" w="2048">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83"/>
            <p:cNvSpPr/>
            <p:nvPr/>
          </p:nvSpPr>
          <p:spPr>
            <a:xfrm>
              <a:off x="8236791" y="2151016"/>
              <a:ext cx="65220" cy="150842"/>
            </a:xfrm>
            <a:custGeom>
              <a:rect b="b" l="l" r="r" t="t"/>
              <a:pathLst>
                <a:path extrusionOk="0" h="4739" w="2049">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83"/>
            <p:cNvSpPr/>
            <p:nvPr/>
          </p:nvSpPr>
          <p:spPr>
            <a:xfrm>
              <a:off x="8065100" y="2000174"/>
              <a:ext cx="255086" cy="178916"/>
            </a:xfrm>
            <a:custGeom>
              <a:rect b="b" l="l" r="r" t="t"/>
              <a:pathLst>
                <a:path extrusionOk="0" h="5621" w="8014">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2" name="Google Shape;12172;p83"/>
          <p:cNvGrpSpPr/>
          <p:nvPr/>
        </p:nvGrpSpPr>
        <p:grpSpPr>
          <a:xfrm>
            <a:off x="6633705" y="2045308"/>
            <a:ext cx="249420" cy="363849"/>
            <a:chOff x="6633705" y="1969108"/>
            <a:chExt cx="249420" cy="363849"/>
          </a:xfrm>
        </p:grpSpPr>
        <p:sp>
          <p:nvSpPr>
            <p:cNvPr id="12173" name="Google Shape;12173;p83"/>
            <p:cNvSpPr/>
            <p:nvPr/>
          </p:nvSpPr>
          <p:spPr>
            <a:xfrm>
              <a:off x="6678426" y="1969108"/>
              <a:ext cx="159214" cy="238407"/>
            </a:xfrm>
            <a:custGeom>
              <a:rect b="b" l="l" r="r" t="t"/>
              <a:pathLst>
                <a:path extrusionOk="0" h="7490" w="5002">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83"/>
            <p:cNvSpPr/>
            <p:nvPr/>
          </p:nvSpPr>
          <p:spPr>
            <a:xfrm>
              <a:off x="6753481" y="2168809"/>
              <a:ext cx="10249" cy="38705"/>
            </a:xfrm>
            <a:custGeom>
              <a:rect b="b" l="l" r="r" t="t"/>
              <a:pathLst>
                <a:path extrusionOk="0" h="1216" w="322">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83"/>
            <p:cNvSpPr/>
            <p:nvPr/>
          </p:nvSpPr>
          <p:spPr>
            <a:xfrm>
              <a:off x="6707614" y="2180173"/>
              <a:ext cx="10631" cy="27342"/>
            </a:xfrm>
            <a:custGeom>
              <a:rect b="b" l="l" r="r" t="t"/>
              <a:pathLst>
                <a:path extrusionOk="0" h="859" w="334">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83"/>
            <p:cNvSpPr/>
            <p:nvPr/>
          </p:nvSpPr>
          <p:spPr>
            <a:xfrm>
              <a:off x="6798966" y="2180173"/>
              <a:ext cx="10249" cy="27342"/>
            </a:xfrm>
            <a:custGeom>
              <a:rect b="b" l="l" r="r" t="t"/>
              <a:pathLst>
                <a:path extrusionOk="0" h="859" w="322">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83"/>
            <p:cNvSpPr/>
            <p:nvPr/>
          </p:nvSpPr>
          <p:spPr>
            <a:xfrm>
              <a:off x="6742118" y="2299949"/>
              <a:ext cx="32976" cy="33008"/>
            </a:xfrm>
            <a:custGeom>
              <a:rect b="b" l="l" r="r" t="t"/>
              <a:pathLst>
                <a:path extrusionOk="0" h="1037" w="1036">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83"/>
            <p:cNvSpPr/>
            <p:nvPr/>
          </p:nvSpPr>
          <p:spPr>
            <a:xfrm>
              <a:off x="6633705"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83"/>
            <p:cNvSpPr/>
            <p:nvPr/>
          </p:nvSpPr>
          <p:spPr>
            <a:xfrm>
              <a:off x="6850117" y="2299949"/>
              <a:ext cx="33008" cy="33008"/>
            </a:xfrm>
            <a:custGeom>
              <a:rect b="b" l="l" r="r" t="t"/>
              <a:pathLst>
                <a:path extrusionOk="0" h="1037" w="1037">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83"/>
            <p:cNvSpPr/>
            <p:nvPr/>
          </p:nvSpPr>
          <p:spPr>
            <a:xfrm>
              <a:off x="6664039" y="2219610"/>
              <a:ext cx="188370" cy="73750"/>
            </a:xfrm>
            <a:custGeom>
              <a:rect b="b" l="l" r="r" t="t"/>
              <a:pathLst>
                <a:path extrusionOk="0" h="2317" w="5918">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1" name="Google Shape;12181;p83"/>
          <p:cNvGrpSpPr/>
          <p:nvPr/>
        </p:nvGrpSpPr>
        <p:grpSpPr>
          <a:xfrm>
            <a:off x="5211031" y="2045308"/>
            <a:ext cx="226661" cy="363467"/>
            <a:chOff x="5211031" y="1969108"/>
            <a:chExt cx="226661" cy="363467"/>
          </a:xfrm>
        </p:grpSpPr>
        <p:sp>
          <p:nvSpPr>
            <p:cNvPr id="12182" name="Google Shape;12182;p83"/>
            <p:cNvSpPr/>
            <p:nvPr/>
          </p:nvSpPr>
          <p:spPr>
            <a:xfrm>
              <a:off x="5211031" y="1969108"/>
              <a:ext cx="226661" cy="363467"/>
            </a:xfrm>
            <a:custGeom>
              <a:rect b="b" l="l" r="r" t="t"/>
              <a:pathLst>
                <a:path extrusionOk="0" h="11419" w="7121">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83"/>
            <p:cNvSpPr/>
            <p:nvPr/>
          </p:nvSpPr>
          <p:spPr>
            <a:xfrm>
              <a:off x="5250468" y="2060046"/>
              <a:ext cx="147819" cy="107649"/>
            </a:xfrm>
            <a:custGeom>
              <a:rect b="b" l="l" r="r" t="t"/>
              <a:pathLst>
                <a:path extrusionOk="0" h="3382" w="4644">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4" name="Google Shape;12184;p83"/>
          <p:cNvGrpSpPr/>
          <p:nvPr/>
        </p:nvGrpSpPr>
        <p:grpSpPr>
          <a:xfrm>
            <a:off x="3712952" y="2046804"/>
            <a:ext cx="354363" cy="354395"/>
            <a:chOff x="3712952" y="1970604"/>
            <a:chExt cx="354363" cy="354395"/>
          </a:xfrm>
        </p:grpSpPr>
        <p:sp>
          <p:nvSpPr>
            <p:cNvPr id="12185" name="Google Shape;12185;p83"/>
            <p:cNvSpPr/>
            <p:nvPr/>
          </p:nvSpPr>
          <p:spPr>
            <a:xfrm>
              <a:off x="3868314" y="2281360"/>
              <a:ext cx="43639" cy="43639"/>
            </a:xfrm>
            <a:custGeom>
              <a:rect b="b" l="l" r="r" t="t"/>
              <a:pathLst>
                <a:path extrusionOk="0" h="1371" w="1371">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83"/>
            <p:cNvSpPr/>
            <p:nvPr/>
          </p:nvSpPr>
          <p:spPr>
            <a:xfrm>
              <a:off x="3940346" y="2120300"/>
              <a:ext cx="54970" cy="55002"/>
            </a:xfrm>
            <a:custGeom>
              <a:rect b="b" l="l" r="r" t="t"/>
              <a:pathLst>
                <a:path extrusionOk="0" h="1728" w="1727">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83"/>
            <p:cNvSpPr/>
            <p:nvPr/>
          </p:nvSpPr>
          <p:spPr>
            <a:xfrm>
              <a:off x="3784952" y="2120300"/>
              <a:ext cx="54970" cy="55002"/>
            </a:xfrm>
            <a:custGeom>
              <a:rect b="b" l="l" r="r" t="t"/>
              <a:pathLst>
                <a:path extrusionOk="0" h="1728" w="1727">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83"/>
            <p:cNvSpPr/>
            <p:nvPr/>
          </p:nvSpPr>
          <p:spPr>
            <a:xfrm>
              <a:off x="3712952" y="2281360"/>
              <a:ext cx="44371" cy="43639"/>
            </a:xfrm>
            <a:custGeom>
              <a:rect b="b" l="l" r="r" t="t"/>
              <a:pathLst>
                <a:path extrusionOk="0" h="1371" w="1394">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83"/>
            <p:cNvSpPr/>
            <p:nvPr/>
          </p:nvSpPr>
          <p:spPr>
            <a:xfrm>
              <a:off x="4023708" y="2281360"/>
              <a:ext cx="43607" cy="43639"/>
            </a:xfrm>
            <a:custGeom>
              <a:rect b="b" l="l" r="r" t="t"/>
              <a:pathLst>
                <a:path extrusionOk="0" h="1371" w="137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83"/>
            <p:cNvSpPr/>
            <p:nvPr/>
          </p:nvSpPr>
          <p:spPr>
            <a:xfrm>
              <a:off x="3852049" y="1970604"/>
              <a:ext cx="76583" cy="76965"/>
            </a:xfrm>
            <a:custGeom>
              <a:rect b="b" l="l" r="r" t="t"/>
              <a:pathLst>
                <a:path extrusionOk="0" h="2418" w="2406">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83"/>
            <p:cNvSpPr/>
            <p:nvPr/>
          </p:nvSpPr>
          <p:spPr>
            <a:xfrm>
              <a:off x="3746310" y="2187016"/>
              <a:ext cx="132667" cy="88710"/>
            </a:xfrm>
            <a:custGeom>
              <a:rect b="b" l="l" r="r" t="t"/>
              <a:pathLst>
                <a:path extrusionOk="0" h="2787" w="4168">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83"/>
            <p:cNvSpPr/>
            <p:nvPr/>
          </p:nvSpPr>
          <p:spPr>
            <a:xfrm>
              <a:off x="3831583" y="2059664"/>
              <a:ext cx="117485" cy="54748"/>
            </a:xfrm>
            <a:custGeom>
              <a:rect b="b" l="l" r="r" t="t"/>
              <a:pathLst>
                <a:path extrusionOk="0" h="1720" w="3691">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83"/>
            <p:cNvSpPr/>
            <p:nvPr/>
          </p:nvSpPr>
          <p:spPr>
            <a:xfrm>
              <a:off x="3901672" y="2187016"/>
              <a:ext cx="132285" cy="88997"/>
            </a:xfrm>
            <a:custGeom>
              <a:rect b="b" l="l" r="r" t="t"/>
              <a:pathLst>
                <a:path extrusionOk="0" h="2796" w="4156">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4" name="Google Shape;12194;p83"/>
          <p:cNvGrpSpPr/>
          <p:nvPr/>
        </p:nvGrpSpPr>
        <p:grpSpPr>
          <a:xfrm>
            <a:off x="3235438" y="2046804"/>
            <a:ext cx="354363" cy="354745"/>
            <a:chOff x="3235438" y="1970604"/>
            <a:chExt cx="354363" cy="354745"/>
          </a:xfrm>
        </p:grpSpPr>
        <p:sp>
          <p:nvSpPr>
            <p:cNvPr id="12195" name="Google Shape;12195;p83"/>
            <p:cNvSpPr/>
            <p:nvPr/>
          </p:nvSpPr>
          <p:spPr>
            <a:xfrm>
              <a:off x="3235438" y="2125712"/>
              <a:ext cx="132667" cy="199288"/>
            </a:xfrm>
            <a:custGeom>
              <a:rect b="b" l="l" r="r" t="t"/>
              <a:pathLst>
                <a:path extrusionOk="0" h="6261" w="4168">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83"/>
            <p:cNvSpPr/>
            <p:nvPr/>
          </p:nvSpPr>
          <p:spPr>
            <a:xfrm>
              <a:off x="3257433" y="2292373"/>
              <a:ext cx="10249" cy="32626"/>
            </a:xfrm>
            <a:custGeom>
              <a:rect b="b" l="l" r="r" t="t"/>
              <a:pathLst>
                <a:path extrusionOk="0" h="1025" w="322">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83"/>
            <p:cNvSpPr/>
            <p:nvPr/>
          </p:nvSpPr>
          <p:spPr>
            <a:xfrm>
              <a:off x="3335098" y="2292373"/>
              <a:ext cx="10281" cy="32626"/>
            </a:xfrm>
            <a:custGeom>
              <a:rect b="b" l="l" r="r" t="t"/>
              <a:pathLst>
                <a:path extrusionOk="0" h="1025" w="323">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83"/>
            <p:cNvSpPr/>
            <p:nvPr/>
          </p:nvSpPr>
          <p:spPr>
            <a:xfrm>
              <a:off x="3490110" y="2163685"/>
              <a:ext cx="55734" cy="18430"/>
            </a:xfrm>
            <a:custGeom>
              <a:rect b="b" l="l" r="r" t="t"/>
              <a:pathLst>
                <a:path extrusionOk="0" h="579" w="1751">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83"/>
            <p:cNvSpPr/>
            <p:nvPr/>
          </p:nvSpPr>
          <p:spPr>
            <a:xfrm>
              <a:off x="3445771" y="2131664"/>
              <a:ext cx="144031" cy="192953"/>
            </a:xfrm>
            <a:custGeom>
              <a:rect b="b" l="l" r="r" t="t"/>
              <a:pathLst>
                <a:path extrusionOk="0" h="6062" w="4525">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83"/>
            <p:cNvSpPr/>
            <p:nvPr/>
          </p:nvSpPr>
          <p:spPr>
            <a:xfrm>
              <a:off x="3473813" y="2287058"/>
              <a:ext cx="10631" cy="38291"/>
            </a:xfrm>
            <a:custGeom>
              <a:rect b="b" l="l" r="r" t="t"/>
              <a:pathLst>
                <a:path extrusionOk="0" h="1203" w="334">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83"/>
            <p:cNvSpPr/>
            <p:nvPr/>
          </p:nvSpPr>
          <p:spPr>
            <a:xfrm>
              <a:off x="3551128" y="2287058"/>
              <a:ext cx="10249" cy="38291"/>
            </a:xfrm>
            <a:custGeom>
              <a:rect b="b" l="l" r="r" t="t"/>
              <a:pathLst>
                <a:path extrusionOk="0" h="1203" w="322">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83"/>
            <p:cNvSpPr/>
            <p:nvPr/>
          </p:nvSpPr>
          <p:spPr>
            <a:xfrm>
              <a:off x="3290377" y="1970604"/>
              <a:ext cx="221378" cy="185346"/>
            </a:xfrm>
            <a:custGeom>
              <a:rect b="b" l="l" r="r" t="t"/>
              <a:pathLst>
                <a:path extrusionOk="0" h="5823" w="6955">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83"/>
            <p:cNvSpPr/>
            <p:nvPr/>
          </p:nvSpPr>
          <p:spPr>
            <a:xfrm>
              <a:off x="3329432" y="2004344"/>
              <a:ext cx="26928" cy="10249"/>
            </a:xfrm>
            <a:custGeom>
              <a:rect b="b" l="l" r="r" t="t"/>
              <a:pathLst>
                <a:path extrusionOk="0" h="322" w="846">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83"/>
            <p:cNvSpPr/>
            <p:nvPr/>
          </p:nvSpPr>
          <p:spPr>
            <a:xfrm>
              <a:off x="3368074" y="2004344"/>
              <a:ext cx="82663" cy="10249"/>
            </a:xfrm>
            <a:custGeom>
              <a:rect b="b" l="l" r="r" t="t"/>
              <a:pathLst>
                <a:path extrusionOk="0" h="322" w="2597">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83"/>
            <p:cNvSpPr/>
            <p:nvPr/>
          </p:nvSpPr>
          <p:spPr>
            <a:xfrm>
              <a:off x="3329432" y="2031622"/>
              <a:ext cx="121304" cy="10631"/>
            </a:xfrm>
            <a:custGeom>
              <a:rect b="b" l="l" r="r" t="t"/>
              <a:pathLst>
                <a:path extrusionOk="0" h="334" w="3811">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83"/>
            <p:cNvSpPr/>
            <p:nvPr/>
          </p:nvSpPr>
          <p:spPr>
            <a:xfrm>
              <a:off x="3329432" y="2059664"/>
              <a:ext cx="82249" cy="10663"/>
            </a:xfrm>
            <a:custGeom>
              <a:rect b="b" l="l" r="r" t="t"/>
              <a:pathLst>
                <a:path extrusionOk="0" h="335" w="2584">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83"/>
            <p:cNvSpPr/>
            <p:nvPr/>
          </p:nvSpPr>
          <p:spPr>
            <a:xfrm>
              <a:off x="3423777" y="2059664"/>
              <a:ext cx="26960" cy="10663"/>
            </a:xfrm>
            <a:custGeom>
              <a:rect b="b" l="l" r="r" t="t"/>
              <a:pathLst>
                <a:path extrusionOk="0" h="335" w="847">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8" name="Google Shape;12208;p83"/>
          <p:cNvGrpSpPr/>
          <p:nvPr/>
        </p:nvGrpSpPr>
        <p:grpSpPr>
          <a:xfrm>
            <a:off x="1329585" y="2066125"/>
            <a:ext cx="341472" cy="335074"/>
            <a:chOff x="1329585" y="1989925"/>
            <a:chExt cx="341472" cy="335074"/>
          </a:xfrm>
        </p:grpSpPr>
        <p:sp>
          <p:nvSpPr>
            <p:cNvPr id="12209" name="Google Shape;12209;p83"/>
            <p:cNvSpPr/>
            <p:nvPr/>
          </p:nvSpPr>
          <p:spPr>
            <a:xfrm>
              <a:off x="1562263" y="2097956"/>
              <a:ext cx="108795" cy="226661"/>
            </a:xfrm>
            <a:custGeom>
              <a:rect b="b" l="l" r="r" t="t"/>
              <a:pathLst>
                <a:path extrusionOk="0" h="7121" w="3418">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83"/>
            <p:cNvSpPr/>
            <p:nvPr/>
          </p:nvSpPr>
          <p:spPr>
            <a:xfrm>
              <a:off x="1406137" y="1989925"/>
              <a:ext cx="198587" cy="335074"/>
            </a:xfrm>
            <a:custGeom>
              <a:rect b="b" l="l" r="r" t="t"/>
              <a:pathLst>
                <a:path extrusionOk="0" h="10527" w="6239">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83"/>
            <p:cNvSpPr/>
            <p:nvPr/>
          </p:nvSpPr>
          <p:spPr>
            <a:xfrm>
              <a:off x="1329585" y="2127494"/>
              <a:ext cx="108795" cy="197123"/>
            </a:xfrm>
            <a:custGeom>
              <a:rect b="b" l="l" r="r" t="t"/>
              <a:pathLst>
                <a:path extrusionOk="0" h="6193" w="3418">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2" name="Google Shape;12212;p83"/>
          <p:cNvGrpSpPr/>
          <p:nvPr/>
        </p:nvGrpSpPr>
        <p:grpSpPr>
          <a:xfrm>
            <a:off x="5591871" y="2066106"/>
            <a:ext cx="416649" cy="325597"/>
            <a:chOff x="5626763" y="2013829"/>
            <a:chExt cx="351722" cy="274788"/>
          </a:xfrm>
        </p:grpSpPr>
        <p:sp>
          <p:nvSpPr>
            <p:cNvPr id="12213" name="Google Shape;12213;p83"/>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83"/>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83"/>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83"/>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83"/>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83"/>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83"/>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83"/>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83"/>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83"/>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3" name="Google Shape;12223;p83"/>
          <p:cNvGrpSpPr/>
          <p:nvPr/>
        </p:nvGrpSpPr>
        <p:grpSpPr>
          <a:xfrm>
            <a:off x="7576605" y="2060077"/>
            <a:ext cx="276698" cy="333133"/>
            <a:chOff x="7576605" y="1983877"/>
            <a:chExt cx="276698" cy="333133"/>
          </a:xfrm>
        </p:grpSpPr>
        <p:sp>
          <p:nvSpPr>
            <p:cNvPr id="12224" name="Google Shape;12224;p83"/>
            <p:cNvSpPr/>
            <p:nvPr/>
          </p:nvSpPr>
          <p:spPr>
            <a:xfrm>
              <a:off x="7576605" y="1983877"/>
              <a:ext cx="276698" cy="333133"/>
            </a:xfrm>
            <a:custGeom>
              <a:rect b="b" l="l" r="r" t="t"/>
              <a:pathLst>
                <a:path extrusionOk="0" h="10466" w="8693">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83"/>
            <p:cNvSpPr/>
            <p:nvPr/>
          </p:nvSpPr>
          <p:spPr>
            <a:xfrm>
              <a:off x="7670981" y="2041871"/>
              <a:ext cx="87182" cy="83076"/>
            </a:xfrm>
            <a:custGeom>
              <a:rect b="b" l="l" r="r" t="t"/>
              <a:pathLst>
                <a:path extrusionOk="0" h="2610" w="2739">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6" name="Google Shape;12226;p83"/>
          <p:cNvGrpSpPr/>
          <p:nvPr/>
        </p:nvGrpSpPr>
        <p:grpSpPr>
          <a:xfrm>
            <a:off x="853568" y="2051738"/>
            <a:ext cx="337334" cy="353599"/>
            <a:chOff x="853568" y="1975538"/>
            <a:chExt cx="337334" cy="353599"/>
          </a:xfrm>
        </p:grpSpPr>
        <p:sp>
          <p:nvSpPr>
            <p:cNvPr id="12227" name="Google Shape;12227;p83"/>
            <p:cNvSpPr/>
            <p:nvPr/>
          </p:nvSpPr>
          <p:spPr>
            <a:xfrm>
              <a:off x="853568" y="1975538"/>
              <a:ext cx="337334" cy="353599"/>
            </a:xfrm>
            <a:custGeom>
              <a:rect b="b" l="l" r="r" t="t"/>
              <a:pathLst>
                <a:path extrusionOk="0" h="11109" w="10598">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83"/>
            <p:cNvSpPr/>
            <p:nvPr/>
          </p:nvSpPr>
          <p:spPr>
            <a:xfrm>
              <a:off x="938458" y="2136979"/>
              <a:ext cx="166789" cy="76742"/>
            </a:xfrm>
            <a:custGeom>
              <a:rect b="b" l="l" r="r" t="t"/>
              <a:pathLst>
                <a:path extrusionOk="0" h="2411" w="524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83"/>
            <p:cNvSpPr/>
            <p:nvPr/>
          </p:nvSpPr>
          <p:spPr>
            <a:xfrm>
              <a:off x="938840" y="2227377"/>
              <a:ext cx="166407" cy="76774"/>
            </a:xfrm>
            <a:custGeom>
              <a:rect b="b" l="l" r="r" t="t"/>
              <a:pathLst>
                <a:path extrusionOk="0" h="2412" w="5228">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83"/>
            <p:cNvSpPr/>
            <p:nvPr/>
          </p:nvSpPr>
          <p:spPr>
            <a:xfrm>
              <a:off x="1007052" y="2185106"/>
              <a:ext cx="19003" cy="70153"/>
            </a:xfrm>
            <a:custGeom>
              <a:rect b="b" l="l" r="r" t="t"/>
              <a:pathLst>
                <a:path extrusionOk="0" h="2204" w="597">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1" name="Google Shape;12231;p83"/>
          <p:cNvGrpSpPr/>
          <p:nvPr/>
        </p:nvGrpSpPr>
        <p:grpSpPr>
          <a:xfrm>
            <a:off x="2770052" y="2085828"/>
            <a:ext cx="327085" cy="277080"/>
            <a:chOff x="2770052" y="2009628"/>
            <a:chExt cx="327085" cy="277080"/>
          </a:xfrm>
        </p:grpSpPr>
        <p:sp>
          <p:nvSpPr>
            <p:cNvPr id="12232" name="Google Shape;12232;p83"/>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83"/>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34" name="Google Shape;12234;p83"/>
          <p:cNvSpPr/>
          <p:nvPr/>
        </p:nvSpPr>
        <p:spPr>
          <a:xfrm>
            <a:off x="7060068" y="2065329"/>
            <a:ext cx="354363" cy="324093"/>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35" name="Google Shape;12235;p83"/>
          <p:cNvGrpSpPr/>
          <p:nvPr/>
        </p:nvGrpSpPr>
        <p:grpSpPr>
          <a:xfrm>
            <a:off x="4195399" y="2046804"/>
            <a:ext cx="344878" cy="343573"/>
            <a:chOff x="4195399" y="1970604"/>
            <a:chExt cx="344878" cy="343573"/>
          </a:xfrm>
        </p:grpSpPr>
        <p:sp>
          <p:nvSpPr>
            <p:cNvPr id="12236" name="Google Shape;12236;p83"/>
            <p:cNvSpPr/>
            <p:nvPr/>
          </p:nvSpPr>
          <p:spPr>
            <a:xfrm>
              <a:off x="4195399" y="1970604"/>
              <a:ext cx="344878" cy="343573"/>
            </a:xfrm>
            <a:custGeom>
              <a:rect b="b" l="l" r="r" t="t"/>
              <a:pathLst>
                <a:path extrusionOk="0" h="10794" w="10835">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83"/>
            <p:cNvSpPr/>
            <p:nvPr/>
          </p:nvSpPr>
          <p:spPr>
            <a:xfrm>
              <a:off x="4311356" y="1993458"/>
              <a:ext cx="206959" cy="197378"/>
            </a:xfrm>
            <a:custGeom>
              <a:rect b="b" l="l" r="r" t="t"/>
              <a:pathLst>
                <a:path extrusionOk="0" h="6201" w="6502">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83"/>
            <p:cNvSpPr/>
            <p:nvPr/>
          </p:nvSpPr>
          <p:spPr>
            <a:xfrm>
              <a:off x="4372374" y="2030476"/>
              <a:ext cx="94026" cy="114493"/>
            </a:xfrm>
            <a:custGeom>
              <a:rect b="b" l="l" r="r" t="t"/>
              <a:pathLst>
                <a:path extrusionOk="0" h="3597" w="2954">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83"/>
            <p:cNvSpPr/>
            <p:nvPr/>
          </p:nvSpPr>
          <p:spPr>
            <a:xfrm>
              <a:off x="4426167" y="2098561"/>
              <a:ext cx="114111" cy="113474"/>
            </a:xfrm>
            <a:custGeom>
              <a:rect b="b" l="l" r="r" t="t"/>
              <a:pathLst>
                <a:path extrusionOk="0" h="3565" w="3585">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0" name="Google Shape;12240;p83"/>
          <p:cNvGrpSpPr/>
          <p:nvPr/>
        </p:nvGrpSpPr>
        <p:grpSpPr>
          <a:xfrm>
            <a:off x="4674791" y="2053647"/>
            <a:ext cx="344528" cy="344114"/>
            <a:chOff x="4674791" y="1977447"/>
            <a:chExt cx="344528" cy="344114"/>
          </a:xfrm>
        </p:grpSpPr>
        <p:sp>
          <p:nvSpPr>
            <p:cNvPr id="12241" name="Google Shape;12241;p83"/>
            <p:cNvSpPr/>
            <p:nvPr/>
          </p:nvSpPr>
          <p:spPr>
            <a:xfrm>
              <a:off x="4696022" y="1996768"/>
              <a:ext cx="29570" cy="29220"/>
            </a:xfrm>
            <a:custGeom>
              <a:rect b="b" l="l" r="r" t="t"/>
              <a:pathLst>
                <a:path extrusionOk="0" h="918" w="929">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83"/>
            <p:cNvSpPr/>
            <p:nvPr/>
          </p:nvSpPr>
          <p:spPr>
            <a:xfrm>
              <a:off x="4733899" y="1996768"/>
              <a:ext cx="29602" cy="29220"/>
            </a:xfrm>
            <a:custGeom>
              <a:rect b="b" l="l" r="r" t="t"/>
              <a:pathLst>
                <a:path extrusionOk="0" h="918" w="93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83"/>
            <p:cNvSpPr/>
            <p:nvPr/>
          </p:nvSpPr>
          <p:spPr>
            <a:xfrm>
              <a:off x="4771809" y="1996768"/>
              <a:ext cx="29602" cy="29220"/>
            </a:xfrm>
            <a:custGeom>
              <a:rect b="b" l="l" r="r" t="t"/>
              <a:pathLst>
                <a:path extrusionOk="0" h="918" w="93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83"/>
            <p:cNvSpPr/>
            <p:nvPr/>
          </p:nvSpPr>
          <p:spPr>
            <a:xfrm>
              <a:off x="4674791" y="1977447"/>
              <a:ext cx="344528" cy="344114"/>
            </a:xfrm>
            <a:custGeom>
              <a:rect b="b" l="l" r="r" t="t"/>
              <a:pathLst>
                <a:path extrusionOk="0" h="10811" w="10824">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83"/>
            <p:cNvSpPr/>
            <p:nvPr/>
          </p:nvSpPr>
          <p:spPr>
            <a:xfrm>
              <a:off x="4696022" y="2073160"/>
              <a:ext cx="13655" cy="27469"/>
            </a:xfrm>
            <a:custGeom>
              <a:rect b="b" l="l" r="r" t="t"/>
              <a:pathLst>
                <a:path extrusionOk="0" h="863" w="429">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83"/>
            <p:cNvSpPr/>
            <p:nvPr/>
          </p:nvSpPr>
          <p:spPr>
            <a:xfrm>
              <a:off x="4711173" y="2279419"/>
              <a:ext cx="28456" cy="10695"/>
            </a:xfrm>
            <a:custGeom>
              <a:rect b="b" l="l" r="r" t="t"/>
              <a:pathLst>
                <a:path extrusionOk="0" h="336" w="894">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83"/>
            <p:cNvSpPr/>
            <p:nvPr/>
          </p:nvSpPr>
          <p:spPr>
            <a:xfrm>
              <a:off x="4714197" y="2064216"/>
              <a:ext cx="28456" cy="10631"/>
            </a:xfrm>
            <a:custGeom>
              <a:rect b="b" l="l" r="r" t="t"/>
              <a:pathLst>
                <a:path extrusionOk="0" h="334" w="894">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83"/>
            <p:cNvSpPr/>
            <p:nvPr/>
          </p:nvSpPr>
          <p:spPr>
            <a:xfrm>
              <a:off x="4747173" y="2279482"/>
              <a:ext cx="28456" cy="10631"/>
            </a:xfrm>
            <a:custGeom>
              <a:rect b="b" l="l" r="r" t="t"/>
              <a:pathLst>
                <a:path extrusionOk="0" h="334" w="894">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83"/>
            <p:cNvSpPr/>
            <p:nvPr/>
          </p:nvSpPr>
          <p:spPr>
            <a:xfrm>
              <a:off x="4750196" y="2064216"/>
              <a:ext cx="28456" cy="10631"/>
            </a:xfrm>
            <a:custGeom>
              <a:rect b="b" l="l" r="r" t="t"/>
              <a:pathLst>
                <a:path extrusionOk="0" h="334" w="894">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83"/>
            <p:cNvSpPr/>
            <p:nvPr/>
          </p:nvSpPr>
          <p:spPr>
            <a:xfrm>
              <a:off x="4696022" y="2107791"/>
              <a:ext cx="10631" cy="28838"/>
            </a:xfrm>
            <a:custGeom>
              <a:rect b="b" l="l" r="r" t="t"/>
              <a:pathLst>
                <a:path extrusionOk="0" h="906" w="334">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83"/>
            <p:cNvSpPr/>
            <p:nvPr/>
          </p:nvSpPr>
          <p:spPr>
            <a:xfrm>
              <a:off x="4695640" y="2251058"/>
              <a:ext cx="12541" cy="28074"/>
            </a:xfrm>
            <a:custGeom>
              <a:rect b="b" l="l" r="r" t="t"/>
              <a:pathLst>
                <a:path extrusionOk="0" h="882" w="394">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83"/>
            <p:cNvSpPr/>
            <p:nvPr/>
          </p:nvSpPr>
          <p:spPr>
            <a:xfrm>
              <a:off x="4782790" y="2279482"/>
              <a:ext cx="28456" cy="10631"/>
            </a:xfrm>
            <a:custGeom>
              <a:rect b="b" l="l" r="r" t="t"/>
              <a:pathLst>
                <a:path extrusionOk="0" h="334" w="894">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83"/>
            <p:cNvSpPr/>
            <p:nvPr/>
          </p:nvSpPr>
          <p:spPr>
            <a:xfrm>
              <a:off x="4696022" y="2143409"/>
              <a:ext cx="10631" cy="28456"/>
            </a:xfrm>
            <a:custGeom>
              <a:rect b="b" l="l" r="r" t="t"/>
              <a:pathLst>
                <a:path extrusionOk="0" h="894" w="334">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83"/>
            <p:cNvSpPr/>
            <p:nvPr/>
          </p:nvSpPr>
          <p:spPr>
            <a:xfrm>
              <a:off x="4696022" y="2215440"/>
              <a:ext cx="10631" cy="28074"/>
            </a:xfrm>
            <a:custGeom>
              <a:rect b="b" l="l" r="r" t="t"/>
              <a:pathLst>
                <a:path extrusionOk="0" h="882" w="334">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83"/>
            <p:cNvSpPr/>
            <p:nvPr/>
          </p:nvSpPr>
          <p:spPr>
            <a:xfrm>
              <a:off x="4696022" y="2179441"/>
              <a:ext cx="10631" cy="28424"/>
            </a:xfrm>
            <a:custGeom>
              <a:rect b="b" l="l" r="r" t="t"/>
              <a:pathLst>
                <a:path extrusionOk="0" h="893" w="334">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83"/>
            <p:cNvSpPr/>
            <p:nvPr/>
          </p:nvSpPr>
          <p:spPr>
            <a:xfrm>
              <a:off x="4854790" y="2146847"/>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83"/>
            <p:cNvSpPr/>
            <p:nvPr/>
          </p:nvSpPr>
          <p:spPr>
            <a:xfrm>
              <a:off x="4854790" y="2110847"/>
              <a:ext cx="10281" cy="28424"/>
            </a:xfrm>
            <a:custGeom>
              <a:rect b="b" l="l" r="r" t="t"/>
              <a:pathLst>
                <a:path extrusionOk="0" h="893" w="323">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83"/>
            <p:cNvSpPr/>
            <p:nvPr/>
          </p:nvSpPr>
          <p:spPr>
            <a:xfrm>
              <a:off x="4854790" y="2182846"/>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83"/>
            <p:cNvSpPr/>
            <p:nvPr/>
          </p:nvSpPr>
          <p:spPr>
            <a:xfrm>
              <a:off x="4852912" y="2075738"/>
              <a:ext cx="12159" cy="27915"/>
            </a:xfrm>
            <a:custGeom>
              <a:rect b="b" l="l" r="r" t="t"/>
              <a:pathLst>
                <a:path extrusionOk="0" h="877" w="382">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83"/>
            <p:cNvSpPr/>
            <p:nvPr/>
          </p:nvSpPr>
          <p:spPr>
            <a:xfrm>
              <a:off x="4854790" y="2218464"/>
              <a:ext cx="10281" cy="28456"/>
            </a:xfrm>
            <a:custGeom>
              <a:rect b="b" l="l" r="r" t="t"/>
              <a:pathLst>
                <a:path extrusionOk="0" h="894" w="323">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83"/>
            <p:cNvSpPr/>
            <p:nvPr/>
          </p:nvSpPr>
          <p:spPr>
            <a:xfrm>
              <a:off x="4821464" y="2064598"/>
              <a:ext cx="29188" cy="10249"/>
            </a:xfrm>
            <a:custGeom>
              <a:rect b="b" l="l" r="r" t="t"/>
              <a:pathLst>
                <a:path extrusionOk="0" h="322" w="917">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83"/>
            <p:cNvSpPr/>
            <p:nvPr/>
          </p:nvSpPr>
          <p:spPr>
            <a:xfrm>
              <a:off x="4785464" y="2064216"/>
              <a:ext cx="28456" cy="10631"/>
            </a:xfrm>
            <a:custGeom>
              <a:rect b="b" l="l" r="r" t="t"/>
              <a:pathLst>
                <a:path extrusionOk="0" h="334" w="894">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83"/>
            <p:cNvSpPr/>
            <p:nvPr/>
          </p:nvSpPr>
          <p:spPr>
            <a:xfrm>
              <a:off x="4818790" y="2279482"/>
              <a:ext cx="28456" cy="10631"/>
            </a:xfrm>
            <a:custGeom>
              <a:rect b="b" l="l" r="r" t="t"/>
              <a:pathLst>
                <a:path extrusionOk="0" h="334" w="894">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83"/>
            <p:cNvSpPr/>
            <p:nvPr/>
          </p:nvSpPr>
          <p:spPr>
            <a:xfrm>
              <a:off x="4851002" y="2253700"/>
              <a:ext cx="14069" cy="28074"/>
            </a:xfrm>
            <a:custGeom>
              <a:rect b="b" l="l" r="r" t="t"/>
              <a:pathLst>
                <a:path extrusionOk="0" h="882" w="442">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83"/>
            <p:cNvSpPr/>
            <p:nvPr/>
          </p:nvSpPr>
          <p:spPr>
            <a:xfrm>
              <a:off x="4883596" y="2064980"/>
              <a:ext cx="107299" cy="99310"/>
            </a:xfrm>
            <a:custGeom>
              <a:rect b="b" l="l" r="r" t="t"/>
              <a:pathLst>
                <a:path extrusionOk="0" h="3120" w="3371">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83"/>
            <p:cNvSpPr/>
            <p:nvPr/>
          </p:nvSpPr>
          <p:spPr>
            <a:xfrm>
              <a:off x="4882864" y="2190422"/>
              <a:ext cx="107267" cy="99692"/>
            </a:xfrm>
            <a:custGeom>
              <a:rect b="b" l="l" r="r" t="t"/>
              <a:pathLst>
                <a:path extrusionOk="0" h="3132" w="337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7" name="Google Shape;12267;p83"/>
          <p:cNvGrpSpPr/>
          <p:nvPr/>
        </p:nvGrpSpPr>
        <p:grpSpPr>
          <a:xfrm>
            <a:off x="6083810" y="1623497"/>
            <a:ext cx="382819" cy="310788"/>
            <a:chOff x="6083810" y="1547297"/>
            <a:chExt cx="382819" cy="310788"/>
          </a:xfrm>
        </p:grpSpPr>
        <p:sp>
          <p:nvSpPr>
            <p:cNvPr id="12268" name="Google Shape;12268;p83"/>
            <p:cNvSpPr/>
            <p:nvPr/>
          </p:nvSpPr>
          <p:spPr>
            <a:xfrm>
              <a:off x="6083810" y="1547297"/>
              <a:ext cx="382819" cy="310788"/>
            </a:xfrm>
            <a:custGeom>
              <a:rect b="b" l="l" r="r" t="t"/>
              <a:pathLst>
                <a:path extrusionOk="0" h="9764" w="12027">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83"/>
            <p:cNvSpPr/>
            <p:nvPr/>
          </p:nvSpPr>
          <p:spPr>
            <a:xfrm>
              <a:off x="6106950" y="1606787"/>
              <a:ext cx="334661" cy="11395"/>
            </a:xfrm>
            <a:custGeom>
              <a:rect b="b" l="l" r="r" t="t"/>
              <a:pathLst>
                <a:path extrusionOk="0" h="358" w="10514">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83"/>
            <p:cNvSpPr/>
            <p:nvPr/>
          </p:nvSpPr>
          <p:spPr>
            <a:xfrm>
              <a:off x="6124743" y="1655296"/>
              <a:ext cx="47427" cy="11395"/>
            </a:xfrm>
            <a:custGeom>
              <a:rect b="b" l="l" r="r" t="t"/>
              <a:pathLst>
                <a:path extrusionOk="0" h="358" w="149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83"/>
            <p:cNvSpPr/>
            <p:nvPr/>
          </p:nvSpPr>
          <p:spPr>
            <a:xfrm>
              <a:off x="6208520" y="1655296"/>
              <a:ext cx="47395" cy="11395"/>
            </a:xfrm>
            <a:custGeom>
              <a:rect b="b" l="l" r="r" t="t"/>
              <a:pathLst>
                <a:path extrusionOk="0" h="358" w="1489">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83"/>
            <p:cNvSpPr/>
            <p:nvPr/>
          </p:nvSpPr>
          <p:spPr>
            <a:xfrm>
              <a:off x="6376391" y="1655296"/>
              <a:ext cx="47395" cy="11395"/>
            </a:xfrm>
            <a:custGeom>
              <a:rect b="b" l="l" r="r" t="t"/>
              <a:pathLst>
                <a:path extrusionOk="0" h="358" w="1489">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83"/>
            <p:cNvSpPr/>
            <p:nvPr/>
          </p:nvSpPr>
          <p:spPr>
            <a:xfrm>
              <a:off x="6124743" y="1703041"/>
              <a:ext cx="47427" cy="11427"/>
            </a:xfrm>
            <a:custGeom>
              <a:rect b="b" l="l" r="r" t="t"/>
              <a:pathLst>
                <a:path extrusionOk="0" h="359" w="149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83"/>
            <p:cNvSpPr/>
            <p:nvPr/>
          </p:nvSpPr>
          <p:spPr>
            <a:xfrm>
              <a:off x="6292646" y="1703041"/>
              <a:ext cx="47395" cy="11427"/>
            </a:xfrm>
            <a:custGeom>
              <a:rect b="b" l="l" r="r" t="t"/>
              <a:pathLst>
                <a:path extrusionOk="0" h="359" w="1489">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83"/>
            <p:cNvSpPr/>
            <p:nvPr/>
          </p:nvSpPr>
          <p:spPr>
            <a:xfrm>
              <a:off x="6124743" y="1750818"/>
              <a:ext cx="47427" cy="11395"/>
            </a:xfrm>
            <a:custGeom>
              <a:rect b="b" l="l" r="r" t="t"/>
              <a:pathLst>
                <a:path extrusionOk="0" h="358" w="149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83"/>
            <p:cNvSpPr/>
            <p:nvPr/>
          </p:nvSpPr>
          <p:spPr>
            <a:xfrm>
              <a:off x="6208520" y="1750818"/>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83"/>
            <p:cNvSpPr/>
            <p:nvPr/>
          </p:nvSpPr>
          <p:spPr>
            <a:xfrm>
              <a:off x="6376391" y="1750818"/>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83"/>
            <p:cNvSpPr/>
            <p:nvPr/>
          </p:nvSpPr>
          <p:spPr>
            <a:xfrm>
              <a:off x="6208520" y="1798563"/>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83"/>
            <p:cNvSpPr/>
            <p:nvPr/>
          </p:nvSpPr>
          <p:spPr>
            <a:xfrm>
              <a:off x="6292646" y="1798563"/>
              <a:ext cx="47395" cy="11395"/>
            </a:xfrm>
            <a:custGeom>
              <a:rect b="b" l="l" r="r" t="t"/>
              <a:pathLst>
                <a:path extrusionOk="0" h="358" w="1489">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83"/>
            <p:cNvSpPr/>
            <p:nvPr/>
          </p:nvSpPr>
          <p:spPr>
            <a:xfrm>
              <a:off x="6376391" y="1798563"/>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83"/>
            <p:cNvSpPr/>
            <p:nvPr/>
          </p:nvSpPr>
          <p:spPr>
            <a:xfrm>
              <a:off x="6207756" y="1690723"/>
              <a:ext cx="48923" cy="35108"/>
            </a:xfrm>
            <a:custGeom>
              <a:rect b="b" l="l" r="r" t="t"/>
              <a:pathLst>
                <a:path extrusionOk="0" h="1103" w="1537">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83"/>
            <p:cNvSpPr/>
            <p:nvPr/>
          </p:nvSpPr>
          <p:spPr>
            <a:xfrm>
              <a:off x="6376009" y="1690723"/>
              <a:ext cx="48159" cy="35108"/>
            </a:xfrm>
            <a:custGeom>
              <a:rect b="b" l="l" r="r" t="t"/>
              <a:pathLst>
                <a:path extrusionOk="0" h="1103" w="1513">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83"/>
            <p:cNvSpPr/>
            <p:nvPr/>
          </p:nvSpPr>
          <p:spPr>
            <a:xfrm>
              <a:off x="6291500" y="1738595"/>
              <a:ext cx="48923" cy="34981"/>
            </a:xfrm>
            <a:custGeom>
              <a:rect b="b" l="l" r="r" t="t"/>
              <a:pathLst>
                <a:path extrusionOk="0" h="1099" w="1537">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83"/>
            <p:cNvSpPr/>
            <p:nvPr/>
          </p:nvSpPr>
          <p:spPr>
            <a:xfrm>
              <a:off x="6123629" y="1786627"/>
              <a:ext cx="48891" cy="34695"/>
            </a:xfrm>
            <a:custGeom>
              <a:rect b="b" l="l" r="r" t="t"/>
              <a:pathLst>
                <a:path extrusionOk="0" h="1090" w="1536">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83"/>
            <p:cNvSpPr/>
            <p:nvPr/>
          </p:nvSpPr>
          <p:spPr>
            <a:xfrm>
              <a:off x="6291500" y="1642978"/>
              <a:ext cx="48923" cy="34727"/>
            </a:xfrm>
            <a:custGeom>
              <a:rect b="b" l="l" r="r" t="t"/>
              <a:pathLst>
                <a:path extrusionOk="0" h="1091" w="1537">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6" name="Google Shape;12286;p83"/>
          <p:cNvGrpSpPr/>
          <p:nvPr/>
        </p:nvGrpSpPr>
        <p:grpSpPr>
          <a:xfrm>
            <a:off x="6558300" y="1614393"/>
            <a:ext cx="382788" cy="328613"/>
            <a:chOff x="6558300" y="1538193"/>
            <a:chExt cx="382788" cy="328613"/>
          </a:xfrm>
        </p:grpSpPr>
        <p:sp>
          <p:nvSpPr>
            <p:cNvPr id="12287" name="Google Shape;12287;p83"/>
            <p:cNvSpPr/>
            <p:nvPr/>
          </p:nvSpPr>
          <p:spPr>
            <a:xfrm>
              <a:off x="6558300" y="1538193"/>
              <a:ext cx="382788" cy="328613"/>
            </a:xfrm>
            <a:custGeom>
              <a:rect b="b" l="l" r="r" t="t"/>
              <a:pathLst>
                <a:path extrusionOk="0" h="10324" w="12026">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83"/>
            <p:cNvSpPr/>
            <p:nvPr/>
          </p:nvSpPr>
          <p:spPr>
            <a:xfrm>
              <a:off x="6714426" y="1699635"/>
              <a:ext cx="70917" cy="34536"/>
            </a:xfrm>
            <a:custGeom>
              <a:rect b="b" l="l" r="r" t="t"/>
              <a:pathLst>
                <a:path extrusionOk="0" h="1085" w="2228">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9" name="Google Shape;12289;p83"/>
          <p:cNvGrpSpPr/>
          <p:nvPr/>
        </p:nvGrpSpPr>
        <p:grpSpPr>
          <a:xfrm>
            <a:off x="5194002" y="1587497"/>
            <a:ext cx="259605" cy="346024"/>
            <a:chOff x="5194002" y="1511297"/>
            <a:chExt cx="259605" cy="346024"/>
          </a:xfrm>
        </p:grpSpPr>
        <p:sp>
          <p:nvSpPr>
            <p:cNvPr id="12290" name="Google Shape;12290;p83"/>
            <p:cNvSpPr/>
            <p:nvPr/>
          </p:nvSpPr>
          <p:spPr>
            <a:xfrm>
              <a:off x="5216729" y="1543636"/>
              <a:ext cx="169431" cy="159436"/>
            </a:xfrm>
            <a:custGeom>
              <a:rect b="b" l="l" r="r" t="t"/>
              <a:pathLst>
                <a:path extrusionOk="0" h="5009" w="5323">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83"/>
            <p:cNvSpPr/>
            <p:nvPr/>
          </p:nvSpPr>
          <p:spPr>
            <a:xfrm>
              <a:off x="5194002" y="1511297"/>
              <a:ext cx="259605" cy="346024"/>
            </a:xfrm>
            <a:custGeom>
              <a:rect b="b" l="l" r="r" t="t"/>
              <a:pathLst>
                <a:path extrusionOk="0" h="10871" w="8156">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83"/>
            <p:cNvSpPr/>
            <p:nvPr/>
          </p:nvSpPr>
          <p:spPr>
            <a:xfrm>
              <a:off x="5296304" y="1607105"/>
              <a:ext cx="55002" cy="17156"/>
            </a:xfrm>
            <a:custGeom>
              <a:rect b="b" l="l" r="r" t="t"/>
              <a:pathLst>
                <a:path extrusionOk="0" h="539" w="1728">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83"/>
            <p:cNvSpPr/>
            <p:nvPr/>
          </p:nvSpPr>
          <p:spPr>
            <a:xfrm>
              <a:off x="5260686" y="1576103"/>
              <a:ext cx="169813" cy="162970"/>
            </a:xfrm>
            <a:custGeom>
              <a:rect b="b" l="l" r="r" t="t"/>
              <a:pathLst>
                <a:path extrusionOk="0" h="5120" w="5335">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4" name="Google Shape;12294;p83"/>
          <p:cNvGrpSpPr/>
          <p:nvPr/>
        </p:nvGrpSpPr>
        <p:grpSpPr>
          <a:xfrm>
            <a:off x="1394741" y="1588261"/>
            <a:ext cx="252444" cy="351722"/>
            <a:chOff x="1394741" y="1512061"/>
            <a:chExt cx="252444" cy="351722"/>
          </a:xfrm>
        </p:grpSpPr>
        <p:sp>
          <p:nvSpPr>
            <p:cNvPr id="12295" name="Google Shape;12295;p83"/>
            <p:cNvSpPr/>
            <p:nvPr/>
          </p:nvSpPr>
          <p:spPr>
            <a:xfrm>
              <a:off x="1394741" y="1512061"/>
              <a:ext cx="252444" cy="351722"/>
            </a:xfrm>
            <a:custGeom>
              <a:rect b="b" l="l" r="r" t="t"/>
              <a:pathLst>
                <a:path extrusionOk="0" h="11050" w="7931">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83"/>
            <p:cNvSpPr/>
            <p:nvPr/>
          </p:nvSpPr>
          <p:spPr>
            <a:xfrm>
              <a:off x="1515282" y="1534024"/>
              <a:ext cx="10631" cy="10281"/>
            </a:xfrm>
            <a:custGeom>
              <a:rect b="b" l="l" r="r" t="t"/>
              <a:pathLst>
                <a:path extrusionOk="0" h="323" w="334">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83"/>
            <p:cNvSpPr/>
            <p:nvPr/>
          </p:nvSpPr>
          <p:spPr>
            <a:xfrm>
              <a:off x="1415972" y="1556018"/>
              <a:ext cx="208486" cy="274406"/>
            </a:xfrm>
            <a:custGeom>
              <a:rect b="b" l="l" r="r" t="t"/>
              <a:pathLst>
                <a:path extrusionOk="0" h="8621" w="655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83"/>
            <p:cNvSpPr/>
            <p:nvPr/>
          </p:nvSpPr>
          <p:spPr>
            <a:xfrm>
              <a:off x="1449330" y="1665927"/>
              <a:ext cx="31862" cy="32244"/>
            </a:xfrm>
            <a:custGeom>
              <a:rect b="b" l="l" r="r" t="t"/>
              <a:pathLst>
                <a:path extrusionOk="0" h="1013" w="1001">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83"/>
            <p:cNvSpPr/>
            <p:nvPr/>
          </p:nvSpPr>
          <p:spPr>
            <a:xfrm>
              <a:off x="1449330" y="1715168"/>
              <a:ext cx="31862" cy="32244"/>
            </a:xfrm>
            <a:custGeom>
              <a:rect b="b" l="l" r="r" t="t"/>
              <a:pathLst>
                <a:path extrusionOk="0" h="1013" w="1001">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83"/>
            <p:cNvSpPr/>
            <p:nvPr/>
          </p:nvSpPr>
          <p:spPr>
            <a:xfrm>
              <a:off x="1449330" y="1765205"/>
              <a:ext cx="31862" cy="31862"/>
            </a:xfrm>
            <a:custGeom>
              <a:rect b="b" l="l" r="r" t="t"/>
              <a:pathLst>
                <a:path extrusionOk="0" h="1001" w="1001">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83"/>
            <p:cNvSpPr/>
            <p:nvPr/>
          </p:nvSpPr>
          <p:spPr>
            <a:xfrm>
              <a:off x="1493287" y="1665927"/>
              <a:ext cx="59522" cy="10631"/>
            </a:xfrm>
            <a:custGeom>
              <a:rect b="b" l="l" r="r" t="t"/>
              <a:pathLst>
                <a:path extrusionOk="0" h="334" w="187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83"/>
            <p:cNvSpPr/>
            <p:nvPr/>
          </p:nvSpPr>
          <p:spPr>
            <a:xfrm>
              <a:off x="1493287" y="1687890"/>
              <a:ext cx="98578" cy="10281"/>
            </a:xfrm>
            <a:custGeom>
              <a:rect b="b" l="l" r="r" t="t"/>
              <a:pathLst>
                <a:path extrusionOk="0" h="323" w="3097">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83"/>
            <p:cNvSpPr/>
            <p:nvPr/>
          </p:nvSpPr>
          <p:spPr>
            <a:xfrm>
              <a:off x="1493287" y="1715168"/>
              <a:ext cx="59522" cy="10663"/>
            </a:xfrm>
            <a:custGeom>
              <a:rect b="b" l="l" r="r" t="t"/>
              <a:pathLst>
                <a:path extrusionOk="0" h="335" w="187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83"/>
            <p:cNvSpPr/>
            <p:nvPr/>
          </p:nvSpPr>
          <p:spPr>
            <a:xfrm>
              <a:off x="1493287" y="1737545"/>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83"/>
            <p:cNvSpPr/>
            <p:nvPr/>
          </p:nvSpPr>
          <p:spPr>
            <a:xfrm>
              <a:off x="1493287" y="1765205"/>
              <a:ext cx="59522" cy="10249"/>
            </a:xfrm>
            <a:custGeom>
              <a:rect b="b" l="l" r="r" t="t"/>
              <a:pathLst>
                <a:path extrusionOk="0" h="322" w="187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83"/>
            <p:cNvSpPr/>
            <p:nvPr/>
          </p:nvSpPr>
          <p:spPr>
            <a:xfrm>
              <a:off x="1493287" y="1786818"/>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83"/>
            <p:cNvSpPr/>
            <p:nvPr/>
          </p:nvSpPr>
          <p:spPr>
            <a:xfrm>
              <a:off x="1493287" y="1583679"/>
              <a:ext cx="98578" cy="10249"/>
            </a:xfrm>
            <a:custGeom>
              <a:rect b="b" l="l" r="r" t="t"/>
              <a:pathLst>
                <a:path extrusionOk="0" h="322" w="3097">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83"/>
            <p:cNvSpPr/>
            <p:nvPr/>
          </p:nvSpPr>
          <p:spPr>
            <a:xfrm>
              <a:off x="1449330" y="1632951"/>
              <a:ext cx="142535" cy="10249"/>
            </a:xfrm>
            <a:custGeom>
              <a:rect b="b" l="l" r="r" t="t"/>
              <a:pathLst>
                <a:path extrusionOk="0" h="322" w="4478">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83"/>
            <p:cNvSpPr/>
            <p:nvPr/>
          </p:nvSpPr>
          <p:spPr>
            <a:xfrm>
              <a:off x="1493287" y="1605291"/>
              <a:ext cx="26928" cy="10631"/>
            </a:xfrm>
            <a:custGeom>
              <a:rect b="b" l="l" r="r" t="t"/>
              <a:pathLst>
                <a:path extrusionOk="0" h="334" w="846">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83"/>
            <p:cNvSpPr/>
            <p:nvPr/>
          </p:nvSpPr>
          <p:spPr>
            <a:xfrm>
              <a:off x="1531579" y="1605291"/>
              <a:ext cx="26928" cy="10631"/>
            </a:xfrm>
            <a:custGeom>
              <a:rect b="b" l="l" r="r" t="t"/>
              <a:pathLst>
                <a:path extrusionOk="0" h="334" w="846">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83"/>
            <p:cNvSpPr/>
            <p:nvPr/>
          </p:nvSpPr>
          <p:spPr>
            <a:xfrm>
              <a:off x="1449712" y="1583679"/>
              <a:ext cx="32244" cy="32244"/>
            </a:xfrm>
            <a:custGeom>
              <a:rect b="b" l="l" r="r" t="t"/>
              <a:pathLst>
                <a:path extrusionOk="0" h="1013" w="1013">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2" name="Google Shape;12312;p83"/>
          <p:cNvGrpSpPr/>
          <p:nvPr/>
        </p:nvGrpSpPr>
        <p:grpSpPr>
          <a:xfrm>
            <a:off x="855096" y="1580685"/>
            <a:ext cx="380910" cy="339594"/>
            <a:chOff x="855096" y="1504485"/>
            <a:chExt cx="380910" cy="339594"/>
          </a:xfrm>
        </p:grpSpPr>
        <p:sp>
          <p:nvSpPr>
            <p:cNvPr id="12313" name="Google Shape;12313;p83"/>
            <p:cNvSpPr/>
            <p:nvPr/>
          </p:nvSpPr>
          <p:spPr>
            <a:xfrm>
              <a:off x="1092707" y="1504485"/>
              <a:ext cx="107299" cy="136837"/>
            </a:xfrm>
            <a:custGeom>
              <a:rect b="b" l="l" r="r" t="t"/>
              <a:pathLst>
                <a:path extrusionOk="0" h="4299" w="3371">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83"/>
            <p:cNvSpPr/>
            <p:nvPr/>
          </p:nvSpPr>
          <p:spPr>
            <a:xfrm>
              <a:off x="855096" y="1521896"/>
              <a:ext cx="214152" cy="322183"/>
            </a:xfrm>
            <a:custGeom>
              <a:rect b="b" l="l" r="r" t="t"/>
              <a:pathLst>
                <a:path extrusionOk="0" h="10122" w="6728">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83"/>
            <p:cNvSpPr/>
            <p:nvPr/>
          </p:nvSpPr>
          <p:spPr>
            <a:xfrm>
              <a:off x="896411" y="1808780"/>
              <a:ext cx="11395" cy="34918"/>
            </a:xfrm>
            <a:custGeom>
              <a:rect b="b" l="l" r="r" t="t"/>
              <a:pathLst>
                <a:path extrusionOk="0" h="1097" w="358">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83"/>
            <p:cNvSpPr/>
            <p:nvPr/>
          </p:nvSpPr>
          <p:spPr>
            <a:xfrm>
              <a:off x="1015391" y="1808780"/>
              <a:ext cx="11395" cy="34918"/>
            </a:xfrm>
            <a:custGeom>
              <a:rect b="b" l="l" r="r" t="t"/>
              <a:pathLst>
                <a:path extrusionOk="0" h="1097" w="358">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83"/>
            <p:cNvSpPr/>
            <p:nvPr/>
          </p:nvSpPr>
          <p:spPr>
            <a:xfrm>
              <a:off x="1057471" y="1522660"/>
              <a:ext cx="178534" cy="186110"/>
            </a:xfrm>
            <a:custGeom>
              <a:rect b="b" l="l" r="r" t="t"/>
              <a:pathLst>
                <a:path extrusionOk="0" h="5847" w="5609">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8" name="Google Shape;12318;p83"/>
          <p:cNvGrpSpPr/>
          <p:nvPr/>
        </p:nvGrpSpPr>
        <p:grpSpPr>
          <a:xfrm>
            <a:off x="1819576" y="1587879"/>
            <a:ext cx="352103" cy="352103"/>
            <a:chOff x="1819576" y="1511679"/>
            <a:chExt cx="352103" cy="352103"/>
          </a:xfrm>
        </p:grpSpPr>
        <p:sp>
          <p:nvSpPr>
            <p:cNvPr id="12319" name="Google Shape;12319;p83"/>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83"/>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83"/>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83"/>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3" name="Google Shape;12323;p83"/>
          <p:cNvGrpSpPr/>
          <p:nvPr/>
        </p:nvGrpSpPr>
        <p:grpSpPr>
          <a:xfrm>
            <a:off x="5621097" y="1576961"/>
            <a:ext cx="371424" cy="355446"/>
            <a:chOff x="5621097" y="1500761"/>
            <a:chExt cx="371424" cy="355446"/>
          </a:xfrm>
        </p:grpSpPr>
        <p:sp>
          <p:nvSpPr>
            <p:cNvPr id="12324" name="Google Shape;12324;p83"/>
            <p:cNvSpPr/>
            <p:nvPr/>
          </p:nvSpPr>
          <p:spPr>
            <a:xfrm>
              <a:off x="5621097" y="1539721"/>
              <a:ext cx="324061" cy="316486"/>
            </a:xfrm>
            <a:custGeom>
              <a:rect b="b" l="l" r="r" t="t"/>
              <a:pathLst>
                <a:path extrusionOk="0" h="9943" w="10181">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83"/>
            <p:cNvSpPr/>
            <p:nvPr/>
          </p:nvSpPr>
          <p:spPr>
            <a:xfrm>
              <a:off x="5669606" y="1500761"/>
              <a:ext cx="322915" cy="316390"/>
            </a:xfrm>
            <a:custGeom>
              <a:rect b="b" l="l" r="r" t="t"/>
              <a:pathLst>
                <a:path extrusionOk="0" h="9940" w="10145">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6" name="Google Shape;12326;p83"/>
          <p:cNvGrpSpPr/>
          <p:nvPr/>
        </p:nvGrpSpPr>
        <p:grpSpPr>
          <a:xfrm>
            <a:off x="4670239" y="1617799"/>
            <a:ext cx="359679" cy="321833"/>
            <a:chOff x="4670239" y="1541599"/>
            <a:chExt cx="359679" cy="321833"/>
          </a:xfrm>
        </p:grpSpPr>
        <p:sp>
          <p:nvSpPr>
            <p:cNvPr id="12327" name="Google Shape;12327;p83"/>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83"/>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83"/>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83"/>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83"/>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2" name="Google Shape;12332;p83"/>
          <p:cNvGrpSpPr/>
          <p:nvPr/>
        </p:nvGrpSpPr>
        <p:grpSpPr>
          <a:xfrm>
            <a:off x="4212429" y="1578585"/>
            <a:ext cx="321037" cy="353822"/>
            <a:chOff x="4212429" y="1502385"/>
            <a:chExt cx="321037" cy="353822"/>
          </a:xfrm>
        </p:grpSpPr>
        <p:sp>
          <p:nvSpPr>
            <p:cNvPr id="12333" name="Google Shape;12333;p83"/>
            <p:cNvSpPr/>
            <p:nvPr/>
          </p:nvSpPr>
          <p:spPr>
            <a:xfrm>
              <a:off x="4310592" y="1585938"/>
              <a:ext cx="125092" cy="163001"/>
            </a:xfrm>
            <a:custGeom>
              <a:rect b="b" l="l" r="r" t="t"/>
              <a:pathLst>
                <a:path extrusionOk="0" h="5121" w="393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83"/>
            <p:cNvSpPr/>
            <p:nvPr/>
          </p:nvSpPr>
          <p:spPr>
            <a:xfrm>
              <a:off x="4248428" y="1536124"/>
              <a:ext cx="253972" cy="152179"/>
            </a:xfrm>
            <a:custGeom>
              <a:rect b="b" l="l" r="r" t="t"/>
              <a:pathLst>
                <a:path extrusionOk="0" h="4781" w="7979">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83"/>
            <p:cNvSpPr/>
            <p:nvPr/>
          </p:nvSpPr>
          <p:spPr>
            <a:xfrm>
              <a:off x="4248428" y="1633270"/>
              <a:ext cx="238407" cy="187288"/>
            </a:xfrm>
            <a:custGeom>
              <a:rect b="b" l="l" r="r" t="t"/>
              <a:pathLst>
                <a:path extrusionOk="0" h="5884" w="749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83"/>
            <p:cNvSpPr/>
            <p:nvPr/>
          </p:nvSpPr>
          <p:spPr>
            <a:xfrm>
              <a:off x="4212429" y="1502385"/>
              <a:ext cx="321037" cy="353822"/>
            </a:xfrm>
            <a:custGeom>
              <a:rect b="b" l="l" r="r" t="t"/>
              <a:pathLst>
                <a:path extrusionOk="0" h="11116" w="10086">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7" name="Google Shape;12337;p83"/>
          <p:cNvGrpSpPr/>
          <p:nvPr/>
        </p:nvGrpSpPr>
        <p:grpSpPr>
          <a:xfrm>
            <a:off x="2302788" y="1582181"/>
            <a:ext cx="336188" cy="335425"/>
            <a:chOff x="2302788" y="1505981"/>
            <a:chExt cx="336188" cy="335425"/>
          </a:xfrm>
        </p:grpSpPr>
        <p:sp>
          <p:nvSpPr>
            <p:cNvPr id="12338" name="Google Shape;12338;p83"/>
            <p:cNvSpPr/>
            <p:nvPr/>
          </p:nvSpPr>
          <p:spPr>
            <a:xfrm>
              <a:off x="2302788" y="1505981"/>
              <a:ext cx="336188" cy="335425"/>
            </a:xfrm>
            <a:custGeom>
              <a:rect b="b" l="l" r="r" t="t"/>
              <a:pathLst>
                <a:path extrusionOk="0" h="10538" w="10562">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83"/>
            <p:cNvSpPr/>
            <p:nvPr/>
          </p:nvSpPr>
          <p:spPr>
            <a:xfrm>
              <a:off x="2327806" y="1530618"/>
              <a:ext cx="287266" cy="286916"/>
            </a:xfrm>
            <a:custGeom>
              <a:rect b="b" l="l" r="r" t="t"/>
              <a:pathLst>
                <a:path extrusionOk="0" h="9014" w="9025">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83"/>
            <p:cNvSpPr/>
            <p:nvPr/>
          </p:nvSpPr>
          <p:spPr>
            <a:xfrm>
              <a:off x="2352061" y="1669333"/>
              <a:ext cx="16679" cy="9485"/>
            </a:xfrm>
            <a:custGeom>
              <a:rect b="b" l="l" r="r" t="t"/>
              <a:pathLst>
                <a:path extrusionOk="0" h="298" w="524">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83"/>
            <p:cNvSpPr/>
            <p:nvPr/>
          </p:nvSpPr>
          <p:spPr>
            <a:xfrm>
              <a:off x="2466871" y="1554490"/>
              <a:ext cx="123946" cy="124328"/>
            </a:xfrm>
            <a:custGeom>
              <a:rect b="b" l="l" r="r" t="t"/>
              <a:pathLst>
                <a:path extrusionOk="0" h="3906" w="3894">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83"/>
            <p:cNvSpPr/>
            <p:nvPr/>
          </p:nvSpPr>
          <p:spPr>
            <a:xfrm>
              <a:off x="2466107" y="1776950"/>
              <a:ext cx="9517" cy="16711"/>
            </a:xfrm>
            <a:custGeom>
              <a:rect b="b" l="l" r="r" t="t"/>
              <a:pathLst>
                <a:path extrusionOk="0" h="525" w="299">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83"/>
            <p:cNvSpPr/>
            <p:nvPr/>
          </p:nvSpPr>
          <p:spPr>
            <a:xfrm>
              <a:off x="2384272" y="1587944"/>
              <a:ext cx="16329" cy="15087"/>
            </a:xfrm>
            <a:custGeom>
              <a:rect b="b" l="l" r="r" t="t"/>
              <a:pathLst>
                <a:path extrusionOk="0" h="474" w="513">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83"/>
            <p:cNvSpPr/>
            <p:nvPr/>
          </p:nvSpPr>
          <p:spPr>
            <a:xfrm>
              <a:off x="2541544" y="1745216"/>
              <a:ext cx="15565" cy="15087"/>
            </a:xfrm>
            <a:custGeom>
              <a:rect b="b" l="l" r="r" t="t"/>
              <a:pathLst>
                <a:path extrusionOk="0" h="474" w="489">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83"/>
            <p:cNvSpPr/>
            <p:nvPr/>
          </p:nvSpPr>
          <p:spPr>
            <a:xfrm>
              <a:off x="2541544" y="1587944"/>
              <a:ext cx="16329" cy="15087"/>
            </a:xfrm>
            <a:custGeom>
              <a:rect b="b" l="l" r="r" t="t"/>
              <a:pathLst>
                <a:path extrusionOk="0" h="474" w="513">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83"/>
            <p:cNvSpPr/>
            <p:nvPr/>
          </p:nvSpPr>
          <p:spPr>
            <a:xfrm>
              <a:off x="2384654" y="1744452"/>
              <a:ext cx="15947" cy="15469"/>
            </a:xfrm>
            <a:custGeom>
              <a:rect b="b" l="l" r="r" t="t"/>
              <a:pathLst>
                <a:path extrusionOk="0" h="486" w="501">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83"/>
            <p:cNvSpPr/>
            <p:nvPr/>
          </p:nvSpPr>
          <p:spPr>
            <a:xfrm>
              <a:off x="2360018" y="1624548"/>
              <a:ext cx="18207" cy="12605"/>
            </a:xfrm>
            <a:custGeom>
              <a:rect b="b" l="l" r="r" t="t"/>
              <a:pathLst>
                <a:path extrusionOk="0" h="396" w="572">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83"/>
            <p:cNvSpPr/>
            <p:nvPr/>
          </p:nvSpPr>
          <p:spPr>
            <a:xfrm>
              <a:off x="2564271" y="1711126"/>
              <a:ext cx="17475" cy="12796"/>
            </a:xfrm>
            <a:custGeom>
              <a:rect b="b" l="l" r="r" t="t"/>
              <a:pathLst>
                <a:path extrusionOk="0" h="402" w="549">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83"/>
            <p:cNvSpPr/>
            <p:nvPr/>
          </p:nvSpPr>
          <p:spPr>
            <a:xfrm>
              <a:off x="2507805" y="1563912"/>
              <a:ext cx="14069" cy="16392"/>
            </a:xfrm>
            <a:custGeom>
              <a:rect b="b" l="l" r="r" t="t"/>
              <a:pathLst>
                <a:path extrusionOk="0" h="515" w="442">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83"/>
            <p:cNvSpPr/>
            <p:nvPr/>
          </p:nvSpPr>
          <p:spPr>
            <a:xfrm>
              <a:off x="2420654" y="1767974"/>
              <a:ext cx="14419" cy="16583"/>
            </a:xfrm>
            <a:custGeom>
              <a:rect b="b" l="l" r="r" t="t"/>
              <a:pathLst>
                <a:path extrusionOk="0" h="521" w="453">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83"/>
            <p:cNvSpPr/>
            <p:nvPr/>
          </p:nvSpPr>
          <p:spPr>
            <a:xfrm>
              <a:off x="2422532" y="1562448"/>
              <a:ext cx="14451" cy="17093"/>
            </a:xfrm>
            <a:custGeom>
              <a:rect b="b" l="l" r="r" t="t"/>
              <a:pathLst>
                <a:path extrusionOk="0" h="537" w="454">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83"/>
            <p:cNvSpPr/>
            <p:nvPr/>
          </p:nvSpPr>
          <p:spPr>
            <a:xfrm>
              <a:off x="2505545" y="1768770"/>
              <a:ext cx="14037" cy="16552"/>
            </a:xfrm>
            <a:custGeom>
              <a:rect b="b" l="l" r="r" t="t"/>
              <a:pathLst>
                <a:path extrusionOk="0" h="520" w="441">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83"/>
            <p:cNvSpPr/>
            <p:nvPr/>
          </p:nvSpPr>
          <p:spPr>
            <a:xfrm>
              <a:off x="2565417" y="1625885"/>
              <a:ext cx="17825" cy="13146"/>
            </a:xfrm>
            <a:custGeom>
              <a:rect b="b" l="l" r="r" t="t"/>
              <a:pathLst>
                <a:path extrusionOk="0" h="413" w="56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83"/>
            <p:cNvSpPr/>
            <p:nvPr/>
          </p:nvSpPr>
          <p:spPr>
            <a:xfrm>
              <a:off x="2359254" y="1709312"/>
              <a:ext cx="17825" cy="12732"/>
            </a:xfrm>
            <a:custGeom>
              <a:rect b="b" l="l" r="r" t="t"/>
              <a:pathLst>
                <a:path extrusionOk="0" h="400" w="56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5" name="Google Shape;12355;p83"/>
          <p:cNvGrpSpPr/>
          <p:nvPr/>
        </p:nvGrpSpPr>
        <p:grpSpPr>
          <a:xfrm>
            <a:off x="2780301" y="1598096"/>
            <a:ext cx="333133" cy="321037"/>
            <a:chOff x="2780301" y="1521896"/>
            <a:chExt cx="333133" cy="321037"/>
          </a:xfrm>
        </p:grpSpPr>
        <p:sp>
          <p:nvSpPr>
            <p:cNvPr id="12356" name="Google Shape;12356;p83"/>
            <p:cNvSpPr/>
            <p:nvPr/>
          </p:nvSpPr>
          <p:spPr>
            <a:xfrm>
              <a:off x="3009573" y="1542745"/>
              <a:ext cx="72031" cy="9517"/>
            </a:xfrm>
            <a:custGeom>
              <a:rect b="b" l="l" r="r" t="t"/>
              <a:pathLst>
                <a:path extrusionOk="0" h="299" w="2263">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83"/>
            <p:cNvSpPr/>
            <p:nvPr/>
          </p:nvSpPr>
          <p:spPr>
            <a:xfrm>
              <a:off x="2967876" y="1542745"/>
              <a:ext cx="30366" cy="9517"/>
            </a:xfrm>
            <a:custGeom>
              <a:rect b="b" l="l" r="r" t="t"/>
              <a:pathLst>
                <a:path extrusionOk="0" h="299" w="954">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83"/>
            <p:cNvSpPr/>
            <p:nvPr/>
          </p:nvSpPr>
          <p:spPr>
            <a:xfrm>
              <a:off x="3061870" y="1563594"/>
              <a:ext cx="19735" cy="9517"/>
            </a:xfrm>
            <a:custGeom>
              <a:rect b="b" l="l" r="r" t="t"/>
              <a:pathLst>
                <a:path extrusionOk="0" h="299" w="62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83"/>
            <p:cNvSpPr/>
            <p:nvPr/>
          </p:nvSpPr>
          <p:spPr>
            <a:xfrm>
              <a:off x="2967876" y="1563594"/>
              <a:ext cx="82663" cy="9517"/>
            </a:xfrm>
            <a:custGeom>
              <a:rect b="b" l="l" r="r" t="t"/>
              <a:pathLst>
                <a:path extrusionOk="0" h="299" w="2597">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83"/>
            <p:cNvSpPr/>
            <p:nvPr/>
          </p:nvSpPr>
          <p:spPr>
            <a:xfrm>
              <a:off x="2936809" y="1521896"/>
              <a:ext cx="176625" cy="96286"/>
            </a:xfrm>
            <a:custGeom>
              <a:rect b="b" l="l" r="r" t="t"/>
              <a:pathLst>
                <a:path extrusionOk="0" h="3025" w="5549">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83"/>
            <p:cNvSpPr/>
            <p:nvPr/>
          </p:nvSpPr>
          <p:spPr>
            <a:xfrm>
              <a:off x="2811367" y="1767115"/>
              <a:ext cx="72413" cy="9485"/>
            </a:xfrm>
            <a:custGeom>
              <a:rect b="b" l="l" r="r" t="t"/>
              <a:pathLst>
                <a:path extrusionOk="0" h="298" w="2275">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83"/>
            <p:cNvSpPr/>
            <p:nvPr/>
          </p:nvSpPr>
          <p:spPr>
            <a:xfrm>
              <a:off x="2894730" y="1767115"/>
              <a:ext cx="20117" cy="9485"/>
            </a:xfrm>
            <a:custGeom>
              <a:rect b="b" l="l" r="r" t="t"/>
              <a:pathLst>
                <a:path extrusionOk="0" h="298" w="632">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83"/>
            <p:cNvSpPr/>
            <p:nvPr/>
          </p:nvSpPr>
          <p:spPr>
            <a:xfrm>
              <a:off x="2811367" y="1787932"/>
              <a:ext cx="20117" cy="9517"/>
            </a:xfrm>
            <a:custGeom>
              <a:rect b="b" l="l" r="r" t="t"/>
              <a:pathLst>
                <a:path extrusionOk="0" h="299" w="632">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83"/>
            <p:cNvSpPr/>
            <p:nvPr/>
          </p:nvSpPr>
          <p:spPr>
            <a:xfrm>
              <a:off x="2842815" y="1787932"/>
              <a:ext cx="72031" cy="9517"/>
            </a:xfrm>
            <a:custGeom>
              <a:rect b="b" l="l" r="r" t="t"/>
              <a:pathLst>
                <a:path extrusionOk="0" h="299" w="2263">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83"/>
            <p:cNvSpPr/>
            <p:nvPr/>
          </p:nvSpPr>
          <p:spPr>
            <a:xfrm>
              <a:off x="2780301" y="1746266"/>
              <a:ext cx="166375" cy="96668"/>
            </a:xfrm>
            <a:custGeom>
              <a:rect b="b" l="l" r="r" t="t"/>
              <a:pathLst>
                <a:path extrusionOk="0" h="3037" w="5227">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83"/>
            <p:cNvSpPr/>
            <p:nvPr/>
          </p:nvSpPr>
          <p:spPr>
            <a:xfrm>
              <a:off x="3020172" y="1720102"/>
              <a:ext cx="61432" cy="9517"/>
            </a:xfrm>
            <a:custGeom>
              <a:rect b="b" l="l" r="r" t="t"/>
              <a:pathLst>
                <a:path extrusionOk="0" h="299" w="193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83"/>
            <p:cNvSpPr/>
            <p:nvPr/>
          </p:nvSpPr>
          <p:spPr>
            <a:xfrm>
              <a:off x="2988724" y="1720102"/>
              <a:ext cx="19735" cy="9517"/>
            </a:xfrm>
            <a:custGeom>
              <a:rect b="b" l="l" r="r" t="t"/>
              <a:pathLst>
                <a:path extrusionOk="0" h="299" w="62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83"/>
            <p:cNvSpPr/>
            <p:nvPr/>
          </p:nvSpPr>
          <p:spPr>
            <a:xfrm>
              <a:off x="2957658" y="1699253"/>
              <a:ext cx="155776" cy="75087"/>
            </a:xfrm>
            <a:custGeom>
              <a:rect b="b" l="l" r="r" t="t"/>
              <a:pathLst>
                <a:path extrusionOk="0" h="2359" w="4894">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83"/>
            <p:cNvSpPr/>
            <p:nvPr/>
          </p:nvSpPr>
          <p:spPr>
            <a:xfrm>
              <a:off x="2811367" y="1626108"/>
              <a:ext cx="72413" cy="9517"/>
            </a:xfrm>
            <a:custGeom>
              <a:rect b="b" l="l" r="r" t="t"/>
              <a:pathLst>
                <a:path extrusionOk="0" h="299" w="2275">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83"/>
            <p:cNvSpPr/>
            <p:nvPr/>
          </p:nvSpPr>
          <p:spPr>
            <a:xfrm>
              <a:off x="2895112" y="1626108"/>
              <a:ext cx="30366" cy="9517"/>
            </a:xfrm>
            <a:custGeom>
              <a:rect b="b" l="l" r="r" t="t"/>
              <a:pathLst>
                <a:path extrusionOk="0" h="299" w="954">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83"/>
            <p:cNvSpPr/>
            <p:nvPr/>
          </p:nvSpPr>
          <p:spPr>
            <a:xfrm>
              <a:off x="2811367" y="1667805"/>
              <a:ext cx="72413" cy="9517"/>
            </a:xfrm>
            <a:custGeom>
              <a:rect b="b" l="l" r="r" t="t"/>
              <a:pathLst>
                <a:path extrusionOk="0" h="299" w="2275">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83"/>
            <p:cNvSpPr/>
            <p:nvPr/>
          </p:nvSpPr>
          <p:spPr>
            <a:xfrm>
              <a:off x="2895112" y="1667805"/>
              <a:ext cx="30366" cy="9517"/>
            </a:xfrm>
            <a:custGeom>
              <a:rect b="b" l="l" r="r" t="t"/>
              <a:pathLst>
                <a:path extrusionOk="0" h="299" w="954">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83"/>
            <p:cNvSpPr/>
            <p:nvPr/>
          </p:nvSpPr>
          <p:spPr>
            <a:xfrm>
              <a:off x="2811367" y="1646957"/>
              <a:ext cx="20117" cy="9517"/>
            </a:xfrm>
            <a:custGeom>
              <a:rect b="b" l="l" r="r" t="t"/>
              <a:pathLst>
                <a:path extrusionOk="0" h="299" w="632">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83"/>
            <p:cNvSpPr/>
            <p:nvPr/>
          </p:nvSpPr>
          <p:spPr>
            <a:xfrm>
              <a:off x="2842815" y="1646957"/>
              <a:ext cx="82663" cy="9517"/>
            </a:xfrm>
            <a:custGeom>
              <a:rect b="b" l="l" r="r" t="t"/>
              <a:pathLst>
                <a:path extrusionOk="0" h="299" w="2597">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83"/>
            <p:cNvSpPr/>
            <p:nvPr/>
          </p:nvSpPr>
          <p:spPr>
            <a:xfrm>
              <a:off x="2780301" y="1605291"/>
              <a:ext cx="176625" cy="117516"/>
            </a:xfrm>
            <a:custGeom>
              <a:rect b="b" l="l" r="r" t="t"/>
              <a:pathLst>
                <a:path extrusionOk="0" h="3692" w="5549">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6" name="Google Shape;12376;p83"/>
          <p:cNvGrpSpPr/>
          <p:nvPr/>
        </p:nvGrpSpPr>
        <p:grpSpPr>
          <a:xfrm>
            <a:off x="3316159" y="1591285"/>
            <a:ext cx="211892" cy="339594"/>
            <a:chOff x="3316159" y="1515085"/>
            <a:chExt cx="211892" cy="339594"/>
          </a:xfrm>
        </p:grpSpPr>
        <p:sp>
          <p:nvSpPr>
            <p:cNvPr id="12377" name="Google Shape;12377;p83"/>
            <p:cNvSpPr/>
            <p:nvPr/>
          </p:nvSpPr>
          <p:spPr>
            <a:xfrm>
              <a:off x="3358621" y="1823199"/>
              <a:ext cx="15183" cy="9485"/>
            </a:xfrm>
            <a:custGeom>
              <a:rect b="b" l="l" r="r" t="t"/>
              <a:pathLst>
                <a:path extrusionOk="0" h="298" w="477">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83"/>
            <p:cNvSpPr/>
            <p:nvPr/>
          </p:nvSpPr>
          <p:spPr>
            <a:xfrm>
              <a:off x="3427946" y="1823199"/>
              <a:ext cx="15215" cy="9485"/>
            </a:xfrm>
            <a:custGeom>
              <a:rect b="b" l="l" r="r" t="t"/>
              <a:pathLst>
                <a:path extrusionOk="0" h="298" w="478">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83"/>
            <p:cNvSpPr/>
            <p:nvPr/>
          </p:nvSpPr>
          <p:spPr>
            <a:xfrm>
              <a:off x="3385135" y="1823199"/>
              <a:ext cx="31480" cy="9485"/>
            </a:xfrm>
            <a:custGeom>
              <a:rect b="b" l="l" r="r" t="t"/>
              <a:pathLst>
                <a:path extrusionOk="0" h="298" w="989">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80" name="Google Shape;12380;p83"/>
            <p:cNvGrpSpPr/>
            <p:nvPr/>
          </p:nvGrpSpPr>
          <p:grpSpPr>
            <a:xfrm>
              <a:off x="3316159" y="1515085"/>
              <a:ext cx="211892" cy="339594"/>
              <a:chOff x="3316159" y="1515085"/>
              <a:chExt cx="211892" cy="339594"/>
            </a:xfrm>
          </p:grpSpPr>
          <p:sp>
            <p:nvSpPr>
              <p:cNvPr id="12381" name="Google Shape;12381;p83"/>
              <p:cNvSpPr/>
              <p:nvPr/>
            </p:nvSpPr>
            <p:spPr>
              <a:xfrm>
                <a:off x="3316159" y="1557514"/>
                <a:ext cx="169049" cy="297165"/>
              </a:xfrm>
              <a:custGeom>
                <a:rect b="b" l="l" r="r" t="t"/>
                <a:pathLst>
                  <a:path extrusionOk="0" h="9336" w="5311">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83"/>
              <p:cNvSpPr/>
              <p:nvPr/>
            </p:nvSpPr>
            <p:spPr>
              <a:xfrm>
                <a:off x="3337772" y="1610161"/>
                <a:ext cx="132667" cy="127415"/>
              </a:xfrm>
              <a:custGeom>
                <a:rect b="b" l="l" r="r" t="t"/>
                <a:pathLst>
                  <a:path extrusionOk="0" h="4003" w="4168">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83"/>
              <p:cNvSpPr/>
              <p:nvPr/>
            </p:nvSpPr>
            <p:spPr>
              <a:xfrm>
                <a:off x="3343056" y="1749290"/>
                <a:ext cx="41729" cy="41729"/>
              </a:xfrm>
              <a:custGeom>
                <a:rect b="b" l="l" r="r" t="t"/>
                <a:pathLst>
                  <a:path extrusionOk="0" h="1311" w="1311">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83"/>
              <p:cNvSpPr/>
              <p:nvPr/>
            </p:nvSpPr>
            <p:spPr>
              <a:xfrm>
                <a:off x="3417347" y="1749290"/>
                <a:ext cx="41729" cy="41729"/>
              </a:xfrm>
              <a:custGeom>
                <a:rect b="b" l="l" r="r" t="t"/>
                <a:pathLst>
                  <a:path extrusionOk="0" h="1311" w="1311">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83"/>
              <p:cNvSpPr/>
              <p:nvPr/>
            </p:nvSpPr>
            <p:spPr>
              <a:xfrm>
                <a:off x="3464710" y="1536315"/>
                <a:ext cx="41729" cy="41315"/>
              </a:xfrm>
              <a:custGeom>
                <a:rect b="b" l="l" r="r" t="t"/>
                <a:pathLst>
                  <a:path extrusionOk="0" h="1298" w="1311">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83"/>
              <p:cNvSpPr/>
              <p:nvPr/>
            </p:nvSpPr>
            <p:spPr>
              <a:xfrm>
                <a:off x="3464710" y="1515085"/>
                <a:ext cx="63342" cy="62546"/>
              </a:xfrm>
              <a:custGeom>
                <a:rect b="b" l="l" r="r" t="t"/>
                <a:pathLst>
                  <a:path extrusionOk="0" h="1965" w="199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387" name="Google Shape;12387;p83"/>
          <p:cNvGrpSpPr/>
          <p:nvPr/>
        </p:nvGrpSpPr>
        <p:grpSpPr>
          <a:xfrm>
            <a:off x="3716358" y="1620855"/>
            <a:ext cx="361971" cy="314958"/>
            <a:chOff x="3716358" y="1544655"/>
            <a:chExt cx="361971" cy="314958"/>
          </a:xfrm>
        </p:grpSpPr>
        <p:sp>
          <p:nvSpPr>
            <p:cNvPr id="12388" name="Google Shape;12388;p83"/>
            <p:cNvSpPr/>
            <p:nvPr/>
          </p:nvSpPr>
          <p:spPr>
            <a:xfrm>
              <a:off x="3767509" y="1646957"/>
              <a:ext cx="231213" cy="10663"/>
            </a:xfrm>
            <a:custGeom>
              <a:rect b="b" l="l" r="r" t="t"/>
              <a:pathLst>
                <a:path extrusionOk="0" h="335" w="7264">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83"/>
            <p:cNvSpPr/>
            <p:nvPr/>
          </p:nvSpPr>
          <p:spPr>
            <a:xfrm>
              <a:off x="3767509" y="1618532"/>
              <a:ext cx="152020" cy="10663"/>
            </a:xfrm>
            <a:custGeom>
              <a:rect b="b" l="l" r="r" t="t"/>
              <a:pathLst>
                <a:path extrusionOk="0" h="335" w="4776">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83"/>
            <p:cNvSpPr/>
            <p:nvPr/>
          </p:nvSpPr>
          <p:spPr>
            <a:xfrm>
              <a:off x="3931624" y="1618532"/>
              <a:ext cx="67098" cy="10663"/>
            </a:xfrm>
            <a:custGeom>
              <a:rect b="b" l="l" r="r" t="t"/>
              <a:pathLst>
                <a:path extrusionOk="0" h="335" w="2108">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83"/>
            <p:cNvSpPr/>
            <p:nvPr/>
          </p:nvSpPr>
          <p:spPr>
            <a:xfrm>
              <a:off x="3767509" y="1590108"/>
              <a:ext cx="39087" cy="10663"/>
            </a:xfrm>
            <a:custGeom>
              <a:rect b="b" l="l" r="r" t="t"/>
              <a:pathLst>
                <a:path extrusionOk="0" h="335" w="1228">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83"/>
            <p:cNvSpPr/>
            <p:nvPr/>
          </p:nvSpPr>
          <p:spPr>
            <a:xfrm>
              <a:off x="3818309" y="1590108"/>
              <a:ext cx="180412" cy="10663"/>
            </a:xfrm>
            <a:custGeom>
              <a:rect b="b" l="l" r="r" t="t"/>
              <a:pathLst>
                <a:path extrusionOk="0" h="335" w="5668">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93" name="Google Shape;12393;p83"/>
            <p:cNvGrpSpPr/>
            <p:nvPr/>
          </p:nvGrpSpPr>
          <p:grpSpPr>
            <a:xfrm>
              <a:off x="3716358" y="1544655"/>
              <a:ext cx="361971" cy="314958"/>
              <a:chOff x="3716358" y="1544655"/>
              <a:chExt cx="361971" cy="314958"/>
            </a:xfrm>
          </p:grpSpPr>
          <p:sp>
            <p:nvSpPr>
              <p:cNvPr id="12394" name="Google Shape;12394;p83"/>
              <p:cNvSpPr/>
              <p:nvPr/>
            </p:nvSpPr>
            <p:spPr>
              <a:xfrm>
                <a:off x="3767509" y="1675381"/>
                <a:ext cx="84540" cy="10663"/>
              </a:xfrm>
              <a:custGeom>
                <a:rect b="b" l="l" r="r" t="t"/>
                <a:pathLst>
                  <a:path extrusionOk="0" h="335" w="2656">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83"/>
              <p:cNvSpPr/>
              <p:nvPr/>
            </p:nvSpPr>
            <p:spPr>
              <a:xfrm>
                <a:off x="3875158" y="1675381"/>
                <a:ext cx="123564" cy="10663"/>
              </a:xfrm>
              <a:custGeom>
                <a:rect b="b" l="l" r="r" t="t"/>
                <a:pathLst>
                  <a:path extrusionOk="0" h="335" w="3882">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83"/>
              <p:cNvSpPr/>
              <p:nvPr/>
            </p:nvSpPr>
            <p:spPr>
              <a:xfrm>
                <a:off x="3767509" y="1703423"/>
                <a:ext cx="174747" cy="10663"/>
              </a:xfrm>
              <a:custGeom>
                <a:rect b="b" l="l" r="r" t="t"/>
                <a:pathLst>
                  <a:path extrusionOk="0" h="335" w="549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83"/>
              <p:cNvSpPr/>
              <p:nvPr/>
            </p:nvSpPr>
            <p:spPr>
              <a:xfrm>
                <a:off x="3954351" y="1703423"/>
                <a:ext cx="44371" cy="10663"/>
              </a:xfrm>
              <a:custGeom>
                <a:rect b="b" l="l" r="r" t="t"/>
                <a:pathLst>
                  <a:path extrusionOk="0" h="335" w="1394">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83"/>
              <p:cNvSpPr/>
              <p:nvPr/>
            </p:nvSpPr>
            <p:spPr>
              <a:xfrm>
                <a:off x="3716358" y="1544655"/>
                <a:ext cx="361971" cy="314958"/>
              </a:xfrm>
              <a:custGeom>
                <a:rect b="b" l="l" r="r" t="t"/>
                <a:pathLst>
                  <a:path extrusionOk="0" h="9895" w="11372">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399" name="Google Shape;12399;p83"/>
          <p:cNvGrpSpPr/>
          <p:nvPr/>
        </p:nvGrpSpPr>
        <p:grpSpPr>
          <a:xfrm>
            <a:off x="7011924" y="1633752"/>
            <a:ext cx="499533" cy="305136"/>
            <a:chOff x="7009649" y="1541981"/>
            <a:chExt cx="524940" cy="320655"/>
          </a:xfrm>
        </p:grpSpPr>
        <p:sp>
          <p:nvSpPr>
            <p:cNvPr id="12400" name="Google Shape;12400;p83"/>
            <p:cNvSpPr/>
            <p:nvPr/>
          </p:nvSpPr>
          <p:spPr>
            <a:xfrm>
              <a:off x="7009649" y="1541981"/>
              <a:ext cx="524940" cy="320655"/>
            </a:xfrm>
            <a:custGeom>
              <a:rect b="b" l="l" r="r" t="t"/>
              <a:pathLst>
                <a:path extrusionOk="0" h="10074" w="16492">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83"/>
            <p:cNvSpPr/>
            <p:nvPr/>
          </p:nvSpPr>
          <p:spPr>
            <a:xfrm>
              <a:off x="7110104" y="1604909"/>
              <a:ext cx="61782" cy="41697"/>
            </a:xfrm>
            <a:custGeom>
              <a:rect b="b" l="l" r="r" t="t"/>
              <a:pathLst>
                <a:path extrusionOk="0" h="1310" w="1941">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83"/>
            <p:cNvSpPr/>
            <p:nvPr/>
          </p:nvSpPr>
          <p:spPr>
            <a:xfrm>
              <a:off x="7110455" y="1655296"/>
              <a:ext cx="96700" cy="15183"/>
            </a:xfrm>
            <a:custGeom>
              <a:rect b="b" l="l" r="r" t="t"/>
              <a:pathLst>
                <a:path extrusionOk="0" h="477" w="3038">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83"/>
            <p:cNvSpPr/>
            <p:nvPr/>
          </p:nvSpPr>
          <p:spPr>
            <a:xfrm>
              <a:off x="7146104" y="1676909"/>
              <a:ext cx="61050" cy="41729"/>
            </a:xfrm>
            <a:custGeom>
              <a:rect b="b" l="l" r="r" t="t"/>
              <a:pathLst>
                <a:path extrusionOk="0" h="1311" w="1918">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83"/>
            <p:cNvSpPr/>
            <p:nvPr/>
          </p:nvSpPr>
          <p:spPr>
            <a:xfrm>
              <a:off x="7110455" y="1726563"/>
              <a:ext cx="96700" cy="15183"/>
            </a:xfrm>
            <a:custGeom>
              <a:rect b="b" l="l" r="r" t="t"/>
              <a:pathLst>
                <a:path extrusionOk="0" h="477" w="3038">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83"/>
            <p:cNvSpPr/>
            <p:nvPr/>
          </p:nvSpPr>
          <p:spPr>
            <a:xfrm>
              <a:off x="7262825" y="1636739"/>
              <a:ext cx="48541" cy="80371"/>
            </a:xfrm>
            <a:custGeom>
              <a:rect b="b" l="l" r="r" t="t"/>
              <a:pathLst>
                <a:path extrusionOk="0" h="2525" w="1525">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83"/>
            <p:cNvSpPr/>
            <p:nvPr/>
          </p:nvSpPr>
          <p:spPr>
            <a:xfrm>
              <a:off x="7380691" y="1636357"/>
              <a:ext cx="48891" cy="80371"/>
            </a:xfrm>
            <a:custGeom>
              <a:rect b="b" l="l" r="r" t="t"/>
              <a:pathLst>
                <a:path extrusionOk="0" h="2525" w="1536">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83"/>
            <p:cNvSpPr/>
            <p:nvPr/>
          </p:nvSpPr>
          <p:spPr>
            <a:xfrm>
              <a:off x="7321933" y="1626744"/>
              <a:ext cx="48923" cy="99851"/>
            </a:xfrm>
            <a:custGeom>
              <a:rect b="b" l="l" r="r" t="t"/>
              <a:pathLst>
                <a:path extrusionOk="0" h="3137" w="1537">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8" name="Google Shape;12408;p83"/>
          <p:cNvGrpSpPr/>
          <p:nvPr/>
        </p:nvGrpSpPr>
        <p:grpSpPr>
          <a:xfrm>
            <a:off x="8034034" y="1594309"/>
            <a:ext cx="282746" cy="340358"/>
            <a:chOff x="8034034" y="1518109"/>
            <a:chExt cx="282746" cy="340358"/>
          </a:xfrm>
        </p:grpSpPr>
        <p:sp>
          <p:nvSpPr>
            <p:cNvPr id="12409" name="Google Shape;12409;p83"/>
            <p:cNvSpPr/>
            <p:nvPr/>
          </p:nvSpPr>
          <p:spPr>
            <a:xfrm>
              <a:off x="8034034" y="1518109"/>
              <a:ext cx="282746" cy="340358"/>
            </a:xfrm>
            <a:custGeom>
              <a:rect b="b" l="l" r="r" t="t"/>
              <a:pathLst>
                <a:path extrusionOk="0" h="10693" w="8883">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83"/>
            <p:cNvSpPr/>
            <p:nvPr/>
          </p:nvSpPr>
          <p:spPr>
            <a:xfrm>
              <a:off x="8161736" y="1632569"/>
              <a:ext cx="28456" cy="173601"/>
            </a:xfrm>
            <a:custGeom>
              <a:rect b="b" l="l" r="r" t="t"/>
              <a:pathLst>
                <a:path extrusionOk="0" h="5454" w="894">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83"/>
            <p:cNvSpPr/>
            <p:nvPr/>
          </p:nvSpPr>
          <p:spPr>
            <a:xfrm>
              <a:off x="8214796" y="1632951"/>
              <a:ext cx="33008" cy="173601"/>
            </a:xfrm>
            <a:custGeom>
              <a:rect b="b" l="l" r="r" t="t"/>
              <a:pathLst>
                <a:path extrusionOk="0" h="5454" w="1037">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83"/>
            <p:cNvSpPr/>
            <p:nvPr/>
          </p:nvSpPr>
          <p:spPr>
            <a:xfrm>
              <a:off x="8103391" y="1632569"/>
              <a:ext cx="33390" cy="173601"/>
            </a:xfrm>
            <a:custGeom>
              <a:rect b="b" l="l" r="r" t="t"/>
              <a:pathLst>
                <a:path extrusionOk="0" h="5454" w="1049">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3" name="Google Shape;12413;p83"/>
          <p:cNvGrpSpPr/>
          <p:nvPr/>
        </p:nvGrpSpPr>
        <p:grpSpPr>
          <a:xfrm>
            <a:off x="7582302" y="1576134"/>
            <a:ext cx="369133" cy="360411"/>
            <a:chOff x="7582302" y="1499934"/>
            <a:chExt cx="369133" cy="360411"/>
          </a:xfrm>
        </p:grpSpPr>
        <p:sp>
          <p:nvSpPr>
            <p:cNvPr id="12414" name="Google Shape;12414;p83"/>
            <p:cNvSpPr/>
            <p:nvPr/>
          </p:nvSpPr>
          <p:spPr>
            <a:xfrm>
              <a:off x="7582302" y="1499934"/>
              <a:ext cx="369133" cy="360411"/>
            </a:xfrm>
            <a:custGeom>
              <a:rect b="b" l="l" r="r" t="t"/>
              <a:pathLst>
                <a:path extrusionOk="0" h="11323" w="11597">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83"/>
            <p:cNvSpPr/>
            <p:nvPr/>
          </p:nvSpPr>
          <p:spPr>
            <a:xfrm>
              <a:off x="7850598" y="1634829"/>
              <a:ext cx="77729" cy="51214"/>
            </a:xfrm>
            <a:custGeom>
              <a:rect b="b" l="l" r="r" t="t"/>
              <a:pathLst>
                <a:path extrusionOk="0" h="1609" w="2442">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83"/>
            <p:cNvSpPr/>
            <p:nvPr/>
          </p:nvSpPr>
          <p:spPr>
            <a:xfrm>
              <a:off x="7753962" y="1635593"/>
              <a:ext cx="70917" cy="48541"/>
            </a:xfrm>
            <a:custGeom>
              <a:rect b="b" l="l" r="r" t="t"/>
              <a:pathLst>
                <a:path extrusionOk="0" h="1525" w="2228">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83"/>
            <p:cNvSpPr/>
            <p:nvPr/>
          </p:nvSpPr>
          <p:spPr>
            <a:xfrm>
              <a:off x="7750174" y="1695465"/>
              <a:ext cx="180794" cy="31862"/>
            </a:xfrm>
            <a:custGeom>
              <a:rect b="b" l="l" r="r" t="t"/>
              <a:pathLst>
                <a:path extrusionOk="0" h="1001" w="568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83"/>
            <p:cNvSpPr/>
            <p:nvPr/>
          </p:nvSpPr>
          <p:spPr>
            <a:xfrm>
              <a:off x="7613750" y="1535424"/>
              <a:ext cx="43225" cy="32371"/>
            </a:xfrm>
            <a:custGeom>
              <a:rect b="b" l="l" r="r" t="t"/>
              <a:pathLst>
                <a:path extrusionOk="0" h="1017" w="1358">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9" name="Google Shape;12419;p83"/>
          <p:cNvGrpSpPr/>
          <p:nvPr/>
        </p:nvGrpSpPr>
        <p:grpSpPr>
          <a:xfrm>
            <a:off x="6196089" y="3893352"/>
            <a:ext cx="346056" cy="345674"/>
            <a:chOff x="2238181" y="4120624"/>
            <a:chExt cx="346056" cy="345674"/>
          </a:xfrm>
        </p:grpSpPr>
        <p:grpSp>
          <p:nvGrpSpPr>
            <p:cNvPr id="12420" name="Google Shape;12420;p83"/>
            <p:cNvGrpSpPr/>
            <p:nvPr/>
          </p:nvGrpSpPr>
          <p:grpSpPr>
            <a:xfrm>
              <a:off x="2309155" y="4177413"/>
              <a:ext cx="203862" cy="231903"/>
              <a:chOff x="1512725" y="258500"/>
              <a:chExt cx="4570900" cy="5199625"/>
            </a:xfrm>
          </p:grpSpPr>
          <p:sp>
            <p:nvSpPr>
              <p:cNvPr id="12421" name="Google Shape;12421;p83"/>
              <p:cNvSpPr/>
              <p:nvPr/>
            </p:nvSpPr>
            <p:spPr>
              <a:xfrm>
                <a:off x="1512725" y="2700900"/>
                <a:ext cx="2654475" cy="2757225"/>
              </a:xfrm>
              <a:custGeom>
                <a:rect b="b" l="l" r="r" t="t"/>
                <a:pathLst>
                  <a:path extrusionOk="0" h="110289" w="106179">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83"/>
              <p:cNvSpPr/>
              <p:nvPr/>
            </p:nvSpPr>
            <p:spPr>
              <a:xfrm>
                <a:off x="2323325" y="258500"/>
                <a:ext cx="3760300" cy="4390225"/>
              </a:xfrm>
              <a:custGeom>
                <a:rect b="b" l="l" r="r" t="t"/>
                <a:pathLst>
                  <a:path extrusionOk="0" h="175609" w="150412">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23" name="Google Shape;12423;p83"/>
            <p:cNvSpPr/>
            <p:nvPr/>
          </p:nvSpPr>
          <p:spPr>
            <a:xfrm>
              <a:off x="2238181" y="4120624"/>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24" name="Google Shape;12424;p83"/>
          <p:cNvSpPr txBox="1"/>
          <p:nvPr/>
        </p:nvSpPr>
        <p:spPr>
          <a:xfrm>
            <a:off x="1048350" y="719652"/>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SEO &amp; Marketing Icons</a:t>
            </a:r>
            <a:endParaRPr sz="2400">
              <a:solidFill>
                <a:srgbClr val="FFFFFF"/>
              </a:solidFill>
            </a:endParaRPr>
          </a:p>
        </p:txBody>
      </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428" name="Shape 12428"/>
        <p:cNvGrpSpPr/>
        <p:nvPr/>
      </p:nvGrpSpPr>
      <p:grpSpPr>
        <a:xfrm>
          <a:off x="0" y="0"/>
          <a:ext cx="0" cy="0"/>
          <a:chOff x="0" y="0"/>
          <a:chExt cx="0" cy="0"/>
        </a:xfrm>
      </p:grpSpPr>
      <p:sp>
        <p:nvSpPr>
          <p:cNvPr id="12429" name="Google Shape;12429;p84"/>
          <p:cNvSpPr/>
          <p:nvPr/>
        </p:nvSpPr>
        <p:spPr>
          <a:xfrm>
            <a:off x="1504285" y="2586168"/>
            <a:ext cx="1713187" cy="534976"/>
          </a:xfrm>
          <a:custGeom>
            <a:rect b="b" l="l" r="r" t="t"/>
            <a:pathLst>
              <a:path extrusionOk="0" h="34387" w="110102">
                <a:moveTo>
                  <a:pt x="17194" y="1"/>
                </a:moveTo>
                <a:cubicBezTo>
                  <a:pt x="7695" y="1"/>
                  <a:pt x="1" y="7695"/>
                  <a:pt x="1" y="17194"/>
                </a:cubicBezTo>
                <a:cubicBezTo>
                  <a:pt x="1" y="26693"/>
                  <a:pt x="7695" y="34387"/>
                  <a:pt x="17194" y="34387"/>
                </a:cubicBezTo>
                <a:lnTo>
                  <a:pt x="92908" y="34387"/>
                </a:lnTo>
                <a:cubicBezTo>
                  <a:pt x="102407" y="34387"/>
                  <a:pt x="110102" y="26693"/>
                  <a:pt x="110102" y="17194"/>
                </a:cubicBezTo>
                <a:cubicBezTo>
                  <a:pt x="110102" y="7695"/>
                  <a:pt x="102407" y="1"/>
                  <a:pt x="92908" y="1"/>
                </a:cubicBezTo>
                <a:close/>
              </a:path>
            </a:pathLst>
          </a:custGeom>
          <a:no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84"/>
          <p:cNvSpPr/>
          <p:nvPr/>
        </p:nvSpPr>
        <p:spPr>
          <a:xfrm>
            <a:off x="2653822" y="2482830"/>
            <a:ext cx="687939" cy="741642"/>
          </a:xfrm>
          <a:custGeom>
            <a:rect b="b" l="l" r="r" t="t"/>
            <a:pathLst>
              <a:path extrusionOk="0" h="47671" w="44212">
                <a:moveTo>
                  <a:pt x="1" y="1"/>
                </a:moveTo>
                <a:lnTo>
                  <a:pt x="1" y="1379"/>
                </a:lnTo>
                <a:lnTo>
                  <a:pt x="20352" y="1379"/>
                </a:lnTo>
                <a:cubicBezTo>
                  <a:pt x="32758" y="1379"/>
                  <a:pt x="42833" y="11455"/>
                  <a:pt x="42833" y="23836"/>
                </a:cubicBezTo>
                <a:cubicBezTo>
                  <a:pt x="42833" y="36217"/>
                  <a:pt x="32758" y="46292"/>
                  <a:pt x="20352" y="46292"/>
                </a:cubicBezTo>
                <a:lnTo>
                  <a:pt x="1" y="46292"/>
                </a:lnTo>
                <a:lnTo>
                  <a:pt x="1" y="47670"/>
                </a:lnTo>
                <a:lnTo>
                  <a:pt x="20352" y="47670"/>
                </a:lnTo>
                <a:cubicBezTo>
                  <a:pt x="33510" y="47670"/>
                  <a:pt x="44212" y="36969"/>
                  <a:pt x="44212" y="23836"/>
                </a:cubicBezTo>
                <a:cubicBezTo>
                  <a:pt x="44212" y="10678"/>
                  <a:pt x="33510" y="1"/>
                  <a:pt x="2035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84"/>
          <p:cNvSpPr/>
          <p:nvPr/>
        </p:nvSpPr>
        <p:spPr>
          <a:xfrm>
            <a:off x="1380284" y="2482830"/>
            <a:ext cx="687550" cy="741642"/>
          </a:xfrm>
          <a:custGeom>
            <a:rect b="b" l="l" r="r" t="t"/>
            <a:pathLst>
              <a:path extrusionOk="0" h="47671" w="44187">
                <a:moveTo>
                  <a:pt x="23835" y="1"/>
                </a:moveTo>
                <a:cubicBezTo>
                  <a:pt x="10677" y="1"/>
                  <a:pt x="1" y="10678"/>
                  <a:pt x="1" y="23836"/>
                </a:cubicBezTo>
                <a:cubicBezTo>
                  <a:pt x="1" y="36969"/>
                  <a:pt x="10677" y="47670"/>
                  <a:pt x="23835" y="47670"/>
                </a:cubicBezTo>
                <a:lnTo>
                  <a:pt x="44186" y="47670"/>
                </a:lnTo>
                <a:lnTo>
                  <a:pt x="44186" y="46292"/>
                </a:lnTo>
                <a:lnTo>
                  <a:pt x="23835" y="46292"/>
                </a:lnTo>
                <a:cubicBezTo>
                  <a:pt x="11454" y="46292"/>
                  <a:pt x="1379" y="36217"/>
                  <a:pt x="1379" y="23836"/>
                </a:cubicBezTo>
                <a:cubicBezTo>
                  <a:pt x="1379" y="11455"/>
                  <a:pt x="11454" y="1379"/>
                  <a:pt x="23835" y="1379"/>
                </a:cubicBezTo>
                <a:lnTo>
                  <a:pt x="44186" y="1379"/>
                </a:lnTo>
                <a:lnTo>
                  <a:pt x="441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84"/>
          <p:cNvSpPr/>
          <p:nvPr/>
        </p:nvSpPr>
        <p:spPr>
          <a:xfrm>
            <a:off x="1998733" y="3559838"/>
            <a:ext cx="724194" cy="588011"/>
          </a:xfrm>
          <a:custGeom>
            <a:rect b="b" l="l" r="r" t="t"/>
            <a:pathLst>
              <a:path extrusionOk="0" h="37796" w="46542">
                <a:moveTo>
                  <a:pt x="7544" y="0"/>
                </a:moveTo>
                <a:cubicBezTo>
                  <a:pt x="3384" y="0"/>
                  <a:pt x="0" y="3384"/>
                  <a:pt x="0" y="7569"/>
                </a:cubicBezTo>
                <a:lnTo>
                  <a:pt x="0" y="30226"/>
                </a:lnTo>
                <a:cubicBezTo>
                  <a:pt x="0" y="34412"/>
                  <a:pt x="3384" y="37795"/>
                  <a:pt x="7544" y="37795"/>
                </a:cubicBezTo>
                <a:lnTo>
                  <a:pt x="38998" y="37795"/>
                </a:lnTo>
                <a:cubicBezTo>
                  <a:pt x="43184" y="37795"/>
                  <a:pt x="46542" y="34412"/>
                  <a:pt x="46542" y="30226"/>
                </a:cubicBezTo>
                <a:lnTo>
                  <a:pt x="46542" y="7569"/>
                </a:lnTo>
                <a:cubicBezTo>
                  <a:pt x="46542" y="3384"/>
                  <a:pt x="43184" y="0"/>
                  <a:pt x="38998" y="0"/>
                </a:cubicBezTo>
                <a:close/>
              </a:path>
            </a:pathLst>
          </a:custGeom>
          <a:no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84"/>
          <p:cNvSpPr/>
          <p:nvPr/>
        </p:nvSpPr>
        <p:spPr>
          <a:xfrm>
            <a:off x="2949013" y="3559838"/>
            <a:ext cx="724598" cy="588011"/>
          </a:xfrm>
          <a:custGeom>
            <a:rect b="b" l="l" r="r" t="t"/>
            <a:pathLst>
              <a:path extrusionOk="0" h="37796" w="46568">
                <a:moveTo>
                  <a:pt x="7544" y="0"/>
                </a:moveTo>
                <a:cubicBezTo>
                  <a:pt x="3384" y="0"/>
                  <a:pt x="0" y="3384"/>
                  <a:pt x="0" y="7569"/>
                </a:cubicBezTo>
                <a:lnTo>
                  <a:pt x="0" y="30226"/>
                </a:lnTo>
                <a:cubicBezTo>
                  <a:pt x="0" y="34412"/>
                  <a:pt x="3384" y="37795"/>
                  <a:pt x="7544" y="37795"/>
                </a:cubicBezTo>
                <a:lnTo>
                  <a:pt x="38998" y="37795"/>
                </a:lnTo>
                <a:cubicBezTo>
                  <a:pt x="43184" y="37795"/>
                  <a:pt x="46567" y="34412"/>
                  <a:pt x="46567" y="30226"/>
                </a:cubicBezTo>
                <a:lnTo>
                  <a:pt x="46567" y="7569"/>
                </a:lnTo>
                <a:cubicBezTo>
                  <a:pt x="46567" y="3384"/>
                  <a:pt x="43184" y="0"/>
                  <a:pt x="38998" y="0"/>
                </a:cubicBezTo>
                <a:close/>
              </a:path>
            </a:pathLst>
          </a:custGeom>
          <a:no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84"/>
          <p:cNvSpPr/>
          <p:nvPr/>
        </p:nvSpPr>
        <p:spPr>
          <a:xfrm>
            <a:off x="1048453" y="3559838"/>
            <a:ext cx="724194" cy="588011"/>
          </a:xfrm>
          <a:custGeom>
            <a:rect b="b" l="l" r="r" t="t"/>
            <a:pathLst>
              <a:path extrusionOk="0" h="37796" w="46542">
                <a:moveTo>
                  <a:pt x="7544" y="0"/>
                </a:moveTo>
                <a:cubicBezTo>
                  <a:pt x="3384" y="0"/>
                  <a:pt x="0" y="3384"/>
                  <a:pt x="0" y="7569"/>
                </a:cubicBezTo>
                <a:lnTo>
                  <a:pt x="0" y="30226"/>
                </a:lnTo>
                <a:cubicBezTo>
                  <a:pt x="0" y="34412"/>
                  <a:pt x="3384" y="37795"/>
                  <a:pt x="7544" y="37795"/>
                </a:cubicBezTo>
                <a:lnTo>
                  <a:pt x="38998" y="37795"/>
                </a:lnTo>
                <a:cubicBezTo>
                  <a:pt x="43158" y="37795"/>
                  <a:pt x="46542" y="34412"/>
                  <a:pt x="46542" y="30226"/>
                </a:cubicBezTo>
                <a:lnTo>
                  <a:pt x="46542" y="7569"/>
                </a:lnTo>
                <a:cubicBezTo>
                  <a:pt x="46542" y="3384"/>
                  <a:pt x="43158" y="0"/>
                  <a:pt x="38998" y="0"/>
                </a:cubicBezTo>
                <a:close/>
              </a:path>
            </a:pathLst>
          </a:custGeom>
          <a:no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84"/>
          <p:cNvSpPr/>
          <p:nvPr/>
        </p:nvSpPr>
        <p:spPr>
          <a:xfrm>
            <a:off x="1998733" y="1559475"/>
            <a:ext cx="724194" cy="587996"/>
          </a:xfrm>
          <a:custGeom>
            <a:rect b="b" l="l" r="r" t="t"/>
            <a:pathLst>
              <a:path extrusionOk="0" h="37795" w="46542">
                <a:moveTo>
                  <a:pt x="7544" y="0"/>
                </a:moveTo>
                <a:cubicBezTo>
                  <a:pt x="3384" y="0"/>
                  <a:pt x="0" y="3384"/>
                  <a:pt x="0" y="7569"/>
                </a:cubicBezTo>
                <a:lnTo>
                  <a:pt x="0" y="30226"/>
                </a:lnTo>
                <a:cubicBezTo>
                  <a:pt x="0" y="34412"/>
                  <a:pt x="3384" y="37795"/>
                  <a:pt x="7544" y="37795"/>
                </a:cubicBezTo>
                <a:lnTo>
                  <a:pt x="38998" y="37795"/>
                </a:lnTo>
                <a:cubicBezTo>
                  <a:pt x="43184" y="37795"/>
                  <a:pt x="46542" y="34412"/>
                  <a:pt x="46542" y="30226"/>
                </a:cubicBezTo>
                <a:lnTo>
                  <a:pt x="46542" y="7569"/>
                </a:lnTo>
                <a:cubicBezTo>
                  <a:pt x="46542" y="3384"/>
                  <a:pt x="43184" y="0"/>
                  <a:pt x="38998" y="0"/>
                </a:cubicBezTo>
                <a:close/>
              </a:path>
            </a:pathLst>
          </a:custGeom>
          <a:no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84"/>
          <p:cNvSpPr/>
          <p:nvPr/>
        </p:nvSpPr>
        <p:spPr>
          <a:xfrm>
            <a:off x="2949013" y="1559475"/>
            <a:ext cx="724598" cy="587996"/>
          </a:xfrm>
          <a:custGeom>
            <a:rect b="b" l="l" r="r" t="t"/>
            <a:pathLst>
              <a:path extrusionOk="0" h="37795" w="46568">
                <a:moveTo>
                  <a:pt x="7544" y="0"/>
                </a:moveTo>
                <a:cubicBezTo>
                  <a:pt x="3384" y="0"/>
                  <a:pt x="0" y="3384"/>
                  <a:pt x="0" y="7569"/>
                </a:cubicBezTo>
                <a:lnTo>
                  <a:pt x="0" y="30226"/>
                </a:lnTo>
                <a:cubicBezTo>
                  <a:pt x="0" y="34412"/>
                  <a:pt x="3384" y="37795"/>
                  <a:pt x="7544" y="37795"/>
                </a:cubicBezTo>
                <a:lnTo>
                  <a:pt x="38998" y="37795"/>
                </a:lnTo>
                <a:cubicBezTo>
                  <a:pt x="43184" y="37795"/>
                  <a:pt x="46567" y="34412"/>
                  <a:pt x="46567" y="30226"/>
                </a:cubicBezTo>
                <a:lnTo>
                  <a:pt x="46567" y="7569"/>
                </a:lnTo>
                <a:cubicBezTo>
                  <a:pt x="46567" y="3384"/>
                  <a:pt x="43184" y="0"/>
                  <a:pt x="38998" y="0"/>
                </a:cubicBezTo>
                <a:close/>
              </a:path>
            </a:pathLst>
          </a:custGeom>
          <a:no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84"/>
          <p:cNvSpPr/>
          <p:nvPr/>
        </p:nvSpPr>
        <p:spPr>
          <a:xfrm>
            <a:off x="1048453" y="1559475"/>
            <a:ext cx="724194" cy="587996"/>
          </a:xfrm>
          <a:custGeom>
            <a:rect b="b" l="l" r="r" t="t"/>
            <a:pathLst>
              <a:path extrusionOk="0" h="37795" w="46542">
                <a:moveTo>
                  <a:pt x="7544" y="0"/>
                </a:moveTo>
                <a:cubicBezTo>
                  <a:pt x="3384" y="0"/>
                  <a:pt x="0" y="3384"/>
                  <a:pt x="0" y="7569"/>
                </a:cubicBezTo>
                <a:lnTo>
                  <a:pt x="0" y="30226"/>
                </a:lnTo>
                <a:cubicBezTo>
                  <a:pt x="0" y="34412"/>
                  <a:pt x="3384" y="37795"/>
                  <a:pt x="7544" y="37795"/>
                </a:cubicBezTo>
                <a:lnTo>
                  <a:pt x="38998" y="37795"/>
                </a:lnTo>
                <a:cubicBezTo>
                  <a:pt x="43158" y="37795"/>
                  <a:pt x="46542" y="34412"/>
                  <a:pt x="46542" y="30226"/>
                </a:cubicBezTo>
                <a:lnTo>
                  <a:pt x="46542" y="7569"/>
                </a:lnTo>
                <a:cubicBezTo>
                  <a:pt x="46542" y="3384"/>
                  <a:pt x="43158" y="0"/>
                  <a:pt x="38998" y="0"/>
                </a:cubicBezTo>
                <a:close/>
              </a:path>
            </a:pathLst>
          </a:custGeom>
          <a:no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84"/>
          <p:cNvSpPr/>
          <p:nvPr/>
        </p:nvSpPr>
        <p:spPr>
          <a:xfrm>
            <a:off x="1180249" y="1851536"/>
            <a:ext cx="453169" cy="3905"/>
          </a:xfrm>
          <a:custGeom>
            <a:rect b="b" l="l" r="r" t="t"/>
            <a:pathLst>
              <a:path extrusionOk="0" h="251" w="29124">
                <a:moveTo>
                  <a:pt x="126" y="0"/>
                </a:moveTo>
                <a:cubicBezTo>
                  <a:pt x="51" y="0"/>
                  <a:pt x="1" y="50"/>
                  <a:pt x="1" y="126"/>
                </a:cubicBezTo>
                <a:cubicBezTo>
                  <a:pt x="1" y="176"/>
                  <a:pt x="51" y="251"/>
                  <a:pt x="126" y="251"/>
                </a:cubicBezTo>
                <a:lnTo>
                  <a:pt x="29023" y="251"/>
                </a:lnTo>
                <a:cubicBezTo>
                  <a:pt x="29073" y="251"/>
                  <a:pt x="29123" y="176"/>
                  <a:pt x="29123" y="126"/>
                </a:cubicBezTo>
                <a:cubicBezTo>
                  <a:pt x="29123" y="50"/>
                  <a:pt x="29073" y="0"/>
                  <a:pt x="290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84"/>
          <p:cNvSpPr/>
          <p:nvPr/>
        </p:nvSpPr>
        <p:spPr>
          <a:xfrm>
            <a:off x="2132084" y="1851536"/>
            <a:ext cx="453169" cy="3905"/>
          </a:xfrm>
          <a:custGeom>
            <a:rect b="b" l="l" r="r" t="t"/>
            <a:pathLst>
              <a:path extrusionOk="0" h="251" w="29124">
                <a:moveTo>
                  <a:pt x="101" y="0"/>
                </a:moveTo>
                <a:cubicBezTo>
                  <a:pt x="51" y="0"/>
                  <a:pt x="1" y="50"/>
                  <a:pt x="1" y="126"/>
                </a:cubicBezTo>
                <a:cubicBezTo>
                  <a:pt x="1" y="176"/>
                  <a:pt x="51" y="251"/>
                  <a:pt x="101" y="251"/>
                </a:cubicBezTo>
                <a:lnTo>
                  <a:pt x="28998" y="251"/>
                </a:lnTo>
                <a:cubicBezTo>
                  <a:pt x="29074" y="251"/>
                  <a:pt x="29124" y="176"/>
                  <a:pt x="29124" y="126"/>
                </a:cubicBezTo>
                <a:cubicBezTo>
                  <a:pt x="29124" y="50"/>
                  <a:pt x="29074" y="0"/>
                  <a:pt x="2899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84"/>
          <p:cNvSpPr/>
          <p:nvPr/>
        </p:nvSpPr>
        <p:spPr>
          <a:xfrm>
            <a:off x="3087047" y="1851536"/>
            <a:ext cx="453169" cy="3905"/>
          </a:xfrm>
          <a:custGeom>
            <a:rect b="b" l="l" r="r" t="t"/>
            <a:pathLst>
              <a:path extrusionOk="0" h="251" w="29124">
                <a:moveTo>
                  <a:pt x="101" y="0"/>
                </a:moveTo>
                <a:cubicBezTo>
                  <a:pt x="51" y="0"/>
                  <a:pt x="1" y="50"/>
                  <a:pt x="1" y="126"/>
                </a:cubicBezTo>
                <a:cubicBezTo>
                  <a:pt x="1" y="176"/>
                  <a:pt x="51" y="251"/>
                  <a:pt x="101" y="251"/>
                </a:cubicBezTo>
                <a:lnTo>
                  <a:pt x="28998" y="251"/>
                </a:lnTo>
                <a:cubicBezTo>
                  <a:pt x="29073" y="251"/>
                  <a:pt x="29124" y="176"/>
                  <a:pt x="29124" y="126"/>
                </a:cubicBezTo>
                <a:cubicBezTo>
                  <a:pt x="29124" y="50"/>
                  <a:pt x="29073" y="0"/>
                  <a:pt x="2899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84"/>
          <p:cNvSpPr/>
          <p:nvPr/>
        </p:nvSpPr>
        <p:spPr>
          <a:xfrm>
            <a:off x="3087047" y="3851898"/>
            <a:ext cx="453169" cy="3920"/>
          </a:xfrm>
          <a:custGeom>
            <a:rect b="b" l="l" r="r" t="t"/>
            <a:pathLst>
              <a:path extrusionOk="0" h="252" w="29124">
                <a:moveTo>
                  <a:pt x="101" y="0"/>
                </a:moveTo>
                <a:cubicBezTo>
                  <a:pt x="51" y="0"/>
                  <a:pt x="1" y="51"/>
                  <a:pt x="1" y="126"/>
                </a:cubicBezTo>
                <a:cubicBezTo>
                  <a:pt x="1" y="201"/>
                  <a:pt x="51" y="251"/>
                  <a:pt x="101" y="251"/>
                </a:cubicBezTo>
                <a:lnTo>
                  <a:pt x="28998" y="251"/>
                </a:lnTo>
                <a:cubicBezTo>
                  <a:pt x="29073" y="251"/>
                  <a:pt x="29124" y="201"/>
                  <a:pt x="29124" y="126"/>
                </a:cubicBezTo>
                <a:cubicBezTo>
                  <a:pt x="29124" y="51"/>
                  <a:pt x="29073" y="0"/>
                  <a:pt x="2899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84"/>
          <p:cNvSpPr/>
          <p:nvPr/>
        </p:nvSpPr>
        <p:spPr>
          <a:xfrm>
            <a:off x="2132084" y="3851898"/>
            <a:ext cx="453169" cy="3920"/>
          </a:xfrm>
          <a:custGeom>
            <a:rect b="b" l="l" r="r" t="t"/>
            <a:pathLst>
              <a:path extrusionOk="0" h="252" w="29124">
                <a:moveTo>
                  <a:pt x="101" y="0"/>
                </a:moveTo>
                <a:cubicBezTo>
                  <a:pt x="51" y="0"/>
                  <a:pt x="1" y="51"/>
                  <a:pt x="1" y="126"/>
                </a:cubicBezTo>
                <a:cubicBezTo>
                  <a:pt x="1" y="201"/>
                  <a:pt x="51" y="251"/>
                  <a:pt x="101" y="251"/>
                </a:cubicBezTo>
                <a:lnTo>
                  <a:pt x="28998" y="251"/>
                </a:lnTo>
                <a:cubicBezTo>
                  <a:pt x="29074" y="251"/>
                  <a:pt x="29124" y="201"/>
                  <a:pt x="29124" y="126"/>
                </a:cubicBezTo>
                <a:cubicBezTo>
                  <a:pt x="29124" y="51"/>
                  <a:pt x="29074" y="0"/>
                  <a:pt x="2899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84"/>
          <p:cNvSpPr/>
          <p:nvPr/>
        </p:nvSpPr>
        <p:spPr>
          <a:xfrm>
            <a:off x="1181416" y="3851898"/>
            <a:ext cx="453169" cy="3920"/>
          </a:xfrm>
          <a:custGeom>
            <a:rect b="b" l="l" r="r" t="t"/>
            <a:pathLst>
              <a:path extrusionOk="0" h="252" w="29124">
                <a:moveTo>
                  <a:pt x="126" y="0"/>
                </a:moveTo>
                <a:cubicBezTo>
                  <a:pt x="51" y="0"/>
                  <a:pt x="1" y="51"/>
                  <a:pt x="1" y="126"/>
                </a:cubicBezTo>
                <a:cubicBezTo>
                  <a:pt x="1" y="201"/>
                  <a:pt x="51" y="251"/>
                  <a:pt x="126" y="251"/>
                </a:cubicBezTo>
                <a:lnTo>
                  <a:pt x="29023" y="251"/>
                </a:lnTo>
                <a:cubicBezTo>
                  <a:pt x="29074" y="251"/>
                  <a:pt x="29124" y="201"/>
                  <a:pt x="29124" y="126"/>
                </a:cubicBezTo>
                <a:cubicBezTo>
                  <a:pt x="29124" y="51"/>
                  <a:pt x="29074" y="0"/>
                  <a:pt x="290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84"/>
          <p:cNvSpPr txBox="1"/>
          <p:nvPr/>
        </p:nvSpPr>
        <p:spPr>
          <a:xfrm>
            <a:off x="1644313" y="2717237"/>
            <a:ext cx="1428600" cy="273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Add the title here</a:t>
            </a:r>
            <a:endParaRPr sz="1000">
              <a:solidFill>
                <a:srgbClr val="FFFFFF"/>
              </a:solidFill>
            </a:endParaRPr>
          </a:p>
        </p:txBody>
      </p:sp>
      <p:grpSp>
        <p:nvGrpSpPr>
          <p:cNvPr id="12445" name="Google Shape;12445;p84"/>
          <p:cNvGrpSpPr/>
          <p:nvPr/>
        </p:nvGrpSpPr>
        <p:grpSpPr>
          <a:xfrm>
            <a:off x="1311648" y="1620631"/>
            <a:ext cx="197743" cy="197743"/>
            <a:chOff x="2676100" y="832575"/>
            <a:chExt cx="483125" cy="483125"/>
          </a:xfrm>
        </p:grpSpPr>
        <p:sp>
          <p:nvSpPr>
            <p:cNvPr id="12446" name="Google Shape;12446;p84"/>
            <p:cNvSpPr/>
            <p:nvPr/>
          </p:nvSpPr>
          <p:spPr>
            <a:xfrm>
              <a:off x="2676100" y="832575"/>
              <a:ext cx="483125" cy="483125"/>
            </a:xfrm>
            <a:custGeom>
              <a:rect b="b" l="l" r="r" t="t"/>
              <a:pathLst>
                <a:path extrusionOk="0" h="19325" w="19325">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447" name="Google Shape;12447;p84"/>
            <p:cNvSpPr/>
            <p:nvPr/>
          </p:nvSpPr>
          <p:spPr>
            <a:xfrm>
              <a:off x="2762000" y="918475"/>
              <a:ext cx="311400" cy="311400"/>
            </a:xfrm>
            <a:custGeom>
              <a:rect b="b" l="l" r="r" t="t"/>
              <a:pathLst>
                <a:path extrusionOk="0" h="12456" w="12456">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448" name="Google Shape;12448;p84"/>
            <p:cNvSpPr/>
            <p:nvPr/>
          </p:nvSpPr>
          <p:spPr>
            <a:xfrm>
              <a:off x="2810775" y="975075"/>
              <a:ext cx="206025" cy="198150"/>
            </a:xfrm>
            <a:custGeom>
              <a:rect b="b" l="l" r="r" t="t"/>
              <a:pathLst>
                <a:path extrusionOk="0" h="7926" w="8241">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2449" name="Google Shape;12449;p84"/>
          <p:cNvGrpSpPr/>
          <p:nvPr/>
        </p:nvGrpSpPr>
        <p:grpSpPr>
          <a:xfrm>
            <a:off x="2258621" y="1613606"/>
            <a:ext cx="204394" cy="197743"/>
            <a:chOff x="3270550" y="832575"/>
            <a:chExt cx="499375" cy="483125"/>
          </a:xfrm>
        </p:grpSpPr>
        <p:sp>
          <p:nvSpPr>
            <p:cNvPr id="12450" name="Google Shape;12450;p84"/>
            <p:cNvSpPr/>
            <p:nvPr/>
          </p:nvSpPr>
          <p:spPr>
            <a:xfrm>
              <a:off x="3270550" y="865975"/>
              <a:ext cx="463725" cy="449725"/>
            </a:xfrm>
            <a:custGeom>
              <a:rect b="b" l="l" r="r" t="t"/>
              <a:pathLst>
                <a:path extrusionOk="0" h="17989" w="18549">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451" name="Google Shape;12451;p84"/>
            <p:cNvSpPr/>
            <p:nvPr/>
          </p:nvSpPr>
          <p:spPr>
            <a:xfrm>
              <a:off x="3562600" y="876075"/>
              <a:ext cx="207325" cy="241775"/>
            </a:xfrm>
            <a:custGeom>
              <a:rect b="b" l="l" r="r" t="t"/>
              <a:pathLst>
                <a:path extrusionOk="0" h="9671" w="8293">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452" name="Google Shape;12452;p84"/>
            <p:cNvSpPr/>
            <p:nvPr/>
          </p:nvSpPr>
          <p:spPr>
            <a:xfrm>
              <a:off x="3443500" y="832575"/>
              <a:ext cx="187300" cy="173625"/>
            </a:xfrm>
            <a:custGeom>
              <a:rect b="b" l="l" r="r" t="t"/>
              <a:pathLst>
                <a:path extrusionOk="0" h="6945" w="7492">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2453" name="Google Shape;12453;p84"/>
          <p:cNvGrpSpPr/>
          <p:nvPr/>
        </p:nvGrpSpPr>
        <p:grpSpPr>
          <a:xfrm>
            <a:off x="3212214" y="1620657"/>
            <a:ext cx="197774" cy="197743"/>
            <a:chOff x="3270475" y="1427025"/>
            <a:chExt cx="483200" cy="483125"/>
          </a:xfrm>
        </p:grpSpPr>
        <p:sp>
          <p:nvSpPr>
            <p:cNvPr id="12454" name="Google Shape;12454;p84"/>
            <p:cNvSpPr/>
            <p:nvPr/>
          </p:nvSpPr>
          <p:spPr>
            <a:xfrm>
              <a:off x="3270475" y="1427025"/>
              <a:ext cx="483200" cy="483125"/>
            </a:xfrm>
            <a:custGeom>
              <a:rect b="b" l="l" r="r" t="t"/>
              <a:pathLst>
                <a:path extrusionOk="0" h="19325" w="19328">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455" name="Google Shape;12455;p84"/>
            <p:cNvSpPr/>
            <p:nvPr/>
          </p:nvSpPr>
          <p:spPr>
            <a:xfrm>
              <a:off x="3497550" y="1596875"/>
              <a:ext cx="87650" cy="141525"/>
            </a:xfrm>
            <a:custGeom>
              <a:rect b="b" l="l" r="r" t="t"/>
              <a:pathLst>
                <a:path extrusionOk="0" h="5661" w="3506">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456" name="Google Shape;12456;p84"/>
            <p:cNvSpPr/>
            <p:nvPr/>
          </p:nvSpPr>
          <p:spPr>
            <a:xfrm>
              <a:off x="3327100" y="1483625"/>
              <a:ext cx="369975" cy="369925"/>
            </a:xfrm>
            <a:custGeom>
              <a:rect b="b" l="l" r="r" t="t"/>
              <a:pathLst>
                <a:path extrusionOk="0" h="14797" w="14799">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2457" name="Google Shape;12457;p84"/>
          <p:cNvSpPr/>
          <p:nvPr/>
        </p:nvSpPr>
        <p:spPr>
          <a:xfrm>
            <a:off x="3212183" y="3615929"/>
            <a:ext cx="197784" cy="197743"/>
          </a:xfrm>
          <a:custGeom>
            <a:rect b="b" l="l" r="r" t="t"/>
            <a:pathLst>
              <a:path extrusionOk="0" h="19325" w="19329">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458" name="Google Shape;12458;p84"/>
          <p:cNvSpPr/>
          <p:nvPr/>
        </p:nvSpPr>
        <p:spPr>
          <a:xfrm>
            <a:off x="1309717" y="3615924"/>
            <a:ext cx="199697" cy="197753"/>
          </a:xfrm>
          <a:custGeom>
            <a:rect b="b" l="l" r="r" t="t"/>
            <a:pathLst>
              <a:path extrusionOk="0" h="19326" w="19516">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2459" name="Google Shape;12459;p84"/>
          <p:cNvGrpSpPr/>
          <p:nvPr/>
        </p:nvGrpSpPr>
        <p:grpSpPr>
          <a:xfrm>
            <a:off x="2258607" y="3617777"/>
            <a:ext cx="204425" cy="194059"/>
            <a:chOff x="6222125" y="2025975"/>
            <a:chExt cx="499450" cy="474125"/>
          </a:xfrm>
        </p:grpSpPr>
        <p:sp>
          <p:nvSpPr>
            <p:cNvPr id="12460" name="Google Shape;12460;p84"/>
            <p:cNvSpPr/>
            <p:nvPr/>
          </p:nvSpPr>
          <p:spPr>
            <a:xfrm>
              <a:off x="6222125" y="2025975"/>
              <a:ext cx="499450" cy="474125"/>
            </a:xfrm>
            <a:custGeom>
              <a:rect b="b" l="l" r="r" t="t"/>
              <a:pathLst>
                <a:path extrusionOk="0" h="18965" w="19978">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461" name="Google Shape;12461;p84"/>
            <p:cNvSpPr/>
            <p:nvPr/>
          </p:nvSpPr>
          <p:spPr>
            <a:xfrm>
              <a:off x="6309175" y="2087825"/>
              <a:ext cx="350425" cy="350425"/>
            </a:xfrm>
            <a:custGeom>
              <a:rect b="b" l="l" r="r" t="t"/>
              <a:pathLst>
                <a:path extrusionOk="0" h="14017" w="14017">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462" name="Google Shape;12462;p84"/>
            <p:cNvSpPr/>
            <p:nvPr/>
          </p:nvSpPr>
          <p:spPr>
            <a:xfrm>
              <a:off x="6431600" y="2142250"/>
              <a:ext cx="105575" cy="241575"/>
            </a:xfrm>
            <a:custGeom>
              <a:rect b="b" l="l" r="r" t="t"/>
              <a:pathLst>
                <a:path extrusionOk="0" h="9663" w="4223">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2463" name="Google Shape;12463;p84"/>
          <p:cNvSpPr txBox="1"/>
          <p:nvPr/>
        </p:nvSpPr>
        <p:spPr>
          <a:xfrm>
            <a:off x="1048453" y="1910789"/>
            <a:ext cx="724200" cy="236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FFFFFF"/>
                </a:solidFill>
              </a:rPr>
              <a:t>Text 1</a:t>
            </a:r>
            <a:endParaRPr sz="900">
              <a:solidFill>
                <a:srgbClr val="FFFFFF"/>
              </a:solidFill>
            </a:endParaRPr>
          </a:p>
        </p:txBody>
      </p:sp>
      <p:sp>
        <p:nvSpPr>
          <p:cNvPr id="12464" name="Google Shape;12464;p84"/>
          <p:cNvSpPr txBox="1"/>
          <p:nvPr/>
        </p:nvSpPr>
        <p:spPr>
          <a:xfrm>
            <a:off x="1998736" y="1909835"/>
            <a:ext cx="724200" cy="236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FFFFFF"/>
                </a:solidFill>
              </a:rPr>
              <a:t>Text 2</a:t>
            </a:r>
            <a:endParaRPr sz="900">
              <a:solidFill>
                <a:srgbClr val="FFFFFF"/>
              </a:solidFill>
            </a:endParaRPr>
          </a:p>
        </p:txBody>
      </p:sp>
      <p:sp>
        <p:nvSpPr>
          <p:cNvPr id="12465" name="Google Shape;12465;p84"/>
          <p:cNvSpPr txBox="1"/>
          <p:nvPr/>
        </p:nvSpPr>
        <p:spPr>
          <a:xfrm>
            <a:off x="2949019" y="1909835"/>
            <a:ext cx="724200" cy="236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FFFFFF"/>
                </a:solidFill>
              </a:rPr>
              <a:t>Text 3</a:t>
            </a:r>
            <a:endParaRPr sz="900">
              <a:solidFill>
                <a:srgbClr val="FFFFFF"/>
              </a:solidFill>
            </a:endParaRPr>
          </a:p>
        </p:txBody>
      </p:sp>
      <p:sp>
        <p:nvSpPr>
          <p:cNvPr id="12466" name="Google Shape;12466;p84"/>
          <p:cNvSpPr txBox="1"/>
          <p:nvPr/>
        </p:nvSpPr>
        <p:spPr>
          <a:xfrm>
            <a:off x="1048350" y="3923158"/>
            <a:ext cx="724200" cy="236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FFFFFF"/>
                </a:solidFill>
              </a:rPr>
              <a:t>Text 4</a:t>
            </a:r>
            <a:endParaRPr sz="900">
              <a:solidFill>
                <a:srgbClr val="FFFFFF"/>
              </a:solidFill>
            </a:endParaRPr>
          </a:p>
        </p:txBody>
      </p:sp>
      <p:sp>
        <p:nvSpPr>
          <p:cNvPr id="12467" name="Google Shape;12467;p84"/>
          <p:cNvSpPr txBox="1"/>
          <p:nvPr/>
        </p:nvSpPr>
        <p:spPr>
          <a:xfrm>
            <a:off x="1998684" y="3923158"/>
            <a:ext cx="724200" cy="236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FFFFFF"/>
                </a:solidFill>
              </a:rPr>
              <a:t>Text 5</a:t>
            </a:r>
            <a:endParaRPr sz="900">
              <a:solidFill>
                <a:srgbClr val="FFFFFF"/>
              </a:solidFill>
            </a:endParaRPr>
          </a:p>
        </p:txBody>
      </p:sp>
      <p:sp>
        <p:nvSpPr>
          <p:cNvPr id="12468" name="Google Shape;12468;p84"/>
          <p:cNvSpPr txBox="1"/>
          <p:nvPr/>
        </p:nvSpPr>
        <p:spPr>
          <a:xfrm>
            <a:off x="2949019" y="3923158"/>
            <a:ext cx="724200" cy="236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FFFFFF"/>
                </a:solidFill>
              </a:rPr>
              <a:t>Text 6</a:t>
            </a:r>
            <a:endParaRPr sz="900">
              <a:solidFill>
                <a:srgbClr val="FFFFFF"/>
              </a:solidFill>
            </a:endParaRPr>
          </a:p>
        </p:txBody>
      </p:sp>
      <p:sp>
        <p:nvSpPr>
          <p:cNvPr id="12469" name="Google Shape;12469;p84"/>
          <p:cNvSpPr/>
          <p:nvPr/>
        </p:nvSpPr>
        <p:spPr>
          <a:xfrm>
            <a:off x="1374787" y="2192426"/>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84"/>
          <p:cNvSpPr/>
          <p:nvPr/>
        </p:nvSpPr>
        <p:spPr>
          <a:xfrm>
            <a:off x="2326630" y="2192426"/>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84"/>
          <p:cNvSpPr/>
          <p:nvPr/>
        </p:nvSpPr>
        <p:spPr>
          <a:xfrm>
            <a:off x="3278485" y="2192426"/>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84"/>
          <p:cNvSpPr/>
          <p:nvPr/>
        </p:nvSpPr>
        <p:spPr>
          <a:xfrm>
            <a:off x="1374774" y="3454535"/>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84"/>
          <p:cNvSpPr/>
          <p:nvPr/>
        </p:nvSpPr>
        <p:spPr>
          <a:xfrm>
            <a:off x="2326617" y="3454535"/>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84"/>
          <p:cNvSpPr/>
          <p:nvPr/>
        </p:nvSpPr>
        <p:spPr>
          <a:xfrm>
            <a:off x="3278472" y="3454535"/>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84"/>
          <p:cNvSpPr/>
          <p:nvPr/>
        </p:nvSpPr>
        <p:spPr>
          <a:xfrm>
            <a:off x="2200729" y="2458205"/>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84"/>
          <p:cNvSpPr/>
          <p:nvPr/>
        </p:nvSpPr>
        <p:spPr>
          <a:xfrm>
            <a:off x="2328782" y="2458205"/>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84"/>
          <p:cNvSpPr/>
          <p:nvPr/>
        </p:nvSpPr>
        <p:spPr>
          <a:xfrm>
            <a:off x="2456836" y="2458205"/>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84"/>
          <p:cNvSpPr/>
          <p:nvPr/>
        </p:nvSpPr>
        <p:spPr>
          <a:xfrm>
            <a:off x="2200729" y="3186918"/>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84"/>
          <p:cNvSpPr/>
          <p:nvPr/>
        </p:nvSpPr>
        <p:spPr>
          <a:xfrm>
            <a:off x="2328782" y="3186918"/>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84"/>
          <p:cNvSpPr/>
          <p:nvPr/>
        </p:nvSpPr>
        <p:spPr>
          <a:xfrm>
            <a:off x="2456836" y="3186918"/>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481" name="Google Shape;12481;p84"/>
          <p:cNvCxnSpPr>
            <a:stCxn id="12469" idx="4"/>
            <a:endCxn id="12475" idx="0"/>
          </p:cNvCxnSpPr>
          <p:nvPr/>
        </p:nvCxnSpPr>
        <p:spPr>
          <a:xfrm flipH="1" rot="-5400000">
            <a:off x="1718737" y="1944326"/>
            <a:ext cx="201900" cy="825900"/>
          </a:xfrm>
          <a:prstGeom prst="curvedConnector3">
            <a:avLst>
              <a:gd fmla="val 49995" name="adj1"/>
            </a:avLst>
          </a:prstGeom>
          <a:noFill/>
          <a:ln cap="flat" cmpd="sng" w="19050">
            <a:solidFill>
              <a:srgbClr val="5F7D95"/>
            </a:solidFill>
            <a:prstDash val="solid"/>
            <a:round/>
            <a:headEnd len="med" w="med" type="none"/>
            <a:tailEnd len="med" w="med" type="none"/>
          </a:ln>
        </p:spPr>
      </p:cxnSp>
      <p:cxnSp>
        <p:nvCxnSpPr>
          <p:cNvPr id="12482" name="Google Shape;12482;p84"/>
          <p:cNvCxnSpPr>
            <a:stCxn id="12471" idx="4"/>
            <a:endCxn id="12477" idx="0"/>
          </p:cNvCxnSpPr>
          <p:nvPr/>
        </p:nvCxnSpPr>
        <p:spPr>
          <a:xfrm rot="5400000">
            <a:off x="2798635" y="1946426"/>
            <a:ext cx="201900" cy="821700"/>
          </a:xfrm>
          <a:prstGeom prst="curvedConnector3">
            <a:avLst>
              <a:gd fmla="val 49995" name="adj1"/>
            </a:avLst>
          </a:prstGeom>
          <a:noFill/>
          <a:ln cap="flat" cmpd="sng" w="19050">
            <a:solidFill>
              <a:srgbClr val="5F7D95"/>
            </a:solidFill>
            <a:prstDash val="solid"/>
            <a:round/>
            <a:headEnd len="med" w="med" type="none"/>
            <a:tailEnd len="med" w="med" type="none"/>
          </a:ln>
        </p:spPr>
      </p:cxnSp>
      <p:cxnSp>
        <p:nvCxnSpPr>
          <p:cNvPr id="12483" name="Google Shape;12483;p84"/>
          <p:cNvCxnSpPr>
            <a:stCxn id="12470" idx="4"/>
            <a:endCxn id="12476" idx="0"/>
          </p:cNvCxnSpPr>
          <p:nvPr/>
        </p:nvCxnSpPr>
        <p:spPr>
          <a:xfrm flipH="1" rot="-5400000">
            <a:off x="2258680" y="2356226"/>
            <a:ext cx="201900" cy="2100"/>
          </a:xfrm>
          <a:prstGeom prst="curvedConnector3">
            <a:avLst>
              <a:gd fmla="val 49995" name="adj1"/>
            </a:avLst>
          </a:prstGeom>
          <a:noFill/>
          <a:ln cap="flat" cmpd="sng" w="19050">
            <a:solidFill>
              <a:srgbClr val="5F7D95"/>
            </a:solidFill>
            <a:prstDash val="solid"/>
            <a:round/>
            <a:headEnd len="med" w="med" type="none"/>
            <a:tailEnd len="med" w="med" type="none"/>
          </a:ln>
        </p:spPr>
      </p:cxnSp>
      <p:cxnSp>
        <p:nvCxnSpPr>
          <p:cNvPr id="12484" name="Google Shape;12484;p84"/>
          <p:cNvCxnSpPr>
            <a:stCxn id="12472" idx="0"/>
            <a:endCxn id="12478" idx="4"/>
          </p:cNvCxnSpPr>
          <p:nvPr/>
        </p:nvCxnSpPr>
        <p:spPr>
          <a:xfrm rot="-5400000">
            <a:off x="1717824" y="2939735"/>
            <a:ext cx="203700" cy="825900"/>
          </a:xfrm>
          <a:prstGeom prst="curvedConnector3">
            <a:avLst>
              <a:gd fmla="val 50004" name="adj1"/>
            </a:avLst>
          </a:prstGeom>
          <a:noFill/>
          <a:ln cap="flat" cmpd="sng" w="19050">
            <a:solidFill>
              <a:srgbClr val="5F7D95"/>
            </a:solidFill>
            <a:prstDash val="solid"/>
            <a:round/>
            <a:headEnd len="med" w="med" type="none"/>
            <a:tailEnd len="med" w="med" type="none"/>
          </a:ln>
        </p:spPr>
      </p:cxnSp>
      <p:cxnSp>
        <p:nvCxnSpPr>
          <p:cNvPr id="12485" name="Google Shape;12485;p84"/>
          <p:cNvCxnSpPr>
            <a:stCxn id="12474" idx="0"/>
            <a:endCxn id="12480" idx="4"/>
          </p:cNvCxnSpPr>
          <p:nvPr/>
        </p:nvCxnSpPr>
        <p:spPr>
          <a:xfrm flipH="1" rot="5400000">
            <a:off x="2797722" y="2941835"/>
            <a:ext cx="203700" cy="821700"/>
          </a:xfrm>
          <a:prstGeom prst="curvedConnector3">
            <a:avLst>
              <a:gd fmla="val 50004" name="adj1"/>
            </a:avLst>
          </a:prstGeom>
          <a:noFill/>
          <a:ln cap="flat" cmpd="sng" w="19050">
            <a:solidFill>
              <a:srgbClr val="5F7D95"/>
            </a:solidFill>
            <a:prstDash val="solid"/>
            <a:round/>
            <a:headEnd len="med" w="med" type="none"/>
            <a:tailEnd len="med" w="med" type="none"/>
          </a:ln>
        </p:spPr>
      </p:cxnSp>
      <p:cxnSp>
        <p:nvCxnSpPr>
          <p:cNvPr id="12486" name="Google Shape;12486;p84"/>
          <p:cNvCxnSpPr>
            <a:stCxn id="12473" idx="0"/>
            <a:endCxn id="12479" idx="4"/>
          </p:cNvCxnSpPr>
          <p:nvPr/>
        </p:nvCxnSpPr>
        <p:spPr>
          <a:xfrm rot="-5400000">
            <a:off x="2257767" y="3351635"/>
            <a:ext cx="203700" cy="2100"/>
          </a:xfrm>
          <a:prstGeom prst="curvedConnector3">
            <a:avLst>
              <a:gd fmla="val 50004" name="adj1"/>
            </a:avLst>
          </a:prstGeom>
          <a:noFill/>
          <a:ln cap="flat" cmpd="sng" w="19050">
            <a:solidFill>
              <a:srgbClr val="5F7D95"/>
            </a:solidFill>
            <a:prstDash val="solid"/>
            <a:round/>
            <a:headEnd len="med" w="med" type="none"/>
            <a:tailEnd len="med" w="med" type="none"/>
          </a:ln>
        </p:spPr>
      </p:cxnSp>
      <p:sp>
        <p:nvSpPr>
          <p:cNvPr id="12487" name="Google Shape;12487;p84"/>
          <p:cNvSpPr/>
          <p:nvPr/>
        </p:nvSpPr>
        <p:spPr>
          <a:xfrm>
            <a:off x="4239724" y="2708319"/>
            <a:ext cx="779136" cy="252234"/>
          </a:xfrm>
          <a:custGeom>
            <a:rect b="b" l="l" r="r" t="t"/>
            <a:pathLst>
              <a:path extrusionOk="0" h="14358" w="44351">
                <a:moveTo>
                  <a:pt x="1599" y="0"/>
                </a:moveTo>
                <a:cubicBezTo>
                  <a:pt x="708" y="0"/>
                  <a:pt x="1" y="708"/>
                  <a:pt x="1" y="1598"/>
                </a:cubicBezTo>
                <a:lnTo>
                  <a:pt x="1" y="5706"/>
                </a:lnTo>
                <a:lnTo>
                  <a:pt x="1484" y="7190"/>
                </a:lnTo>
                <a:lnTo>
                  <a:pt x="1" y="8674"/>
                </a:lnTo>
                <a:lnTo>
                  <a:pt x="1" y="12759"/>
                </a:lnTo>
                <a:cubicBezTo>
                  <a:pt x="1" y="13650"/>
                  <a:pt x="708" y="14357"/>
                  <a:pt x="1599" y="14357"/>
                </a:cubicBezTo>
                <a:lnTo>
                  <a:pt x="41269" y="14357"/>
                </a:lnTo>
                <a:cubicBezTo>
                  <a:pt x="42136" y="14357"/>
                  <a:pt x="42867" y="13650"/>
                  <a:pt x="42867" y="12759"/>
                </a:cubicBezTo>
                <a:lnTo>
                  <a:pt x="42867" y="8674"/>
                </a:lnTo>
                <a:lnTo>
                  <a:pt x="44350" y="7190"/>
                </a:lnTo>
                <a:lnTo>
                  <a:pt x="42867" y="5706"/>
                </a:lnTo>
                <a:lnTo>
                  <a:pt x="42867" y="1598"/>
                </a:lnTo>
                <a:cubicBezTo>
                  <a:pt x="42867" y="708"/>
                  <a:pt x="42136" y="0"/>
                  <a:pt x="41269"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84"/>
          <p:cNvSpPr/>
          <p:nvPr/>
        </p:nvSpPr>
        <p:spPr>
          <a:xfrm>
            <a:off x="5018842" y="2708319"/>
            <a:ext cx="779119" cy="252234"/>
          </a:xfrm>
          <a:custGeom>
            <a:rect b="b" l="l" r="r" t="t"/>
            <a:pathLst>
              <a:path extrusionOk="0" h="14358" w="44350">
                <a:moveTo>
                  <a:pt x="42866" y="5706"/>
                </a:moveTo>
                <a:lnTo>
                  <a:pt x="42866" y="1598"/>
                </a:lnTo>
                <a:cubicBezTo>
                  <a:pt x="42866" y="708"/>
                  <a:pt x="42136" y="0"/>
                  <a:pt x="41268" y="0"/>
                </a:cubicBezTo>
                <a:lnTo>
                  <a:pt x="1598" y="0"/>
                </a:lnTo>
                <a:cubicBezTo>
                  <a:pt x="708" y="0"/>
                  <a:pt x="0" y="708"/>
                  <a:pt x="0" y="1598"/>
                </a:cubicBezTo>
                <a:lnTo>
                  <a:pt x="0" y="5706"/>
                </a:lnTo>
                <a:lnTo>
                  <a:pt x="1484" y="7190"/>
                </a:lnTo>
                <a:lnTo>
                  <a:pt x="0" y="8674"/>
                </a:lnTo>
                <a:lnTo>
                  <a:pt x="0" y="12759"/>
                </a:lnTo>
                <a:cubicBezTo>
                  <a:pt x="0" y="13650"/>
                  <a:pt x="708" y="14357"/>
                  <a:pt x="1598" y="14357"/>
                </a:cubicBezTo>
                <a:lnTo>
                  <a:pt x="41268" y="14357"/>
                </a:lnTo>
                <a:cubicBezTo>
                  <a:pt x="42136" y="14357"/>
                  <a:pt x="42866" y="13650"/>
                  <a:pt x="42866" y="12759"/>
                </a:cubicBezTo>
                <a:lnTo>
                  <a:pt x="42866" y="8674"/>
                </a:lnTo>
                <a:lnTo>
                  <a:pt x="44350" y="7190"/>
                </a:lnTo>
                <a:lnTo>
                  <a:pt x="42866" y="5706"/>
                </a:lnTo>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84"/>
          <p:cNvSpPr/>
          <p:nvPr/>
        </p:nvSpPr>
        <p:spPr>
          <a:xfrm>
            <a:off x="5797943" y="2708319"/>
            <a:ext cx="778732" cy="252234"/>
          </a:xfrm>
          <a:custGeom>
            <a:rect b="b" l="l" r="r" t="t"/>
            <a:pathLst>
              <a:path extrusionOk="0" h="14358" w="44328">
                <a:moveTo>
                  <a:pt x="42844" y="5706"/>
                </a:moveTo>
                <a:lnTo>
                  <a:pt x="42844" y="1598"/>
                </a:lnTo>
                <a:cubicBezTo>
                  <a:pt x="42844" y="708"/>
                  <a:pt x="42136" y="0"/>
                  <a:pt x="41246" y="0"/>
                </a:cubicBezTo>
                <a:lnTo>
                  <a:pt x="1599" y="0"/>
                </a:lnTo>
                <a:cubicBezTo>
                  <a:pt x="708" y="0"/>
                  <a:pt x="1" y="708"/>
                  <a:pt x="1" y="1598"/>
                </a:cubicBezTo>
                <a:lnTo>
                  <a:pt x="1" y="5706"/>
                </a:lnTo>
                <a:lnTo>
                  <a:pt x="1485" y="7190"/>
                </a:lnTo>
                <a:lnTo>
                  <a:pt x="1" y="8674"/>
                </a:lnTo>
                <a:lnTo>
                  <a:pt x="1" y="12759"/>
                </a:lnTo>
                <a:cubicBezTo>
                  <a:pt x="1" y="13650"/>
                  <a:pt x="708" y="14357"/>
                  <a:pt x="1599" y="14357"/>
                </a:cubicBezTo>
                <a:lnTo>
                  <a:pt x="41246" y="14357"/>
                </a:lnTo>
                <a:cubicBezTo>
                  <a:pt x="42136" y="14357"/>
                  <a:pt x="42844" y="13650"/>
                  <a:pt x="42844" y="12759"/>
                </a:cubicBezTo>
                <a:lnTo>
                  <a:pt x="42844" y="8674"/>
                </a:lnTo>
                <a:lnTo>
                  <a:pt x="44328" y="7190"/>
                </a:lnTo>
                <a:lnTo>
                  <a:pt x="42844" y="5706"/>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12490" name="Google Shape;12490;p84"/>
          <p:cNvSpPr/>
          <p:nvPr/>
        </p:nvSpPr>
        <p:spPr>
          <a:xfrm>
            <a:off x="6576658" y="2708319"/>
            <a:ext cx="779136" cy="252234"/>
          </a:xfrm>
          <a:custGeom>
            <a:rect b="b" l="l" r="r" t="t"/>
            <a:pathLst>
              <a:path extrusionOk="0" h="14358" w="44351">
                <a:moveTo>
                  <a:pt x="42867" y="5706"/>
                </a:moveTo>
                <a:lnTo>
                  <a:pt x="42867" y="1598"/>
                </a:lnTo>
                <a:cubicBezTo>
                  <a:pt x="42867" y="708"/>
                  <a:pt x="42159" y="0"/>
                  <a:pt x="41269" y="0"/>
                </a:cubicBezTo>
                <a:lnTo>
                  <a:pt x="1598" y="0"/>
                </a:lnTo>
                <a:cubicBezTo>
                  <a:pt x="731" y="0"/>
                  <a:pt x="1" y="708"/>
                  <a:pt x="1" y="1598"/>
                </a:cubicBezTo>
                <a:lnTo>
                  <a:pt x="1" y="5706"/>
                </a:lnTo>
                <a:lnTo>
                  <a:pt x="1507" y="7190"/>
                </a:lnTo>
                <a:lnTo>
                  <a:pt x="1" y="8674"/>
                </a:lnTo>
                <a:lnTo>
                  <a:pt x="1" y="12759"/>
                </a:lnTo>
                <a:cubicBezTo>
                  <a:pt x="1" y="13650"/>
                  <a:pt x="731" y="14357"/>
                  <a:pt x="1598" y="14357"/>
                </a:cubicBezTo>
                <a:lnTo>
                  <a:pt x="41269" y="14357"/>
                </a:lnTo>
                <a:cubicBezTo>
                  <a:pt x="42159" y="14357"/>
                  <a:pt x="42867" y="13650"/>
                  <a:pt x="42867" y="12759"/>
                </a:cubicBezTo>
                <a:lnTo>
                  <a:pt x="42867" y="8674"/>
                </a:lnTo>
                <a:lnTo>
                  <a:pt x="44350" y="7190"/>
                </a:lnTo>
                <a:lnTo>
                  <a:pt x="42867" y="57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12491" name="Google Shape;12491;p84"/>
          <p:cNvSpPr/>
          <p:nvPr/>
        </p:nvSpPr>
        <p:spPr>
          <a:xfrm>
            <a:off x="7355776" y="2708319"/>
            <a:ext cx="779119" cy="252234"/>
          </a:xfrm>
          <a:custGeom>
            <a:rect b="b" l="l" r="r" t="t"/>
            <a:pathLst>
              <a:path extrusionOk="0" h="14358" w="44350">
                <a:moveTo>
                  <a:pt x="42866" y="5706"/>
                </a:moveTo>
                <a:lnTo>
                  <a:pt x="42866" y="1598"/>
                </a:lnTo>
                <a:cubicBezTo>
                  <a:pt x="42866" y="708"/>
                  <a:pt x="42159" y="0"/>
                  <a:pt x="41268" y="0"/>
                </a:cubicBezTo>
                <a:lnTo>
                  <a:pt x="1598" y="0"/>
                </a:lnTo>
                <a:cubicBezTo>
                  <a:pt x="731" y="0"/>
                  <a:pt x="0" y="708"/>
                  <a:pt x="0" y="1598"/>
                </a:cubicBezTo>
                <a:lnTo>
                  <a:pt x="0" y="5706"/>
                </a:lnTo>
                <a:lnTo>
                  <a:pt x="1484" y="7190"/>
                </a:lnTo>
                <a:lnTo>
                  <a:pt x="0" y="8674"/>
                </a:lnTo>
                <a:lnTo>
                  <a:pt x="0" y="12759"/>
                </a:lnTo>
                <a:cubicBezTo>
                  <a:pt x="0" y="13650"/>
                  <a:pt x="731" y="14357"/>
                  <a:pt x="1598" y="14357"/>
                </a:cubicBezTo>
                <a:lnTo>
                  <a:pt x="41268" y="14357"/>
                </a:lnTo>
                <a:cubicBezTo>
                  <a:pt x="42159" y="14357"/>
                  <a:pt x="42866" y="13650"/>
                  <a:pt x="42866" y="12759"/>
                </a:cubicBezTo>
                <a:lnTo>
                  <a:pt x="42866" y="8674"/>
                </a:lnTo>
                <a:lnTo>
                  <a:pt x="44350" y="7190"/>
                </a:lnTo>
                <a:lnTo>
                  <a:pt x="42866" y="5706"/>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12492" name="Google Shape;12492;p84"/>
          <p:cNvSpPr/>
          <p:nvPr/>
        </p:nvSpPr>
        <p:spPr>
          <a:xfrm>
            <a:off x="4429400" y="1662350"/>
            <a:ext cx="342847" cy="386555"/>
          </a:xfrm>
          <a:custGeom>
            <a:rect b="b" l="l" r="r" t="t"/>
            <a:pathLst>
              <a:path extrusionOk="0" h="22004" w="19516">
                <a:moveTo>
                  <a:pt x="9758" y="0"/>
                </a:moveTo>
                <a:cubicBezTo>
                  <a:pt x="9456" y="0"/>
                  <a:pt x="9153" y="80"/>
                  <a:pt x="8879" y="240"/>
                </a:cubicBezTo>
                <a:lnTo>
                  <a:pt x="867" y="4851"/>
                </a:lnTo>
                <a:cubicBezTo>
                  <a:pt x="320" y="5170"/>
                  <a:pt x="0" y="5741"/>
                  <a:pt x="0" y="6380"/>
                </a:cubicBezTo>
                <a:lnTo>
                  <a:pt x="0" y="15624"/>
                </a:lnTo>
                <a:cubicBezTo>
                  <a:pt x="0" y="16263"/>
                  <a:pt x="320" y="16834"/>
                  <a:pt x="867" y="17131"/>
                </a:cubicBezTo>
                <a:lnTo>
                  <a:pt x="8879" y="21764"/>
                </a:lnTo>
                <a:cubicBezTo>
                  <a:pt x="9153" y="21924"/>
                  <a:pt x="9456" y="22004"/>
                  <a:pt x="9758" y="22004"/>
                </a:cubicBezTo>
                <a:cubicBezTo>
                  <a:pt x="10060" y="22004"/>
                  <a:pt x="10363" y="21924"/>
                  <a:pt x="10637" y="21764"/>
                </a:cubicBezTo>
                <a:lnTo>
                  <a:pt x="18648" y="17131"/>
                </a:lnTo>
                <a:cubicBezTo>
                  <a:pt x="19196" y="16834"/>
                  <a:pt x="19516" y="16263"/>
                  <a:pt x="19516" y="15624"/>
                </a:cubicBezTo>
                <a:lnTo>
                  <a:pt x="19516" y="6380"/>
                </a:lnTo>
                <a:cubicBezTo>
                  <a:pt x="19516" y="5741"/>
                  <a:pt x="19196" y="5170"/>
                  <a:pt x="18648" y="4851"/>
                </a:cubicBezTo>
                <a:lnTo>
                  <a:pt x="10637" y="240"/>
                </a:lnTo>
                <a:cubicBezTo>
                  <a:pt x="10363" y="80"/>
                  <a:pt x="10060" y="0"/>
                  <a:pt x="9758"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84"/>
          <p:cNvSpPr/>
          <p:nvPr/>
        </p:nvSpPr>
        <p:spPr>
          <a:xfrm>
            <a:off x="5244198" y="3658334"/>
            <a:ext cx="342847" cy="386678"/>
          </a:xfrm>
          <a:custGeom>
            <a:rect b="b" l="l" r="r" t="t"/>
            <a:pathLst>
              <a:path extrusionOk="0" h="22011" w="19516">
                <a:moveTo>
                  <a:pt x="9758" y="1"/>
                </a:moveTo>
                <a:cubicBezTo>
                  <a:pt x="9456" y="1"/>
                  <a:pt x="9153" y="75"/>
                  <a:pt x="8879" y="223"/>
                </a:cubicBezTo>
                <a:lnTo>
                  <a:pt x="868" y="4857"/>
                </a:lnTo>
                <a:cubicBezTo>
                  <a:pt x="320" y="5177"/>
                  <a:pt x="0" y="5747"/>
                  <a:pt x="0" y="6363"/>
                </a:cubicBezTo>
                <a:lnTo>
                  <a:pt x="0" y="15630"/>
                </a:lnTo>
                <a:cubicBezTo>
                  <a:pt x="0" y="16247"/>
                  <a:pt x="320" y="16817"/>
                  <a:pt x="868" y="17137"/>
                </a:cubicBezTo>
                <a:lnTo>
                  <a:pt x="8879" y="21770"/>
                </a:lnTo>
                <a:cubicBezTo>
                  <a:pt x="9153" y="21930"/>
                  <a:pt x="9456" y="22010"/>
                  <a:pt x="9758" y="22010"/>
                </a:cubicBezTo>
                <a:cubicBezTo>
                  <a:pt x="10060" y="22010"/>
                  <a:pt x="10363" y="21930"/>
                  <a:pt x="10637" y="21770"/>
                </a:cubicBezTo>
                <a:lnTo>
                  <a:pt x="18648" y="17137"/>
                </a:lnTo>
                <a:cubicBezTo>
                  <a:pt x="19196" y="16817"/>
                  <a:pt x="19516" y="16247"/>
                  <a:pt x="19516" y="15630"/>
                </a:cubicBezTo>
                <a:lnTo>
                  <a:pt x="19516" y="6363"/>
                </a:lnTo>
                <a:cubicBezTo>
                  <a:pt x="19516" y="5747"/>
                  <a:pt x="19196" y="5177"/>
                  <a:pt x="18648" y="4857"/>
                </a:cubicBezTo>
                <a:lnTo>
                  <a:pt x="10637" y="223"/>
                </a:lnTo>
                <a:cubicBezTo>
                  <a:pt x="10363" y="75"/>
                  <a:pt x="10060" y="1"/>
                  <a:pt x="9758" y="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84"/>
          <p:cNvSpPr/>
          <p:nvPr/>
        </p:nvSpPr>
        <p:spPr>
          <a:xfrm>
            <a:off x="6007260" y="1662350"/>
            <a:ext cx="342865" cy="386555"/>
          </a:xfrm>
          <a:custGeom>
            <a:rect b="b" l="l" r="r" t="t"/>
            <a:pathLst>
              <a:path extrusionOk="0" h="22004" w="19517">
                <a:moveTo>
                  <a:pt x="9759" y="0"/>
                </a:moveTo>
                <a:cubicBezTo>
                  <a:pt x="9456" y="0"/>
                  <a:pt x="9154" y="80"/>
                  <a:pt x="8880" y="240"/>
                </a:cubicBezTo>
                <a:lnTo>
                  <a:pt x="868" y="4851"/>
                </a:lnTo>
                <a:cubicBezTo>
                  <a:pt x="320" y="5170"/>
                  <a:pt x="1" y="5741"/>
                  <a:pt x="1" y="6380"/>
                </a:cubicBezTo>
                <a:lnTo>
                  <a:pt x="1" y="15624"/>
                </a:lnTo>
                <a:cubicBezTo>
                  <a:pt x="1" y="16263"/>
                  <a:pt x="320" y="16834"/>
                  <a:pt x="868" y="17131"/>
                </a:cubicBezTo>
                <a:lnTo>
                  <a:pt x="8880" y="21764"/>
                </a:lnTo>
                <a:cubicBezTo>
                  <a:pt x="9154" y="21924"/>
                  <a:pt x="9456" y="22004"/>
                  <a:pt x="9759" y="22004"/>
                </a:cubicBezTo>
                <a:cubicBezTo>
                  <a:pt x="10061" y="22004"/>
                  <a:pt x="10363" y="21924"/>
                  <a:pt x="10637" y="21764"/>
                </a:cubicBezTo>
                <a:lnTo>
                  <a:pt x="18649" y="17131"/>
                </a:lnTo>
                <a:cubicBezTo>
                  <a:pt x="19197" y="16834"/>
                  <a:pt x="19516" y="16263"/>
                  <a:pt x="19516" y="15624"/>
                </a:cubicBezTo>
                <a:lnTo>
                  <a:pt x="19516" y="6380"/>
                </a:lnTo>
                <a:cubicBezTo>
                  <a:pt x="19516" y="5741"/>
                  <a:pt x="19197" y="5170"/>
                  <a:pt x="18649" y="4851"/>
                </a:cubicBezTo>
                <a:lnTo>
                  <a:pt x="10637" y="240"/>
                </a:lnTo>
                <a:cubicBezTo>
                  <a:pt x="10363" y="80"/>
                  <a:pt x="10061" y="0"/>
                  <a:pt x="9759"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84"/>
          <p:cNvSpPr/>
          <p:nvPr/>
        </p:nvSpPr>
        <p:spPr>
          <a:xfrm>
            <a:off x="6796005" y="3658439"/>
            <a:ext cx="343251" cy="386661"/>
          </a:xfrm>
          <a:custGeom>
            <a:rect b="b" l="l" r="r" t="t"/>
            <a:pathLst>
              <a:path extrusionOk="0" h="22010" w="19539">
                <a:moveTo>
                  <a:pt x="9761" y="1"/>
                </a:moveTo>
                <a:cubicBezTo>
                  <a:pt x="9461" y="1"/>
                  <a:pt x="9164" y="80"/>
                  <a:pt x="8902" y="240"/>
                </a:cubicBezTo>
                <a:lnTo>
                  <a:pt x="867" y="4874"/>
                </a:lnTo>
                <a:cubicBezTo>
                  <a:pt x="342" y="5171"/>
                  <a:pt x="0" y="5741"/>
                  <a:pt x="0" y="6380"/>
                </a:cubicBezTo>
                <a:lnTo>
                  <a:pt x="0" y="15647"/>
                </a:lnTo>
                <a:cubicBezTo>
                  <a:pt x="0" y="16264"/>
                  <a:pt x="342" y="16834"/>
                  <a:pt x="867" y="17154"/>
                </a:cubicBezTo>
                <a:lnTo>
                  <a:pt x="8902" y="21787"/>
                </a:lnTo>
                <a:cubicBezTo>
                  <a:pt x="9164" y="21936"/>
                  <a:pt x="9461" y="22010"/>
                  <a:pt x="9761" y="22010"/>
                </a:cubicBezTo>
                <a:cubicBezTo>
                  <a:pt x="10060" y="22010"/>
                  <a:pt x="10363" y="21936"/>
                  <a:pt x="10637" y="21787"/>
                </a:cubicBezTo>
                <a:lnTo>
                  <a:pt x="18671" y="17154"/>
                </a:lnTo>
                <a:cubicBezTo>
                  <a:pt x="19196" y="16834"/>
                  <a:pt x="19539" y="16264"/>
                  <a:pt x="19539" y="15647"/>
                </a:cubicBezTo>
                <a:lnTo>
                  <a:pt x="19539" y="6380"/>
                </a:lnTo>
                <a:cubicBezTo>
                  <a:pt x="19539" y="5741"/>
                  <a:pt x="19196" y="5171"/>
                  <a:pt x="18671" y="4874"/>
                </a:cubicBezTo>
                <a:lnTo>
                  <a:pt x="10637" y="240"/>
                </a:lnTo>
                <a:cubicBezTo>
                  <a:pt x="10363" y="80"/>
                  <a:pt x="10060" y="1"/>
                  <a:pt x="9761" y="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84"/>
          <p:cNvSpPr/>
          <p:nvPr/>
        </p:nvSpPr>
        <p:spPr>
          <a:xfrm>
            <a:off x="7585137" y="1662350"/>
            <a:ext cx="342847" cy="386555"/>
          </a:xfrm>
          <a:custGeom>
            <a:rect b="b" l="l" r="r" t="t"/>
            <a:pathLst>
              <a:path extrusionOk="0" h="22004" w="19516">
                <a:moveTo>
                  <a:pt x="9758" y="0"/>
                </a:moveTo>
                <a:cubicBezTo>
                  <a:pt x="9456" y="0"/>
                  <a:pt x="9153" y="80"/>
                  <a:pt x="8879" y="240"/>
                </a:cubicBezTo>
                <a:lnTo>
                  <a:pt x="868" y="4851"/>
                </a:lnTo>
                <a:cubicBezTo>
                  <a:pt x="320" y="5170"/>
                  <a:pt x="0" y="5741"/>
                  <a:pt x="0" y="6380"/>
                </a:cubicBezTo>
                <a:lnTo>
                  <a:pt x="0" y="15624"/>
                </a:lnTo>
                <a:cubicBezTo>
                  <a:pt x="0" y="16263"/>
                  <a:pt x="320" y="16834"/>
                  <a:pt x="868" y="17131"/>
                </a:cubicBezTo>
                <a:lnTo>
                  <a:pt x="8879" y="21764"/>
                </a:lnTo>
                <a:cubicBezTo>
                  <a:pt x="9153" y="21924"/>
                  <a:pt x="9456" y="22004"/>
                  <a:pt x="9758" y="22004"/>
                </a:cubicBezTo>
                <a:cubicBezTo>
                  <a:pt x="10061" y="22004"/>
                  <a:pt x="10363" y="21924"/>
                  <a:pt x="10637" y="21764"/>
                </a:cubicBezTo>
                <a:lnTo>
                  <a:pt x="18649" y="17131"/>
                </a:lnTo>
                <a:cubicBezTo>
                  <a:pt x="19196" y="16834"/>
                  <a:pt x="19516" y="16263"/>
                  <a:pt x="19516" y="15624"/>
                </a:cubicBezTo>
                <a:lnTo>
                  <a:pt x="19516" y="6380"/>
                </a:lnTo>
                <a:cubicBezTo>
                  <a:pt x="19516" y="5741"/>
                  <a:pt x="19196" y="5170"/>
                  <a:pt x="18649" y="4851"/>
                </a:cubicBezTo>
                <a:lnTo>
                  <a:pt x="10637" y="240"/>
                </a:lnTo>
                <a:cubicBezTo>
                  <a:pt x="10363" y="80"/>
                  <a:pt x="10061" y="0"/>
                  <a:pt x="9758"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84"/>
          <p:cNvSpPr/>
          <p:nvPr/>
        </p:nvSpPr>
        <p:spPr>
          <a:xfrm>
            <a:off x="4569763" y="2579382"/>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84"/>
          <p:cNvSpPr/>
          <p:nvPr/>
        </p:nvSpPr>
        <p:spPr>
          <a:xfrm>
            <a:off x="6147625" y="2579382"/>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84"/>
          <p:cNvSpPr/>
          <p:nvPr/>
        </p:nvSpPr>
        <p:spPr>
          <a:xfrm>
            <a:off x="7725475" y="2579382"/>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84"/>
          <p:cNvSpPr/>
          <p:nvPr/>
        </p:nvSpPr>
        <p:spPr>
          <a:xfrm>
            <a:off x="5384563" y="2999720"/>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84"/>
          <p:cNvSpPr/>
          <p:nvPr/>
        </p:nvSpPr>
        <p:spPr>
          <a:xfrm>
            <a:off x="6936563" y="2999770"/>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84"/>
          <p:cNvSpPr txBox="1"/>
          <p:nvPr/>
        </p:nvSpPr>
        <p:spPr>
          <a:xfrm>
            <a:off x="4331422" y="2719909"/>
            <a:ext cx="538800" cy="229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900">
                <a:solidFill>
                  <a:srgbClr val="FFFFFF"/>
                </a:solidFill>
              </a:rPr>
              <a:t>2016</a:t>
            </a:r>
            <a:endParaRPr b="1" sz="900">
              <a:solidFill>
                <a:srgbClr val="FFFFFF"/>
              </a:solidFill>
            </a:endParaRPr>
          </a:p>
        </p:txBody>
      </p:sp>
      <p:sp>
        <p:nvSpPr>
          <p:cNvPr id="12503" name="Google Shape;12503;p84"/>
          <p:cNvSpPr/>
          <p:nvPr/>
        </p:nvSpPr>
        <p:spPr>
          <a:xfrm>
            <a:off x="4569763" y="2075257"/>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84"/>
          <p:cNvSpPr/>
          <p:nvPr/>
        </p:nvSpPr>
        <p:spPr>
          <a:xfrm>
            <a:off x="6153050" y="2075257"/>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84"/>
          <p:cNvSpPr/>
          <p:nvPr/>
        </p:nvSpPr>
        <p:spPr>
          <a:xfrm>
            <a:off x="7725475" y="2075257"/>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84"/>
          <p:cNvSpPr/>
          <p:nvPr/>
        </p:nvSpPr>
        <p:spPr>
          <a:xfrm>
            <a:off x="5384166" y="3569597"/>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84"/>
          <p:cNvSpPr/>
          <p:nvPr/>
        </p:nvSpPr>
        <p:spPr>
          <a:xfrm>
            <a:off x="6936566" y="3569597"/>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508" name="Google Shape;12508;p84"/>
          <p:cNvCxnSpPr>
            <a:stCxn id="12497" idx="0"/>
            <a:endCxn id="12503" idx="4"/>
          </p:cNvCxnSpPr>
          <p:nvPr/>
        </p:nvCxnSpPr>
        <p:spPr>
          <a:xfrm rot="10800000">
            <a:off x="4600813" y="2137482"/>
            <a:ext cx="0" cy="441900"/>
          </a:xfrm>
          <a:prstGeom prst="straightConnector1">
            <a:avLst/>
          </a:prstGeom>
          <a:noFill/>
          <a:ln cap="flat" cmpd="sng" w="9525">
            <a:solidFill>
              <a:srgbClr val="A5B7C6"/>
            </a:solidFill>
            <a:prstDash val="dash"/>
            <a:round/>
            <a:headEnd len="med" w="med" type="none"/>
            <a:tailEnd len="med" w="med" type="none"/>
          </a:ln>
        </p:spPr>
      </p:cxnSp>
      <p:cxnSp>
        <p:nvCxnSpPr>
          <p:cNvPr id="12509" name="Google Shape;12509;p84"/>
          <p:cNvCxnSpPr>
            <a:stCxn id="12498" idx="0"/>
            <a:endCxn id="12504" idx="4"/>
          </p:cNvCxnSpPr>
          <p:nvPr/>
        </p:nvCxnSpPr>
        <p:spPr>
          <a:xfrm flipH="1" rot="10800000">
            <a:off x="6178675" y="2137482"/>
            <a:ext cx="5400" cy="441900"/>
          </a:xfrm>
          <a:prstGeom prst="straightConnector1">
            <a:avLst/>
          </a:prstGeom>
          <a:noFill/>
          <a:ln cap="flat" cmpd="sng" w="9525">
            <a:solidFill>
              <a:srgbClr val="A5B7C6"/>
            </a:solidFill>
            <a:prstDash val="dash"/>
            <a:round/>
            <a:headEnd len="med" w="med" type="none"/>
            <a:tailEnd len="med" w="med" type="none"/>
          </a:ln>
        </p:spPr>
      </p:cxnSp>
      <p:cxnSp>
        <p:nvCxnSpPr>
          <p:cNvPr id="12510" name="Google Shape;12510;p84"/>
          <p:cNvCxnSpPr>
            <a:stCxn id="12499" idx="0"/>
            <a:endCxn id="12505" idx="4"/>
          </p:cNvCxnSpPr>
          <p:nvPr/>
        </p:nvCxnSpPr>
        <p:spPr>
          <a:xfrm rot="10800000">
            <a:off x="7756525" y="2137482"/>
            <a:ext cx="0" cy="441900"/>
          </a:xfrm>
          <a:prstGeom prst="straightConnector1">
            <a:avLst/>
          </a:prstGeom>
          <a:noFill/>
          <a:ln cap="flat" cmpd="sng" w="9525">
            <a:solidFill>
              <a:srgbClr val="A5B7C6"/>
            </a:solidFill>
            <a:prstDash val="dash"/>
            <a:round/>
            <a:headEnd len="med" w="med" type="none"/>
            <a:tailEnd len="med" w="med" type="none"/>
          </a:ln>
        </p:spPr>
      </p:cxnSp>
      <p:cxnSp>
        <p:nvCxnSpPr>
          <p:cNvPr id="12511" name="Google Shape;12511;p84"/>
          <p:cNvCxnSpPr>
            <a:stCxn id="12500" idx="4"/>
            <a:endCxn id="12506" idx="0"/>
          </p:cNvCxnSpPr>
          <p:nvPr/>
        </p:nvCxnSpPr>
        <p:spPr>
          <a:xfrm flipH="1">
            <a:off x="5415313" y="3061820"/>
            <a:ext cx="300" cy="507900"/>
          </a:xfrm>
          <a:prstGeom prst="straightConnector1">
            <a:avLst/>
          </a:prstGeom>
          <a:noFill/>
          <a:ln cap="flat" cmpd="sng" w="9525">
            <a:solidFill>
              <a:srgbClr val="A5B7C6"/>
            </a:solidFill>
            <a:prstDash val="dash"/>
            <a:round/>
            <a:headEnd len="med" w="med" type="none"/>
            <a:tailEnd len="med" w="med" type="none"/>
          </a:ln>
        </p:spPr>
      </p:cxnSp>
      <p:cxnSp>
        <p:nvCxnSpPr>
          <p:cNvPr id="12512" name="Google Shape;12512;p84"/>
          <p:cNvCxnSpPr>
            <a:stCxn id="12501" idx="4"/>
            <a:endCxn id="12507" idx="0"/>
          </p:cNvCxnSpPr>
          <p:nvPr/>
        </p:nvCxnSpPr>
        <p:spPr>
          <a:xfrm>
            <a:off x="6967613" y="3061870"/>
            <a:ext cx="0" cy="507600"/>
          </a:xfrm>
          <a:prstGeom prst="straightConnector1">
            <a:avLst/>
          </a:prstGeom>
          <a:noFill/>
          <a:ln cap="flat" cmpd="sng" w="9525">
            <a:solidFill>
              <a:srgbClr val="A5B7C6"/>
            </a:solidFill>
            <a:prstDash val="dash"/>
            <a:round/>
            <a:headEnd len="med" w="med" type="none"/>
            <a:tailEnd len="med" w="med" type="none"/>
          </a:ln>
        </p:spPr>
      </p:cxnSp>
      <p:sp>
        <p:nvSpPr>
          <p:cNvPr id="12513" name="Google Shape;12513;p84"/>
          <p:cNvSpPr txBox="1"/>
          <p:nvPr/>
        </p:nvSpPr>
        <p:spPr>
          <a:xfrm>
            <a:off x="5138997" y="2719909"/>
            <a:ext cx="538800" cy="229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900">
                <a:solidFill>
                  <a:srgbClr val="FFFFFF"/>
                </a:solidFill>
              </a:rPr>
              <a:t>2017</a:t>
            </a:r>
            <a:endParaRPr b="1" sz="900">
              <a:solidFill>
                <a:srgbClr val="FFFFFF"/>
              </a:solidFill>
            </a:endParaRPr>
          </a:p>
        </p:txBody>
      </p:sp>
      <p:sp>
        <p:nvSpPr>
          <p:cNvPr id="12514" name="Google Shape;12514;p84"/>
          <p:cNvSpPr txBox="1"/>
          <p:nvPr/>
        </p:nvSpPr>
        <p:spPr>
          <a:xfrm>
            <a:off x="5904672" y="2719909"/>
            <a:ext cx="538800" cy="229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900">
                <a:solidFill>
                  <a:srgbClr val="FFFFFF"/>
                </a:solidFill>
              </a:rPr>
              <a:t>2018</a:t>
            </a:r>
            <a:endParaRPr b="1" sz="900">
              <a:solidFill>
                <a:srgbClr val="FFFFFF"/>
              </a:solidFill>
            </a:endParaRPr>
          </a:p>
        </p:txBody>
      </p:sp>
      <p:sp>
        <p:nvSpPr>
          <p:cNvPr id="12515" name="Google Shape;12515;p84"/>
          <p:cNvSpPr txBox="1"/>
          <p:nvPr/>
        </p:nvSpPr>
        <p:spPr>
          <a:xfrm>
            <a:off x="6696822" y="2719909"/>
            <a:ext cx="538800" cy="229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900">
                <a:solidFill>
                  <a:srgbClr val="FFFFFF"/>
                </a:solidFill>
              </a:rPr>
              <a:t>2019</a:t>
            </a:r>
            <a:endParaRPr b="1" sz="900">
              <a:solidFill>
                <a:srgbClr val="FFFFFF"/>
              </a:solidFill>
            </a:endParaRPr>
          </a:p>
        </p:txBody>
      </p:sp>
      <p:sp>
        <p:nvSpPr>
          <p:cNvPr id="12516" name="Google Shape;12516;p84"/>
          <p:cNvSpPr txBox="1"/>
          <p:nvPr/>
        </p:nvSpPr>
        <p:spPr>
          <a:xfrm>
            <a:off x="7488972" y="2719909"/>
            <a:ext cx="538800" cy="229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900">
                <a:solidFill>
                  <a:srgbClr val="FFFFFF"/>
                </a:solidFill>
              </a:rPr>
              <a:t>2020</a:t>
            </a:r>
            <a:endParaRPr b="1" sz="900">
              <a:solidFill>
                <a:srgbClr val="FFFFFF"/>
              </a:solidFill>
            </a:endParaRPr>
          </a:p>
        </p:txBody>
      </p:sp>
      <p:sp>
        <p:nvSpPr>
          <p:cNvPr id="12517" name="Google Shape;12517;p84"/>
          <p:cNvSpPr/>
          <p:nvPr/>
        </p:nvSpPr>
        <p:spPr>
          <a:xfrm>
            <a:off x="6865977" y="3729422"/>
            <a:ext cx="204488" cy="205025"/>
          </a:xfrm>
          <a:custGeom>
            <a:rect b="b" l="l" r="r" t="t"/>
            <a:pathLst>
              <a:path extrusionOk="0" h="11846" w="11815">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18" name="Google Shape;12518;p84"/>
          <p:cNvGrpSpPr/>
          <p:nvPr/>
        </p:nvGrpSpPr>
        <p:grpSpPr>
          <a:xfrm>
            <a:off x="5307356" y="3748469"/>
            <a:ext cx="206115" cy="206115"/>
            <a:chOff x="1049375" y="2680675"/>
            <a:chExt cx="297725" cy="297725"/>
          </a:xfrm>
        </p:grpSpPr>
        <p:sp>
          <p:nvSpPr>
            <p:cNvPr id="12519" name="Google Shape;12519;p84"/>
            <p:cNvSpPr/>
            <p:nvPr/>
          </p:nvSpPr>
          <p:spPr>
            <a:xfrm>
              <a:off x="1113175" y="2752350"/>
              <a:ext cx="161475" cy="155975"/>
            </a:xfrm>
            <a:custGeom>
              <a:rect b="b" l="l" r="r" t="t"/>
              <a:pathLst>
                <a:path extrusionOk="0" h="6239" w="6459">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84"/>
            <p:cNvSpPr/>
            <p:nvPr/>
          </p:nvSpPr>
          <p:spPr>
            <a:xfrm>
              <a:off x="1049375" y="2680675"/>
              <a:ext cx="297725" cy="297725"/>
            </a:xfrm>
            <a:custGeom>
              <a:rect b="b" l="l" r="r" t="t"/>
              <a:pathLst>
                <a:path extrusionOk="0" h="11909" w="11909">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1" name="Google Shape;12521;p84"/>
          <p:cNvGrpSpPr/>
          <p:nvPr/>
        </p:nvGrpSpPr>
        <p:grpSpPr>
          <a:xfrm>
            <a:off x="7653299" y="1758852"/>
            <a:ext cx="205578" cy="204332"/>
            <a:chOff x="5045775" y="1946400"/>
            <a:chExt cx="296950" cy="295150"/>
          </a:xfrm>
        </p:grpSpPr>
        <p:sp>
          <p:nvSpPr>
            <p:cNvPr id="12522" name="Google Shape;12522;p84"/>
            <p:cNvSpPr/>
            <p:nvPr/>
          </p:nvSpPr>
          <p:spPr>
            <a:xfrm>
              <a:off x="5113500" y="1998600"/>
              <a:ext cx="160700" cy="155950"/>
            </a:xfrm>
            <a:custGeom>
              <a:rect b="b" l="l" r="r" t="t"/>
              <a:pathLst>
                <a:path extrusionOk="0" h="6238" w="6428">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84"/>
            <p:cNvSpPr/>
            <p:nvPr/>
          </p:nvSpPr>
          <p:spPr>
            <a:xfrm>
              <a:off x="5045775" y="1946400"/>
              <a:ext cx="296950" cy="295150"/>
            </a:xfrm>
            <a:custGeom>
              <a:rect b="b" l="l" r="r" t="t"/>
              <a:pathLst>
                <a:path extrusionOk="0" h="11806" w="11878">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4" name="Google Shape;12524;p84"/>
          <p:cNvGrpSpPr/>
          <p:nvPr/>
        </p:nvGrpSpPr>
        <p:grpSpPr>
          <a:xfrm>
            <a:off x="6076163" y="1764541"/>
            <a:ext cx="205042" cy="204505"/>
            <a:chOff x="3599700" y="1954475"/>
            <a:chExt cx="296175" cy="295400"/>
          </a:xfrm>
        </p:grpSpPr>
        <p:sp>
          <p:nvSpPr>
            <p:cNvPr id="12525" name="Google Shape;12525;p84"/>
            <p:cNvSpPr/>
            <p:nvPr/>
          </p:nvSpPr>
          <p:spPr>
            <a:xfrm>
              <a:off x="3599700" y="1954475"/>
              <a:ext cx="296175" cy="295400"/>
            </a:xfrm>
            <a:custGeom>
              <a:rect b="b" l="l" r="r" t="t"/>
              <a:pathLst>
                <a:path extrusionOk="0" h="11816" w="11847">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84"/>
            <p:cNvSpPr/>
            <p:nvPr/>
          </p:nvSpPr>
          <p:spPr>
            <a:xfrm>
              <a:off x="3825750" y="2075775"/>
              <a:ext cx="35450" cy="17350"/>
            </a:xfrm>
            <a:custGeom>
              <a:rect b="b" l="l" r="r" t="t"/>
              <a:pathLst>
                <a:path extrusionOk="0" h="694" w="1418">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84"/>
            <p:cNvSpPr/>
            <p:nvPr/>
          </p:nvSpPr>
          <p:spPr>
            <a:xfrm>
              <a:off x="3633550" y="2075775"/>
              <a:ext cx="35475" cy="17350"/>
            </a:xfrm>
            <a:custGeom>
              <a:rect b="b" l="l" r="r" t="t"/>
              <a:pathLst>
                <a:path extrusionOk="0" h="694" w="1419">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8" name="Google Shape;12528;p84"/>
          <p:cNvGrpSpPr/>
          <p:nvPr/>
        </p:nvGrpSpPr>
        <p:grpSpPr>
          <a:xfrm>
            <a:off x="4485399" y="1783308"/>
            <a:ext cx="205596" cy="155421"/>
            <a:chOff x="3962775" y="1990700"/>
            <a:chExt cx="296975" cy="224500"/>
          </a:xfrm>
        </p:grpSpPr>
        <p:sp>
          <p:nvSpPr>
            <p:cNvPr id="12529" name="Google Shape;12529;p84"/>
            <p:cNvSpPr/>
            <p:nvPr/>
          </p:nvSpPr>
          <p:spPr>
            <a:xfrm>
              <a:off x="4216400" y="2093100"/>
              <a:ext cx="43350" cy="18150"/>
            </a:xfrm>
            <a:custGeom>
              <a:rect b="b" l="l" r="r" t="t"/>
              <a:pathLst>
                <a:path extrusionOk="0" h="726" w="1734">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84"/>
            <p:cNvSpPr/>
            <p:nvPr/>
          </p:nvSpPr>
          <p:spPr>
            <a:xfrm>
              <a:off x="4206950" y="2129325"/>
              <a:ext cx="35475" cy="33900"/>
            </a:xfrm>
            <a:custGeom>
              <a:rect b="b" l="l" r="r" t="t"/>
              <a:pathLst>
                <a:path extrusionOk="0" h="1356" w="1419">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84"/>
            <p:cNvSpPr/>
            <p:nvPr/>
          </p:nvSpPr>
          <p:spPr>
            <a:xfrm>
              <a:off x="4207750" y="2041900"/>
              <a:ext cx="35450" cy="34500"/>
            </a:xfrm>
            <a:custGeom>
              <a:rect b="b" l="l" r="r" t="t"/>
              <a:pathLst>
                <a:path extrusionOk="0" h="1380" w="1418">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84"/>
            <p:cNvSpPr/>
            <p:nvPr/>
          </p:nvSpPr>
          <p:spPr>
            <a:xfrm>
              <a:off x="3962775" y="1990700"/>
              <a:ext cx="226075" cy="224500"/>
            </a:xfrm>
            <a:custGeom>
              <a:rect b="b" l="l" r="r" t="t"/>
              <a:pathLst>
                <a:path extrusionOk="0" h="8980" w="9043">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33" name="Google Shape;12533;p84"/>
          <p:cNvSpPr txBox="1"/>
          <p:nvPr/>
        </p:nvSpPr>
        <p:spPr>
          <a:xfrm>
            <a:off x="6405263" y="2090309"/>
            <a:ext cx="1130100" cy="441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800">
                <a:solidFill>
                  <a:srgbClr val="A5B7C6"/>
                </a:solidFill>
              </a:rPr>
              <a:t>“Despite being red, Mars is actually a very cold place”</a:t>
            </a:r>
            <a:endParaRPr sz="800">
              <a:solidFill>
                <a:srgbClr val="A5B7C6"/>
              </a:solidFill>
            </a:endParaRPr>
          </a:p>
        </p:txBody>
      </p:sp>
      <p:sp>
        <p:nvSpPr>
          <p:cNvPr id="12534" name="Google Shape;12534;p84"/>
          <p:cNvSpPr txBox="1"/>
          <p:nvPr/>
        </p:nvSpPr>
        <p:spPr>
          <a:xfrm>
            <a:off x="4827411" y="2090309"/>
            <a:ext cx="1130100" cy="441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800">
                <a:solidFill>
                  <a:srgbClr val="A5B7C6"/>
                </a:solidFill>
              </a:rPr>
              <a:t>“Mercury is closest planet to the Sun and the smallest”</a:t>
            </a:r>
            <a:endParaRPr sz="800">
              <a:solidFill>
                <a:srgbClr val="A5B7C6"/>
              </a:solidFill>
            </a:endParaRPr>
          </a:p>
        </p:txBody>
      </p:sp>
      <p:sp>
        <p:nvSpPr>
          <p:cNvPr id="12535" name="Google Shape;12535;p84"/>
          <p:cNvSpPr txBox="1"/>
          <p:nvPr/>
        </p:nvSpPr>
        <p:spPr>
          <a:xfrm>
            <a:off x="5626377" y="3149746"/>
            <a:ext cx="1130100" cy="441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800">
                <a:solidFill>
                  <a:srgbClr val="A5B7C6"/>
                </a:solidFill>
              </a:rPr>
              <a:t>“Neptune is the farthest-known planet from the Sun”</a:t>
            </a:r>
            <a:endParaRPr sz="800">
              <a:solidFill>
                <a:srgbClr val="A5B7C6"/>
              </a:solidFill>
            </a:endParaRPr>
          </a:p>
        </p:txBody>
      </p:sp>
      <p:sp>
        <p:nvSpPr>
          <p:cNvPr id="12536" name="Google Shape;12536;p84"/>
          <p:cNvSpPr txBox="1"/>
          <p:nvPr/>
        </p:nvSpPr>
        <p:spPr>
          <a:xfrm>
            <a:off x="7178777" y="3136671"/>
            <a:ext cx="1130100" cy="441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800">
                <a:solidFill>
                  <a:srgbClr val="A5B7C6"/>
                </a:solidFill>
              </a:rPr>
              <a:t>“Saturn is a gas giant and has several rings”</a:t>
            </a:r>
            <a:endParaRPr sz="800">
              <a:solidFill>
                <a:srgbClr val="A5B7C6"/>
              </a:solidFill>
            </a:endParaRPr>
          </a:p>
        </p:txBody>
      </p:sp>
      <p:sp>
        <p:nvSpPr>
          <p:cNvPr id="12537" name="Google Shape;12537;p84"/>
          <p:cNvSpPr txBox="1"/>
          <p:nvPr/>
        </p:nvSpPr>
        <p:spPr>
          <a:xfrm>
            <a:off x="4037377" y="3136671"/>
            <a:ext cx="1130100" cy="441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800">
                <a:solidFill>
                  <a:srgbClr val="A5B7C6"/>
                </a:solidFill>
              </a:rPr>
              <a:t>“Venus is the second planet from the Sun and is terribly hot”</a:t>
            </a:r>
            <a:endParaRPr sz="800">
              <a:solidFill>
                <a:srgbClr val="A5B7C6"/>
              </a:solidFill>
            </a:endParaRPr>
          </a:p>
        </p:txBody>
      </p:sp>
      <p:sp>
        <p:nvSpPr>
          <p:cNvPr id="12538" name="Google Shape;12538;p84"/>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Premium infographics</a:t>
            </a:r>
            <a:endParaRPr/>
          </a:p>
        </p:txBody>
      </p: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542" name="Shape 12542"/>
        <p:cNvGrpSpPr/>
        <p:nvPr/>
      </p:nvGrpSpPr>
      <p:grpSpPr>
        <a:xfrm>
          <a:off x="0" y="0"/>
          <a:ext cx="0" cy="0"/>
          <a:chOff x="0" y="0"/>
          <a:chExt cx="0" cy="0"/>
        </a:xfrm>
      </p:grpSpPr>
      <p:sp>
        <p:nvSpPr>
          <p:cNvPr id="12543" name="Google Shape;12543;p85"/>
          <p:cNvSpPr/>
          <p:nvPr/>
        </p:nvSpPr>
        <p:spPr>
          <a:xfrm>
            <a:off x="1048350" y="4002146"/>
            <a:ext cx="1655700" cy="73800"/>
          </a:xfrm>
          <a:prstGeom prst="rect">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44" name="Google Shape;12544;p85"/>
          <p:cNvGrpSpPr/>
          <p:nvPr/>
        </p:nvGrpSpPr>
        <p:grpSpPr>
          <a:xfrm>
            <a:off x="1494592" y="1585529"/>
            <a:ext cx="763219" cy="763219"/>
            <a:chOff x="4049800" y="640400"/>
            <a:chExt cx="858900" cy="858900"/>
          </a:xfrm>
        </p:grpSpPr>
        <p:sp>
          <p:nvSpPr>
            <p:cNvPr id="12545" name="Google Shape;12545;p85"/>
            <p:cNvSpPr/>
            <p:nvPr/>
          </p:nvSpPr>
          <p:spPr>
            <a:xfrm>
              <a:off x="4049800" y="640400"/>
              <a:ext cx="858900" cy="858900"/>
            </a:xfrm>
            <a:prstGeom prst="donut">
              <a:avLst>
                <a:gd fmla="val 11951" name="adj"/>
              </a:avLst>
            </a:prstGeom>
            <a:no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85"/>
            <p:cNvSpPr/>
            <p:nvPr/>
          </p:nvSpPr>
          <p:spPr>
            <a:xfrm>
              <a:off x="4049800" y="640400"/>
              <a:ext cx="858900" cy="858900"/>
            </a:xfrm>
            <a:prstGeom prst="blockArc">
              <a:avLst>
                <a:gd fmla="val 7914150" name="adj1"/>
                <a:gd fmla="val 1926007" name="adj2"/>
                <a:gd fmla="val 12032" name="adj3"/>
              </a:avLst>
            </a:prstGeom>
            <a:solidFill>
              <a:srgbClr val="A5B7C6"/>
            </a:solid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47" name="Google Shape;12547;p85"/>
          <p:cNvSpPr/>
          <p:nvPr/>
        </p:nvSpPr>
        <p:spPr>
          <a:xfrm>
            <a:off x="1210102" y="2569615"/>
            <a:ext cx="1332000" cy="1131600"/>
          </a:xfrm>
          <a:prstGeom prst="roundRect">
            <a:avLst>
              <a:gd fmla="val 16667" name="adj"/>
            </a:avLst>
          </a:prstGeom>
          <a:no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85"/>
          <p:cNvSpPr/>
          <p:nvPr/>
        </p:nvSpPr>
        <p:spPr>
          <a:xfrm>
            <a:off x="1759085" y="3921942"/>
            <a:ext cx="234300" cy="234300"/>
          </a:xfrm>
          <a:prstGeom prst="ellipse">
            <a:avLst/>
          </a:prstGeom>
          <a:solidFill>
            <a:srgbClr val="0E2A47"/>
          </a:solid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549" name="Google Shape;12549;p85"/>
          <p:cNvCxnSpPr>
            <a:stCxn id="12545" idx="4"/>
            <a:endCxn id="12547" idx="0"/>
          </p:cNvCxnSpPr>
          <p:nvPr/>
        </p:nvCxnSpPr>
        <p:spPr>
          <a:xfrm>
            <a:off x="1876201" y="2348748"/>
            <a:ext cx="0" cy="220800"/>
          </a:xfrm>
          <a:prstGeom prst="straightConnector1">
            <a:avLst/>
          </a:prstGeom>
          <a:noFill/>
          <a:ln cap="flat" cmpd="sng" w="9525">
            <a:solidFill>
              <a:srgbClr val="D7DFE5"/>
            </a:solidFill>
            <a:prstDash val="solid"/>
            <a:round/>
            <a:headEnd len="med" w="med" type="none"/>
            <a:tailEnd len="med" w="med" type="none"/>
          </a:ln>
        </p:spPr>
      </p:cxnSp>
      <p:cxnSp>
        <p:nvCxnSpPr>
          <p:cNvPr id="12550" name="Google Shape;12550;p85"/>
          <p:cNvCxnSpPr/>
          <p:nvPr/>
        </p:nvCxnSpPr>
        <p:spPr>
          <a:xfrm>
            <a:off x="1876179" y="3701065"/>
            <a:ext cx="0" cy="220800"/>
          </a:xfrm>
          <a:prstGeom prst="straightConnector1">
            <a:avLst/>
          </a:prstGeom>
          <a:noFill/>
          <a:ln cap="flat" cmpd="sng" w="9525">
            <a:solidFill>
              <a:srgbClr val="D7DFE5"/>
            </a:solidFill>
            <a:prstDash val="solid"/>
            <a:round/>
            <a:headEnd len="med" w="med" type="none"/>
            <a:tailEnd len="med" w="med" type="none"/>
          </a:ln>
        </p:spPr>
      </p:cxnSp>
      <p:sp>
        <p:nvSpPr>
          <p:cNvPr id="12551" name="Google Shape;12551;p85"/>
          <p:cNvSpPr txBox="1"/>
          <p:nvPr/>
        </p:nvSpPr>
        <p:spPr>
          <a:xfrm>
            <a:off x="1297398" y="3117684"/>
            <a:ext cx="1157700" cy="45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800">
                <a:solidFill>
                  <a:srgbClr val="A5B7C6"/>
                </a:solidFill>
              </a:rPr>
              <a:t>“Mercury is closest planet to the Sun and the smallest”</a:t>
            </a:r>
            <a:endParaRPr sz="800">
              <a:solidFill>
                <a:srgbClr val="A5B7C6"/>
              </a:solidFill>
            </a:endParaRPr>
          </a:p>
        </p:txBody>
      </p:sp>
      <p:cxnSp>
        <p:nvCxnSpPr>
          <p:cNvPr id="12552" name="Google Shape;12552;p85"/>
          <p:cNvCxnSpPr/>
          <p:nvPr/>
        </p:nvCxnSpPr>
        <p:spPr>
          <a:xfrm>
            <a:off x="1621737" y="2986921"/>
            <a:ext cx="508800" cy="0"/>
          </a:xfrm>
          <a:prstGeom prst="straightConnector1">
            <a:avLst/>
          </a:prstGeom>
          <a:noFill/>
          <a:ln cap="flat" cmpd="sng" w="19050">
            <a:solidFill>
              <a:srgbClr val="A5B7C6"/>
            </a:solidFill>
            <a:prstDash val="solid"/>
            <a:round/>
            <a:headEnd len="med" w="med" type="none"/>
            <a:tailEnd len="med" w="med" type="none"/>
          </a:ln>
        </p:spPr>
      </p:cxnSp>
      <p:sp>
        <p:nvSpPr>
          <p:cNvPr id="12553" name="Google Shape;12553;p85"/>
          <p:cNvSpPr txBox="1"/>
          <p:nvPr/>
        </p:nvSpPr>
        <p:spPr>
          <a:xfrm>
            <a:off x="1454136" y="2733216"/>
            <a:ext cx="844200" cy="220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800">
                <a:solidFill>
                  <a:srgbClr val="A5B7C6"/>
                </a:solidFill>
              </a:rPr>
              <a:t>TITLE 1</a:t>
            </a:r>
            <a:endParaRPr b="1" sz="800">
              <a:solidFill>
                <a:srgbClr val="A5B7C6"/>
              </a:solidFill>
            </a:endParaRPr>
          </a:p>
        </p:txBody>
      </p:sp>
      <p:sp>
        <p:nvSpPr>
          <p:cNvPr id="12554" name="Google Shape;12554;p85"/>
          <p:cNvSpPr txBox="1"/>
          <p:nvPr/>
        </p:nvSpPr>
        <p:spPr>
          <a:xfrm>
            <a:off x="1585964" y="1784457"/>
            <a:ext cx="580500" cy="365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300">
                <a:solidFill>
                  <a:srgbClr val="A5B7C6"/>
                </a:solidFill>
              </a:rPr>
              <a:t>75%</a:t>
            </a:r>
            <a:endParaRPr b="1" sz="1300">
              <a:solidFill>
                <a:srgbClr val="A5B7C6"/>
              </a:solidFill>
            </a:endParaRPr>
          </a:p>
        </p:txBody>
      </p:sp>
      <p:sp>
        <p:nvSpPr>
          <p:cNvPr id="12555" name="Google Shape;12555;p85"/>
          <p:cNvSpPr/>
          <p:nvPr/>
        </p:nvSpPr>
        <p:spPr>
          <a:xfrm>
            <a:off x="3439355" y="1995150"/>
            <a:ext cx="1788300" cy="1788300"/>
          </a:xfrm>
          <a:prstGeom prst="arc">
            <a:avLst>
              <a:gd fmla="val 16200000" name="adj1"/>
              <a:gd fmla="val 5298411" name="adj2"/>
            </a:avLst>
          </a:prstGeom>
          <a:no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85"/>
          <p:cNvSpPr/>
          <p:nvPr/>
        </p:nvSpPr>
        <p:spPr>
          <a:xfrm>
            <a:off x="6549404" y="1746200"/>
            <a:ext cx="1542300" cy="702000"/>
          </a:xfrm>
          <a:prstGeom prst="roundRect">
            <a:avLst>
              <a:gd fmla="val 16667" name="adj"/>
            </a:avLst>
          </a:prstGeom>
          <a:noFill/>
          <a:ln cap="flat" cmpd="sng" w="9525">
            <a:solidFill>
              <a:srgbClr val="9BABB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57" name="Google Shape;12557;p85"/>
          <p:cNvGrpSpPr/>
          <p:nvPr/>
        </p:nvGrpSpPr>
        <p:grpSpPr>
          <a:xfrm>
            <a:off x="3576486" y="2168116"/>
            <a:ext cx="1443832" cy="1443832"/>
            <a:chOff x="5681300" y="2527788"/>
            <a:chExt cx="805800" cy="805800"/>
          </a:xfrm>
        </p:grpSpPr>
        <p:sp>
          <p:nvSpPr>
            <p:cNvPr id="12558" name="Google Shape;12558;p85"/>
            <p:cNvSpPr/>
            <p:nvPr/>
          </p:nvSpPr>
          <p:spPr>
            <a:xfrm>
              <a:off x="5681300" y="2527788"/>
              <a:ext cx="805800" cy="8058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85"/>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0" name="Google Shape;12560;p85"/>
          <p:cNvGrpSpPr/>
          <p:nvPr/>
        </p:nvGrpSpPr>
        <p:grpSpPr>
          <a:xfrm>
            <a:off x="6240887" y="1783888"/>
            <a:ext cx="626590" cy="626590"/>
            <a:chOff x="5681300" y="2527788"/>
            <a:chExt cx="805800" cy="805800"/>
          </a:xfrm>
        </p:grpSpPr>
        <p:sp>
          <p:nvSpPr>
            <p:cNvPr id="12561" name="Google Shape;12561;p85"/>
            <p:cNvSpPr/>
            <p:nvPr/>
          </p:nvSpPr>
          <p:spPr>
            <a:xfrm>
              <a:off x="5681300" y="2527788"/>
              <a:ext cx="805800" cy="8058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85"/>
            <p:cNvSpPr/>
            <p:nvPr/>
          </p:nvSpPr>
          <p:spPr>
            <a:xfrm>
              <a:off x="5681300" y="2527788"/>
              <a:ext cx="805800" cy="805800"/>
            </a:xfrm>
            <a:prstGeom prst="pie">
              <a:avLst>
                <a:gd fmla="val 12271918" name="adj1"/>
                <a:gd fmla="val 16200000" name="adj2"/>
              </a:avLst>
            </a:pr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63" name="Google Shape;12563;p85"/>
          <p:cNvSpPr txBox="1"/>
          <p:nvPr/>
        </p:nvSpPr>
        <p:spPr>
          <a:xfrm>
            <a:off x="6993115" y="1876246"/>
            <a:ext cx="1130100" cy="441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800">
                <a:solidFill>
                  <a:srgbClr val="A5B7C6"/>
                </a:solidFill>
              </a:rPr>
              <a:t>“Mercury is closest planet to the Sun and the smallest”</a:t>
            </a:r>
            <a:endParaRPr sz="800">
              <a:solidFill>
                <a:srgbClr val="A5B7C6"/>
              </a:solidFill>
            </a:endParaRPr>
          </a:p>
        </p:txBody>
      </p:sp>
      <p:sp>
        <p:nvSpPr>
          <p:cNvPr id="12564" name="Google Shape;12564;p85"/>
          <p:cNvSpPr/>
          <p:nvPr/>
        </p:nvSpPr>
        <p:spPr>
          <a:xfrm>
            <a:off x="6549404" y="2538300"/>
            <a:ext cx="1542300" cy="702000"/>
          </a:xfrm>
          <a:prstGeom prst="roundRect">
            <a:avLst>
              <a:gd fmla="val 16667" name="adj"/>
            </a:avLst>
          </a:prstGeom>
          <a:noFill/>
          <a:ln cap="flat" cmpd="sng" w="9525">
            <a:solidFill>
              <a:srgbClr val="9BABB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65" name="Google Shape;12565;p85"/>
          <p:cNvGrpSpPr/>
          <p:nvPr/>
        </p:nvGrpSpPr>
        <p:grpSpPr>
          <a:xfrm>
            <a:off x="6240887" y="2575988"/>
            <a:ext cx="626590" cy="626590"/>
            <a:chOff x="5681300" y="2527788"/>
            <a:chExt cx="805800" cy="805800"/>
          </a:xfrm>
        </p:grpSpPr>
        <p:sp>
          <p:nvSpPr>
            <p:cNvPr id="12566" name="Google Shape;12566;p85"/>
            <p:cNvSpPr/>
            <p:nvPr/>
          </p:nvSpPr>
          <p:spPr>
            <a:xfrm>
              <a:off x="5681300" y="2527788"/>
              <a:ext cx="805800" cy="8058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85"/>
            <p:cNvSpPr/>
            <p:nvPr/>
          </p:nvSpPr>
          <p:spPr>
            <a:xfrm>
              <a:off x="5681300" y="2527788"/>
              <a:ext cx="805800" cy="805800"/>
            </a:xfrm>
            <a:prstGeom prst="pie">
              <a:avLst>
                <a:gd fmla="val 9253407" name="adj1"/>
                <a:gd fmla="val 16200000" name="adj2"/>
              </a:avLst>
            </a:pr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68" name="Google Shape;12568;p85"/>
          <p:cNvSpPr txBox="1"/>
          <p:nvPr/>
        </p:nvSpPr>
        <p:spPr>
          <a:xfrm>
            <a:off x="6993115" y="2668346"/>
            <a:ext cx="1130100" cy="441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800">
                <a:solidFill>
                  <a:srgbClr val="A5B7C6"/>
                </a:solidFill>
              </a:rPr>
              <a:t>“Mercury is closest planet to the Sun and the smallest”</a:t>
            </a:r>
            <a:endParaRPr sz="800">
              <a:solidFill>
                <a:srgbClr val="A5B7C6"/>
              </a:solidFill>
            </a:endParaRPr>
          </a:p>
        </p:txBody>
      </p:sp>
      <p:sp>
        <p:nvSpPr>
          <p:cNvPr id="12569" name="Google Shape;12569;p85"/>
          <p:cNvSpPr/>
          <p:nvPr/>
        </p:nvSpPr>
        <p:spPr>
          <a:xfrm>
            <a:off x="6549404" y="3330400"/>
            <a:ext cx="1542300" cy="702000"/>
          </a:xfrm>
          <a:prstGeom prst="roundRect">
            <a:avLst>
              <a:gd fmla="val 16667" name="adj"/>
            </a:avLst>
          </a:prstGeom>
          <a:noFill/>
          <a:ln cap="flat" cmpd="sng" w="9525">
            <a:solidFill>
              <a:srgbClr val="9BABB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70" name="Google Shape;12570;p85"/>
          <p:cNvGrpSpPr/>
          <p:nvPr/>
        </p:nvGrpSpPr>
        <p:grpSpPr>
          <a:xfrm>
            <a:off x="6240887" y="3368088"/>
            <a:ext cx="626590" cy="626590"/>
            <a:chOff x="5681300" y="2527788"/>
            <a:chExt cx="805800" cy="805800"/>
          </a:xfrm>
        </p:grpSpPr>
        <p:sp>
          <p:nvSpPr>
            <p:cNvPr id="12571" name="Google Shape;12571;p85"/>
            <p:cNvSpPr/>
            <p:nvPr/>
          </p:nvSpPr>
          <p:spPr>
            <a:xfrm>
              <a:off x="5681300" y="2527788"/>
              <a:ext cx="805800" cy="8058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85"/>
            <p:cNvSpPr/>
            <p:nvPr/>
          </p:nvSpPr>
          <p:spPr>
            <a:xfrm>
              <a:off x="5681300" y="2527788"/>
              <a:ext cx="805800" cy="805800"/>
            </a:xfrm>
            <a:prstGeom prst="pie">
              <a:avLst>
                <a:gd fmla="val 5544305"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73" name="Google Shape;12573;p85"/>
          <p:cNvSpPr txBox="1"/>
          <p:nvPr/>
        </p:nvSpPr>
        <p:spPr>
          <a:xfrm>
            <a:off x="6993115" y="3460446"/>
            <a:ext cx="1130100" cy="441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800">
                <a:solidFill>
                  <a:srgbClr val="A5B7C6"/>
                </a:solidFill>
              </a:rPr>
              <a:t>“Mercury is closest planet to the Sun and the smallest”</a:t>
            </a:r>
            <a:endParaRPr sz="800">
              <a:solidFill>
                <a:srgbClr val="A5B7C6"/>
              </a:solidFill>
            </a:endParaRPr>
          </a:p>
        </p:txBody>
      </p:sp>
      <p:sp>
        <p:nvSpPr>
          <p:cNvPr id="12574" name="Google Shape;12574;p85"/>
          <p:cNvSpPr/>
          <p:nvPr/>
        </p:nvSpPr>
        <p:spPr>
          <a:xfrm>
            <a:off x="4229854" y="1929725"/>
            <a:ext cx="137100" cy="1371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85"/>
          <p:cNvSpPr/>
          <p:nvPr/>
        </p:nvSpPr>
        <p:spPr>
          <a:xfrm>
            <a:off x="4229854" y="3713250"/>
            <a:ext cx="137100" cy="1371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85"/>
          <p:cNvSpPr/>
          <p:nvPr/>
        </p:nvSpPr>
        <p:spPr>
          <a:xfrm>
            <a:off x="5157904" y="2821488"/>
            <a:ext cx="137100" cy="1371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577" name="Google Shape;12577;p85"/>
          <p:cNvCxnSpPr>
            <a:stCxn id="12576" idx="6"/>
            <a:endCxn id="12562" idx="2"/>
          </p:cNvCxnSpPr>
          <p:nvPr/>
        </p:nvCxnSpPr>
        <p:spPr>
          <a:xfrm flipH="1" rot="10800000">
            <a:off x="5295004" y="2097138"/>
            <a:ext cx="945900" cy="792900"/>
          </a:xfrm>
          <a:prstGeom prst="bentConnector3">
            <a:avLst>
              <a:gd fmla="val 51494" name="adj1"/>
            </a:avLst>
          </a:prstGeom>
          <a:noFill/>
          <a:ln cap="flat" cmpd="sng" w="19050">
            <a:solidFill>
              <a:srgbClr val="A5B7C6"/>
            </a:solidFill>
            <a:prstDash val="solid"/>
            <a:round/>
            <a:headEnd len="med" w="med" type="none"/>
            <a:tailEnd len="med" w="med" type="none"/>
          </a:ln>
        </p:spPr>
      </p:cxnSp>
      <p:cxnSp>
        <p:nvCxnSpPr>
          <p:cNvPr id="12578" name="Google Shape;12578;p85"/>
          <p:cNvCxnSpPr>
            <a:stCxn id="12576" idx="6"/>
            <a:endCxn id="12572" idx="2"/>
          </p:cNvCxnSpPr>
          <p:nvPr/>
        </p:nvCxnSpPr>
        <p:spPr>
          <a:xfrm>
            <a:off x="5295004" y="2890038"/>
            <a:ext cx="945900" cy="791400"/>
          </a:xfrm>
          <a:prstGeom prst="bentConnector3">
            <a:avLst>
              <a:gd fmla="val 49999" name="adj1"/>
            </a:avLst>
          </a:prstGeom>
          <a:noFill/>
          <a:ln cap="flat" cmpd="sng" w="19050">
            <a:solidFill>
              <a:srgbClr val="A5B7C6"/>
            </a:solidFill>
            <a:prstDash val="solid"/>
            <a:round/>
            <a:headEnd len="med" w="med" type="none"/>
            <a:tailEnd len="med" w="med" type="none"/>
          </a:ln>
        </p:spPr>
      </p:cxnSp>
      <p:cxnSp>
        <p:nvCxnSpPr>
          <p:cNvPr id="12579" name="Google Shape;12579;p85"/>
          <p:cNvCxnSpPr>
            <a:stCxn id="12576" idx="6"/>
            <a:endCxn id="12567" idx="2"/>
          </p:cNvCxnSpPr>
          <p:nvPr/>
        </p:nvCxnSpPr>
        <p:spPr>
          <a:xfrm flipH="1" rot="10800000">
            <a:off x="5295004" y="2889138"/>
            <a:ext cx="945900" cy="900"/>
          </a:xfrm>
          <a:prstGeom prst="bentConnector3">
            <a:avLst>
              <a:gd fmla="val 49999" name="adj1"/>
            </a:avLst>
          </a:prstGeom>
          <a:noFill/>
          <a:ln cap="flat" cmpd="sng" w="19050">
            <a:solidFill>
              <a:srgbClr val="A5B7C6"/>
            </a:solidFill>
            <a:prstDash val="solid"/>
            <a:round/>
            <a:headEnd len="med" w="med" type="none"/>
            <a:tailEnd len="med" w="med" type="none"/>
          </a:ln>
        </p:spPr>
      </p:cxnSp>
      <p:sp>
        <p:nvSpPr>
          <p:cNvPr id="12580" name="Google Shape;12580;p85"/>
          <p:cNvSpPr txBox="1"/>
          <p:nvPr/>
        </p:nvSpPr>
        <p:spPr>
          <a:xfrm>
            <a:off x="3800713" y="2576693"/>
            <a:ext cx="995400" cy="626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3000">
                <a:solidFill>
                  <a:srgbClr val="213B55"/>
                </a:solidFill>
              </a:rPr>
              <a:t>75%</a:t>
            </a:r>
            <a:endParaRPr b="1" sz="3000">
              <a:solidFill>
                <a:srgbClr val="213B55"/>
              </a:solidFill>
            </a:endParaRPr>
          </a:p>
        </p:txBody>
      </p:sp>
      <p:sp>
        <p:nvSpPr>
          <p:cNvPr id="12581" name="Google Shape;12581;p85"/>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Premium infographics</a:t>
            </a:r>
            <a:endParaRPr/>
          </a:p>
        </p:txBody>
      </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585" name="Shape 12585"/>
        <p:cNvGrpSpPr/>
        <p:nvPr/>
      </p:nvGrpSpPr>
      <p:grpSpPr>
        <a:xfrm>
          <a:off x="0" y="0"/>
          <a:ext cx="0" cy="0"/>
          <a:chOff x="0" y="0"/>
          <a:chExt cx="0" cy="0"/>
        </a:xfrm>
      </p:grpSpPr>
      <p:grpSp>
        <p:nvGrpSpPr>
          <p:cNvPr id="12586" name="Google Shape;12586;p86"/>
          <p:cNvGrpSpPr/>
          <p:nvPr/>
        </p:nvGrpSpPr>
        <p:grpSpPr>
          <a:xfrm>
            <a:off x="1765469" y="1821418"/>
            <a:ext cx="370100" cy="250625"/>
            <a:chOff x="980425" y="4196875"/>
            <a:chExt cx="370100" cy="250625"/>
          </a:xfrm>
        </p:grpSpPr>
        <p:sp>
          <p:nvSpPr>
            <p:cNvPr id="12587" name="Google Shape;12587;p86"/>
            <p:cNvSpPr/>
            <p:nvPr/>
          </p:nvSpPr>
          <p:spPr>
            <a:xfrm>
              <a:off x="1154775" y="4246525"/>
              <a:ext cx="129650" cy="103900"/>
            </a:xfrm>
            <a:custGeom>
              <a:rect b="b" l="l" r="r" t="t"/>
              <a:pathLst>
                <a:path extrusionOk="0" h="4156" w="5186">
                  <a:moveTo>
                    <a:pt x="2747" y="422"/>
                  </a:moveTo>
                  <a:cubicBezTo>
                    <a:pt x="3241" y="422"/>
                    <a:pt x="3735" y="669"/>
                    <a:pt x="4044" y="1070"/>
                  </a:cubicBezTo>
                  <a:cubicBezTo>
                    <a:pt x="4321" y="1409"/>
                    <a:pt x="4445" y="1872"/>
                    <a:pt x="4383" y="2304"/>
                  </a:cubicBezTo>
                  <a:cubicBezTo>
                    <a:pt x="4269" y="3170"/>
                    <a:pt x="3534" y="3733"/>
                    <a:pt x="2747" y="3733"/>
                  </a:cubicBezTo>
                  <a:cubicBezTo>
                    <a:pt x="2467" y="3733"/>
                    <a:pt x="2181" y="3662"/>
                    <a:pt x="1914" y="3508"/>
                  </a:cubicBezTo>
                  <a:cubicBezTo>
                    <a:pt x="896" y="2921"/>
                    <a:pt x="803" y="1502"/>
                    <a:pt x="1729" y="761"/>
                  </a:cubicBezTo>
                  <a:cubicBezTo>
                    <a:pt x="2007" y="545"/>
                    <a:pt x="2377" y="422"/>
                    <a:pt x="2747" y="422"/>
                  </a:cubicBezTo>
                  <a:close/>
                  <a:moveTo>
                    <a:pt x="2757" y="1"/>
                  </a:moveTo>
                  <a:cubicBezTo>
                    <a:pt x="2314" y="1"/>
                    <a:pt x="1865" y="144"/>
                    <a:pt x="1482" y="453"/>
                  </a:cubicBezTo>
                  <a:cubicBezTo>
                    <a:pt x="1" y="1594"/>
                    <a:pt x="649" y="3909"/>
                    <a:pt x="2470" y="4156"/>
                  </a:cubicBezTo>
                  <a:lnTo>
                    <a:pt x="2747" y="4156"/>
                  </a:lnTo>
                  <a:cubicBezTo>
                    <a:pt x="4167" y="4156"/>
                    <a:pt x="5186" y="2767"/>
                    <a:pt x="4723" y="1409"/>
                  </a:cubicBezTo>
                  <a:cubicBezTo>
                    <a:pt x="4419" y="519"/>
                    <a:pt x="3599" y="1"/>
                    <a:pt x="27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86"/>
            <p:cNvSpPr/>
            <p:nvPr/>
          </p:nvSpPr>
          <p:spPr>
            <a:xfrm>
              <a:off x="1199775" y="4267525"/>
              <a:ext cx="51200" cy="20950"/>
            </a:xfrm>
            <a:custGeom>
              <a:rect b="b" l="l" r="r" t="t"/>
              <a:pathLst>
                <a:path extrusionOk="0" h="838" w="2048">
                  <a:moveTo>
                    <a:pt x="925" y="1"/>
                  </a:moveTo>
                  <a:cubicBezTo>
                    <a:pt x="664" y="1"/>
                    <a:pt x="402" y="85"/>
                    <a:pt x="176" y="261"/>
                  </a:cubicBezTo>
                  <a:cubicBezTo>
                    <a:pt x="1" y="411"/>
                    <a:pt x="130" y="642"/>
                    <a:pt x="300" y="642"/>
                  </a:cubicBezTo>
                  <a:cubicBezTo>
                    <a:pt x="340" y="642"/>
                    <a:pt x="382" y="629"/>
                    <a:pt x="423" y="600"/>
                  </a:cubicBezTo>
                  <a:cubicBezTo>
                    <a:pt x="577" y="484"/>
                    <a:pt x="759" y="427"/>
                    <a:pt x="938" y="427"/>
                  </a:cubicBezTo>
                  <a:cubicBezTo>
                    <a:pt x="1188" y="427"/>
                    <a:pt x="1434" y="538"/>
                    <a:pt x="1596" y="754"/>
                  </a:cubicBezTo>
                  <a:cubicBezTo>
                    <a:pt x="1646" y="813"/>
                    <a:pt x="1706" y="838"/>
                    <a:pt x="1763" y="838"/>
                  </a:cubicBezTo>
                  <a:cubicBezTo>
                    <a:pt x="1915" y="838"/>
                    <a:pt x="2047" y="665"/>
                    <a:pt x="1935" y="508"/>
                  </a:cubicBezTo>
                  <a:cubicBezTo>
                    <a:pt x="1679" y="178"/>
                    <a:pt x="1304" y="1"/>
                    <a:pt x="9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86"/>
            <p:cNvSpPr/>
            <p:nvPr/>
          </p:nvSpPr>
          <p:spPr>
            <a:xfrm>
              <a:off x="980425" y="4196875"/>
              <a:ext cx="370100" cy="250625"/>
            </a:xfrm>
            <a:custGeom>
              <a:rect b="b" l="l" r="r" t="t"/>
              <a:pathLst>
                <a:path extrusionOk="0" h="10025" w="14804">
                  <a:moveTo>
                    <a:pt x="11666" y="6235"/>
                  </a:moveTo>
                  <a:lnTo>
                    <a:pt x="11974" y="6636"/>
                  </a:lnTo>
                  <a:lnTo>
                    <a:pt x="11604" y="6913"/>
                  </a:lnTo>
                  <a:lnTo>
                    <a:pt x="11295" y="6512"/>
                  </a:lnTo>
                  <a:cubicBezTo>
                    <a:pt x="11357" y="6481"/>
                    <a:pt x="11419" y="6420"/>
                    <a:pt x="11481" y="6389"/>
                  </a:cubicBezTo>
                  <a:cubicBezTo>
                    <a:pt x="11542" y="6327"/>
                    <a:pt x="11604" y="6296"/>
                    <a:pt x="11666" y="6235"/>
                  </a:cubicBezTo>
                  <a:close/>
                  <a:moveTo>
                    <a:pt x="12701" y="6716"/>
                  </a:moveTo>
                  <a:cubicBezTo>
                    <a:pt x="12752" y="6716"/>
                    <a:pt x="12805" y="6739"/>
                    <a:pt x="12839" y="6790"/>
                  </a:cubicBezTo>
                  <a:cubicBezTo>
                    <a:pt x="12900" y="6883"/>
                    <a:pt x="12869" y="6975"/>
                    <a:pt x="12808" y="7037"/>
                  </a:cubicBezTo>
                  <a:lnTo>
                    <a:pt x="11789" y="7808"/>
                  </a:lnTo>
                  <a:cubicBezTo>
                    <a:pt x="11748" y="7836"/>
                    <a:pt x="11700" y="7851"/>
                    <a:pt x="11654" y="7851"/>
                  </a:cubicBezTo>
                  <a:cubicBezTo>
                    <a:pt x="11598" y="7851"/>
                    <a:pt x="11545" y="7829"/>
                    <a:pt x="11511" y="7778"/>
                  </a:cubicBezTo>
                  <a:cubicBezTo>
                    <a:pt x="11450" y="7716"/>
                    <a:pt x="11481" y="7592"/>
                    <a:pt x="11542" y="7531"/>
                  </a:cubicBezTo>
                  <a:lnTo>
                    <a:pt x="12592" y="6759"/>
                  </a:lnTo>
                  <a:cubicBezTo>
                    <a:pt x="12619" y="6731"/>
                    <a:pt x="12660" y="6716"/>
                    <a:pt x="12701" y="6716"/>
                  </a:cubicBezTo>
                  <a:close/>
                  <a:moveTo>
                    <a:pt x="12839" y="7562"/>
                  </a:moveTo>
                  <a:lnTo>
                    <a:pt x="13980" y="9012"/>
                  </a:lnTo>
                  <a:cubicBezTo>
                    <a:pt x="14042" y="9105"/>
                    <a:pt x="14073" y="9197"/>
                    <a:pt x="14042" y="9290"/>
                  </a:cubicBezTo>
                  <a:cubicBezTo>
                    <a:pt x="14003" y="9484"/>
                    <a:pt x="13842" y="9593"/>
                    <a:pt x="13674" y="9593"/>
                  </a:cubicBezTo>
                  <a:cubicBezTo>
                    <a:pt x="13575" y="9593"/>
                    <a:pt x="13474" y="9555"/>
                    <a:pt x="13394" y="9475"/>
                  </a:cubicBezTo>
                  <a:lnTo>
                    <a:pt x="12252" y="7994"/>
                  </a:lnTo>
                  <a:lnTo>
                    <a:pt x="12839" y="7562"/>
                  </a:lnTo>
                  <a:close/>
                  <a:moveTo>
                    <a:pt x="1883" y="0"/>
                  </a:moveTo>
                  <a:cubicBezTo>
                    <a:pt x="864" y="0"/>
                    <a:pt x="0" y="834"/>
                    <a:pt x="0" y="1883"/>
                  </a:cubicBezTo>
                  <a:cubicBezTo>
                    <a:pt x="0" y="2932"/>
                    <a:pt x="833" y="3766"/>
                    <a:pt x="1883" y="3766"/>
                  </a:cubicBezTo>
                  <a:lnTo>
                    <a:pt x="6820" y="3766"/>
                  </a:lnTo>
                  <a:cubicBezTo>
                    <a:pt x="6666" y="5340"/>
                    <a:pt x="7777" y="6728"/>
                    <a:pt x="9351" y="6944"/>
                  </a:cubicBezTo>
                  <a:cubicBezTo>
                    <a:pt x="9475" y="6975"/>
                    <a:pt x="9598" y="6975"/>
                    <a:pt x="9721" y="6975"/>
                  </a:cubicBezTo>
                  <a:cubicBezTo>
                    <a:pt x="10123" y="6975"/>
                    <a:pt x="10555" y="6883"/>
                    <a:pt x="10925" y="6728"/>
                  </a:cubicBezTo>
                  <a:lnTo>
                    <a:pt x="11295" y="7191"/>
                  </a:lnTo>
                  <a:cubicBezTo>
                    <a:pt x="10842" y="7554"/>
                    <a:pt x="11099" y="8272"/>
                    <a:pt x="11661" y="8272"/>
                  </a:cubicBezTo>
                  <a:cubicBezTo>
                    <a:pt x="11673" y="8272"/>
                    <a:pt x="11685" y="8272"/>
                    <a:pt x="11697" y="8271"/>
                  </a:cubicBezTo>
                  <a:cubicBezTo>
                    <a:pt x="11724" y="8280"/>
                    <a:pt x="11748" y="8284"/>
                    <a:pt x="11772" y="8284"/>
                  </a:cubicBezTo>
                  <a:cubicBezTo>
                    <a:pt x="11828" y="8284"/>
                    <a:pt x="11878" y="8262"/>
                    <a:pt x="11944" y="8241"/>
                  </a:cubicBezTo>
                  <a:lnTo>
                    <a:pt x="13085" y="9722"/>
                  </a:lnTo>
                  <a:cubicBezTo>
                    <a:pt x="13250" y="9936"/>
                    <a:pt x="13461" y="10025"/>
                    <a:pt x="13670" y="10025"/>
                  </a:cubicBezTo>
                  <a:cubicBezTo>
                    <a:pt x="14244" y="10025"/>
                    <a:pt x="14803" y="9354"/>
                    <a:pt x="14351" y="8765"/>
                  </a:cubicBezTo>
                  <a:lnTo>
                    <a:pt x="13209" y="7284"/>
                  </a:lnTo>
                  <a:cubicBezTo>
                    <a:pt x="13271" y="7191"/>
                    <a:pt x="13301" y="7068"/>
                    <a:pt x="13332" y="6975"/>
                  </a:cubicBezTo>
                  <a:cubicBezTo>
                    <a:pt x="13355" y="6588"/>
                    <a:pt x="13042" y="6302"/>
                    <a:pt x="12703" y="6302"/>
                  </a:cubicBezTo>
                  <a:cubicBezTo>
                    <a:pt x="12582" y="6302"/>
                    <a:pt x="12458" y="6339"/>
                    <a:pt x="12345" y="6420"/>
                  </a:cubicBezTo>
                  <a:lnTo>
                    <a:pt x="11974" y="5926"/>
                  </a:lnTo>
                  <a:cubicBezTo>
                    <a:pt x="12129" y="5741"/>
                    <a:pt x="12252" y="5494"/>
                    <a:pt x="12376" y="5278"/>
                  </a:cubicBezTo>
                  <a:cubicBezTo>
                    <a:pt x="12437" y="5113"/>
                    <a:pt x="12293" y="4990"/>
                    <a:pt x="12154" y="4990"/>
                  </a:cubicBezTo>
                  <a:cubicBezTo>
                    <a:pt x="12084" y="4990"/>
                    <a:pt x="12016" y="5021"/>
                    <a:pt x="11974" y="5093"/>
                  </a:cubicBezTo>
                  <a:cubicBezTo>
                    <a:pt x="11560" y="6059"/>
                    <a:pt x="10644" y="6572"/>
                    <a:pt x="9723" y="6572"/>
                  </a:cubicBezTo>
                  <a:cubicBezTo>
                    <a:pt x="8997" y="6572"/>
                    <a:pt x="8267" y="6253"/>
                    <a:pt x="7777" y="5586"/>
                  </a:cubicBezTo>
                  <a:cubicBezTo>
                    <a:pt x="6728" y="4259"/>
                    <a:pt x="7283" y="2315"/>
                    <a:pt x="8857" y="1760"/>
                  </a:cubicBezTo>
                  <a:cubicBezTo>
                    <a:pt x="9148" y="1653"/>
                    <a:pt x="9441" y="1604"/>
                    <a:pt x="9725" y="1604"/>
                  </a:cubicBezTo>
                  <a:cubicBezTo>
                    <a:pt x="11013" y="1604"/>
                    <a:pt x="12140" y="2617"/>
                    <a:pt x="12190" y="3982"/>
                  </a:cubicBezTo>
                  <a:cubicBezTo>
                    <a:pt x="12205" y="4097"/>
                    <a:pt x="12294" y="4152"/>
                    <a:pt x="12388" y="4152"/>
                  </a:cubicBezTo>
                  <a:cubicBezTo>
                    <a:pt x="12494" y="4152"/>
                    <a:pt x="12606" y="4082"/>
                    <a:pt x="12623" y="3951"/>
                  </a:cubicBezTo>
                  <a:cubicBezTo>
                    <a:pt x="12623" y="3889"/>
                    <a:pt x="12623" y="3858"/>
                    <a:pt x="12623" y="3796"/>
                  </a:cubicBezTo>
                  <a:cubicBezTo>
                    <a:pt x="13641" y="3766"/>
                    <a:pt x="14474" y="2932"/>
                    <a:pt x="14474" y="1883"/>
                  </a:cubicBezTo>
                  <a:cubicBezTo>
                    <a:pt x="14474" y="834"/>
                    <a:pt x="13641" y="0"/>
                    <a:pt x="12592" y="0"/>
                  </a:cubicBezTo>
                  <a:lnTo>
                    <a:pt x="3765" y="0"/>
                  </a:lnTo>
                  <a:cubicBezTo>
                    <a:pt x="3487" y="0"/>
                    <a:pt x="3487" y="432"/>
                    <a:pt x="3765" y="432"/>
                  </a:cubicBezTo>
                  <a:lnTo>
                    <a:pt x="12592" y="432"/>
                  </a:lnTo>
                  <a:cubicBezTo>
                    <a:pt x="13394" y="432"/>
                    <a:pt x="14042" y="1081"/>
                    <a:pt x="14042" y="1883"/>
                  </a:cubicBezTo>
                  <a:cubicBezTo>
                    <a:pt x="14042" y="2685"/>
                    <a:pt x="13394" y="3364"/>
                    <a:pt x="12592" y="3364"/>
                  </a:cubicBezTo>
                  <a:lnTo>
                    <a:pt x="12530" y="3364"/>
                  </a:lnTo>
                  <a:cubicBezTo>
                    <a:pt x="12437" y="2994"/>
                    <a:pt x="12252" y="2624"/>
                    <a:pt x="12005" y="2315"/>
                  </a:cubicBezTo>
                  <a:cubicBezTo>
                    <a:pt x="11419" y="1542"/>
                    <a:pt x="10572" y="1182"/>
                    <a:pt x="9731" y="1182"/>
                  </a:cubicBezTo>
                  <a:cubicBezTo>
                    <a:pt x="8489" y="1182"/>
                    <a:pt x="7263" y="1966"/>
                    <a:pt x="6913" y="3364"/>
                  </a:cubicBezTo>
                  <a:lnTo>
                    <a:pt x="1883" y="3364"/>
                  </a:lnTo>
                  <a:cubicBezTo>
                    <a:pt x="1080" y="3364"/>
                    <a:pt x="432" y="2685"/>
                    <a:pt x="432" y="1883"/>
                  </a:cubicBezTo>
                  <a:cubicBezTo>
                    <a:pt x="432" y="1081"/>
                    <a:pt x="1080" y="432"/>
                    <a:pt x="1883" y="432"/>
                  </a:cubicBezTo>
                  <a:lnTo>
                    <a:pt x="2438" y="432"/>
                  </a:lnTo>
                  <a:cubicBezTo>
                    <a:pt x="2716" y="432"/>
                    <a:pt x="2716" y="0"/>
                    <a:pt x="24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86"/>
            <p:cNvSpPr/>
            <p:nvPr/>
          </p:nvSpPr>
          <p:spPr>
            <a:xfrm>
              <a:off x="1027475" y="4239300"/>
              <a:ext cx="110350" cy="10825"/>
            </a:xfrm>
            <a:custGeom>
              <a:rect b="b" l="l" r="r" t="t"/>
              <a:pathLst>
                <a:path extrusionOk="0" h="433" w="4414">
                  <a:moveTo>
                    <a:pt x="217" y="1"/>
                  </a:moveTo>
                  <a:cubicBezTo>
                    <a:pt x="93" y="1"/>
                    <a:pt x="1" y="93"/>
                    <a:pt x="1" y="217"/>
                  </a:cubicBezTo>
                  <a:cubicBezTo>
                    <a:pt x="1" y="340"/>
                    <a:pt x="93" y="433"/>
                    <a:pt x="217" y="433"/>
                  </a:cubicBezTo>
                  <a:lnTo>
                    <a:pt x="4136" y="433"/>
                  </a:lnTo>
                  <a:cubicBezTo>
                    <a:pt x="4414" y="433"/>
                    <a:pt x="4414" y="1"/>
                    <a:pt x="41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1" name="Google Shape;12591;p86"/>
          <p:cNvGrpSpPr/>
          <p:nvPr/>
        </p:nvGrpSpPr>
        <p:grpSpPr>
          <a:xfrm>
            <a:off x="2501238" y="1777356"/>
            <a:ext cx="364200" cy="338750"/>
            <a:chOff x="7731450" y="3574225"/>
            <a:chExt cx="364200" cy="338750"/>
          </a:xfrm>
        </p:grpSpPr>
        <p:sp>
          <p:nvSpPr>
            <p:cNvPr id="12592" name="Google Shape;12592;p86"/>
            <p:cNvSpPr/>
            <p:nvPr/>
          </p:nvSpPr>
          <p:spPr>
            <a:xfrm>
              <a:off x="7940850" y="3673950"/>
              <a:ext cx="38275" cy="39575"/>
            </a:xfrm>
            <a:custGeom>
              <a:rect b="b" l="l" r="r" t="t"/>
              <a:pathLst>
                <a:path extrusionOk="0" h="1583" w="1531">
                  <a:moveTo>
                    <a:pt x="790" y="703"/>
                  </a:moveTo>
                  <a:lnTo>
                    <a:pt x="914" y="981"/>
                  </a:lnTo>
                  <a:lnTo>
                    <a:pt x="667" y="981"/>
                  </a:lnTo>
                  <a:lnTo>
                    <a:pt x="790" y="703"/>
                  </a:lnTo>
                  <a:close/>
                  <a:moveTo>
                    <a:pt x="790" y="1"/>
                  </a:moveTo>
                  <a:cubicBezTo>
                    <a:pt x="713" y="1"/>
                    <a:pt x="636" y="39"/>
                    <a:pt x="605" y="117"/>
                  </a:cubicBezTo>
                  <a:lnTo>
                    <a:pt x="80" y="1289"/>
                  </a:lnTo>
                  <a:cubicBezTo>
                    <a:pt x="1" y="1449"/>
                    <a:pt x="127" y="1582"/>
                    <a:pt x="259" y="1582"/>
                  </a:cubicBezTo>
                  <a:cubicBezTo>
                    <a:pt x="332" y="1582"/>
                    <a:pt x="407" y="1542"/>
                    <a:pt x="451" y="1444"/>
                  </a:cubicBezTo>
                  <a:lnTo>
                    <a:pt x="451" y="1413"/>
                  </a:lnTo>
                  <a:lnTo>
                    <a:pt x="1099" y="1413"/>
                  </a:lnTo>
                  <a:lnTo>
                    <a:pt x="1099" y="1444"/>
                  </a:lnTo>
                  <a:cubicBezTo>
                    <a:pt x="1146" y="1538"/>
                    <a:pt x="1229" y="1578"/>
                    <a:pt x="1307" y="1578"/>
                  </a:cubicBezTo>
                  <a:cubicBezTo>
                    <a:pt x="1331" y="1578"/>
                    <a:pt x="1355" y="1574"/>
                    <a:pt x="1377" y="1567"/>
                  </a:cubicBezTo>
                  <a:cubicBezTo>
                    <a:pt x="1500" y="1505"/>
                    <a:pt x="1531" y="1382"/>
                    <a:pt x="1500" y="1289"/>
                  </a:cubicBezTo>
                  <a:lnTo>
                    <a:pt x="975" y="117"/>
                  </a:lnTo>
                  <a:cubicBezTo>
                    <a:pt x="945" y="39"/>
                    <a:pt x="867" y="1"/>
                    <a:pt x="7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86"/>
            <p:cNvSpPr/>
            <p:nvPr/>
          </p:nvSpPr>
          <p:spPr>
            <a:xfrm>
              <a:off x="7988375" y="3673000"/>
              <a:ext cx="40900" cy="40150"/>
            </a:xfrm>
            <a:custGeom>
              <a:rect b="b" l="l" r="r" t="t"/>
              <a:pathLst>
                <a:path extrusionOk="0" h="1606" w="1636">
                  <a:moveTo>
                    <a:pt x="587" y="432"/>
                  </a:moveTo>
                  <a:cubicBezTo>
                    <a:pt x="957" y="556"/>
                    <a:pt x="957" y="1080"/>
                    <a:pt x="587" y="1173"/>
                  </a:cubicBezTo>
                  <a:lnTo>
                    <a:pt x="402" y="1173"/>
                  </a:lnTo>
                  <a:lnTo>
                    <a:pt x="402" y="432"/>
                  </a:lnTo>
                  <a:close/>
                  <a:moveTo>
                    <a:pt x="587" y="0"/>
                  </a:moveTo>
                  <a:lnTo>
                    <a:pt x="587" y="31"/>
                  </a:lnTo>
                  <a:lnTo>
                    <a:pt x="216" y="31"/>
                  </a:lnTo>
                  <a:cubicBezTo>
                    <a:pt x="93" y="31"/>
                    <a:pt x="0" y="124"/>
                    <a:pt x="0" y="216"/>
                  </a:cubicBezTo>
                  <a:lnTo>
                    <a:pt x="0" y="1389"/>
                  </a:lnTo>
                  <a:cubicBezTo>
                    <a:pt x="0" y="1512"/>
                    <a:pt x="93" y="1605"/>
                    <a:pt x="216" y="1605"/>
                  </a:cubicBezTo>
                  <a:lnTo>
                    <a:pt x="587" y="1605"/>
                  </a:lnTo>
                  <a:cubicBezTo>
                    <a:pt x="1636" y="1605"/>
                    <a:pt x="1636" y="0"/>
                    <a:pt x="5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86"/>
            <p:cNvSpPr/>
            <p:nvPr/>
          </p:nvSpPr>
          <p:spPr>
            <a:xfrm>
              <a:off x="7760775" y="3614350"/>
              <a:ext cx="282400" cy="10825"/>
            </a:xfrm>
            <a:custGeom>
              <a:rect b="b" l="l" r="r" t="t"/>
              <a:pathLst>
                <a:path extrusionOk="0" h="433" w="11296">
                  <a:moveTo>
                    <a:pt x="278" y="1"/>
                  </a:moveTo>
                  <a:cubicBezTo>
                    <a:pt x="0" y="1"/>
                    <a:pt x="0" y="433"/>
                    <a:pt x="278" y="433"/>
                  </a:cubicBezTo>
                  <a:lnTo>
                    <a:pt x="11079" y="433"/>
                  </a:lnTo>
                  <a:cubicBezTo>
                    <a:pt x="11203" y="433"/>
                    <a:pt x="11296" y="340"/>
                    <a:pt x="11296" y="217"/>
                  </a:cubicBezTo>
                  <a:cubicBezTo>
                    <a:pt x="11296" y="93"/>
                    <a:pt x="11203" y="1"/>
                    <a:pt x="110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86"/>
            <p:cNvSpPr/>
            <p:nvPr/>
          </p:nvSpPr>
          <p:spPr>
            <a:xfrm>
              <a:off x="7760775" y="3643675"/>
              <a:ext cx="145825" cy="10825"/>
            </a:xfrm>
            <a:custGeom>
              <a:rect b="b" l="l" r="r" t="t"/>
              <a:pathLst>
                <a:path extrusionOk="0" h="433" w="5833">
                  <a:moveTo>
                    <a:pt x="278" y="1"/>
                  </a:moveTo>
                  <a:cubicBezTo>
                    <a:pt x="0" y="1"/>
                    <a:pt x="0" y="433"/>
                    <a:pt x="278" y="433"/>
                  </a:cubicBezTo>
                  <a:lnTo>
                    <a:pt x="5555" y="433"/>
                  </a:lnTo>
                  <a:cubicBezTo>
                    <a:pt x="5833" y="433"/>
                    <a:pt x="5833" y="1"/>
                    <a:pt x="55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86"/>
            <p:cNvSpPr/>
            <p:nvPr/>
          </p:nvSpPr>
          <p:spPr>
            <a:xfrm>
              <a:off x="7760775" y="3673000"/>
              <a:ext cx="145825" cy="10825"/>
            </a:xfrm>
            <a:custGeom>
              <a:rect b="b" l="l" r="r" t="t"/>
              <a:pathLst>
                <a:path extrusionOk="0" h="433" w="5833">
                  <a:moveTo>
                    <a:pt x="278" y="0"/>
                  </a:moveTo>
                  <a:cubicBezTo>
                    <a:pt x="0" y="0"/>
                    <a:pt x="0" y="432"/>
                    <a:pt x="278" y="432"/>
                  </a:cubicBezTo>
                  <a:lnTo>
                    <a:pt x="5555" y="432"/>
                  </a:lnTo>
                  <a:cubicBezTo>
                    <a:pt x="5833" y="432"/>
                    <a:pt x="5833" y="0"/>
                    <a:pt x="55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86"/>
            <p:cNvSpPr/>
            <p:nvPr/>
          </p:nvSpPr>
          <p:spPr>
            <a:xfrm>
              <a:off x="7760775" y="3702325"/>
              <a:ext cx="145825" cy="10825"/>
            </a:xfrm>
            <a:custGeom>
              <a:rect b="b" l="l" r="r" t="t"/>
              <a:pathLst>
                <a:path extrusionOk="0" h="433" w="5833">
                  <a:moveTo>
                    <a:pt x="278" y="0"/>
                  </a:moveTo>
                  <a:cubicBezTo>
                    <a:pt x="0" y="0"/>
                    <a:pt x="0" y="432"/>
                    <a:pt x="278" y="432"/>
                  </a:cubicBezTo>
                  <a:lnTo>
                    <a:pt x="5555" y="432"/>
                  </a:lnTo>
                  <a:cubicBezTo>
                    <a:pt x="5833" y="432"/>
                    <a:pt x="5833" y="0"/>
                    <a:pt x="55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86"/>
            <p:cNvSpPr/>
            <p:nvPr/>
          </p:nvSpPr>
          <p:spPr>
            <a:xfrm>
              <a:off x="7760775" y="3731625"/>
              <a:ext cx="145825" cy="10825"/>
            </a:xfrm>
            <a:custGeom>
              <a:rect b="b" l="l" r="r" t="t"/>
              <a:pathLst>
                <a:path extrusionOk="0" h="433" w="5833">
                  <a:moveTo>
                    <a:pt x="278" y="1"/>
                  </a:moveTo>
                  <a:cubicBezTo>
                    <a:pt x="0" y="1"/>
                    <a:pt x="0" y="433"/>
                    <a:pt x="278" y="433"/>
                  </a:cubicBezTo>
                  <a:lnTo>
                    <a:pt x="5555" y="433"/>
                  </a:lnTo>
                  <a:cubicBezTo>
                    <a:pt x="5833" y="433"/>
                    <a:pt x="5833" y="1"/>
                    <a:pt x="55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86"/>
            <p:cNvSpPr/>
            <p:nvPr/>
          </p:nvSpPr>
          <p:spPr>
            <a:xfrm>
              <a:off x="7731450" y="3574225"/>
              <a:ext cx="364200" cy="338750"/>
            </a:xfrm>
            <a:custGeom>
              <a:rect b="b" l="l" r="r" t="t"/>
              <a:pathLst>
                <a:path extrusionOk="0" h="13550" w="14568">
                  <a:moveTo>
                    <a:pt x="12036" y="3211"/>
                  </a:moveTo>
                  <a:lnTo>
                    <a:pt x="12036" y="5957"/>
                  </a:lnTo>
                  <a:cubicBezTo>
                    <a:pt x="12020" y="5955"/>
                    <a:pt x="12005" y="5953"/>
                    <a:pt x="11989" y="5953"/>
                  </a:cubicBezTo>
                  <a:cubicBezTo>
                    <a:pt x="11826" y="5953"/>
                    <a:pt x="11697" y="6097"/>
                    <a:pt x="11697" y="6266"/>
                  </a:cubicBezTo>
                  <a:lnTo>
                    <a:pt x="11697" y="6328"/>
                  </a:lnTo>
                  <a:lnTo>
                    <a:pt x="8055" y="6297"/>
                  </a:lnTo>
                  <a:lnTo>
                    <a:pt x="8055" y="3211"/>
                  </a:lnTo>
                  <a:close/>
                  <a:moveTo>
                    <a:pt x="12129" y="6482"/>
                  </a:moveTo>
                  <a:lnTo>
                    <a:pt x="13826" y="7716"/>
                  </a:lnTo>
                  <a:lnTo>
                    <a:pt x="12901" y="7716"/>
                  </a:lnTo>
                  <a:cubicBezTo>
                    <a:pt x="12808" y="7716"/>
                    <a:pt x="12715" y="7778"/>
                    <a:pt x="12654" y="7871"/>
                  </a:cubicBezTo>
                  <a:lnTo>
                    <a:pt x="12129" y="8581"/>
                  </a:lnTo>
                  <a:lnTo>
                    <a:pt x="12129" y="6482"/>
                  </a:lnTo>
                  <a:close/>
                  <a:moveTo>
                    <a:pt x="13425" y="8148"/>
                  </a:moveTo>
                  <a:lnTo>
                    <a:pt x="13425" y="9383"/>
                  </a:lnTo>
                  <a:cubicBezTo>
                    <a:pt x="13425" y="9815"/>
                    <a:pt x="13086" y="10154"/>
                    <a:pt x="12654" y="10154"/>
                  </a:cubicBezTo>
                  <a:lnTo>
                    <a:pt x="1173" y="10154"/>
                  </a:lnTo>
                  <a:cubicBezTo>
                    <a:pt x="741" y="10154"/>
                    <a:pt x="402" y="9815"/>
                    <a:pt x="402" y="9383"/>
                  </a:cubicBezTo>
                  <a:lnTo>
                    <a:pt x="402" y="8241"/>
                  </a:lnTo>
                  <a:lnTo>
                    <a:pt x="11697" y="8241"/>
                  </a:lnTo>
                  <a:lnTo>
                    <a:pt x="11697" y="8920"/>
                  </a:lnTo>
                  <a:cubicBezTo>
                    <a:pt x="11697" y="9115"/>
                    <a:pt x="11858" y="9237"/>
                    <a:pt x="12023" y="9237"/>
                  </a:cubicBezTo>
                  <a:cubicBezTo>
                    <a:pt x="12118" y="9237"/>
                    <a:pt x="12215" y="9196"/>
                    <a:pt x="12283" y="9105"/>
                  </a:cubicBezTo>
                  <a:lnTo>
                    <a:pt x="12962" y="8148"/>
                  </a:lnTo>
                  <a:close/>
                  <a:moveTo>
                    <a:pt x="7932" y="10587"/>
                  </a:moveTo>
                  <a:lnTo>
                    <a:pt x="7932" y="12161"/>
                  </a:lnTo>
                  <a:lnTo>
                    <a:pt x="5926" y="12161"/>
                  </a:lnTo>
                  <a:lnTo>
                    <a:pt x="5926" y="10587"/>
                  </a:lnTo>
                  <a:close/>
                  <a:moveTo>
                    <a:pt x="1173" y="1"/>
                  </a:moveTo>
                  <a:cubicBezTo>
                    <a:pt x="525" y="32"/>
                    <a:pt x="0" y="556"/>
                    <a:pt x="0" y="1174"/>
                  </a:cubicBezTo>
                  <a:lnTo>
                    <a:pt x="0" y="9383"/>
                  </a:lnTo>
                  <a:cubicBezTo>
                    <a:pt x="0" y="10031"/>
                    <a:pt x="525" y="10556"/>
                    <a:pt x="1173" y="10556"/>
                  </a:cubicBezTo>
                  <a:lnTo>
                    <a:pt x="5525" y="10556"/>
                  </a:lnTo>
                  <a:lnTo>
                    <a:pt x="5525" y="12130"/>
                  </a:lnTo>
                  <a:lnTo>
                    <a:pt x="4352" y="12130"/>
                  </a:lnTo>
                  <a:cubicBezTo>
                    <a:pt x="3488" y="12191"/>
                    <a:pt x="3488" y="13488"/>
                    <a:pt x="4352" y="13549"/>
                  </a:cubicBezTo>
                  <a:lnTo>
                    <a:pt x="8117" y="13549"/>
                  </a:lnTo>
                  <a:cubicBezTo>
                    <a:pt x="8395" y="13549"/>
                    <a:pt x="8395" y="13148"/>
                    <a:pt x="8117" y="13148"/>
                  </a:cubicBezTo>
                  <a:lnTo>
                    <a:pt x="4352" y="13148"/>
                  </a:lnTo>
                  <a:cubicBezTo>
                    <a:pt x="4012" y="13086"/>
                    <a:pt x="4012" y="12593"/>
                    <a:pt x="4352" y="12562"/>
                  </a:cubicBezTo>
                  <a:lnTo>
                    <a:pt x="9506" y="12562"/>
                  </a:lnTo>
                  <a:cubicBezTo>
                    <a:pt x="9845" y="12593"/>
                    <a:pt x="9845" y="13086"/>
                    <a:pt x="9506" y="13148"/>
                  </a:cubicBezTo>
                  <a:lnTo>
                    <a:pt x="9351" y="13148"/>
                  </a:lnTo>
                  <a:cubicBezTo>
                    <a:pt x="9074" y="13148"/>
                    <a:pt x="9074" y="13549"/>
                    <a:pt x="9351" y="13549"/>
                  </a:cubicBezTo>
                  <a:lnTo>
                    <a:pt x="9506" y="13549"/>
                  </a:lnTo>
                  <a:cubicBezTo>
                    <a:pt x="10370" y="13488"/>
                    <a:pt x="10370" y="12191"/>
                    <a:pt x="9506" y="12130"/>
                  </a:cubicBezTo>
                  <a:lnTo>
                    <a:pt x="8333" y="12130"/>
                  </a:lnTo>
                  <a:lnTo>
                    <a:pt x="8333" y="10556"/>
                  </a:lnTo>
                  <a:lnTo>
                    <a:pt x="12685" y="10556"/>
                  </a:lnTo>
                  <a:cubicBezTo>
                    <a:pt x="13333" y="10556"/>
                    <a:pt x="13857" y="10031"/>
                    <a:pt x="13857" y="9383"/>
                  </a:cubicBezTo>
                  <a:lnTo>
                    <a:pt x="13857" y="8118"/>
                  </a:lnTo>
                  <a:lnTo>
                    <a:pt x="14135" y="8118"/>
                  </a:lnTo>
                  <a:cubicBezTo>
                    <a:pt x="14444" y="8118"/>
                    <a:pt x="14567" y="7747"/>
                    <a:pt x="14320" y="7562"/>
                  </a:cubicBezTo>
                  <a:lnTo>
                    <a:pt x="14320" y="7562"/>
                  </a:lnTo>
                  <a:lnTo>
                    <a:pt x="14320" y="7593"/>
                  </a:lnTo>
                  <a:lnTo>
                    <a:pt x="13857" y="7223"/>
                  </a:lnTo>
                  <a:lnTo>
                    <a:pt x="13857" y="1205"/>
                  </a:lnTo>
                  <a:cubicBezTo>
                    <a:pt x="13857" y="556"/>
                    <a:pt x="13333" y="32"/>
                    <a:pt x="12685" y="32"/>
                  </a:cubicBezTo>
                  <a:lnTo>
                    <a:pt x="3056" y="32"/>
                  </a:lnTo>
                  <a:cubicBezTo>
                    <a:pt x="2778" y="32"/>
                    <a:pt x="2778" y="464"/>
                    <a:pt x="3056" y="464"/>
                  </a:cubicBezTo>
                  <a:lnTo>
                    <a:pt x="12685" y="464"/>
                  </a:lnTo>
                  <a:cubicBezTo>
                    <a:pt x="13117" y="464"/>
                    <a:pt x="13456" y="803"/>
                    <a:pt x="13456" y="1235"/>
                  </a:cubicBezTo>
                  <a:lnTo>
                    <a:pt x="13456" y="6914"/>
                  </a:lnTo>
                  <a:lnTo>
                    <a:pt x="12469" y="6173"/>
                  </a:lnTo>
                  <a:cubicBezTo>
                    <a:pt x="12469" y="6173"/>
                    <a:pt x="12469" y="6142"/>
                    <a:pt x="12469" y="6142"/>
                  </a:cubicBezTo>
                  <a:lnTo>
                    <a:pt x="12469" y="2995"/>
                  </a:lnTo>
                  <a:cubicBezTo>
                    <a:pt x="12469" y="2871"/>
                    <a:pt x="12376" y="2779"/>
                    <a:pt x="12252" y="2779"/>
                  </a:cubicBezTo>
                  <a:lnTo>
                    <a:pt x="7839" y="2779"/>
                  </a:lnTo>
                  <a:cubicBezTo>
                    <a:pt x="7716" y="2779"/>
                    <a:pt x="7623" y="2871"/>
                    <a:pt x="7623" y="2995"/>
                  </a:cubicBezTo>
                  <a:lnTo>
                    <a:pt x="7623" y="6513"/>
                  </a:lnTo>
                  <a:cubicBezTo>
                    <a:pt x="7623" y="6636"/>
                    <a:pt x="7716" y="6729"/>
                    <a:pt x="7839" y="6729"/>
                  </a:cubicBezTo>
                  <a:lnTo>
                    <a:pt x="11697" y="6729"/>
                  </a:lnTo>
                  <a:lnTo>
                    <a:pt x="11697" y="7809"/>
                  </a:lnTo>
                  <a:lnTo>
                    <a:pt x="402" y="7809"/>
                  </a:lnTo>
                  <a:lnTo>
                    <a:pt x="402" y="1205"/>
                  </a:lnTo>
                  <a:cubicBezTo>
                    <a:pt x="402" y="772"/>
                    <a:pt x="741" y="433"/>
                    <a:pt x="1173" y="433"/>
                  </a:cubicBezTo>
                  <a:lnTo>
                    <a:pt x="1883" y="433"/>
                  </a:lnTo>
                  <a:cubicBezTo>
                    <a:pt x="2161" y="433"/>
                    <a:pt x="2161" y="1"/>
                    <a:pt x="18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0" name="Google Shape;12600;p86"/>
          <p:cNvGrpSpPr/>
          <p:nvPr/>
        </p:nvGrpSpPr>
        <p:grpSpPr>
          <a:xfrm>
            <a:off x="3248956" y="1765793"/>
            <a:ext cx="317900" cy="361875"/>
            <a:chOff x="3275000" y="4141325"/>
            <a:chExt cx="317900" cy="361875"/>
          </a:xfrm>
        </p:grpSpPr>
        <p:sp>
          <p:nvSpPr>
            <p:cNvPr id="12601" name="Google Shape;12601;p86"/>
            <p:cNvSpPr/>
            <p:nvPr/>
          </p:nvSpPr>
          <p:spPr>
            <a:xfrm>
              <a:off x="3520025" y="4162925"/>
              <a:ext cx="11925" cy="8175"/>
            </a:xfrm>
            <a:custGeom>
              <a:rect b="b" l="l" r="r" t="t"/>
              <a:pathLst>
                <a:path extrusionOk="0" h="327" w="477">
                  <a:moveTo>
                    <a:pt x="260" y="1"/>
                  </a:moveTo>
                  <a:cubicBezTo>
                    <a:pt x="0" y="1"/>
                    <a:pt x="265" y="326"/>
                    <a:pt x="403" y="326"/>
                  </a:cubicBezTo>
                  <a:cubicBezTo>
                    <a:pt x="446" y="326"/>
                    <a:pt x="476" y="296"/>
                    <a:pt x="476" y="217"/>
                  </a:cubicBezTo>
                  <a:cubicBezTo>
                    <a:pt x="476" y="93"/>
                    <a:pt x="384" y="1"/>
                    <a:pt x="2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86"/>
            <p:cNvSpPr/>
            <p:nvPr/>
          </p:nvSpPr>
          <p:spPr>
            <a:xfrm>
              <a:off x="3336725" y="4162925"/>
              <a:ext cx="83350" cy="10825"/>
            </a:xfrm>
            <a:custGeom>
              <a:rect b="b" l="l" r="r" t="t"/>
              <a:pathLst>
                <a:path extrusionOk="0" h="433" w="3334">
                  <a:moveTo>
                    <a:pt x="216" y="1"/>
                  </a:moveTo>
                  <a:cubicBezTo>
                    <a:pt x="93" y="1"/>
                    <a:pt x="0" y="93"/>
                    <a:pt x="0" y="217"/>
                  </a:cubicBezTo>
                  <a:cubicBezTo>
                    <a:pt x="0" y="340"/>
                    <a:pt x="93" y="433"/>
                    <a:pt x="216" y="433"/>
                  </a:cubicBezTo>
                  <a:lnTo>
                    <a:pt x="3117" y="433"/>
                  </a:lnTo>
                  <a:cubicBezTo>
                    <a:pt x="3241" y="433"/>
                    <a:pt x="3333" y="340"/>
                    <a:pt x="3333" y="217"/>
                  </a:cubicBezTo>
                  <a:cubicBezTo>
                    <a:pt x="3333" y="93"/>
                    <a:pt x="3241" y="1"/>
                    <a:pt x="31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86"/>
            <p:cNvSpPr/>
            <p:nvPr/>
          </p:nvSpPr>
          <p:spPr>
            <a:xfrm>
              <a:off x="3342125" y="4216150"/>
              <a:ext cx="185200" cy="73325"/>
            </a:xfrm>
            <a:custGeom>
              <a:rect b="b" l="l" r="r" t="t"/>
              <a:pathLst>
                <a:path extrusionOk="0" h="2933" w="7408">
                  <a:moveTo>
                    <a:pt x="7006" y="433"/>
                  </a:moveTo>
                  <a:lnTo>
                    <a:pt x="6975" y="2532"/>
                  </a:lnTo>
                  <a:lnTo>
                    <a:pt x="432" y="2532"/>
                  </a:lnTo>
                  <a:lnTo>
                    <a:pt x="432" y="433"/>
                  </a:lnTo>
                  <a:close/>
                  <a:moveTo>
                    <a:pt x="216" y="1"/>
                  </a:moveTo>
                  <a:cubicBezTo>
                    <a:pt x="93" y="1"/>
                    <a:pt x="0" y="94"/>
                    <a:pt x="0" y="217"/>
                  </a:cubicBezTo>
                  <a:lnTo>
                    <a:pt x="0" y="2717"/>
                  </a:lnTo>
                  <a:cubicBezTo>
                    <a:pt x="0" y="2840"/>
                    <a:pt x="93" y="2933"/>
                    <a:pt x="216" y="2933"/>
                  </a:cubicBezTo>
                  <a:lnTo>
                    <a:pt x="7191" y="2933"/>
                  </a:lnTo>
                  <a:cubicBezTo>
                    <a:pt x="7314" y="2933"/>
                    <a:pt x="7407" y="2840"/>
                    <a:pt x="7407" y="2717"/>
                  </a:cubicBezTo>
                  <a:lnTo>
                    <a:pt x="7407" y="217"/>
                  </a:lnTo>
                  <a:cubicBezTo>
                    <a:pt x="7407" y="94"/>
                    <a:pt x="7314" y="1"/>
                    <a:pt x="7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86"/>
            <p:cNvSpPr/>
            <p:nvPr/>
          </p:nvSpPr>
          <p:spPr>
            <a:xfrm>
              <a:off x="3339800" y="4311825"/>
              <a:ext cx="189050" cy="10075"/>
            </a:xfrm>
            <a:custGeom>
              <a:rect b="b" l="l" r="r" t="t"/>
              <a:pathLst>
                <a:path extrusionOk="0" h="403" w="7562">
                  <a:moveTo>
                    <a:pt x="278" y="1"/>
                  </a:moveTo>
                  <a:cubicBezTo>
                    <a:pt x="1" y="1"/>
                    <a:pt x="1" y="402"/>
                    <a:pt x="278" y="402"/>
                  </a:cubicBezTo>
                  <a:lnTo>
                    <a:pt x="7253" y="402"/>
                  </a:lnTo>
                  <a:cubicBezTo>
                    <a:pt x="7562" y="402"/>
                    <a:pt x="7562" y="1"/>
                    <a:pt x="72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86"/>
            <p:cNvSpPr/>
            <p:nvPr/>
          </p:nvSpPr>
          <p:spPr>
            <a:xfrm>
              <a:off x="3339800" y="4341150"/>
              <a:ext cx="189050" cy="10825"/>
            </a:xfrm>
            <a:custGeom>
              <a:rect b="b" l="l" r="r" t="t"/>
              <a:pathLst>
                <a:path extrusionOk="0" h="433" w="7562">
                  <a:moveTo>
                    <a:pt x="278" y="1"/>
                  </a:moveTo>
                  <a:cubicBezTo>
                    <a:pt x="1" y="1"/>
                    <a:pt x="1" y="433"/>
                    <a:pt x="278" y="433"/>
                  </a:cubicBezTo>
                  <a:lnTo>
                    <a:pt x="7253" y="433"/>
                  </a:lnTo>
                  <a:cubicBezTo>
                    <a:pt x="7562" y="433"/>
                    <a:pt x="7562" y="1"/>
                    <a:pt x="72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86"/>
            <p:cNvSpPr/>
            <p:nvPr/>
          </p:nvSpPr>
          <p:spPr>
            <a:xfrm>
              <a:off x="3275000" y="4141325"/>
              <a:ext cx="317900" cy="361875"/>
            </a:xfrm>
            <a:custGeom>
              <a:rect b="b" l="l" r="r" t="t"/>
              <a:pathLst>
                <a:path extrusionOk="0" h="14475" w="12716">
                  <a:moveTo>
                    <a:pt x="2386" y="430"/>
                  </a:moveTo>
                  <a:cubicBezTo>
                    <a:pt x="2403" y="430"/>
                    <a:pt x="2421" y="431"/>
                    <a:pt x="2438" y="432"/>
                  </a:cubicBezTo>
                  <a:lnTo>
                    <a:pt x="10308" y="432"/>
                  </a:lnTo>
                  <a:cubicBezTo>
                    <a:pt x="10586" y="432"/>
                    <a:pt x="10833" y="648"/>
                    <a:pt x="10802" y="926"/>
                  </a:cubicBezTo>
                  <a:lnTo>
                    <a:pt x="10802" y="1760"/>
                  </a:lnTo>
                  <a:lnTo>
                    <a:pt x="1914" y="1760"/>
                  </a:lnTo>
                  <a:lnTo>
                    <a:pt x="1914" y="926"/>
                  </a:lnTo>
                  <a:cubicBezTo>
                    <a:pt x="1914" y="664"/>
                    <a:pt x="2106" y="430"/>
                    <a:pt x="2386" y="430"/>
                  </a:cubicBezTo>
                  <a:close/>
                  <a:moveTo>
                    <a:pt x="1482" y="6728"/>
                  </a:moveTo>
                  <a:lnTo>
                    <a:pt x="1482" y="8487"/>
                  </a:lnTo>
                  <a:lnTo>
                    <a:pt x="587" y="7932"/>
                  </a:lnTo>
                  <a:cubicBezTo>
                    <a:pt x="617" y="7839"/>
                    <a:pt x="679" y="7716"/>
                    <a:pt x="772" y="7654"/>
                  </a:cubicBezTo>
                  <a:lnTo>
                    <a:pt x="1482" y="6728"/>
                  </a:lnTo>
                  <a:close/>
                  <a:moveTo>
                    <a:pt x="11234" y="6728"/>
                  </a:moveTo>
                  <a:lnTo>
                    <a:pt x="11975" y="7654"/>
                  </a:lnTo>
                  <a:cubicBezTo>
                    <a:pt x="12067" y="7716"/>
                    <a:pt x="12098" y="7808"/>
                    <a:pt x="12160" y="7932"/>
                  </a:cubicBezTo>
                  <a:lnTo>
                    <a:pt x="11234" y="8487"/>
                  </a:lnTo>
                  <a:lnTo>
                    <a:pt x="11234" y="6728"/>
                  </a:lnTo>
                  <a:close/>
                  <a:moveTo>
                    <a:pt x="9444" y="9598"/>
                  </a:moveTo>
                  <a:lnTo>
                    <a:pt x="8240" y="10370"/>
                  </a:lnTo>
                  <a:lnTo>
                    <a:pt x="4506" y="10370"/>
                  </a:lnTo>
                  <a:lnTo>
                    <a:pt x="3272" y="9598"/>
                  </a:lnTo>
                  <a:close/>
                  <a:moveTo>
                    <a:pt x="7561" y="10802"/>
                  </a:moveTo>
                  <a:lnTo>
                    <a:pt x="6389" y="11543"/>
                  </a:lnTo>
                  <a:lnTo>
                    <a:pt x="5185" y="10802"/>
                  </a:lnTo>
                  <a:close/>
                  <a:moveTo>
                    <a:pt x="2438" y="0"/>
                  </a:moveTo>
                  <a:cubicBezTo>
                    <a:pt x="1914" y="0"/>
                    <a:pt x="1482" y="432"/>
                    <a:pt x="1482" y="957"/>
                  </a:cubicBezTo>
                  <a:lnTo>
                    <a:pt x="1482" y="6080"/>
                  </a:lnTo>
                  <a:lnTo>
                    <a:pt x="432" y="7376"/>
                  </a:lnTo>
                  <a:cubicBezTo>
                    <a:pt x="154" y="7685"/>
                    <a:pt x="31" y="8086"/>
                    <a:pt x="31" y="8487"/>
                  </a:cubicBezTo>
                  <a:lnTo>
                    <a:pt x="31" y="11296"/>
                  </a:lnTo>
                  <a:cubicBezTo>
                    <a:pt x="31" y="11450"/>
                    <a:pt x="139" y="11527"/>
                    <a:pt x="247" y="11527"/>
                  </a:cubicBezTo>
                  <a:cubicBezTo>
                    <a:pt x="355" y="11527"/>
                    <a:pt x="463" y="11450"/>
                    <a:pt x="463" y="11296"/>
                  </a:cubicBezTo>
                  <a:lnTo>
                    <a:pt x="463" y="8518"/>
                  </a:lnTo>
                  <a:lnTo>
                    <a:pt x="463" y="8364"/>
                  </a:lnTo>
                  <a:lnTo>
                    <a:pt x="6265" y="11975"/>
                  </a:lnTo>
                  <a:cubicBezTo>
                    <a:pt x="6296" y="12006"/>
                    <a:pt x="6335" y="12021"/>
                    <a:pt x="6373" y="12021"/>
                  </a:cubicBezTo>
                  <a:cubicBezTo>
                    <a:pt x="6412" y="12021"/>
                    <a:pt x="6450" y="12006"/>
                    <a:pt x="6481" y="11975"/>
                  </a:cubicBezTo>
                  <a:lnTo>
                    <a:pt x="12283" y="8364"/>
                  </a:lnTo>
                  <a:cubicBezTo>
                    <a:pt x="12283" y="8426"/>
                    <a:pt x="12283" y="8457"/>
                    <a:pt x="12283" y="8518"/>
                  </a:cubicBezTo>
                  <a:lnTo>
                    <a:pt x="12283" y="13148"/>
                  </a:lnTo>
                  <a:cubicBezTo>
                    <a:pt x="12283" y="13641"/>
                    <a:pt x="11882" y="14043"/>
                    <a:pt x="11357" y="14043"/>
                  </a:cubicBezTo>
                  <a:lnTo>
                    <a:pt x="1327" y="14043"/>
                  </a:lnTo>
                  <a:cubicBezTo>
                    <a:pt x="833" y="14043"/>
                    <a:pt x="432" y="13641"/>
                    <a:pt x="432" y="13148"/>
                  </a:cubicBezTo>
                  <a:lnTo>
                    <a:pt x="432" y="12623"/>
                  </a:lnTo>
                  <a:cubicBezTo>
                    <a:pt x="432" y="12484"/>
                    <a:pt x="324" y="12415"/>
                    <a:pt x="216" y="12415"/>
                  </a:cubicBezTo>
                  <a:cubicBezTo>
                    <a:pt x="108" y="12415"/>
                    <a:pt x="0" y="12484"/>
                    <a:pt x="0" y="12623"/>
                  </a:cubicBezTo>
                  <a:lnTo>
                    <a:pt x="0" y="13148"/>
                  </a:lnTo>
                  <a:cubicBezTo>
                    <a:pt x="31" y="13888"/>
                    <a:pt x="617" y="14475"/>
                    <a:pt x="1327" y="14475"/>
                  </a:cubicBezTo>
                  <a:lnTo>
                    <a:pt x="11357" y="14475"/>
                  </a:lnTo>
                  <a:cubicBezTo>
                    <a:pt x="12098" y="14475"/>
                    <a:pt x="12684" y="13888"/>
                    <a:pt x="12684" y="13148"/>
                  </a:cubicBezTo>
                  <a:lnTo>
                    <a:pt x="12684" y="8518"/>
                  </a:lnTo>
                  <a:cubicBezTo>
                    <a:pt x="12715" y="8117"/>
                    <a:pt x="12561" y="7716"/>
                    <a:pt x="12314" y="7407"/>
                  </a:cubicBezTo>
                  <a:lnTo>
                    <a:pt x="12314" y="7376"/>
                  </a:lnTo>
                  <a:lnTo>
                    <a:pt x="11234" y="6049"/>
                  </a:lnTo>
                  <a:lnTo>
                    <a:pt x="11234" y="5185"/>
                  </a:lnTo>
                  <a:cubicBezTo>
                    <a:pt x="11234" y="5031"/>
                    <a:pt x="11126" y="4954"/>
                    <a:pt x="11018" y="4954"/>
                  </a:cubicBezTo>
                  <a:cubicBezTo>
                    <a:pt x="10910" y="4954"/>
                    <a:pt x="10802" y="5031"/>
                    <a:pt x="10802" y="5185"/>
                  </a:cubicBezTo>
                  <a:lnTo>
                    <a:pt x="10802" y="8734"/>
                  </a:lnTo>
                  <a:lnTo>
                    <a:pt x="10030" y="9259"/>
                  </a:lnTo>
                  <a:cubicBezTo>
                    <a:pt x="9969" y="9197"/>
                    <a:pt x="9907" y="9166"/>
                    <a:pt x="9845" y="9166"/>
                  </a:cubicBezTo>
                  <a:lnTo>
                    <a:pt x="2870" y="9166"/>
                  </a:lnTo>
                  <a:cubicBezTo>
                    <a:pt x="2809" y="9166"/>
                    <a:pt x="2747" y="9197"/>
                    <a:pt x="2716" y="9259"/>
                  </a:cubicBezTo>
                  <a:lnTo>
                    <a:pt x="1914" y="8734"/>
                  </a:lnTo>
                  <a:lnTo>
                    <a:pt x="1914" y="2161"/>
                  </a:lnTo>
                  <a:lnTo>
                    <a:pt x="10833" y="2161"/>
                  </a:lnTo>
                  <a:lnTo>
                    <a:pt x="10833" y="3889"/>
                  </a:lnTo>
                  <a:cubicBezTo>
                    <a:pt x="10833" y="4028"/>
                    <a:pt x="10941" y="4097"/>
                    <a:pt x="11049" y="4097"/>
                  </a:cubicBezTo>
                  <a:cubicBezTo>
                    <a:pt x="11157" y="4097"/>
                    <a:pt x="11265" y="4028"/>
                    <a:pt x="11265" y="3889"/>
                  </a:cubicBezTo>
                  <a:lnTo>
                    <a:pt x="11265" y="957"/>
                  </a:lnTo>
                  <a:cubicBezTo>
                    <a:pt x="11265" y="432"/>
                    <a:pt x="10833" y="0"/>
                    <a:pt x="103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7" name="Google Shape;12607;p86"/>
          <p:cNvGrpSpPr/>
          <p:nvPr/>
        </p:nvGrpSpPr>
        <p:grpSpPr>
          <a:xfrm>
            <a:off x="5484394" y="1765781"/>
            <a:ext cx="361875" cy="361900"/>
            <a:chOff x="6250075" y="3563425"/>
            <a:chExt cx="361875" cy="361900"/>
          </a:xfrm>
        </p:grpSpPr>
        <p:sp>
          <p:nvSpPr>
            <p:cNvPr id="12608" name="Google Shape;12608;p86"/>
            <p:cNvSpPr/>
            <p:nvPr/>
          </p:nvSpPr>
          <p:spPr>
            <a:xfrm>
              <a:off x="6309050" y="3728950"/>
              <a:ext cx="126650" cy="94125"/>
            </a:xfrm>
            <a:custGeom>
              <a:rect b="b" l="l" r="r" t="t"/>
              <a:pathLst>
                <a:path extrusionOk="0" h="3765" w="5066">
                  <a:moveTo>
                    <a:pt x="2543" y="439"/>
                  </a:moveTo>
                  <a:cubicBezTo>
                    <a:pt x="2840" y="439"/>
                    <a:pt x="3135" y="533"/>
                    <a:pt x="3382" y="725"/>
                  </a:cubicBezTo>
                  <a:lnTo>
                    <a:pt x="1376" y="2731"/>
                  </a:lnTo>
                  <a:cubicBezTo>
                    <a:pt x="944" y="2176"/>
                    <a:pt x="1005" y="1373"/>
                    <a:pt x="1499" y="879"/>
                  </a:cubicBezTo>
                  <a:cubicBezTo>
                    <a:pt x="1791" y="587"/>
                    <a:pt x="2169" y="439"/>
                    <a:pt x="2543" y="439"/>
                  </a:cubicBezTo>
                  <a:close/>
                  <a:moveTo>
                    <a:pt x="3690" y="1034"/>
                  </a:moveTo>
                  <a:lnTo>
                    <a:pt x="3690" y="1034"/>
                  </a:lnTo>
                  <a:cubicBezTo>
                    <a:pt x="4123" y="1620"/>
                    <a:pt x="4061" y="2392"/>
                    <a:pt x="3536" y="2916"/>
                  </a:cubicBezTo>
                  <a:cubicBezTo>
                    <a:pt x="3289" y="3194"/>
                    <a:pt x="2919" y="3348"/>
                    <a:pt x="2518" y="3348"/>
                  </a:cubicBezTo>
                  <a:cubicBezTo>
                    <a:pt x="2209" y="3348"/>
                    <a:pt x="1900" y="3225"/>
                    <a:pt x="1684" y="3040"/>
                  </a:cubicBezTo>
                  <a:lnTo>
                    <a:pt x="3690" y="1034"/>
                  </a:lnTo>
                  <a:close/>
                  <a:moveTo>
                    <a:pt x="2548" y="0"/>
                  </a:moveTo>
                  <a:cubicBezTo>
                    <a:pt x="1162" y="0"/>
                    <a:pt x="0" y="1682"/>
                    <a:pt x="1067" y="3040"/>
                  </a:cubicBezTo>
                  <a:lnTo>
                    <a:pt x="697" y="3410"/>
                  </a:lnTo>
                  <a:cubicBezTo>
                    <a:pt x="635" y="3503"/>
                    <a:pt x="635" y="3626"/>
                    <a:pt x="697" y="3719"/>
                  </a:cubicBezTo>
                  <a:cubicBezTo>
                    <a:pt x="743" y="3749"/>
                    <a:pt x="797" y="3765"/>
                    <a:pt x="851" y="3765"/>
                  </a:cubicBezTo>
                  <a:cubicBezTo>
                    <a:pt x="905" y="3765"/>
                    <a:pt x="959" y="3749"/>
                    <a:pt x="1005" y="3719"/>
                  </a:cubicBezTo>
                  <a:lnTo>
                    <a:pt x="1376" y="3348"/>
                  </a:lnTo>
                  <a:cubicBezTo>
                    <a:pt x="1746" y="3639"/>
                    <a:pt x="2141" y="3764"/>
                    <a:pt x="2519" y="3764"/>
                  </a:cubicBezTo>
                  <a:cubicBezTo>
                    <a:pt x="3904" y="3764"/>
                    <a:pt x="5066" y="2083"/>
                    <a:pt x="3999" y="725"/>
                  </a:cubicBezTo>
                  <a:lnTo>
                    <a:pt x="4339" y="355"/>
                  </a:lnTo>
                  <a:cubicBezTo>
                    <a:pt x="4502" y="214"/>
                    <a:pt x="4365" y="3"/>
                    <a:pt x="4208" y="3"/>
                  </a:cubicBezTo>
                  <a:cubicBezTo>
                    <a:pt x="4158" y="3"/>
                    <a:pt x="4106" y="25"/>
                    <a:pt x="4061" y="77"/>
                  </a:cubicBezTo>
                  <a:lnTo>
                    <a:pt x="3690" y="416"/>
                  </a:lnTo>
                  <a:cubicBezTo>
                    <a:pt x="3320" y="125"/>
                    <a:pt x="2925" y="0"/>
                    <a:pt x="2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86"/>
            <p:cNvSpPr/>
            <p:nvPr/>
          </p:nvSpPr>
          <p:spPr>
            <a:xfrm>
              <a:off x="6525775" y="3657150"/>
              <a:ext cx="69975" cy="54450"/>
            </a:xfrm>
            <a:custGeom>
              <a:rect b="b" l="l" r="r" t="t"/>
              <a:pathLst>
                <a:path extrusionOk="0" h="2178" w="2799">
                  <a:moveTo>
                    <a:pt x="1410" y="449"/>
                  </a:moveTo>
                  <a:cubicBezTo>
                    <a:pt x="1502" y="449"/>
                    <a:pt x="1595" y="480"/>
                    <a:pt x="1688" y="511"/>
                  </a:cubicBezTo>
                  <a:lnTo>
                    <a:pt x="823" y="1375"/>
                  </a:lnTo>
                  <a:cubicBezTo>
                    <a:pt x="700" y="1128"/>
                    <a:pt x="762" y="819"/>
                    <a:pt x="947" y="634"/>
                  </a:cubicBezTo>
                  <a:cubicBezTo>
                    <a:pt x="1070" y="511"/>
                    <a:pt x="1256" y="449"/>
                    <a:pt x="1410" y="449"/>
                  </a:cubicBezTo>
                  <a:close/>
                  <a:moveTo>
                    <a:pt x="1996" y="819"/>
                  </a:moveTo>
                  <a:lnTo>
                    <a:pt x="1996" y="819"/>
                  </a:lnTo>
                  <a:cubicBezTo>
                    <a:pt x="2120" y="1066"/>
                    <a:pt x="2058" y="1344"/>
                    <a:pt x="1873" y="1560"/>
                  </a:cubicBezTo>
                  <a:cubicBezTo>
                    <a:pt x="1753" y="1680"/>
                    <a:pt x="1582" y="1748"/>
                    <a:pt x="1410" y="1748"/>
                  </a:cubicBezTo>
                  <a:cubicBezTo>
                    <a:pt x="1315" y="1748"/>
                    <a:pt x="1220" y="1727"/>
                    <a:pt x="1132" y="1684"/>
                  </a:cubicBezTo>
                  <a:lnTo>
                    <a:pt x="1996" y="819"/>
                  </a:lnTo>
                  <a:close/>
                  <a:moveTo>
                    <a:pt x="1393" y="1"/>
                  </a:moveTo>
                  <a:cubicBezTo>
                    <a:pt x="632" y="1"/>
                    <a:pt x="1" y="900"/>
                    <a:pt x="515" y="1684"/>
                  </a:cubicBezTo>
                  <a:lnTo>
                    <a:pt x="391" y="1807"/>
                  </a:lnTo>
                  <a:cubicBezTo>
                    <a:pt x="249" y="1973"/>
                    <a:pt x="381" y="2176"/>
                    <a:pt x="548" y="2176"/>
                  </a:cubicBezTo>
                  <a:cubicBezTo>
                    <a:pt x="597" y="2176"/>
                    <a:pt x="650" y="2158"/>
                    <a:pt x="700" y="2116"/>
                  </a:cubicBezTo>
                  <a:lnTo>
                    <a:pt x="823" y="1992"/>
                  </a:lnTo>
                  <a:cubicBezTo>
                    <a:pt x="1009" y="2116"/>
                    <a:pt x="1194" y="2177"/>
                    <a:pt x="1410" y="2177"/>
                  </a:cubicBezTo>
                  <a:cubicBezTo>
                    <a:pt x="2274" y="2177"/>
                    <a:pt x="2799" y="1221"/>
                    <a:pt x="2336" y="511"/>
                  </a:cubicBezTo>
                  <a:lnTo>
                    <a:pt x="2459" y="357"/>
                  </a:lnTo>
                  <a:cubicBezTo>
                    <a:pt x="2521" y="295"/>
                    <a:pt x="2521" y="140"/>
                    <a:pt x="2459" y="79"/>
                  </a:cubicBezTo>
                  <a:lnTo>
                    <a:pt x="2428" y="79"/>
                  </a:lnTo>
                  <a:cubicBezTo>
                    <a:pt x="2382" y="32"/>
                    <a:pt x="2328" y="9"/>
                    <a:pt x="2274" y="9"/>
                  </a:cubicBezTo>
                  <a:cubicBezTo>
                    <a:pt x="2220" y="9"/>
                    <a:pt x="2166" y="32"/>
                    <a:pt x="2120" y="79"/>
                  </a:cubicBezTo>
                  <a:lnTo>
                    <a:pt x="1996" y="202"/>
                  </a:lnTo>
                  <a:cubicBezTo>
                    <a:pt x="1798" y="62"/>
                    <a:pt x="1591" y="1"/>
                    <a:pt x="1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86"/>
            <p:cNvSpPr/>
            <p:nvPr/>
          </p:nvSpPr>
          <p:spPr>
            <a:xfrm>
              <a:off x="6510075" y="3563625"/>
              <a:ext cx="101875" cy="177300"/>
            </a:xfrm>
            <a:custGeom>
              <a:rect b="b" l="l" r="r" t="t"/>
              <a:pathLst>
                <a:path extrusionOk="0" h="7092" w="4075">
                  <a:moveTo>
                    <a:pt x="2038" y="1"/>
                  </a:moveTo>
                  <a:cubicBezTo>
                    <a:pt x="1930" y="1"/>
                    <a:pt x="1822" y="70"/>
                    <a:pt x="1822" y="209"/>
                  </a:cubicBezTo>
                  <a:lnTo>
                    <a:pt x="1822" y="980"/>
                  </a:lnTo>
                  <a:lnTo>
                    <a:pt x="1451" y="980"/>
                  </a:lnTo>
                  <a:cubicBezTo>
                    <a:pt x="1174" y="980"/>
                    <a:pt x="896" y="1104"/>
                    <a:pt x="742" y="1320"/>
                  </a:cubicBezTo>
                  <a:lnTo>
                    <a:pt x="217" y="1968"/>
                  </a:lnTo>
                  <a:cubicBezTo>
                    <a:pt x="63" y="2122"/>
                    <a:pt x="1" y="2338"/>
                    <a:pt x="1" y="2554"/>
                  </a:cubicBezTo>
                  <a:lnTo>
                    <a:pt x="1" y="6165"/>
                  </a:lnTo>
                  <a:cubicBezTo>
                    <a:pt x="1" y="6659"/>
                    <a:pt x="402" y="7091"/>
                    <a:pt x="927" y="7091"/>
                  </a:cubicBezTo>
                  <a:lnTo>
                    <a:pt x="3180" y="7091"/>
                  </a:lnTo>
                  <a:cubicBezTo>
                    <a:pt x="3674" y="7091"/>
                    <a:pt x="4075" y="6659"/>
                    <a:pt x="4075" y="6165"/>
                  </a:cubicBezTo>
                  <a:lnTo>
                    <a:pt x="4075" y="4344"/>
                  </a:lnTo>
                  <a:cubicBezTo>
                    <a:pt x="4075" y="4206"/>
                    <a:pt x="3974" y="4136"/>
                    <a:pt x="3874" y="4136"/>
                  </a:cubicBezTo>
                  <a:cubicBezTo>
                    <a:pt x="3774" y="4136"/>
                    <a:pt x="3674" y="4206"/>
                    <a:pt x="3674" y="4344"/>
                  </a:cubicBezTo>
                  <a:lnTo>
                    <a:pt x="3674" y="6165"/>
                  </a:lnTo>
                  <a:cubicBezTo>
                    <a:pt x="3674" y="6443"/>
                    <a:pt x="3458" y="6659"/>
                    <a:pt x="3180" y="6659"/>
                  </a:cubicBezTo>
                  <a:lnTo>
                    <a:pt x="927" y="6659"/>
                  </a:lnTo>
                  <a:cubicBezTo>
                    <a:pt x="649" y="6659"/>
                    <a:pt x="433" y="6443"/>
                    <a:pt x="433" y="6165"/>
                  </a:cubicBezTo>
                  <a:lnTo>
                    <a:pt x="433" y="2524"/>
                  </a:lnTo>
                  <a:cubicBezTo>
                    <a:pt x="433" y="2431"/>
                    <a:pt x="464" y="2308"/>
                    <a:pt x="526" y="2215"/>
                  </a:cubicBezTo>
                  <a:lnTo>
                    <a:pt x="1050" y="1567"/>
                  </a:lnTo>
                  <a:cubicBezTo>
                    <a:pt x="1143" y="1443"/>
                    <a:pt x="1297" y="1382"/>
                    <a:pt x="1451" y="1382"/>
                  </a:cubicBezTo>
                  <a:lnTo>
                    <a:pt x="1822" y="1382"/>
                  </a:lnTo>
                  <a:lnTo>
                    <a:pt x="1822" y="2308"/>
                  </a:lnTo>
                  <a:cubicBezTo>
                    <a:pt x="1822" y="2431"/>
                    <a:pt x="1914" y="2524"/>
                    <a:pt x="2038" y="2524"/>
                  </a:cubicBezTo>
                  <a:cubicBezTo>
                    <a:pt x="2161" y="2524"/>
                    <a:pt x="2254" y="2431"/>
                    <a:pt x="2254" y="2308"/>
                  </a:cubicBezTo>
                  <a:lnTo>
                    <a:pt x="2254" y="1382"/>
                  </a:lnTo>
                  <a:lnTo>
                    <a:pt x="2655" y="1382"/>
                  </a:lnTo>
                  <a:cubicBezTo>
                    <a:pt x="2809" y="1382"/>
                    <a:pt x="2933" y="1443"/>
                    <a:pt x="3025" y="1567"/>
                  </a:cubicBezTo>
                  <a:lnTo>
                    <a:pt x="3550" y="2215"/>
                  </a:lnTo>
                  <a:cubicBezTo>
                    <a:pt x="3612" y="2308"/>
                    <a:pt x="3674" y="2431"/>
                    <a:pt x="3674" y="2524"/>
                  </a:cubicBezTo>
                  <a:lnTo>
                    <a:pt x="3674" y="3141"/>
                  </a:lnTo>
                  <a:cubicBezTo>
                    <a:pt x="3674" y="3264"/>
                    <a:pt x="3766" y="3357"/>
                    <a:pt x="3859" y="3357"/>
                  </a:cubicBezTo>
                  <a:cubicBezTo>
                    <a:pt x="3982" y="3357"/>
                    <a:pt x="4075" y="3264"/>
                    <a:pt x="4075" y="3141"/>
                  </a:cubicBezTo>
                  <a:lnTo>
                    <a:pt x="4075" y="2554"/>
                  </a:lnTo>
                  <a:cubicBezTo>
                    <a:pt x="4075" y="2338"/>
                    <a:pt x="4013" y="2122"/>
                    <a:pt x="3890" y="1968"/>
                  </a:cubicBezTo>
                  <a:lnTo>
                    <a:pt x="3365" y="1320"/>
                  </a:lnTo>
                  <a:cubicBezTo>
                    <a:pt x="3180" y="1104"/>
                    <a:pt x="2933" y="980"/>
                    <a:pt x="2655" y="980"/>
                  </a:cubicBezTo>
                  <a:lnTo>
                    <a:pt x="2254" y="980"/>
                  </a:lnTo>
                  <a:lnTo>
                    <a:pt x="2254" y="209"/>
                  </a:lnTo>
                  <a:cubicBezTo>
                    <a:pt x="2254" y="70"/>
                    <a:pt x="2146" y="1"/>
                    <a:pt x="20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86"/>
            <p:cNvSpPr/>
            <p:nvPr/>
          </p:nvSpPr>
          <p:spPr>
            <a:xfrm>
              <a:off x="6250075" y="3563425"/>
              <a:ext cx="361875" cy="361900"/>
            </a:xfrm>
            <a:custGeom>
              <a:rect b="b" l="l" r="r" t="t"/>
              <a:pathLst>
                <a:path extrusionOk="0" h="14476" w="14475">
                  <a:moveTo>
                    <a:pt x="5093" y="433"/>
                  </a:moveTo>
                  <a:cubicBezTo>
                    <a:pt x="6019" y="433"/>
                    <a:pt x="6759" y="1174"/>
                    <a:pt x="6759" y="2099"/>
                  </a:cubicBezTo>
                  <a:lnTo>
                    <a:pt x="6759" y="3365"/>
                  </a:lnTo>
                  <a:lnTo>
                    <a:pt x="3025" y="3365"/>
                  </a:lnTo>
                  <a:lnTo>
                    <a:pt x="3025" y="2099"/>
                  </a:lnTo>
                  <a:cubicBezTo>
                    <a:pt x="3025" y="1174"/>
                    <a:pt x="3766" y="433"/>
                    <a:pt x="4692" y="433"/>
                  </a:cubicBezTo>
                  <a:close/>
                  <a:moveTo>
                    <a:pt x="13641" y="8179"/>
                  </a:moveTo>
                  <a:cubicBezTo>
                    <a:pt x="13858" y="8210"/>
                    <a:pt x="14074" y="8395"/>
                    <a:pt x="14074" y="8642"/>
                  </a:cubicBezTo>
                  <a:lnTo>
                    <a:pt x="14074" y="8982"/>
                  </a:lnTo>
                  <a:lnTo>
                    <a:pt x="8210" y="8982"/>
                  </a:lnTo>
                  <a:lnTo>
                    <a:pt x="8210" y="8642"/>
                  </a:lnTo>
                  <a:cubicBezTo>
                    <a:pt x="8210" y="8395"/>
                    <a:pt x="8395" y="8179"/>
                    <a:pt x="8642" y="8179"/>
                  </a:cubicBezTo>
                  <a:close/>
                  <a:moveTo>
                    <a:pt x="4692" y="1"/>
                  </a:moveTo>
                  <a:cubicBezTo>
                    <a:pt x="3519" y="1"/>
                    <a:pt x="2593" y="927"/>
                    <a:pt x="2593" y="2099"/>
                  </a:cubicBezTo>
                  <a:lnTo>
                    <a:pt x="2593" y="3365"/>
                  </a:lnTo>
                  <a:lnTo>
                    <a:pt x="247" y="3365"/>
                  </a:lnTo>
                  <a:cubicBezTo>
                    <a:pt x="124" y="3365"/>
                    <a:pt x="31" y="3457"/>
                    <a:pt x="31" y="3581"/>
                  </a:cubicBezTo>
                  <a:lnTo>
                    <a:pt x="31" y="4661"/>
                  </a:lnTo>
                  <a:cubicBezTo>
                    <a:pt x="31" y="4800"/>
                    <a:pt x="132" y="4869"/>
                    <a:pt x="232" y="4869"/>
                  </a:cubicBezTo>
                  <a:cubicBezTo>
                    <a:pt x="332" y="4869"/>
                    <a:pt x="433" y="4800"/>
                    <a:pt x="433" y="4661"/>
                  </a:cubicBezTo>
                  <a:lnTo>
                    <a:pt x="433" y="3797"/>
                  </a:lnTo>
                  <a:lnTo>
                    <a:pt x="2624" y="3797"/>
                  </a:lnTo>
                  <a:lnTo>
                    <a:pt x="2624" y="4661"/>
                  </a:lnTo>
                  <a:cubicBezTo>
                    <a:pt x="2624" y="4800"/>
                    <a:pt x="2724" y="4869"/>
                    <a:pt x="2824" y="4869"/>
                  </a:cubicBezTo>
                  <a:cubicBezTo>
                    <a:pt x="2925" y="4869"/>
                    <a:pt x="3025" y="4800"/>
                    <a:pt x="3025" y="4661"/>
                  </a:cubicBezTo>
                  <a:lnTo>
                    <a:pt x="3025" y="3797"/>
                  </a:lnTo>
                  <a:lnTo>
                    <a:pt x="6790" y="3797"/>
                  </a:lnTo>
                  <a:lnTo>
                    <a:pt x="6790" y="4661"/>
                  </a:lnTo>
                  <a:cubicBezTo>
                    <a:pt x="6790" y="4800"/>
                    <a:pt x="6890" y="4869"/>
                    <a:pt x="6991" y="4869"/>
                  </a:cubicBezTo>
                  <a:cubicBezTo>
                    <a:pt x="7091" y="4869"/>
                    <a:pt x="7191" y="4800"/>
                    <a:pt x="7191" y="4661"/>
                  </a:cubicBezTo>
                  <a:lnTo>
                    <a:pt x="7191" y="3797"/>
                  </a:lnTo>
                  <a:lnTo>
                    <a:pt x="9352" y="3797"/>
                  </a:lnTo>
                  <a:lnTo>
                    <a:pt x="9352" y="7778"/>
                  </a:lnTo>
                  <a:lnTo>
                    <a:pt x="8673" y="7778"/>
                  </a:lnTo>
                  <a:cubicBezTo>
                    <a:pt x="8179" y="7778"/>
                    <a:pt x="7809" y="8148"/>
                    <a:pt x="7809" y="8642"/>
                  </a:cubicBezTo>
                  <a:lnTo>
                    <a:pt x="7809" y="12037"/>
                  </a:lnTo>
                  <a:lnTo>
                    <a:pt x="2902" y="12037"/>
                  </a:lnTo>
                  <a:cubicBezTo>
                    <a:pt x="2624" y="12037"/>
                    <a:pt x="2624" y="12438"/>
                    <a:pt x="2902" y="12438"/>
                  </a:cubicBezTo>
                  <a:lnTo>
                    <a:pt x="7778" y="12438"/>
                  </a:lnTo>
                  <a:lnTo>
                    <a:pt x="7778" y="13611"/>
                  </a:lnTo>
                  <a:cubicBezTo>
                    <a:pt x="7778" y="13765"/>
                    <a:pt x="7809" y="13889"/>
                    <a:pt x="7901" y="14043"/>
                  </a:cubicBezTo>
                  <a:lnTo>
                    <a:pt x="1081" y="14043"/>
                  </a:lnTo>
                  <a:cubicBezTo>
                    <a:pt x="710" y="14043"/>
                    <a:pt x="433" y="13765"/>
                    <a:pt x="433" y="13395"/>
                  </a:cubicBezTo>
                  <a:lnTo>
                    <a:pt x="433" y="12438"/>
                  </a:lnTo>
                  <a:lnTo>
                    <a:pt x="1698" y="12438"/>
                  </a:lnTo>
                  <a:cubicBezTo>
                    <a:pt x="1976" y="12438"/>
                    <a:pt x="1976" y="12006"/>
                    <a:pt x="1698" y="12006"/>
                  </a:cubicBezTo>
                  <a:lnTo>
                    <a:pt x="433" y="12006"/>
                  </a:lnTo>
                  <a:lnTo>
                    <a:pt x="433" y="5834"/>
                  </a:lnTo>
                  <a:cubicBezTo>
                    <a:pt x="433" y="5679"/>
                    <a:pt x="325" y="5602"/>
                    <a:pt x="217" y="5602"/>
                  </a:cubicBezTo>
                  <a:cubicBezTo>
                    <a:pt x="109" y="5602"/>
                    <a:pt x="1" y="5679"/>
                    <a:pt x="1" y="5834"/>
                  </a:cubicBezTo>
                  <a:lnTo>
                    <a:pt x="1" y="13426"/>
                  </a:lnTo>
                  <a:cubicBezTo>
                    <a:pt x="1" y="14012"/>
                    <a:pt x="463" y="14475"/>
                    <a:pt x="1081" y="14475"/>
                  </a:cubicBezTo>
                  <a:lnTo>
                    <a:pt x="11944" y="14475"/>
                  </a:lnTo>
                  <a:cubicBezTo>
                    <a:pt x="12222" y="14475"/>
                    <a:pt x="12222" y="14043"/>
                    <a:pt x="11944" y="14043"/>
                  </a:cubicBezTo>
                  <a:lnTo>
                    <a:pt x="8642" y="14043"/>
                  </a:lnTo>
                  <a:cubicBezTo>
                    <a:pt x="8395" y="14043"/>
                    <a:pt x="8210" y="13858"/>
                    <a:pt x="8210" y="13611"/>
                  </a:cubicBezTo>
                  <a:lnTo>
                    <a:pt x="8210" y="9414"/>
                  </a:lnTo>
                  <a:lnTo>
                    <a:pt x="14043" y="9414"/>
                  </a:lnTo>
                  <a:lnTo>
                    <a:pt x="14043" y="13611"/>
                  </a:lnTo>
                  <a:cubicBezTo>
                    <a:pt x="14043" y="13858"/>
                    <a:pt x="13858" y="14043"/>
                    <a:pt x="13611" y="14043"/>
                  </a:cubicBezTo>
                  <a:lnTo>
                    <a:pt x="13117" y="14043"/>
                  </a:lnTo>
                  <a:cubicBezTo>
                    <a:pt x="12839" y="14043"/>
                    <a:pt x="12839" y="14475"/>
                    <a:pt x="13117" y="14475"/>
                  </a:cubicBezTo>
                  <a:lnTo>
                    <a:pt x="13611" y="14475"/>
                  </a:lnTo>
                  <a:cubicBezTo>
                    <a:pt x="14104" y="14475"/>
                    <a:pt x="14475" y="14105"/>
                    <a:pt x="14475" y="13611"/>
                  </a:cubicBezTo>
                  <a:lnTo>
                    <a:pt x="14475" y="8642"/>
                  </a:lnTo>
                  <a:cubicBezTo>
                    <a:pt x="14475" y="8148"/>
                    <a:pt x="14104" y="7778"/>
                    <a:pt x="13641" y="7778"/>
                  </a:cubicBezTo>
                  <a:lnTo>
                    <a:pt x="9784" y="7778"/>
                  </a:lnTo>
                  <a:lnTo>
                    <a:pt x="9784" y="3581"/>
                  </a:lnTo>
                  <a:cubicBezTo>
                    <a:pt x="9784" y="3457"/>
                    <a:pt x="9660" y="3365"/>
                    <a:pt x="9568" y="3365"/>
                  </a:cubicBezTo>
                  <a:lnTo>
                    <a:pt x="7191" y="3365"/>
                  </a:lnTo>
                  <a:lnTo>
                    <a:pt x="7191" y="2099"/>
                  </a:lnTo>
                  <a:cubicBezTo>
                    <a:pt x="7191" y="927"/>
                    <a:pt x="6235" y="1"/>
                    <a:pt x="50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86"/>
            <p:cNvSpPr/>
            <p:nvPr/>
          </p:nvSpPr>
          <p:spPr>
            <a:xfrm>
              <a:off x="6483950" y="3822850"/>
              <a:ext cx="88575" cy="67175"/>
            </a:xfrm>
            <a:custGeom>
              <a:rect b="b" l="l" r="r" t="t"/>
              <a:pathLst>
                <a:path extrusionOk="0" h="2687" w="3543">
                  <a:moveTo>
                    <a:pt x="1787" y="456"/>
                  </a:moveTo>
                  <a:cubicBezTo>
                    <a:pt x="1941" y="456"/>
                    <a:pt x="2095" y="487"/>
                    <a:pt x="2250" y="580"/>
                  </a:cubicBezTo>
                  <a:lnTo>
                    <a:pt x="1015" y="1814"/>
                  </a:lnTo>
                  <a:cubicBezTo>
                    <a:pt x="799" y="1444"/>
                    <a:pt x="861" y="1012"/>
                    <a:pt x="1139" y="703"/>
                  </a:cubicBezTo>
                  <a:cubicBezTo>
                    <a:pt x="1324" y="549"/>
                    <a:pt x="1540" y="456"/>
                    <a:pt x="1787" y="456"/>
                  </a:cubicBezTo>
                  <a:close/>
                  <a:moveTo>
                    <a:pt x="2558" y="858"/>
                  </a:moveTo>
                  <a:lnTo>
                    <a:pt x="2558" y="858"/>
                  </a:lnTo>
                  <a:cubicBezTo>
                    <a:pt x="2774" y="1228"/>
                    <a:pt x="2713" y="1660"/>
                    <a:pt x="2404" y="1969"/>
                  </a:cubicBezTo>
                  <a:cubicBezTo>
                    <a:pt x="2239" y="2133"/>
                    <a:pt x="2010" y="2222"/>
                    <a:pt x="1779" y="2222"/>
                  </a:cubicBezTo>
                  <a:cubicBezTo>
                    <a:pt x="1621" y="2222"/>
                    <a:pt x="1462" y="2180"/>
                    <a:pt x="1324" y="2092"/>
                  </a:cubicBezTo>
                  <a:lnTo>
                    <a:pt x="2558" y="858"/>
                  </a:lnTo>
                  <a:close/>
                  <a:moveTo>
                    <a:pt x="1766" y="1"/>
                  </a:moveTo>
                  <a:cubicBezTo>
                    <a:pt x="793" y="1"/>
                    <a:pt x="0" y="1148"/>
                    <a:pt x="707" y="2123"/>
                  </a:cubicBezTo>
                  <a:lnTo>
                    <a:pt x="521" y="2308"/>
                  </a:lnTo>
                  <a:cubicBezTo>
                    <a:pt x="429" y="2401"/>
                    <a:pt x="429" y="2524"/>
                    <a:pt x="521" y="2617"/>
                  </a:cubicBezTo>
                  <a:cubicBezTo>
                    <a:pt x="552" y="2663"/>
                    <a:pt x="598" y="2686"/>
                    <a:pt x="649" y="2686"/>
                  </a:cubicBezTo>
                  <a:cubicBezTo>
                    <a:pt x="699" y="2686"/>
                    <a:pt x="753" y="2663"/>
                    <a:pt x="799" y="2617"/>
                  </a:cubicBezTo>
                  <a:lnTo>
                    <a:pt x="1015" y="2401"/>
                  </a:lnTo>
                  <a:cubicBezTo>
                    <a:pt x="1269" y="2590"/>
                    <a:pt x="1537" y="2671"/>
                    <a:pt x="1793" y="2671"/>
                  </a:cubicBezTo>
                  <a:cubicBezTo>
                    <a:pt x="2750" y="2671"/>
                    <a:pt x="3542" y="1529"/>
                    <a:pt x="2836" y="580"/>
                  </a:cubicBezTo>
                  <a:lnTo>
                    <a:pt x="3052" y="364"/>
                  </a:lnTo>
                  <a:cubicBezTo>
                    <a:pt x="3114" y="302"/>
                    <a:pt x="3114" y="148"/>
                    <a:pt x="3052" y="86"/>
                  </a:cubicBezTo>
                  <a:cubicBezTo>
                    <a:pt x="3006" y="40"/>
                    <a:pt x="2952" y="17"/>
                    <a:pt x="2898" y="17"/>
                  </a:cubicBezTo>
                  <a:cubicBezTo>
                    <a:pt x="2844" y="17"/>
                    <a:pt x="2790" y="40"/>
                    <a:pt x="2743" y="86"/>
                  </a:cubicBezTo>
                  <a:lnTo>
                    <a:pt x="2558" y="271"/>
                  </a:lnTo>
                  <a:cubicBezTo>
                    <a:pt x="2298" y="83"/>
                    <a:pt x="2026" y="1"/>
                    <a:pt x="1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3" name="Google Shape;12613;p86"/>
          <p:cNvGrpSpPr/>
          <p:nvPr/>
        </p:nvGrpSpPr>
        <p:grpSpPr>
          <a:xfrm>
            <a:off x="6266531" y="1765781"/>
            <a:ext cx="365725" cy="361900"/>
            <a:chOff x="5504000" y="3563425"/>
            <a:chExt cx="365725" cy="361900"/>
          </a:xfrm>
        </p:grpSpPr>
        <p:sp>
          <p:nvSpPr>
            <p:cNvPr id="12614" name="Google Shape;12614;p86"/>
            <p:cNvSpPr/>
            <p:nvPr/>
          </p:nvSpPr>
          <p:spPr>
            <a:xfrm>
              <a:off x="5564950" y="3631200"/>
              <a:ext cx="243050" cy="227000"/>
            </a:xfrm>
            <a:custGeom>
              <a:rect b="b" l="l" r="r" t="t"/>
              <a:pathLst>
                <a:path extrusionOk="0" h="9080" w="9722">
                  <a:moveTo>
                    <a:pt x="5247" y="2444"/>
                  </a:moveTo>
                  <a:cubicBezTo>
                    <a:pt x="5339" y="2629"/>
                    <a:pt x="5432" y="2783"/>
                    <a:pt x="5586" y="2907"/>
                  </a:cubicBezTo>
                  <a:cubicBezTo>
                    <a:pt x="5833" y="3154"/>
                    <a:pt x="6203" y="3339"/>
                    <a:pt x="6574" y="3370"/>
                  </a:cubicBezTo>
                  <a:lnTo>
                    <a:pt x="6574" y="3740"/>
                  </a:lnTo>
                  <a:cubicBezTo>
                    <a:pt x="6574" y="4604"/>
                    <a:pt x="5864" y="5283"/>
                    <a:pt x="5031" y="5283"/>
                  </a:cubicBezTo>
                  <a:lnTo>
                    <a:pt x="4722" y="5283"/>
                  </a:lnTo>
                  <a:cubicBezTo>
                    <a:pt x="3858" y="5283"/>
                    <a:pt x="3179" y="4604"/>
                    <a:pt x="3179" y="3740"/>
                  </a:cubicBezTo>
                  <a:lnTo>
                    <a:pt x="3148" y="3771"/>
                  </a:lnTo>
                  <a:lnTo>
                    <a:pt x="3148" y="3370"/>
                  </a:lnTo>
                  <a:lnTo>
                    <a:pt x="3673" y="3370"/>
                  </a:lnTo>
                  <a:cubicBezTo>
                    <a:pt x="4167" y="3370"/>
                    <a:pt x="4629" y="3184"/>
                    <a:pt x="4969" y="2814"/>
                  </a:cubicBezTo>
                  <a:cubicBezTo>
                    <a:pt x="5062" y="2722"/>
                    <a:pt x="5154" y="2567"/>
                    <a:pt x="5247" y="2444"/>
                  </a:cubicBezTo>
                  <a:close/>
                  <a:moveTo>
                    <a:pt x="5339" y="5746"/>
                  </a:moveTo>
                  <a:lnTo>
                    <a:pt x="5339" y="6548"/>
                  </a:lnTo>
                  <a:cubicBezTo>
                    <a:pt x="5339" y="6857"/>
                    <a:pt x="5108" y="7011"/>
                    <a:pt x="4876" y="7011"/>
                  </a:cubicBezTo>
                  <a:cubicBezTo>
                    <a:pt x="4645" y="7011"/>
                    <a:pt x="4413" y="6857"/>
                    <a:pt x="4413" y="6548"/>
                  </a:cubicBezTo>
                  <a:lnTo>
                    <a:pt x="4413" y="5746"/>
                  </a:lnTo>
                  <a:lnTo>
                    <a:pt x="4722" y="5746"/>
                  </a:lnTo>
                  <a:cubicBezTo>
                    <a:pt x="4784" y="5756"/>
                    <a:pt x="4849" y="5760"/>
                    <a:pt x="4916" y="5760"/>
                  </a:cubicBezTo>
                  <a:cubicBezTo>
                    <a:pt x="5051" y="5760"/>
                    <a:pt x="5195" y="5746"/>
                    <a:pt x="5339" y="5746"/>
                  </a:cubicBezTo>
                  <a:close/>
                  <a:moveTo>
                    <a:pt x="3981" y="6394"/>
                  </a:moveTo>
                  <a:lnTo>
                    <a:pt x="3981" y="6548"/>
                  </a:lnTo>
                  <a:cubicBezTo>
                    <a:pt x="3981" y="7135"/>
                    <a:pt x="4421" y="7428"/>
                    <a:pt x="4861" y="7428"/>
                  </a:cubicBezTo>
                  <a:cubicBezTo>
                    <a:pt x="5301" y="7428"/>
                    <a:pt x="5741" y="7135"/>
                    <a:pt x="5741" y="6548"/>
                  </a:cubicBezTo>
                  <a:lnTo>
                    <a:pt x="5741" y="6425"/>
                  </a:lnTo>
                  <a:lnTo>
                    <a:pt x="6358" y="6425"/>
                  </a:lnTo>
                  <a:cubicBezTo>
                    <a:pt x="7129" y="6425"/>
                    <a:pt x="7747" y="7042"/>
                    <a:pt x="7747" y="7814"/>
                  </a:cubicBezTo>
                  <a:lnTo>
                    <a:pt x="7747" y="8647"/>
                  </a:lnTo>
                  <a:lnTo>
                    <a:pt x="1975" y="8647"/>
                  </a:lnTo>
                  <a:lnTo>
                    <a:pt x="1975" y="7783"/>
                  </a:lnTo>
                  <a:cubicBezTo>
                    <a:pt x="1975" y="7011"/>
                    <a:pt x="2593" y="6394"/>
                    <a:pt x="3364" y="6394"/>
                  </a:cubicBezTo>
                  <a:close/>
                  <a:moveTo>
                    <a:pt x="4733" y="1"/>
                  </a:moveTo>
                  <a:cubicBezTo>
                    <a:pt x="4318" y="1"/>
                    <a:pt x="3906" y="117"/>
                    <a:pt x="3518" y="283"/>
                  </a:cubicBezTo>
                  <a:cubicBezTo>
                    <a:pt x="3277" y="391"/>
                    <a:pt x="3385" y="708"/>
                    <a:pt x="3600" y="708"/>
                  </a:cubicBezTo>
                  <a:cubicBezTo>
                    <a:pt x="3633" y="708"/>
                    <a:pt x="3667" y="701"/>
                    <a:pt x="3704" y="685"/>
                  </a:cubicBezTo>
                  <a:cubicBezTo>
                    <a:pt x="4074" y="500"/>
                    <a:pt x="4475" y="407"/>
                    <a:pt x="4876" y="407"/>
                  </a:cubicBezTo>
                  <a:cubicBezTo>
                    <a:pt x="6296" y="407"/>
                    <a:pt x="7438" y="1580"/>
                    <a:pt x="7438" y="2999"/>
                  </a:cubicBezTo>
                  <a:cubicBezTo>
                    <a:pt x="7438" y="3184"/>
                    <a:pt x="7438" y="3401"/>
                    <a:pt x="7407" y="3617"/>
                  </a:cubicBezTo>
                  <a:cubicBezTo>
                    <a:pt x="7284" y="4450"/>
                    <a:pt x="7129" y="5592"/>
                    <a:pt x="8364" y="6240"/>
                  </a:cubicBezTo>
                  <a:cubicBezTo>
                    <a:pt x="8981" y="6548"/>
                    <a:pt x="9259" y="7258"/>
                    <a:pt x="9012" y="7906"/>
                  </a:cubicBezTo>
                  <a:cubicBezTo>
                    <a:pt x="8888" y="8308"/>
                    <a:pt x="8549" y="8585"/>
                    <a:pt x="8179" y="8647"/>
                  </a:cubicBezTo>
                  <a:lnTo>
                    <a:pt x="8179" y="7783"/>
                  </a:lnTo>
                  <a:cubicBezTo>
                    <a:pt x="8179" y="6764"/>
                    <a:pt x="7345" y="5962"/>
                    <a:pt x="6358" y="5962"/>
                  </a:cubicBezTo>
                  <a:lnTo>
                    <a:pt x="5741" y="5962"/>
                  </a:lnTo>
                  <a:lnTo>
                    <a:pt x="5741" y="5592"/>
                  </a:lnTo>
                  <a:cubicBezTo>
                    <a:pt x="6481" y="5283"/>
                    <a:pt x="6975" y="4542"/>
                    <a:pt x="6975" y="3740"/>
                  </a:cubicBezTo>
                  <a:lnTo>
                    <a:pt x="6975" y="3154"/>
                  </a:lnTo>
                  <a:cubicBezTo>
                    <a:pt x="6975" y="3030"/>
                    <a:pt x="6882" y="2938"/>
                    <a:pt x="6759" y="2938"/>
                  </a:cubicBezTo>
                  <a:cubicBezTo>
                    <a:pt x="6742" y="2938"/>
                    <a:pt x="6725" y="2939"/>
                    <a:pt x="6708" y="2939"/>
                  </a:cubicBezTo>
                  <a:cubicBezTo>
                    <a:pt x="5992" y="2939"/>
                    <a:pt x="5433" y="2303"/>
                    <a:pt x="5463" y="1580"/>
                  </a:cubicBezTo>
                  <a:cubicBezTo>
                    <a:pt x="5463" y="1410"/>
                    <a:pt x="5355" y="1325"/>
                    <a:pt x="5251" y="1325"/>
                  </a:cubicBezTo>
                  <a:cubicBezTo>
                    <a:pt x="5146" y="1325"/>
                    <a:pt x="5046" y="1410"/>
                    <a:pt x="5062" y="1580"/>
                  </a:cubicBezTo>
                  <a:cubicBezTo>
                    <a:pt x="5031" y="1950"/>
                    <a:pt x="4876" y="2259"/>
                    <a:pt x="4629" y="2506"/>
                  </a:cubicBezTo>
                  <a:cubicBezTo>
                    <a:pt x="4383" y="2783"/>
                    <a:pt x="4043" y="2938"/>
                    <a:pt x="3673" y="2938"/>
                  </a:cubicBezTo>
                  <a:lnTo>
                    <a:pt x="2963" y="2938"/>
                  </a:lnTo>
                  <a:cubicBezTo>
                    <a:pt x="2839" y="2938"/>
                    <a:pt x="2747" y="3030"/>
                    <a:pt x="2747" y="3154"/>
                  </a:cubicBezTo>
                  <a:lnTo>
                    <a:pt x="2747" y="3740"/>
                  </a:lnTo>
                  <a:cubicBezTo>
                    <a:pt x="2747" y="4542"/>
                    <a:pt x="3241" y="5283"/>
                    <a:pt x="3981" y="5592"/>
                  </a:cubicBezTo>
                  <a:lnTo>
                    <a:pt x="3981" y="5962"/>
                  </a:lnTo>
                  <a:lnTo>
                    <a:pt x="3364" y="5962"/>
                  </a:lnTo>
                  <a:cubicBezTo>
                    <a:pt x="2346" y="5962"/>
                    <a:pt x="1543" y="6764"/>
                    <a:pt x="1543" y="7783"/>
                  </a:cubicBezTo>
                  <a:lnTo>
                    <a:pt x="1543" y="8647"/>
                  </a:lnTo>
                  <a:cubicBezTo>
                    <a:pt x="1142" y="8554"/>
                    <a:pt x="833" y="8277"/>
                    <a:pt x="710" y="7906"/>
                  </a:cubicBezTo>
                  <a:cubicBezTo>
                    <a:pt x="463" y="7258"/>
                    <a:pt x="741" y="6518"/>
                    <a:pt x="1358" y="6209"/>
                  </a:cubicBezTo>
                  <a:cubicBezTo>
                    <a:pt x="2593" y="5561"/>
                    <a:pt x="2438" y="4419"/>
                    <a:pt x="2315" y="3586"/>
                  </a:cubicBezTo>
                  <a:cubicBezTo>
                    <a:pt x="2284" y="3401"/>
                    <a:pt x="2284" y="3184"/>
                    <a:pt x="2253" y="2968"/>
                  </a:cubicBezTo>
                  <a:cubicBezTo>
                    <a:pt x="2253" y="2413"/>
                    <a:pt x="2438" y="1857"/>
                    <a:pt x="2809" y="1395"/>
                  </a:cubicBezTo>
                  <a:cubicBezTo>
                    <a:pt x="2921" y="1237"/>
                    <a:pt x="2788" y="1064"/>
                    <a:pt x="2637" y="1064"/>
                  </a:cubicBezTo>
                  <a:cubicBezTo>
                    <a:pt x="2580" y="1064"/>
                    <a:pt x="2520" y="1089"/>
                    <a:pt x="2469" y="1148"/>
                  </a:cubicBezTo>
                  <a:cubicBezTo>
                    <a:pt x="2068" y="1672"/>
                    <a:pt x="1852" y="2320"/>
                    <a:pt x="1852" y="2968"/>
                  </a:cubicBezTo>
                  <a:cubicBezTo>
                    <a:pt x="1852" y="3184"/>
                    <a:pt x="1852" y="3431"/>
                    <a:pt x="1914" y="3647"/>
                  </a:cubicBezTo>
                  <a:cubicBezTo>
                    <a:pt x="2006" y="4481"/>
                    <a:pt x="2130" y="5345"/>
                    <a:pt x="1173" y="5839"/>
                  </a:cubicBezTo>
                  <a:cubicBezTo>
                    <a:pt x="340" y="6240"/>
                    <a:pt x="0" y="7197"/>
                    <a:pt x="309" y="8030"/>
                  </a:cubicBezTo>
                  <a:cubicBezTo>
                    <a:pt x="494" y="8616"/>
                    <a:pt x="1019" y="9048"/>
                    <a:pt x="1636" y="9079"/>
                  </a:cubicBezTo>
                  <a:lnTo>
                    <a:pt x="7963" y="9079"/>
                  </a:lnTo>
                  <a:cubicBezTo>
                    <a:pt x="8611" y="9079"/>
                    <a:pt x="9197" y="8678"/>
                    <a:pt x="9413" y="8030"/>
                  </a:cubicBezTo>
                  <a:cubicBezTo>
                    <a:pt x="9413" y="7999"/>
                    <a:pt x="9444" y="7968"/>
                    <a:pt x="9444" y="7906"/>
                  </a:cubicBezTo>
                  <a:cubicBezTo>
                    <a:pt x="9722" y="7104"/>
                    <a:pt x="9320" y="6240"/>
                    <a:pt x="8580" y="5839"/>
                  </a:cubicBezTo>
                  <a:cubicBezTo>
                    <a:pt x="7623" y="5345"/>
                    <a:pt x="7716" y="4481"/>
                    <a:pt x="7839" y="3647"/>
                  </a:cubicBezTo>
                  <a:cubicBezTo>
                    <a:pt x="7870" y="3431"/>
                    <a:pt x="7870" y="3184"/>
                    <a:pt x="7901" y="2968"/>
                  </a:cubicBezTo>
                  <a:cubicBezTo>
                    <a:pt x="7870" y="1321"/>
                    <a:pt x="6573" y="5"/>
                    <a:pt x="4933" y="5"/>
                  </a:cubicBezTo>
                  <a:cubicBezTo>
                    <a:pt x="4914" y="5"/>
                    <a:pt x="4895" y="5"/>
                    <a:pt x="4876" y="6"/>
                  </a:cubicBezTo>
                  <a:cubicBezTo>
                    <a:pt x="4829" y="3"/>
                    <a:pt x="4781" y="1"/>
                    <a:pt x="47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86"/>
            <p:cNvSpPr/>
            <p:nvPr/>
          </p:nvSpPr>
          <p:spPr>
            <a:xfrm>
              <a:off x="5544875" y="3839250"/>
              <a:ext cx="49400" cy="46725"/>
            </a:xfrm>
            <a:custGeom>
              <a:rect b="b" l="l" r="r" t="t"/>
              <a:pathLst>
                <a:path extrusionOk="0" h="1869" w="1976">
                  <a:moveTo>
                    <a:pt x="201" y="1"/>
                  </a:moveTo>
                  <a:cubicBezTo>
                    <a:pt x="101" y="1"/>
                    <a:pt x="1" y="78"/>
                    <a:pt x="1" y="232"/>
                  </a:cubicBezTo>
                  <a:lnTo>
                    <a:pt x="1" y="1004"/>
                  </a:lnTo>
                  <a:cubicBezTo>
                    <a:pt x="1" y="1467"/>
                    <a:pt x="371" y="1868"/>
                    <a:pt x="865" y="1868"/>
                  </a:cubicBezTo>
                  <a:lnTo>
                    <a:pt x="1667" y="1868"/>
                  </a:lnTo>
                  <a:cubicBezTo>
                    <a:pt x="1976" y="1868"/>
                    <a:pt x="1976" y="1436"/>
                    <a:pt x="1667" y="1436"/>
                  </a:cubicBezTo>
                  <a:lnTo>
                    <a:pt x="865" y="1436"/>
                  </a:lnTo>
                  <a:cubicBezTo>
                    <a:pt x="618" y="1436"/>
                    <a:pt x="402" y="1251"/>
                    <a:pt x="402" y="1004"/>
                  </a:cubicBezTo>
                  <a:lnTo>
                    <a:pt x="402" y="232"/>
                  </a:lnTo>
                  <a:cubicBezTo>
                    <a:pt x="402" y="78"/>
                    <a:pt x="302"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86"/>
            <p:cNvSpPr/>
            <p:nvPr/>
          </p:nvSpPr>
          <p:spPr>
            <a:xfrm>
              <a:off x="5780200" y="3838500"/>
              <a:ext cx="47875" cy="47475"/>
            </a:xfrm>
            <a:custGeom>
              <a:rect b="b" l="l" r="r" t="t"/>
              <a:pathLst>
                <a:path extrusionOk="0" h="1899" w="1915">
                  <a:moveTo>
                    <a:pt x="1713" y="0"/>
                  </a:moveTo>
                  <a:cubicBezTo>
                    <a:pt x="1613" y="0"/>
                    <a:pt x="1513" y="77"/>
                    <a:pt x="1513" y="232"/>
                  </a:cubicBezTo>
                  <a:lnTo>
                    <a:pt x="1513" y="1034"/>
                  </a:lnTo>
                  <a:cubicBezTo>
                    <a:pt x="1513" y="1281"/>
                    <a:pt x="1297" y="1466"/>
                    <a:pt x="1050" y="1466"/>
                  </a:cubicBezTo>
                  <a:lnTo>
                    <a:pt x="278" y="1466"/>
                  </a:lnTo>
                  <a:cubicBezTo>
                    <a:pt x="1" y="1466"/>
                    <a:pt x="1" y="1898"/>
                    <a:pt x="278" y="1898"/>
                  </a:cubicBezTo>
                  <a:lnTo>
                    <a:pt x="1050" y="1898"/>
                  </a:lnTo>
                  <a:cubicBezTo>
                    <a:pt x="1544" y="1898"/>
                    <a:pt x="1914" y="1497"/>
                    <a:pt x="1914" y="1034"/>
                  </a:cubicBezTo>
                  <a:lnTo>
                    <a:pt x="1914" y="232"/>
                  </a:lnTo>
                  <a:cubicBezTo>
                    <a:pt x="1914" y="77"/>
                    <a:pt x="1814" y="0"/>
                    <a:pt x="17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86"/>
            <p:cNvSpPr/>
            <p:nvPr/>
          </p:nvSpPr>
          <p:spPr>
            <a:xfrm>
              <a:off x="5781750" y="3602000"/>
              <a:ext cx="47075" cy="46725"/>
            </a:xfrm>
            <a:custGeom>
              <a:rect b="b" l="l" r="r" t="t"/>
              <a:pathLst>
                <a:path extrusionOk="0" h="1869" w="1883">
                  <a:moveTo>
                    <a:pt x="309" y="1"/>
                  </a:moveTo>
                  <a:cubicBezTo>
                    <a:pt x="0" y="1"/>
                    <a:pt x="0" y="433"/>
                    <a:pt x="309" y="433"/>
                  </a:cubicBezTo>
                  <a:lnTo>
                    <a:pt x="988" y="433"/>
                  </a:lnTo>
                  <a:cubicBezTo>
                    <a:pt x="1235" y="433"/>
                    <a:pt x="1451" y="618"/>
                    <a:pt x="1451" y="865"/>
                  </a:cubicBezTo>
                  <a:lnTo>
                    <a:pt x="1451" y="1637"/>
                  </a:lnTo>
                  <a:cubicBezTo>
                    <a:pt x="1451" y="1791"/>
                    <a:pt x="1559" y="1868"/>
                    <a:pt x="1667" y="1868"/>
                  </a:cubicBezTo>
                  <a:cubicBezTo>
                    <a:pt x="1775" y="1868"/>
                    <a:pt x="1883" y="1791"/>
                    <a:pt x="1883" y="1637"/>
                  </a:cubicBezTo>
                  <a:lnTo>
                    <a:pt x="1883" y="865"/>
                  </a:lnTo>
                  <a:cubicBezTo>
                    <a:pt x="1883" y="402"/>
                    <a:pt x="1482" y="1"/>
                    <a:pt x="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86"/>
            <p:cNvSpPr/>
            <p:nvPr/>
          </p:nvSpPr>
          <p:spPr>
            <a:xfrm>
              <a:off x="5544875" y="3602775"/>
              <a:ext cx="46325" cy="45175"/>
            </a:xfrm>
            <a:custGeom>
              <a:rect b="b" l="l" r="r" t="t"/>
              <a:pathLst>
                <a:path extrusionOk="0" h="1807" w="1853">
                  <a:moveTo>
                    <a:pt x="865" y="1"/>
                  </a:moveTo>
                  <a:cubicBezTo>
                    <a:pt x="371" y="1"/>
                    <a:pt x="1" y="371"/>
                    <a:pt x="1" y="865"/>
                  </a:cubicBezTo>
                  <a:lnTo>
                    <a:pt x="1" y="1575"/>
                  </a:lnTo>
                  <a:cubicBezTo>
                    <a:pt x="1" y="1729"/>
                    <a:pt x="101" y="1806"/>
                    <a:pt x="201" y="1806"/>
                  </a:cubicBezTo>
                  <a:cubicBezTo>
                    <a:pt x="302" y="1806"/>
                    <a:pt x="402" y="1729"/>
                    <a:pt x="402" y="1575"/>
                  </a:cubicBezTo>
                  <a:lnTo>
                    <a:pt x="402" y="865"/>
                  </a:lnTo>
                  <a:cubicBezTo>
                    <a:pt x="402" y="618"/>
                    <a:pt x="618" y="402"/>
                    <a:pt x="865" y="402"/>
                  </a:cubicBezTo>
                  <a:lnTo>
                    <a:pt x="1575" y="402"/>
                  </a:lnTo>
                  <a:cubicBezTo>
                    <a:pt x="1853" y="402"/>
                    <a:pt x="1853" y="1"/>
                    <a:pt x="1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86"/>
            <p:cNvSpPr/>
            <p:nvPr/>
          </p:nvSpPr>
          <p:spPr>
            <a:xfrm>
              <a:off x="5504000" y="3563425"/>
              <a:ext cx="365725" cy="361900"/>
            </a:xfrm>
            <a:custGeom>
              <a:rect b="b" l="l" r="r" t="t"/>
              <a:pathLst>
                <a:path extrusionOk="0" h="14476" w="14629">
                  <a:moveTo>
                    <a:pt x="7314" y="1"/>
                  </a:moveTo>
                  <a:cubicBezTo>
                    <a:pt x="7191" y="1"/>
                    <a:pt x="7098" y="93"/>
                    <a:pt x="7098" y="217"/>
                  </a:cubicBezTo>
                  <a:lnTo>
                    <a:pt x="7098" y="711"/>
                  </a:lnTo>
                  <a:lnTo>
                    <a:pt x="2407" y="711"/>
                  </a:lnTo>
                  <a:cubicBezTo>
                    <a:pt x="1512" y="711"/>
                    <a:pt x="772" y="1451"/>
                    <a:pt x="772" y="2346"/>
                  </a:cubicBezTo>
                  <a:lnTo>
                    <a:pt x="772" y="7037"/>
                  </a:lnTo>
                  <a:lnTo>
                    <a:pt x="278" y="7037"/>
                  </a:lnTo>
                  <a:cubicBezTo>
                    <a:pt x="0" y="7037"/>
                    <a:pt x="0" y="7439"/>
                    <a:pt x="278" y="7439"/>
                  </a:cubicBezTo>
                  <a:lnTo>
                    <a:pt x="772" y="7439"/>
                  </a:lnTo>
                  <a:lnTo>
                    <a:pt x="772" y="12130"/>
                  </a:lnTo>
                  <a:cubicBezTo>
                    <a:pt x="772" y="13025"/>
                    <a:pt x="1512" y="13765"/>
                    <a:pt x="2407" y="13765"/>
                  </a:cubicBezTo>
                  <a:lnTo>
                    <a:pt x="7098" y="13765"/>
                  </a:lnTo>
                  <a:lnTo>
                    <a:pt x="7098" y="14290"/>
                  </a:lnTo>
                  <a:cubicBezTo>
                    <a:pt x="7098" y="14382"/>
                    <a:pt x="7191" y="14475"/>
                    <a:pt x="7314" y="14475"/>
                  </a:cubicBezTo>
                  <a:cubicBezTo>
                    <a:pt x="7407" y="14475"/>
                    <a:pt x="7530" y="14382"/>
                    <a:pt x="7530" y="14290"/>
                  </a:cubicBezTo>
                  <a:lnTo>
                    <a:pt x="7530" y="13765"/>
                  </a:lnTo>
                  <a:lnTo>
                    <a:pt x="9999" y="13765"/>
                  </a:lnTo>
                  <a:cubicBezTo>
                    <a:pt x="10277" y="13765"/>
                    <a:pt x="10277" y="13364"/>
                    <a:pt x="9999" y="13364"/>
                  </a:cubicBezTo>
                  <a:lnTo>
                    <a:pt x="7530" y="13364"/>
                  </a:lnTo>
                  <a:lnTo>
                    <a:pt x="7530" y="12901"/>
                  </a:lnTo>
                  <a:cubicBezTo>
                    <a:pt x="7530" y="12778"/>
                    <a:pt x="7407" y="12685"/>
                    <a:pt x="7314" y="12685"/>
                  </a:cubicBezTo>
                  <a:cubicBezTo>
                    <a:pt x="7191" y="12685"/>
                    <a:pt x="7098" y="12778"/>
                    <a:pt x="7098" y="12901"/>
                  </a:cubicBezTo>
                  <a:lnTo>
                    <a:pt x="7098" y="13333"/>
                  </a:lnTo>
                  <a:lnTo>
                    <a:pt x="2407" y="13333"/>
                  </a:lnTo>
                  <a:cubicBezTo>
                    <a:pt x="1728" y="13333"/>
                    <a:pt x="1204" y="12809"/>
                    <a:pt x="1204" y="12130"/>
                  </a:cubicBezTo>
                  <a:lnTo>
                    <a:pt x="1204" y="7439"/>
                  </a:lnTo>
                  <a:lnTo>
                    <a:pt x="1636" y="7439"/>
                  </a:lnTo>
                  <a:cubicBezTo>
                    <a:pt x="1914" y="7439"/>
                    <a:pt x="1914" y="7037"/>
                    <a:pt x="1636" y="7037"/>
                  </a:cubicBezTo>
                  <a:lnTo>
                    <a:pt x="1204" y="7037"/>
                  </a:lnTo>
                  <a:lnTo>
                    <a:pt x="1204" y="2316"/>
                  </a:lnTo>
                  <a:cubicBezTo>
                    <a:pt x="1204" y="1667"/>
                    <a:pt x="1728" y="1112"/>
                    <a:pt x="2407" y="1112"/>
                  </a:cubicBezTo>
                  <a:lnTo>
                    <a:pt x="7098" y="1112"/>
                  </a:lnTo>
                  <a:lnTo>
                    <a:pt x="7098" y="1575"/>
                  </a:lnTo>
                  <a:cubicBezTo>
                    <a:pt x="7098" y="1698"/>
                    <a:pt x="7191" y="1791"/>
                    <a:pt x="7314" y="1791"/>
                  </a:cubicBezTo>
                  <a:cubicBezTo>
                    <a:pt x="7407" y="1791"/>
                    <a:pt x="7530" y="1698"/>
                    <a:pt x="7530" y="1575"/>
                  </a:cubicBezTo>
                  <a:lnTo>
                    <a:pt x="7530" y="1174"/>
                  </a:lnTo>
                  <a:lnTo>
                    <a:pt x="12221" y="1174"/>
                  </a:lnTo>
                  <a:cubicBezTo>
                    <a:pt x="12870" y="1174"/>
                    <a:pt x="13394" y="1698"/>
                    <a:pt x="13394" y="2346"/>
                  </a:cubicBezTo>
                  <a:lnTo>
                    <a:pt x="13394" y="7037"/>
                  </a:lnTo>
                  <a:lnTo>
                    <a:pt x="12962" y="7037"/>
                  </a:lnTo>
                  <a:cubicBezTo>
                    <a:pt x="12684" y="7037"/>
                    <a:pt x="12684" y="7439"/>
                    <a:pt x="12962" y="7439"/>
                  </a:cubicBezTo>
                  <a:lnTo>
                    <a:pt x="13394" y="7439"/>
                  </a:lnTo>
                  <a:lnTo>
                    <a:pt x="13394" y="12130"/>
                  </a:lnTo>
                  <a:cubicBezTo>
                    <a:pt x="13394" y="12809"/>
                    <a:pt x="12870" y="13333"/>
                    <a:pt x="12221" y="13333"/>
                  </a:cubicBezTo>
                  <a:lnTo>
                    <a:pt x="11326" y="13333"/>
                  </a:lnTo>
                  <a:cubicBezTo>
                    <a:pt x="11049" y="13333"/>
                    <a:pt x="11049" y="13765"/>
                    <a:pt x="11326" y="13765"/>
                  </a:cubicBezTo>
                  <a:lnTo>
                    <a:pt x="12221" y="13765"/>
                  </a:lnTo>
                  <a:cubicBezTo>
                    <a:pt x="13116" y="13765"/>
                    <a:pt x="13826" y="13025"/>
                    <a:pt x="13826" y="12130"/>
                  </a:cubicBezTo>
                  <a:lnTo>
                    <a:pt x="13826" y="7439"/>
                  </a:lnTo>
                  <a:lnTo>
                    <a:pt x="14320" y="7439"/>
                  </a:lnTo>
                  <a:cubicBezTo>
                    <a:pt x="14629" y="7439"/>
                    <a:pt x="14629" y="7037"/>
                    <a:pt x="14320" y="7037"/>
                  </a:cubicBezTo>
                  <a:lnTo>
                    <a:pt x="13826" y="7037"/>
                  </a:lnTo>
                  <a:lnTo>
                    <a:pt x="13826" y="2316"/>
                  </a:lnTo>
                  <a:cubicBezTo>
                    <a:pt x="13826" y="1421"/>
                    <a:pt x="13116" y="711"/>
                    <a:pt x="12221" y="711"/>
                  </a:cubicBezTo>
                  <a:lnTo>
                    <a:pt x="7530" y="711"/>
                  </a:lnTo>
                  <a:lnTo>
                    <a:pt x="7530" y="186"/>
                  </a:lnTo>
                  <a:cubicBezTo>
                    <a:pt x="7500" y="93"/>
                    <a:pt x="7407" y="1"/>
                    <a:pt x="73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0" name="Google Shape;12620;p86"/>
          <p:cNvGrpSpPr/>
          <p:nvPr/>
        </p:nvGrpSpPr>
        <p:grpSpPr>
          <a:xfrm>
            <a:off x="7000125" y="1765581"/>
            <a:ext cx="361875" cy="362300"/>
            <a:chOff x="4755600" y="3563025"/>
            <a:chExt cx="361875" cy="362300"/>
          </a:xfrm>
        </p:grpSpPr>
        <p:sp>
          <p:nvSpPr>
            <p:cNvPr id="12621" name="Google Shape;12621;p86"/>
            <p:cNvSpPr/>
            <p:nvPr/>
          </p:nvSpPr>
          <p:spPr>
            <a:xfrm>
              <a:off x="4755600" y="3700000"/>
              <a:ext cx="74075" cy="225325"/>
            </a:xfrm>
            <a:custGeom>
              <a:rect b="b" l="l" r="r" t="t"/>
              <a:pathLst>
                <a:path extrusionOk="0" h="9013" w="2963">
                  <a:moveTo>
                    <a:pt x="926" y="0"/>
                  </a:moveTo>
                  <a:cubicBezTo>
                    <a:pt x="401" y="0"/>
                    <a:pt x="0" y="402"/>
                    <a:pt x="0" y="926"/>
                  </a:cubicBezTo>
                  <a:lnTo>
                    <a:pt x="0" y="5988"/>
                  </a:lnTo>
                  <a:cubicBezTo>
                    <a:pt x="16" y="6111"/>
                    <a:pt x="116" y="6173"/>
                    <a:pt x="216" y="6173"/>
                  </a:cubicBezTo>
                  <a:cubicBezTo>
                    <a:pt x="316" y="6173"/>
                    <a:pt x="417" y="6111"/>
                    <a:pt x="432" y="5988"/>
                  </a:cubicBezTo>
                  <a:lnTo>
                    <a:pt x="432" y="926"/>
                  </a:lnTo>
                  <a:cubicBezTo>
                    <a:pt x="432" y="649"/>
                    <a:pt x="648" y="432"/>
                    <a:pt x="895" y="432"/>
                  </a:cubicBezTo>
                  <a:lnTo>
                    <a:pt x="2037" y="432"/>
                  </a:lnTo>
                  <a:cubicBezTo>
                    <a:pt x="2315" y="432"/>
                    <a:pt x="2531" y="649"/>
                    <a:pt x="2531" y="926"/>
                  </a:cubicBezTo>
                  <a:lnTo>
                    <a:pt x="2531" y="8117"/>
                  </a:lnTo>
                  <a:cubicBezTo>
                    <a:pt x="2531" y="8364"/>
                    <a:pt x="2315" y="8580"/>
                    <a:pt x="2037" y="8580"/>
                  </a:cubicBezTo>
                  <a:lnTo>
                    <a:pt x="926" y="8580"/>
                  </a:lnTo>
                  <a:cubicBezTo>
                    <a:pt x="648" y="8580"/>
                    <a:pt x="432" y="8364"/>
                    <a:pt x="432" y="8117"/>
                  </a:cubicBezTo>
                  <a:lnTo>
                    <a:pt x="432" y="7222"/>
                  </a:lnTo>
                  <a:cubicBezTo>
                    <a:pt x="417" y="7099"/>
                    <a:pt x="316" y="7037"/>
                    <a:pt x="216" y="7037"/>
                  </a:cubicBezTo>
                  <a:cubicBezTo>
                    <a:pt x="116" y="7037"/>
                    <a:pt x="16" y="7099"/>
                    <a:pt x="0" y="7222"/>
                  </a:cubicBezTo>
                  <a:lnTo>
                    <a:pt x="0" y="8117"/>
                  </a:lnTo>
                  <a:cubicBezTo>
                    <a:pt x="0" y="8611"/>
                    <a:pt x="401" y="9012"/>
                    <a:pt x="926" y="9012"/>
                  </a:cubicBezTo>
                  <a:lnTo>
                    <a:pt x="2037" y="9012"/>
                  </a:lnTo>
                  <a:cubicBezTo>
                    <a:pt x="2531" y="9012"/>
                    <a:pt x="2963" y="8611"/>
                    <a:pt x="2963" y="8117"/>
                  </a:cubicBezTo>
                  <a:lnTo>
                    <a:pt x="2963" y="926"/>
                  </a:lnTo>
                  <a:cubicBezTo>
                    <a:pt x="2963" y="402"/>
                    <a:pt x="2531" y="0"/>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86"/>
            <p:cNvSpPr/>
            <p:nvPr/>
          </p:nvSpPr>
          <p:spPr>
            <a:xfrm>
              <a:off x="4852025" y="3783325"/>
              <a:ext cx="73325" cy="142000"/>
            </a:xfrm>
            <a:custGeom>
              <a:rect b="b" l="l" r="r" t="t"/>
              <a:pathLst>
                <a:path extrusionOk="0" h="5680" w="2933">
                  <a:moveTo>
                    <a:pt x="2038" y="433"/>
                  </a:moveTo>
                  <a:cubicBezTo>
                    <a:pt x="2315" y="433"/>
                    <a:pt x="2532" y="649"/>
                    <a:pt x="2532" y="926"/>
                  </a:cubicBezTo>
                  <a:lnTo>
                    <a:pt x="2532" y="4784"/>
                  </a:lnTo>
                  <a:cubicBezTo>
                    <a:pt x="2532" y="5031"/>
                    <a:pt x="2315" y="5247"/>
                    <a:pt x="2038" y="5247"/>
                  </a:cubicBezTo>
                  <a:lnTo>
                    <a:pt x="927" y="5247"/>
                  </a:lnTo>
                  <a:cubicBezTo>
                    <a:pt x="649" y="5247"/>
                    <a:pt x="433" y="5031"/>
                    <a:pt x="433" y="4784"/>
                  </a:cubicBezTo>
                  <a:lnTo>
                    <a:pt x="433" y="926"/>
                  </a:lnTo>
                  <a:cubicBezTo>
                    <a:pt x="433" y="649"/>
                    <a:pt x="649" y="433"/>
                    <a:pt x="927" y="433"/>
                  </a:cubicBezTo>
                  <a:close/>
                  <a:moveTo>
                    <a:pt x="896" y="1"/>
                  </a:moveTo>
                  <a:cubicBezTo>
                    <a:pt x="402" y="1"/>
                    <a:pt x="1" y="402"/>
                    <a:pt x="1" y="926"/>
                  </a:cubicBezTo>
                  <a:lnTo>
                    <a:pt x="1" y="4784"/>
                  </a:lnTo>
                  <a:cubicBezTo>
                    <a:pt x="1" y="5278"/>
                    <a:pt x="402" y="5679"/>
                    <a:pt x="896" y="5679"/>
                  </a:cubicBezTo>
                  <a:lnTo>
                    <a:pt x="2038" y="5679"/>
                  </a:lnTo>
                  <a:cubicBezTo>
                    <a:pt x="2532" y="5679"/>
                    <a:pt x="2933" y="5278"/>
                    <a:pt x="2933" y="4784"/>
                  </a:cubicBezTo>
                  <a:lnTo>
                    <a:pt x="2933" y="926"/>
                  </a:lnTo>
                  <a:cubicBezTo>
                    <a:pt x="2933" y="402"/>
                    <a:pt x="2532" y="1"/>
                    <a:pt x="20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86"/>
            <p:cNvSpPr/>
            <p:nvPr/>
          </p:nvSpPr>
          <p:spPr>
            <a:xfrm>
              <a:off x="4947700" y="3720825"/>
              <a:ext cx="74100" cy="204500"/>
            </a:xfrm>
            <a:custGeom>
              <a:rect b="b" l="l" r="r" t="t"/>
              <a:pathLst>
                <a:path extrusionOk="0" h="8180" w="2964">
                  <a:moveTo>
                    <a:pt x="927" y="1"/>
                  </a:moveTo>
                  <a:cubicBezTo>
                    <a:pt x="402" y="1"/>
                    <a:pt x="1" y="402"/>
                    <a:pt x="1" y="896"/>
                  </a:cubicBezTo>
                  <a:lnTo>
                    <a:pt x="1" y="7284"/>
                  </a:lnTo>
                  <a:cubicBezTo>
                    <a:pt x="1" y="7778"/>
                    <a:pt x="402" y="8179"/>
                    <a:pt x="927" y="8179"/>
                  </a:cubicBezTo>
                  <a:lnTo>
                    <a:pt x="2038" y="8179"/>
                  </a:lnTo>
                  <a:cubicBezTo>
                    <a:pt x="2531" y="8179"/>
                    <a:pt x="2963" y="7778"/>
                    <a:pt x="2963" y="7284"/>
                  </a:cubicBezTo>
                  <a:lnTo>
                    <a:pt x="2963" y="2655"/>
                  </a:lnTo>
                  <a:cubicBezTo>
                    <a:pt x="2963" y="2516"/>
                    <a:pt x="2855" y="2446"/>
                    <a:pt x="2747" y="2446"/>
                  </a:cubicBezTo>
                  <a:cubicBezTo>
                    <a:pt x="2639" y="2446"/>
                    <a:pt x="2531" y="2516"/>
                    <a:pt x="2531" y="2655"/>
                  </a:cubicBezTo>
                  <a:lnTo>
                    <a:pt x="2531" y="7284"/>
                  </a:lnTo>
                  <a:cubicBezTo>
                    <a:pt x="2531" y="7531"/>
                    <a:pt x="2315" y="7747"/>
                    <a:pt x="2038" y="7747"/>
                  </a:cubicBezTo>
                  <a:lnTo>
                    <a:pt x="927" y="7747"/>
                  </a:lnTo>
                  <a:cubicBezTo>
                    <a:pt x="649" y="7747"/>
                    <a:pt x="433" y="7531"/>
                    <a:pt x="433" y="7284"/>
                  </a:cubicBezTo>
                  <a:lnTo>
                    <a:pt x="433" y="896"/>
                  </a:lnTo>
                  <a:cubicBezTo>
                    <a:pt x="433" y="649"/>
                    <a:pt x="649" y="433"/>
                    <a:pt x="927" y="433"/>
                  </a:cubicBezTo>
                  <a:lnTo>
                    <a:pt x="2038" y="433"/>
                  </a:lnTo>
                  <a:cubicBezTo>
                    <a:pt x="2315" y="433"/>
                    <a:pt x="2531" y="649"/>
                    <a:pt x="2531" y="896"/>
                  </a:cubicBezTo>
                  <a:lnTo>
                    <a:pt x="2531" y="1389"/>
                  </a:lnTo>
                  <a:cubicBezTo>
                    <a:pt x="2531" y="1528"/>
                    <a:pt x="2639" y="1598"/>
                    <a:pt x="2747" y="1598"/>
                  </a:cubicBezTo>
                  <a:cubicBezTo>
                    <a:pt x="2855" y="1598"/>
                    <a:pt x="2963" y="1528"/>
                    <a:pt x="2963" y="1389"/>
                  </a:cubicBezTo>
                  <a:lnTo>
                    <a:pt x="2963" y="896"/>
                  </a:lnTo>
                  <a:cubicBezTo>
                    <a:pt x="2963" y="402"/>
                    <a:pt x="2562" y="1"/>
                    <a:pt x="20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86"/>
            <p:cNvSpPr/>
            <p:nvPr/>
          </p:nvSpPr>
          <p:spPr>
            <a:xfrm>
              <a:off x="5044150" y="3652150"/>
              <a:ext cx="73325" cy="273175"/>
            </a:xfrm>
            <a:custGeom>
              <a:rect b="b" l="l" r="r" t="t"/>
              <a:pathLst>
                <a:path extrusionOk="0" h="10927" w="2933">
                  <a:moveTo>
                    <a:pt x="2037" y="402"/>
                  </a:moveTo>
                  <a:cubicBezTo>
                    <a:pt x="2315" y="402"/>
                    <a:pt x="2531" y="618"/>
                    <a:pt x="2531" y="896"/>
                  </a:cubicBezTo>
                  <a:lnTo>
                    <a:pt x="2531" y="10031"/>
                  </a:lnTo>
                  <a:cubicBezTo>
                    <a:pt x="2531" y="10278"/>
                    <a:pt x="2315" y="10494"/>
                    <a:pt x="2037" y="10494"/>
                  </a:cubicBezTo>
                  <a:lnTo>
                    <a:pt x="895" y="10494"/>
                  </a:lnTo>
                  <a:cubicBezTo>
                    <a:pt x="618" y="10494"/>
                    <a:pt x="433" y="10278"/>
                    <a:pt x="433" y="10031"/>
                  </a:cubicBezTo>
                  <a:lnTo>
                    <a:pt x="433" y="896"/>
                  </a:lnTo>
                  <a:cubicBezTo>
                    <a:pt x="402" y="618"/>
                    <a:pt x="618" y="402"/>
                    <a:pt x="895" y="402"/>
                  </a:cubicBezTo>
                  <a:close/>
                  <a:moveTo>
                    <a:pt x="895" y="1"/>
                  </a:moveTo>
                  <a:cubicBezTo>
                    <a:pt x="402" y="1"/>
                    <a:pt x="0" y="402"/>
                    <a:pt x="0" y="896"/>
                  </a:cubicBezTo>
                  <a:lnTo>
                    <a:pt x="0" y="10031"/>
                  </a:lnTo>
                  <a:cubicBezTo>
                    <a:pt x="0" y="10525"/>
                    <a:pt x="402" y="10926"/>
                    <a:pt x="895" y="10926"/>
                  </a:cubicBezTo>
                  <a:lnTo>
                    <a:pt x="2037" y="10926"/>
                  </a:lnTo>
                  <a:cubicBezTo>
                    <a:pt x="2531" y="10926"/>
                    <a:pt x="2932" y="10525"/>
                    <a:pt x="2932" y="10031"/>
                  </a:cubicBezTo>
                  <a:lnTo>
                    <a:pt x="2932" y="896"/>
                  </a:lnTo>
                  <a:cubicBezTo>
                    <a:pt x="2932" y="402"/>
                    <a:pt x="2531" y="1"/>
                    <a:pt x="2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86"/>
            <p:cNvSpPr/>
            <p:nvPr/>
          </p:nvSpPr>
          <p:spPr>
            <a:xfrm>
              <a:off x="4763300" y="3563025"/>
              <a:ext cx="347750" cy="197750"/>
            </a:xfrm>
            <a:custGeom>
              <a:rect b="b" l="l" r="r" t="t"/>
              <a:pathLst>
                <a:path extrusionOk="0" h="7910" w="13910">
                  <a:moveTo>
                    <a:pt x="12770" y="446"/>
                  </a:moveTo>
                  <a:cubicBezTo>
                    <a:pt x="13315" y="446"/>
                    <a:pt x="13315" y="1316"/>
                    <a:pt x="12770" y="1316"/>
                  </a:cubicBezTo>
                  <a:cubicBezTo>
                    <a:pt x="12753" y="1316"/>
                    <a:pt x="12735" y="1315"/>
                    <a:pt x="12716" y="1313"/>
                  </a:cubicBezTo>
                  <a:cubicBezTo>
                    <a:pt x="12469" y="1313"/>
                    <a:pt x="12253" y="1128"/>
                    <a:pt x="12253" y="881"/>
                  </a:cubicBezTo>
                  <a:cubicBezTo>
                    <a:pt x="12253" y="634"/>
                    <a:pt x="12469" y="449"/>
                    <a:pt x="12716" y="449"/>
                  </a:cubicBezTo>
                  <a:cubicBezTo>
                    <a:pt x="12735" y="447"/>
                    <a:pt x="12753" y="446"/>
                    <a:pt x="12770" y="446"/>
                  </a:cubicBezTo>
                  <a:close/>
                  <a:moveTo>
                    <a:pt x="1173" y="2640"/>
                  </a:moveTo>
                  <a:cubicBezTo>
                    <a:pt x="1575" y="2640"/>
                    <a:pt x="1760" y="3134"/>
                    <a:pt x="1482" y="3412"/>
                  </a:cubicBezTo>
                  <a:cubicBezTo>
                    <a:pt x="1396" y="3498"/>
                    <a:pt x="1291" y="3537"/>
                    <a:pt x="1188" y="3537"/>
                  </a:cubicBezTo>
                  <a:cubicBezTo>
                    <a:pt x="961" y="3537"/>
                    <a:pt x="741" y="3348"/>
                    <a:pt x="741" y="3072"/>
                  </a:cubicBezTo>
                  <a:cubicBezTo>
                    <a:pt x="711" y="2856"/>
                    <a:pt x="927" y="2640"/>
                    <a:pt x="1173" y="2640"/>
                  </a:cubicBezTo>
                  <a:close/>
                  <a:moveTo>
                    <a:pt x="8858" y="3535"/>
                  </a:moveTo>
                  <a:cubicBezTo>
                    <a:pt x="9455" y="3565"/>
                    <a:pt x="9388" y="4402"/>
                    <a:pt x="8853" y="4402"/>
                  </a:cubicBezTo>
                  <a:cubicBezTo>
                    <a:pt x="8835" y="4402"/>
                    <a:pt x="8816" y="4401"/>
                    <a:pt x="8796" y="4399"/>
                  </a:cubicBezTo>
                  <a:cubicBezTo>
                    <a:pt x="8673" y="4368"/>
                    <a:pt x="8549" y="4307"/>
                    <a:pt x="8488" y="4214"/>
                  </a:cubicBezTo>
                  <a:cubicBezTo>
                    <a:pt x="8426" y="4122"/>
                    <a:pt x="8395" y="3998"/>
                    <a:pt x="8426" y="3875"/>
                  </a:cubicBezTo>
                  <a:lnTo>
                    <a:pt x="8426" y="3875"/>
                  </a:lnTo>
                  <a:lnTo>
                    <a:pt x="8426" y="3905"/>
                  </a:lnTo>
                  <a:cubicBezTo>
                    <a:pt x="8457" y="3689"/>
                    <a:pt x="8642" y="3535"/>
                    <a:pt x="8858" y="3535"/>
                  </a:cubicBezTo>
                  <a:close/>
                  <a:moveTo>
                    <a:pt x="5167" y="6689"/>
                  </a:moveTo>
                  <a:cubicBezTo>
                    <a:pt x="5239" y="6689"/>
                    <a:pt x="5310" y="6723"/>
                    <a:pt x="5371" y="6806"/>
                  </a:cubicBezTo>
                  <a:cubicBezTo>
                    <a:pt x="5432" y="6899"/>
                    <a:pt x="5463" y="7023"/>
                    <a:pt x="5463" y="7115"/>
                  </a:cubicBezTo>
                  <a:cubicBezTo>
                    <a:pt x="5407" y="7341"/>
                    <a:pt x="5221" y="7489"/>
                    <a:pt x="5001" y="7489"/>
                  </a:cubicBezTo>
                  <a:cubicBezTo>
                    <a:pt x="4980" y="7489"/>
                    <a:pt x="4960" y="7488"/>
                    <a:pt x="4939" y="7485"/>
                  </a:cubicBezTo>
                  <a:cubicBezTo>
                    <a:pt x="4483" y="7409"/>
                    <a:pt x="4837" y="6689"/>
                    <a:pt x="5167" y="6689"/>
                  </a:cubicBezTo>
                  <a:close/>
                  <a:moveTo>
                    <a:pt x="12721" y="1"/>
                  </a:moveTo>
                  <a:cubicBezTo>
                    <a:pt x="12148" y="1"/>
                    <a:pt x="11645" y="611"/>
                    <a:pt x="11913" y="1220"/>
                  </a:cubicBezTo>
                  <a:lnTo>
                    <a:pt x="9383" y="3257"/>
                  </a:lnTo>
                  <a:cubicBezTo>
                    <a:pt x="9290" y="3196"/>
                    <a:pt x="9167" y="3134"/>
                    <a:pt x="9012" y="3103"/>
                  </a:cubicBezTo>
                  <a:cubicBezTo>
                    <a:pt x="8973" y="3098"/>
                    <a:pt x="8933" y="3095"/>
                    <a:pt x="8894" y="3095"/>
                  </a:cubicBezTo>
                  <a:cubicBezTo>
                    <a:pt x="8473" y="3095"/>
                    <a:pt x="8081" y="3390"/>
                    <a:pt x="8025" y="3813"/>
                  </a:cubicBezTo>
                  <a:cubicBezTo>
                    <a:pt x="7994" y="3998"/>
                    <a:pt x="8025" y="4152"/>
                    <a:pt x="8087" y="4307"/>
                  </a:cubicBezTo>
                  <a:lnTo>
                    <a:pt x="5556" y="6344"/>
                  </a:lnTo>
                  <a:cubicBezTo>
                    <a:pt x="5432" y="6251"/>
                    <a:pt x="5309" y="6220"/>
                    <a:pt x="5155" y="6189"/>
                  </a:cubicBezTo>
                  <a:cubicBezTo>
                    <a:pt x="5108" y="6182"/>
                    <a:pt x="5060" y="6178"/>
                    <a:pt x="5011" y="6178"/>
                  </a:cubicBezTo>
                  <a:cubicBezTo>
                    <a:pt x="4863" y="6178"/>
                    <a:pt x="4707" y="6212"/>
                    <a:pt x="4568" y="6282"/>
                  </a:cubicBezTo>
                  <a:lnTo>
                    <a:pt x="1914" y="3535"/>
                  </a:lnTo>
                  <a:cubicBezTo>
                    <a:pt x="2007" y="3381"/>
                    <a:pt x="2038" y="3227"/>
                    <a:pt x="2038" y="3072"/>
                  </a:cubicBezTo>
                  <a:cubicBezTo>
                    <a:pt x="2038" y="2549"/>
                    <a:pt x="1612" y="2196"/>
                    <a:pt x="1165" y="2196"/>
                  </a:cubicBezTo>
                  <a:cubicBezTo>
                    <a:pt x="953" y="2196"/>
                    <a:pt x="735" y="2276"/>
                    <a:pt x="556" y="2455"/>
                  </a:cubicBezTo>
                  <a:cubicBezTo>
                    <a:pt x="1" y="3010"/>
                    <a:pt x="402" y="3936"/>
                    <a:pt x="1173" y="3936"/>
                  </a:cubicBezTo>
                  <a:lnTo>
                    <a:pt x="1173" y="3967"/>
                  </a:lnTo>
                  <a:cubicBezTo>
                    <a:pt x="1328" y="3936"/>
                    <a:pt x="1482" y="3905"/>
                    <a:pt x="1606" y="3844"/>
                  </a:cubicBezTo>
                  <a:lnTo>
                    <a:pt x="4291" y="6590"/>
                  </a:lnTo>
                  <a:cubicBezTo>
                    <a:pt x="4229" y="6683"/>
                    <a:pt x="4167" y="6806"/>
                    <a:pt x="4167" y="6899"/>
                  </a:cubicBezTo>
                  <a:cubicBezTo>
                    <a:pt x="4105" y="7115"/>
                    <a:pt x="4167" y="7362"/>
                    <a:pt x="4321" y="7547"/>
                  </a:cubicBezTo>
                  <a:cubicBezTo>
                    <a:pt x="4445" y="7732"/>
                    <a:pt x="4630" y="7856"/>
                    <a:pt x="4877" y="7887"/>
                  </a:cubicBezTo>
                  <a:cubicBezTo>
                    <a:pt x="4892" y="7902"/>
                    <a:pt x="4915" y="7910"/>
                    <a:pt x="4939" y="7910"/>
                  </a:cubicBezTo>
                  <a:cubicBezTo>
                    <a:pt x="4962" y="7910"/>
                    <a:pt x="4985" y="7902"/>
                    <a:pt x="5000" y="7887"/>
                  </a:cubicBezTo>
                  <a:cubicBezTo>
                    <a:pt x="5432" y="7887"/>
                    <a:pt x="5803" y="7609"/>
                    <a:pt x="5864" y="7177"/>
                  </a:cubicBezTo>
                  <a:cubicBezTo>
                    <a:pt x="5895" y="7023"/>
                    <a:pt x="5864" y="6837"/>
                    <a:pt x="5803" y="6683"/>
                  </a:cubicBezTo>
                  <a:lnTo>
                    <a:pt x="8333" y="4646"/>
                  </a:lnTo>
                  <a:cubicBezTo>
                    <a:pt x="8488" y="4770"/>
                    <a:pt x="8673" y="4831"/>
                    <a:pt x="8858" y="4831"/>
                  </a:cubicBezTo>
                  <a:cubicBezTo>
                    <a:pt x="9290" y="4831"/>
                    <a:pt x="9630" y="4523"/>
                    <a:pt x="9722" y="4122"/>
                  </a:cubicBezTo>
                  <a:cubicBezTo>
                    <a:pt x="9753" y="3936"/>
                    <a:pt x="9722" y="3751"/>
                    <a:pt x="9630" y="3597"/>
                  </a:cubicBezTo>
                  <a:lnTo>
                    <a:pt x="12191" y="1560"/>
                  </a:lnTo>
                  <a:cubicBezTo>
                    <a:pt x="12315" y="1653"/>
                    <a:pt x="12500" y="1714"/>
                    <a:pt x="12685" y="1714"/>
                  </a:cubicBezTo>
                  <a:cubicBezTo>
                    <a:pt x="12696" y="1715"/>
                    <a:pt x="12708" y="1715"/>
                    <a:pt x="12719" y="1715"/>
                  </a:cubicBezTo>
                  <a:cubicBezTo>
                    <a:pt x="13559" y="1715"/>
                    <a:pt x="13910" y="597"/>
                    <a:pt x="13179" y="140"/>
                  </a:cubicBezTo>
                  <a:cubicBezTo>
                    <a:pt x="13030" y="43"/>
                    <a:pt x="12873" y="1"/>
                    <a:pt x="12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6" name="Google Shape;12626;p86"/>
          <p:cNvGrpSpPr/>
          <p:nvPr/>
        </p:nvGrpSpPr>
        <p:grpSpPr>
          <a:xfrm>
            <a:off x="7796257" y="1765793"/>
            <a:ext cx="212200" cy="361875"/>
            <a:chOff x="7060200" y="4141325"/>
            <a:chExt cx="212200" cy="361875"/>
          </a:xfrm>
        </p:grpSpPr>
        <p:sp>
          <p:nvSpPr>
            <p:cNvPr id="12627" name="Google Shape;12627;p86"/>
            <p:cNvSpPr/>
            <p:nvPr/>
          </p:nvSpPr>
          <p:spPr>
            <a:xfrm>
              <a:off x="7060200" y="4141325"/>
              <a:ext cx="212200" cy="361875"/>
            </a:xfrm>
            <a:custGeom>
              <a:rect b="b" l="l" r="r" t="t"/>
              <a:pathLst>
                <a:path extrusionOk="0" h="14475" w="8488">
                  <a:moveTo>
                    <a:pt x="8055" y="1760"/>
                  </a:moveTo>
                  <a:lnTo>
                    <a:pt x="8055" y="11851"/>
                  </a:lnTo>
                  <a:lnTo>
                    <a:pt x="433" y="11851"/>
                  </a:lnTo>
                  <a:lnTo>
                    <a:pt x="433" y="1760"/>
                  </a:lnTo>
                  <a:close/>
                  <a:moveTo>
                    <a:pt x="1297" y="0"/>
                  </a:moveTo>
                  <a:cubicBezTo>
                    <a:pt x="587" y="0"/>
                    <a:pt x="31" y="587"/>
                    <a:pt x="0" y="1297"/>
                  </a:cubicBezTo>
                  <a:lnTo>
                    <a:pt x="0" y="13178"/>
                  </a:lnTo>
                  <a:cubicBezTo>
                    <a:pt x="31" y="13888"/>
                    <a:pt x="587" y="14475"/>
                    <a:pt x="1297" y="14475"/>
                  </a:cubicBezTo>
                  <a:lnTo>
                    <a:pt x="5432" y="14475"/>
                  </a:lnTo>
                  <a:cubicBezTo>
                    <a:pt x="5710" y="14475"/>
                    <a:pt x="5710" y="14043"/>
                    <a:pt x="5432" y="14043"/>
                  </a:cubicBezTo>
                  <a:lnTo>
                    <a:pt x="1297" y="14043"/>
                  </a:lnTo>
                  <a:cubicBezTo>
                    <a:pt x="834" y="14043"/>
                    <a:pt x="433" y="13672"/>
                    <a:pt x="433" y="13178"/>
                  </a:cubicBezTo>
                  <a:lnTo>
                    <a:pt x="433" y="12283"/>
                  </a:lnTo>
                  <a:lnTo>
                    <a:pt x="8055" y="12283"/>
                  </a:lnTo>
                  <a:lnTo>
                    <a:pt x="8055" y="13178"/>
                  </a:lnTo>
                  <a:cubicBezTo>
                    <a:pt x="8055" y="13672"/>
                    <a:pt x="7654" y="14043"/>
                    <a:pt x="7191" y="14043"/>
                  </a:cubicBezTo>
                  <a:lnTo>
                    <a:pt x="6667" y="14043"/>
                  </a:lnTo>
                  <a:cubicBezTo>
                    <a:pt x="6389" y="14043"/>
                    <a:pt x="6389" y="14475"/>
                    <a:pt x="6667" y="14475"/>
                  </a:cubicBezTo>
                  <a:lnTo>
                    <a:pt x="7191" y="14475"/>
                  </a:lnTo>
                  <a:cubicBezTo>
                    <a:pt x="7901" y="14475"/>
                    <a:pt x="8488" y="13888"/>
                    <a:pt x="8488" y="13178"/>
                  </a:cubicBezTo>
                  <a:lnTo>
                    <a:pt x="8488" y="1297"/>
                  </a:lnTo>
                  <a:cubicBezTo>
                    <a:pt x="8488" y="587"/>
                    <a:pt x="7901" y="0"/>
                    <a:pt x="7191" y="0"/>
                  </a:cubicBezTo>
                  <a:lnTo>
                    <a:pt x="3087" y="0"/>
                  </a:lnTo>
                  <a:cubicBezTo>
                    <a:pt x="2809" y="0"/>
                    <a:pt x="2809" y="432"/>
                    <a:pt x="3087" y="432"/>
                  </a:cubicBezTo>
                  <a:lnTo>
                    <a:pt x="7191" y="432"/>
                  </a:lnTo>
                  <a:cubicBezTo>
                    <a:pt x="7654" y="432"/>
                    <a:pt x="8055" y="803"/>
                    <a:pt x="8055" y="1297"/>
                  </a:cubicBezTo>
                  <a:lnTo>
                    <a:pt x="8055" y="1327"/>
                  </a:lnTo>
                  <a:lnTo>
                    <a:pt x="433" y="1327"/>
                  </a:lnTo>
                  <a:lnTo>
                    <a:pt x="433" y="1297"/>
                  </a:lnTo>
                  <a:cubicBezTo>
                    <a:pt x="433" y="803"/>
                    <a:pt x="834" y="432"/>
                    <a:pt x="1297" y="432"/>
                  </a:cubicBezTo>
                  <a:lnTo>
                    <a:pt x="1821" y="432"/>
                  </a:lnTo>
                  <a:cubicBezTo>
                    <a:pt x="2099" y="432"/>
                    <a:pt x="2099" y="0"/>
                    <a:pt x="18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86"/>
            <p:cNvSpPr/>
            <p:nvPr/>
          </p:nvSpPr>
          <p:spPr>
            <a:xfrm>
              <a:off x="7146625" y="4463825"/>
              <a:ext cx="39350" cy="10825"/>
            </a:xfrm>
            <a:custGeom>
              <a:rect b="b" l="l" r="r" t="t"/>
              <a:pathLst>
                <a:path extrusionOk="0" h="433" w="1574">
                  <a:moveTo>
                    <a:pt x="278" y="1"/>
                  </a:moveTo>
                  <a:cubicBezTo>
                    <a:pt x="0" y="1"/>
                    <a:pt x="0" y="433"/>
                    <a:pt x="278" y="433"/>
                  </a:cubicBezTo>
                  <a:lnTo>
                    <a:pt x="1296" y="433"/>
                  </a:lnTo>
                  <a:cubicBezTo>
                    <a:pt x="1574" y="433"/>
                    <a:pt x="1574" y="1"/>
                    <a:pt x="12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86"/>
            <p:cNvSpPr/>
            <p:nvPr/>
          </p:nvSpPr>
          <p:spPr>
            <a:xfrm>
              <a:off x="7102625" y="4243125"/>
              <a:ext cx="144300" cy="142075"/>
            </a:xfrm>
            <a:custGeom>
              <a:rect b="b" l="l" r="r" t="t"/>
              <a:pathLst>
                <a:path extrusionOk="0" h="5683" w="5772">
                  <a:moveTo>
                    <a:pt x="4383" y="1514"/>
                  </a:moveTo>
                  <a:lnTo>
                    <a:pt x="4013" y="3490"/>
                  </a:lnTo>
                  <a:lnTo>
                    <a:pt x="896" y="3490"/>
                  </a:lnTo>
                  <a:cubicBezTo>
                    <a:pt x="865" y="3490"/>
                    <a:pt x="834" y="3459"/>
                    <a:pt x="834" y="3397"/>
                  </a:cubicBezTo>
                  <a:lnTo>
                    <a:pt x="433" y="1607"/>
                  </a:lnTo>
                  <a:cubicBezTo>
                    <a:pt x="433" y="1576"/>
                    <a:pt x="433" y="1576"/>
                    <a:pt x="433" y="1545"/>
                  </a:cubicBezTo>
                  <a:cubicBezTo>
                    <a:pt x="464" y="1514"/>
                    <a:pt x="464" y="1514"/>
                    <a:pt x="495" y="1514"/>
                  </a:cubicBezTo>
                  <a:close/>
                  <a:moveTo>
                    <a:pt x="1359" y="4817"/>
                  </a:moveTo>
                  <a:cubicBezTo>
                    <a:pt x="1482" y="4817"/>
                    <a:pt x="1575" y="4909"/>
                    <a:pt x="1575" y="5033"/>
                  </a:cubicBezTo>
                  <a:cubicBezTo>
                    <a:pt x="1575" y="5112"/>
                    <a:pt x="1544" y="5142"/>
                    <a:pt x="1502" y="5142"/>
                  </a:cubicBezTo>
                  <a:cubicBezTo>
                    <a:pt x="1364" y="5142"/>
                    <a:pt x="1099" y="4817"/>
                    <a:pt x="1359" y="4817"/>
                  </a:cubicBezTo>
                  <a:close/>
                  <a:moveTo>
                    <a:pt x="3457" y="4817"/>
                  </a:moveTo>
                  <a:cubicBezTo>
                    <a:pt x="3735" y="4817"/>
                    <a:pt x="3735" y="5249"/>
                    <a:pt x="3457" y="5249"/>
                  </a:cubicBezTo>
                  <a:cubicBezTo>
                    <a:pt x="3180" y="5249"/>
                    <a:pt x="3180" y="4817"/>
                    <a:pt x="3457" y="4817"/>
                  </a:cubicBezTo>
                  <a:close/>
                  <a:moveTo>
                    <a:pt x="5522" y="1"/>
                  </a:moveTo>
                  <a:cubicBezTo>
                    <a:pt x="5513" y="1"/>
                    <a:pt x="5504" y="1"/>
                    <a:pt x="5494" y="2"/>
                  </a:cubicBezTo>
                  <a:lnTo>
                    <a:pt x="5247" y="2"/>
                  </a:lnTo>
                  <a:cubicBezTo>
                    <a:pt x="4939" y="2"/>
                    <a:pt x="4661" y="218"/>
                    <a:pt x="4630" y="527"/>
                  </a:cubicBezTo>
                  <a:lnTo>
                    <a:pt x="4507" y="1113"/>
                  </a:lnTo>
                  <a:lnTo>
                    <a:pt x="526" y="1113"/>
                  </a:lnTo>
                  <a:cubicBezTo>
                    <a:pt x="371" y="1113"/>
                    <a:pt x="248" y="1175"/>
                    <a:pt x="155" y="1298"/>
                  </a:cubicBezTo>
                  <a:cubicBezTo>
                    <a:pt x="63" y="1391"/>
                    <a:pt x="1" y="1576"/>
                    <a:pt x="32" y="1700"/>
                  </a:cubicBezTo>
                  <a:lnTo>
                    <a:pt x="433" y="3520"/>
                  </a:lnTo>
                  <a:cubicBezTo>
                    <a:pt x="495" y="3736"/>
                    <a:pt x="680" y="3922"/>
                    <a:pt x="927" y="3922"/>
                  </a:cubicBezTo>
                  <a:lnTo>
                    <a:pt x="4013" y="3922"/>
                  </a:lnTo>
                  <a:lnTo>
                    <a:pt x="4013" y="3983"/>
                  </a:lnTo>
                  <a:cubicBezTo>
                    <a:pt x="3982" y="4230"/>
                    <a:pt x="3766" y="4415"/>
                    <a:pt x="3519" y="4415"/>
                  </a:cubicBezTo>
                  <a:lnTo>
                    <a:pt x="958" y="4415"/>
                  </a:lnTo>
                  <a:cubicBezTo>
                    <a:pt x="834" y="4415"/>
                    <a:pt x="742" y="4508"/>
                    <a:pt x="742" y="4631"/>
                  </a:cubicBezTo>
                  <a:cubicBezTo>
                    <a:pt x="742" y="4693"/>
                    <a:pt x="772" y="4755"/>
                    <a:pt x="834" y="4817"/>
                  </a:cubicBezTo>
                  <a:cubicBezTo>
                    <a:pt x="649" y="5218"/>
                    <a:pt x="958" y="5681"/>
                    <a:pt x="1390" y="5681"/>
                  </a:cubicBezTo>
                  <a:cubicBezTo>
                    <a:pt x="1405" y="5682"/>
                    <a:pt x="1421" y="5682"/>
                    <a:pt x="1436" y="5682"/>
                  </a:cubicBezTo>
                  <a:cubicBezTo>
                    <a:pt x="1873" y="5682"/>
                    <a:pt x="2156" y="5265"/>
                    <a:pt x="2007" y="4847"/>
                  </a:cubicBezTo>
                  <a:lnTo>
                    <a:pt x="2902" y="4847"/>
                  </a:lnTo>
                  <a:cubicBezTo>
                    <a:pt x="2871" y="4909"/>
                    <a:pt x="2871" y="4971"/>
                    <a:pt x="2871" y="5063"/>
                  </a:cubicBezTo>
                  <a:cubicBezTo>
                    <a:pt x="2882" y="5337"/>
                    <a:pt x="3087" y="5448"/>
                    <a:pt x="3327" y="5448"/>
                  </a:cubicBezTo>
                  <a:cubicBezTo>
                    <a:pt x="3766" y="5448"/>
                    <a:pt x="4323" y="5081"/>
                    <a:pt x="4044" y="4662"/>
                  </a:cubicBezTo>
                  <a:cubicBezTo>
                    <a:pt x="4229" y="4539"/>
                    <a:pt x="4383" y="4292"/>
                    <a:pt x="4414" y="4045"/>
                  </a:cubicBezTo>
                  <a:lnTo>
                    <a:pt x="5062" y="589"/>
                  </a:lnTo>
                  <a:cubicBezTo>
                    <a:pt x="5093" y="496"/>
                    <a:pt x="5186" y="403"/>
                    <a:pt x="5278" y="403"/>
                  </a:cubicBezTo>
                  <a:lnTo>
                    <a:pt x="5494" y="403"/>
                  </a:lnTo>
                  <a:cubicBezTo>
                    <a:pt x="5762" y="403"/>
                    <a:pt x="5772" y="1"/>
                    <a:pt x="5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0" name="Google Shape;12630;p86"/>
          <p:cNvGrpSpPr/>
          <p:nvPr/>
        </p:nvGrpSpPr>
        <p:grpSpPr>
          <a:xfrm>
            <a:off x="7721420" y="2326799"/>
            <a:ext cx="361875" cy="362275"/>
            <a:chOff x="4004875" y="3563050"/>
            <a:chExt cx="361875" cy="362275"/>
          </a:xfrm>
        </p:grpSpPr>
        <p:sp>
          <p:nvSpPr>
            <p:cNvPr id="12631" name="Google Shape;12631;p86"/>
            <p:cNvSpPr/>
            <p:nvPr/>
          </p:nvSpPr>
          <p:spPr>
            <a:xfrm>
              <a:off x="4004875" y="3563050"/>
              <a:ext cx="361875" cy="362275"/>
            </a:xfrm>
            <a:custGeom>
              <a:rect b="b" l="l" r="r" t="t"/>
              <a:pathLst>
                <a:path extrusionOk="0" h="14491" w="14475">
                  <a:moveTo>
                    <a:pt x="4769" y="510"/>
                  </a:moveTo>
                  <a:cubicBezTo>
                    <a:pt x="5201" y="510"/>
                    <a:pt x="5633" y="787"/>
                    <a:pt x="5679" y="1343"/>
                  </a:cubicBezTo>
                  <a:cubicBezTo>
                    <a:pt x="5679" y="1466"/>
                    <a:pt x="5648" y="1590"/>
                    <a:pt x="5587" y="1713"/>
                  </a:cubicBezTo>
                  <a:cubicBezTo>
                    <a:pt x="5525" y="1837"/>
                    <a:pt x="5617" y="1991"/>
                    <a:pt x="5772" y="1991"/>
                  </a:cubicBezTo>
                  <a:lnTo>
                    <a:pt x="6512" y="1991"/>
                  </a:lnTo>
                  <a:lnTo>
                    <a:pt x="6512" y="3133"/>
                  </a:lnTo>
                  <a:lnTo>
                    <a:pt x="3025" y="3133"/>
                  </a:lnTo>
                  <a:lnTo>
                    <a:pt x="3025" y="1991"/>
                  </a:lnTo>
                  <a:lnTo>
                    <a:pt x="3735" y="1991"/>
                  </a:lnTo>
                  <a:cubicBezTo>
                    <a:pt x="3889" y="1991"/>
                    <a:pt x="4013" y="1837"/>
                    <a:pt x="3951" y="1713"/>
                  </a:cubicBezTo>
                  <a:cubicBezTo>
                    <a:pt x="3889" y="1590"/>
                    <a:pt x="3858" y="1466"/>
                    <a:pt x="3858" y="1343"/>
                  </a:cubicBezTo>
                  <a:cubicBezTo>
                    <a:pt x="3905" y="787"/>
                    <a:pt x="4337" y="510"/>
                    <a:pt x="4769" y="510"/>
                  </a:cubicBezTo>
                  <a:close/>
                  <a:moveTo>
                    <a:pt x="11759" y="3503"/>
                  </a:moveTo>
                  <a:cubicBezTo>
                    <a:pt x="11882" y="3503"/>
                    <a:pt x="12006" y="3596"/>
                    <a:pt x="12006" y="3719"/>
                  </a:cubicBezTo>
                  <a:lnTo>
                    <a:pt x="10926" y="3719"/>
                  </a:lnTo>
                  <a:cubicBezTo>
                    <a:pt x="10956" y="3596"/>
                    <a:pt x="11049" y="3503"/>
                    <a:pt x="11173" y="3503"/>
                  </a:cubicBezTo>
                  <a:close/>
                  <a:moveTo>
                    <a:pt x="12191" y="4151"/>
                  </a:moveTo>
                  <a:lnTo>
                    <a:pt x="12962" y="4645"/>
                  </a:lnTo>
                  <a:lnTo>
                    <a:pt x="9969" y="4645"/>
                  </a:lnTo>
                  <a:lnTo>
                    <a:pt x="10771" y="4151"/>
                  </a:lnTo>
                  <a:close/>
                  <a:moveTo>
                    <a:pt x="13271" y="5077"/>
                  </a:moveTo>
                  <a:lnTo>
                    <a:pt x="12438" y="6157"/>
                  </a:lnTo>
                  <a:lnTo>
                    <a:pt x="10524" y="6157"/>
                  </a:lnTo>
                  <a:lnTo>
                    <a:pt x="9691" y="5077"/>
                  </a:lnTo>
                  <a:close/>
                  <a:moveTo>
                    <a:pt x="12568" y="6584"/>
                  </a:moveTo>
                  <a:cubicBezTo>
                    <a:pt x="12740" y="6584"/>
                    <a:pt x="12734" y="6961"/>
                    <a:pt x="12551" y="6961"/>
                  </a:cubicBezTo>
                  <a:cubicBezTo>
                    <a:pt x="12544" y="6961"/>
                    <a:pt x="12537" y="6961"/>
                    <a:pt x="12530" y="6960"/>
                  </a:cubicBezTo>
                  <a:lnTo>
                    <a:pt x="10432" y="6960"/>
                  </a:lnTo>
                  <a:cubicBezTo>
                    <a:pt x="10216" y="6929"/>
                    <a:pt x="10216" y="6620"/>
                    <a:pt x="10432" y="6589"/>
                  </a:cubicBezTo>
                  <a:lnTo>
                    <a:pt x="12530" y="6589"/>
                  </a:lnTo>
                  <a:cubicBezTo>
                    <a:pt x="12544" y="6586"/>
                    <a:pt x="12557" y="6584"/>
                    <a:pt x="12568" y="6584"/>
                  </a:cubicBezTo>
                  <a:close/>
                  <a:moveTo>
                    <a:pt x="12098" y="7361"/>
                  </a:moveTo>
                  <a:lnTo>
                    <a:pt x="12098" y="11126"/>
                  </a:lnTo>
                  <a:cubicBezTo>
                    <a:pt x="12098" y="11527"/>
                    <a:pt x="12376" y="11867"/>
                    <a:pt x="12777" y="11898"/>
                  </a:cubicBezTo>
                  <a:lnTo>
                    <a:pt x="12777" y="12083"/>
                  </a:lnTo>
                  <a:lnTo>
                    <a:pt x="10185" y="12083"/>
                  </a:lnTo>
                  <a:lnTo>
                    <a:pt x="10185" y="11898"/>
                  </a:lnTo>
                  <a:cubicBezTo>
                    <a:pt x="10586" y="11867"/>
                    <a:pt x="10864" y="11527"/>
                    <a:pt x="10864" y="11126"/>
                  </a:cubicBezTo>
                  <a:lnTo>
                    <a:pt x="10864" y="7361"/>
                  </a:lnTo>
                  <a:close/>
                  <a:moveTo>
                    <a:pt x="9537" y="5571"/>
                  </a:moveTo>
                  <a:lnTo>
                    <a:pt x="10061" y="6250"/>
                  </a:lnTo>
                  <a:cubicBezTo>
                    <a:pt x="9568" y="6589"/>
                    <a:pt x="9815" y="7392"/>
                    <a:pt x="10432" y="7392"/>
                  </a:cubicBezTo>
                  <a:lnTo>
                    <a:pt x="10463" y="7392"/>
                  </a:lnTo>
                  <a:lnTo>
                    <a:pt x="10463" y="11157"/>
                  </a:lnTo>
                  <a:cubicBezTo>
                    <a:pt x="10432" y="11342"/>
                    <a:pt x="10308" y="11496"/>
                    <a:pt x="10123" y="11496"/>
                  </a:cubicBezTo>
                  <a:cubicBezTo>
                    <a:pt x="9907" y="11496"/>
                    <a:pt x="9753" y="11651"/>
                    <a:pt x="9753" y="11836"/>
                  </a:cubicBezTo>
                  <a:lnTo>
                    <a:pt x="9753" y="12083"/>
                  </a:lnTo>
                  <a:cubicBezTo>
                    <a:pt x="9691" y="12083"/>
                    <a:pt x="9599" y="12114"/>
                    <a:pt x="9537" y="12145"/>
                  </a:cubicBezTo>
                  <a:lnTo>
                    <a:pt x="9537" y="5571"/>
                  </a:lnTo>
                  <a:close/>
                  <a:moveTo>
                    <a:pt x="8055" y="3040"/>
                  </a:moveTo>
                  <a:lnTo>
                    <a:pt x="8055" y="12885"/>
                  </a:lnTo>
                  <a:lnTo>
                    <a:pt x="1482" y="12885"/>
                  </a:lnTo>
                  <a:lnTo>
                    <a:pt x="1482" y="3040"/>
                  </a:lnTo>
                  <a:lnTo>
                    <a:pt x="2593" y="3040"/>
                  </a:lnTo>
                  <a:lnTo>
                    <a:pt x="2593" y="3349"/>
                  </a:lnTo>
                  <a:cubicBezTo>
                    <a:pt x="2593" y="3442"/>
                    <a:pt x="2716" y="3565"/>
                    <a:pt x="2809" y="3565"/>
                  </a:cubicBezTo>
                  <a:lnTo>
                    <a:pt x="6728" y="3565"/>
                  </a:lnTo>
                  <a:cubicBezTo>
                    <a:pt x="6821" y="3565"/>
                    <a:pt x="6914" y="3472"/>
                    <a:pt x="6914" y="3349"/>
                  </a:cubicBezTo>
                  <a:lnTo>
                    <a:pt x="6914" y="3040"/>
                  </a:lnTo>
                  <a:close/>
                  <a:moveTo>
                    <a:pt x="13117" y="12484"/>
                  </a:moveTo>
                  <a:cubicBezTo>
                    <a:pt x="13364" y="12484"/>
                    <a:pt x="13549" y="12669"/>
                    <a:pt x="13549" y="12916"/>
                  </a:cubicBezTo>
                  <a:lnTo>
                    <a:pt x="13549" y="13194"/>
                  </a:lnTo>
                  <a:lnTo>
                    <a:pt x="9383" y="13194"/>
                  </a:lnTo>
                  <a:lnTo>
                    <a:pt x="9383" y="12916"/>
                  </a:lnTo>
                  <a:cubicBezTo>
                    <a:pt x="9383" y="12669"/>
                    <a:pt x="9568" y="12484"/>
                    <a:pt x="9815" y="12484"/>
                  </a:cubicBezTo>
                  <a:close/>
                  <a:moveTo>
                    <a:pt x="4753" y="0"/>
                  </a:moveTo>
                  <a:cubicBezTo>
                    <a:pt x="4090" y="0"/>
                    <a:pt x="3426" y="448"/>
                    <a:pt x="3426" y="1343"/>
                  </a:cubicBezTo>
                  <a:cubicBezTo>
                    <a:pt x="3426" y="1405"/>
                    <a:pt x="3457" y="1497"/>
                    <a:pt x="3457" y="1559"/>
                  </a:cubicBezTo>
                  <a:lnTo>
                    <a:pt x="1544" y="1559"/>
                  </a:lnTo>
                  <a:cubicBezTo>
                    <a:pt x="679" y="1559"/>
                    <a:pt x="1" y="2238"/>
                    <a:pt x="1" y="3102"/>
                  </a:cubicBezTo>
                  <a:lnTo>
                    <a:pt x="1" y="3627"/>
                  </a:lnTo>
                  <a:cubicBezTo>
                    <a:pt x="1" y="3766"/>
                    <a:pt x="101" y="3835"/>
                    <a:pt x="201" y="3835"/>
                  </a:cubicBezTo>
                  <a:cubicBezTo>
                    <a:pt x="301" y="3835"/>
                    <a:pt x="402" y="3766"/>
                    <a:pt x="402" y="3627"/>
                  </a:cubicBezTo>
                  <a:lnTo>
                    <a:pt x="402" y="3102"/>
                  </a:lnTo>
                  <a:cubicBezTo>
                    <a:pt x="402" y="2485"/>
                    <a:pt x="896" y="1991"/>
                    <a:pt x="1513" y="1991"/>
                  </a:cubicBezTo>
                  <a:lnTo>
                    <a:pt x="2593" y="1991"/>
                  </a:lnTo>
                  <a:lnTo>
                    <a:pt x="2593" y="2608"/>
                  </a:lnTo>
                  <a:lnTo>
                    <a:pt x="1235" y="2608"/>
                  </a:lnTo>
                  <a:cubicBezTo>
                    <a:pt x="1142" y="2608"/>
                    <a:pt x="1050" y="2701"/>
                    <a:pt x="1050" y="2824"/>
                  </a:cubicBezTo>
                  <a:lnTo>
                    <a:pt x="1050" y="13101"/>
                  </a:lnTo>
                  <a:cubicBezTo>
                    <a:pt x="1050" y="13194"/>
                    <a:pt x="1142" y="13286"/>
                    <a:pt x="1235" y="13286"/>
                  </a:cubicBezTo>
                  <a:lnTo>
                    <a:pt x="8271" y="13286"/>
                  </a:lnTo>
                  <a:cubicBezTo>
                    <a:pt x="8364" y="13286"/>
                    <a:pt x="8457" y="13194"/>
                    <a:pt x="8457" y="13101"/>
                  </a:cubicBezTo>
                  <a:lnTo>
                    <a:pt x="8457" y="2824"/>
                  </a:lnTo>
                  <a:cubicBezTo>
                    <a:pt x="8457" y="2701"/>
                    <a:pt x="8364" y="2608"/>
                    <a:pt x="8271" y="2608"/>
                  </a:cubicBezTo>
                  <a:lnTo>
                    <a:pt x="6914" y="2608"/>
                  </a:lnTo>
                  <a:lnTo>
                    <a:pt x="6914" y="1991"/>
                  </a:lnTo>
                  <a:lnTo>
                    <a:pt x="7994" y="1991"/>
                  </a:lnTo>
                  <a:cubicBezTo>
                    <a:pt x="8580" y="1991"/>
                    <a:pt x="9105" y="2485"/>
                    <a:pt x="9105" y="3102"/>
                  </a:cubicBezTo>
                  <a:lnTo>
                    <a:pt x="9105" y="12453"/>
                  </a:lnTo>
                  <a:cubicBezTo>
                    <a:pt x="9012" y="12577"/>
                    <a:pt x="8950" y="12731"/>
                    <a:pt x="8981" y="12916"/>
                  </a:cubicBezTo>
                  <a:lnTo>
                    <a:pt x="8981" y="13194"/>
                  </a:lnTo>
                  <a:cubicBezTo>
                    <a:pt x="8673" y="13256"/>
                    <a:pt x="8457" y="13502"/>
                    <a:pt x="8457" y="13811"/>
                  </a:cubicBezTo>
                  <a:cubicBezTo>
                    <a:pt x="8457" y="13904"/>
                    <a:pt x="8488" y="13965"/>
                    <a:pt x="8518" y="14027"/>
                  </a:cubicBezTo>
                  <a:lnTo>
                    <a:pt x="1544" y="14027"/>
                  </a:lnTo>
                  <a:cubicBezTo>
                    <a:pt x="926" y="14027"/>
                    <a:pt x="433" y="13533"/>
                    <a:pt x="433" y="12916"/>
                  </a:cubicBezTo>
                  <a:lnTo>
                    <a:pt x="433" y="4923"/>
                  </a:lnTo>
                  <a:cubicBezTo>
                    <a:pt x="433" y="4784"/>
                    <a:pt x="325" y="4715"/>
                    <a:pt x="217" y="4715"/>
                  </a:cubicBezTo>
                  <a:cubicBezTo>
                    <a:pt x="109" y="4715"/>
                    <a:pt x="1" y="4784"/>
                    <a:pt x="1" y="4923"/>
                  </a:cubicBezTo>
                  <a:lnTo>
                    <a:pt x="1" y="12947"/>
                  </a:lnTo>
                  <a:cubicBezTo>
                    <a:pt x="1" y="13780"/>
                    <a:pt x="679" y="14490"/>
                    <a:pt x="1544" y="14490"/>
                  </a:cubicBezTo>
                  <a:lnTo>
                    <a:pt x="11944" y="14490"/>
                  </a:lnTo>
                  <a:cubicBezTo>
                    <a:pt x="12253" y="14490"/>
                    <a:pt x="12253" y="14058"/>
                    <a:pt x="11944" y="14058"/>
                  </a:cubicBezTo>
                  <a:lnTo>
                    <a:pt x="9105" y="14058"/>
                  </a:lnTo>
                  <a:cubicBezTo>
                    <a:pt x="8981" y="14058"/>
                    <a:pt x="8889" y="13965"/>
                    <a:pt x="8920" y="13873"/>
                  </a:cubicBezTo>
                  <a:cubicBezTo>
                    <a:pt x="8920" y="13749"/>
                    <a:pt x="8981" y="13657"/>
                    <a:pt x="9105" y="13657"/>
                  </a:cubicBezTo>
                  <a:lnTo>
                    <a:pt x="13857" y="13657"/>
                  </a:lnTo>
                  <a:cubicBezTo>
                    <a:pt x="14104" y="13688"/>
                    <a:pt x="14104" y="14027"/>
                    <a:pt x="13857" y="14058"/>
                  </a:cubicBezTo>
                  <a:lnTo>
                    <a:pt x="13271" y="14058"/>
                  </a:lnTo>
                  <a:cubicBezTo>
                    <a:pt x="12993" y="14058"/>
                    <a:pt x="12993" y="14490"/>
                    <a:pt x="13271" y="14490"/>
                  </a:cubicBezTo>
                  <a:lnTo>
                    <a:pt x="13857" y="14490"/>
                  </a:lnTo>
                  <a:cubicBezTo>
                    <a:pt x="14197" y="14490"/>
                    <a:pt x="14475" y="14212"/>
                    <a:pt x="14475" y="13873"/>
                  </a:cubicBezTo>
                  <a:cubicBezTo>
                    <a:pt x="14475" y="13564"/>
                    <a:pt x="14259" y="13317"/>
                    <a:pt x="13981" y="13256"/>
                  </a:cubicBezTo>
                  <a:lnTo>
                    <a:pt x="13981" y="13225"/>
                  </a:lnTo>
                  <a:lnTo>
                    <a:pt x="13981" y="12916"/>
                  </a:lnTo>
                  <a:cubicBezTo>
                    <a:pt x="13981" y="12484"/>
                    <a:pt x="13641" y="12114"/>
                    <a:pt x="13209" y="12083"/>
                  </a:cubicBezTo>
                  <a:lnTo>
                    <a:pt x="13209" y="11836"/>
                  </a:lnTo>
                  <a:cubicBezTo>
                    <a:pt x="13209" y="11620"/>
                    <a:pt x="13055" y="11466"/>
                    <a:pt x="12839" y="11466"/>
                  </a:cubicBezTo>
                  <a:cubicBezTo>
                    <a:pt x="12685" y="11466"/>
                    <a:pt x="12530" y="11342"/>
                    <a:pt x="12530" y="11157"/>
                  </a:cubicBezTo>
                  <a:lnTo>
                    <a:pt x="12530" y="7361"/>
                  </a:lnTo>
                  <a:cubicBezTo>
                    <a:pt x="13148" y="7361"/>
                    <a:pt x="13395" y="6589"/>
                    <a:pt x="12901" y="6250"/>
                  </a:cubicBezTo>
                  <a:lnTo>
                    <a:pt x="13734" y="5170"/>
                  </a:lnTo>
                  <a:cubicBezTo>
                    <a:pt x="13827" y="5077"/>
                    <a:pt x="13857" y="4954"/>
                    <a:pt x="13827" y="4830"/>
                  </a:cubicBezTo>
                  <a:cubicBezTo>
                    <a:pt x="13796" y="4707"/>
                    <a:pt x="13734" y="4614"/>
                    <a:pt x="13611" y="4553"/>
                  </a:cubicBezTo>
                  <a:lnTo>
                    <a:pt x="12438" y="3812"/>
                  </a:lnTo>
                  <a:lnTo>
                    <a:pt x="12438" y="3750"/>
                  </a:lnTo>
                  <a:cubicBezTo>
                    <a:pt x="12438" y="3380"/>
                    <a:pt x="12160" y="3071"/>
                    <a:pt x="11790" y="3071"/>
                  </a:cubicBezTo>
                  <a:lnTo>
                    <a:pt x="11697" y="3071"/>
                  </a:lnTo>
                  <a:lnTo>
                    <a:pt x="11697" y="2423"/>
                  </a:lnTo>
                  <a:lnTo>
                    <a:pt x="11944" y="2423"/>
                  </a:lnTo>
                  <a:cubicBezTo>
                    <a:pt x="12222" y="2423"/>
                    <a:pt x="12222" y="1991"/>
                    <a:pt x="11944" y="1991"/>
                  </a:cubicBezTo>
                  <a:lnTo>
                    <a:pt x="11697" y="1991"/>
                  </a:lnTo>
                  <a:lnTo>
                    <a:pt x="11697" y="1744"/>
                  </a:lnTo>
                  <a:cubicBezTo>
                    <a:pt x="11682" y="1621"/>
                    <a:pt x="11581" y="1559"/>
                    <a:pt x="11481" y="1559"/>
                  </a:cubicBezTo>
                  <a:cubicBezTo>
                    <a:pt x="11381" y="1559"/>
                    <a:pt x="11281" y="1621"/>
                    <a:pt x="11265" y="1744"/>
                  </a:cubicBezTo>
                  <a:lnTo>
                    <a:pt x="11265" y="1991"/>
                  </a:lnTo>
                  <a:lnTo>
                    <a:pt x="11018" y="1991"/>
                  </a:lnTo>
                  <a:cubicBezTo>
                    <a:pt x="10740" y="1991"/>
                    <a:pt x="10740" y="2423"/>
                    <a:pt x="11018" y="2423"/>
                  </a:cubicBezTo>
                  <a:lnTo>
                    <a:pt x="11265" y="2423"/>
                  </a:lnTo>
                  <a:lnTo>
                    <a:pt x="11265" y="3071"/>
                  </a:lnTo>
                  <a:lnTo>
                    <a:pt x="11203" y="3071"/>
                  </a:lnTo>
                  <a:cubicBezTo>
                    <a:pt x="10833" y="3071"/>
                    <a:pt x="10524" y="3380"/>
                    <a:pt x="10524" y="3750"/>
                  </a:cubicBezTo>
                  <a:lnTo>
                    <a:pt x="10524" y="3812"/>
                  </a:lnTo>
                  <a:lnTo>
                    <a:pt x="9537" y="4429"/>
                  </a:lnTo>
                  <a:lnTo>
                    <a:pt x="9537" y="3102"/>
                  </a:lnTo>
                  <a:cubicBezTo>
                    <a:pt x="9537" y="2238"/>
                    <a:pt x="8858" y="1559"/>
                    <a:pt x="7994" y="1559"/>
                  </a:cubicBezTo>
                  <a:lnTo>
                    <a:pt x="6080" y="1559"/>
                  </a:lnTo>
                  <a:cubicBezTo>
                    <a:pt x="6080" y="1497"/>
                    <a:pt x="6080" y="1405"/>
                    <a:pt x="6080" y="1343"/>
                  </a:cubicBezTo>
                  <a:cubicBezTo>
                    <a:pt x="6080" y="448"/>
                    <a:pt x="5417" y="0"/>
                    <a:pt x="4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86"/>
            <p:cNvSpPr/>
            <p:nvPr/>
          </p:nvSpPr>
          <p:spPr>
            <a:xfrm>
              <a:off x="4105950" y="3583300"/>
              <a:ext cx="36275" cy="28000"/>
            </a:xfrm>
            <a:custGeom>
              <a:rect b="b" l="l" r="r" t="t"/>
              <a:pathLst>
                <a:path extrusionOk="0" h="1120" w="1451">
                  <a:moveTo>
                    <a:pt x="683" y="428"/>
                  </a:moveTo>
                  <a:cubicBezTo>
                    <a:pt x="692" y="428"/>
                    <a:pt x="701" y="431"/>
                    <a:pt x="710" y="440"/>
                  </a:cubicBezTo>
                  <a:cubicBezTo>
                    <a:pt x="834" y="440"/>
                    <a:pt x="895" y="564"/>
                    <a:pt x="803" y="656"/>
                  </a:cubicBezTo>
                  <a:cubicBezTo>
                    <a:pt x="774" y="685"/>
                    <a:pt x="742" y="697"/>
                    <a:pt x="711" y="697"/>
                  </a:cubicBezTo>
                  <a:cubicBezTo>
                    <a:pt x="610" y="697"/>
                    <a:pt x="523" y="566"/>
                    <a:pt x="618" y="471"/>
                  </a:cubicBezTo>
                  <a:cubicBezTo>
                    <a:pt x="639" y="449"/>
                    <a:pt x="661" y="428"/>
                    <a:pt x="683" y="428"/>
                  </a:cubicBezTo>
                  <a:close/>
                  <a:moveTo>
                    <a:pt x="726" y="1"/>
                  </a:moveTo>
                  <a:cubicBezTo>
                    <a:pt x="587" y="1"/>
                    <a:pt x="448" y="55"/>
                    <a:pt x="340" y="163"/>
                  </a:cubicBezTo>
                  <a:cubicBezTo>
                    <a:pt x="0" y="502"/>
                    <a:pt x="216" y="1088"/>
                    <a:pt x="710" y="1119"/>
                  </a:cubicBezTo>
                  <a:cubicBezTo>
                    <a:pt x="1204" y="1088"/>
                    <a:pt x="1451" y="502"/>
                    <a:pt x="1111" y="163"/>
                  </a:cubicBezTo>
                  <a:cubicBezTo>
                    <a:pt x="1003" y="55"/>
                    <a:pt x="865"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86"/>
            <p:cNvSpPr/>
            <p:nvPr/>
          </p:nvSpPr>
          <p:spPr>
            <a:xfrm>
              <a:off x="4059900" y="3678100"/>
              <a:ext cx="40275" cy="35700"/>
            </a:xfrm>
            <a:custGeom>
              <a:rect b="b" l="l" r="r" t="t"/>
              <a:pathLst>
                <a:path extrusionOk="0" h="1428" w="1611">
                  <a:moveTo>
                    <a:pt x="293" y="0"/>
                  </a:moveTo>
                  <a:cubicBezTo>
                    <a:pt x="130" y="0"/>
                    <a:pt x="5" y="211"/>
                    <a:pt x="145" y="352"/>
                  </a:cubicBezTo>
                  <a:lnTo>
                    <a:pt x="484" y="722"/>
                  </a:lnTo>
                  <a:lnTo>
                    <a:pt x="145" y="1062"/>
                  </a:lnTo>
                  <a:cubicBezTo>
                    <a:pt x="0" y="1207"/>
                    <a:pt x="139" y="1427"/>
                    <a:pt x="310" y="1427"/>
                  </a:cubicBezTo>
                  <a:cubicBezTo>
                    <a:pt x="357" y="1427"/>
                    <a:pt x="407" y="1410"/>
                    <a:pt x="454" y="1370"/>
                  </a:cubicBezTo>
                  <a:lnTo>
                    <a:pt x="793" y="1000"/>
                  </a:lnTo>
                  <a:lnTo>
                    <a:pt x="1163" y="1370"/>
                  </a:lnTo>
                  <a:cubicBezTo>
                    <a:pt x="1204" y="1410"/>
                    <a:pt x="1250" y="1427"/>
                    <a:pt x="1295" y="1427"/>
                  </a:cubicBezTo>
                  <a:cubicBezTo>
                    <a:pt x="1458" y="1427"/>
                    <a:pt x="1610" y="1207"/>
                    <a:pt x="1441" y="1062"/>
                  </a:cubicBezTo>
                  <a:lnTo>
                    <a:pt x="1102" y="722"/>
                  </a:lnTo>
                  <a:lnTo>
                    <a:pt x="1441" y="352"/>
                  </a:lnTo>
                  <a:cubicBezTo>
                    <a:pt x="1605" y="211"/>
                    <a:pt x="1467" y="0"/>
                    <a:pt x="1310" y="0"/>
                  </a:cubicBezTo>
                  <a:cubicBezTo>
                    <a:pt x="1260" y="0"/>
                    <a:pt x="1208" y="22"/>
                    <a:pt x="1163" y="74"/>
                  </a:cubicBezTo>
                  <a:lnTo>
                    <a:pt x="793" y="414"/>
                  </a:lnTo>
                  <a:lnTo>
                    <a:pt x="454" y="74"/>
                  </a:lnTo>
                  <a:cubicBezTo>
                    <a:pt x="401" y="22"/>
                    <a:pt x="345"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86"/>
            <p:cNvSpPr/>
            <p:nvPr/>
          </p:nvSpPr>
          <p:spPr>
            <a:xfrm>
              <a:off x="4148000" y="3764925"/>
              <a:ext cx="40300" cy="36050"/>
            </a:xfrm>
            <a:custGeom>
              <a:rect b="b" l="l" r="r" t="t"/>
              <a:pathLst>
                <a:path extrusionOk="0" h="1442" w="1612">
                  <a:moveTo>
                    <a:pt x="331" y="0"/>
                  </a:moveTo>
                  <a:cubicBezTo>
                    <a:pt x="154" y="0"/>
                    <a:pt x="1" y="221"/>
                    <a:pt x="170" y="366"/>
                  </a:cubicBezTo>
                  <a:lnTo>
                    <a:pt x="510" y="706"/>
                  </a:lnTo>
                  <a:lnTo>
                    <a:pt x="170" y="1076"/>
                  </a:lnTo>
                  <a:cubicBezTo>
                    <a:pt x="1" y="1221"/>
                    <a:pt x="154" y="1442"/>
                    <a:pt x="331" y="1442"/>
                  </a:cubicBezTo>
                  <a:cubicBezTo>
                    <a:pt x="381" y="1442"/>
                    <a:pt x="432" y="1425"/>
                    <a:pt x="479" y="1385"/>
                  </a:cubicBezTo>
                  <a:lnTo>
                    <a:pt x="818" y="1014"/>
                  </a:lnTo>
                  <a:lnTo>
                    <a:pt x="1158" y="1385"/>
                  </a:lnTo>
                  <a:cubicBezTo>
                    <a:pt x="1205" y="1425"/>
                    <a:pt x="1254" y="1442"/>
                    <a:pt x="1302" y="1442"/>
                  </a:cubicBezTo>
                  <a:cubicBezTo>
                    <a:pt x="1472" y="1442"/>
                    <a:pt x="1611" y="1221"/>
                    <a:pt x="1466" y="1076"/>
                  </a:cubicBezTo>
                  <a:lnTo>
                    <a:pt x="1127" y="706"/>
                  </a:lnTo>
                  <a:lnTo>
                    <a:pt x="1466" y="366"/>
                  </a:lnTo>
                  <a:cubicBezTo>
                    <a:pt x="1559" y="274"/>
                    <a:pt x="1559" y="150"/>
                    <a:pt x="1466" y="58"/>
                  </a:cubicBezTo>
                  <a:cubicBezTo>
                    <a:pt x="1420" y="27"/>
                    <a:pt x="1366" y="11"/>
                    <a:pt x="1312" y="11"/>
                  </a:cubicBezTo>
                  <a:cubicBezTo>
                    <a:pt x="1258" y="11"/>
                    <a:pt x="1204" y="27"/>
                    <a:pt x="1158" y="58"/>
                  </a:cubicBezTo>
                  <a:lnTo>
                    <a:pt x="818" y="428"/>
                  </a:lnTo>
                  <a:lnTo>
                    <a:pt x="479" y="58"/>
                  </a:lnTo>
                  <a:cubicBezTo>
                    <a:pt x="432" y="17"/>
                    <a:pt x="381" y="0"/>
                    <a:pt x="3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86"/>
            <p:cNvSpPr/>
            <p:nvPr/>
          </p:nvSpPr>
          <p:spPr>
            <a:xfrm>
              <a:off x="4103875" y="3827425"/>
              <a:ext cx="40275" cy="36050"/>
            </a:xfrm>
            <a:custGeom>
              <a:rect b="b" l="l" r="r" t="t"/>
              <a:pathLst>
                <a:path extrusionOk="0" h="1442" w="1611">
                  <a:moveTo>
                    <a:pt x="322" y="0"/>
                  </a:moveTo>
                  <a:cubicBezTo>
                    <a:pt x="158" y="0"/>
                    <a:pt x="0" y="221"/>
                    <a:pt x="145" y="366"/>
                  </a:cubicBezTo>
                  <a:lnTo>
                    <a:pt x="515" y="736"/>
                  </a:lnTo>
                  <a:lnTo>
                    <a:pt x="145" y="1076"/>
                  </a:lnTo>
                  <a:cubicBezTo>
                    <a:pt x="0" y="1221"/>
                    <a:pt x="158" y="1442"/>
                    <a:pt x="322" y="1442"/>
                  </a:cubicBezTo>
                  <a:cubicBezTo>
                    <a:pt x="368" y="1442"/>
                    <a:pt x="414" y="1425"/>
                    <a:pt x="454" y="1384"/>
                  </a:cubicBezTo>
                  <a:lnTo>
                    <a:pt x="793" y="1014"/>
                  </a:lnTo>
                  <a:lnTo>
                    <a:pt x="1164" y="1384"/>
                  </a:lnTo>
                  <a:cubicBezTo>
                    <a:pt x="1204" y="1425"/>
                    <a:pt x="1250" y="1442"/>
                    <a:pt x="1295" y="1442"/>
                  </a:cubicBezTo>
                  <a:cubicBezTo>
                    <a:pt x="1458" y="1442"/>
                    <a:pt x="1611" y="1221"/>
                    <a:pt x="1441" y="1076"/>
                  </a:cubicBezTo>
                  <a:lnTo>
                    <a:pt x="1102" y="736"/>
                  </a:lnTo>
                  <a:lnTo>
                    <a:pt x="1441" y="366"/>
                  </a:lnTo>
                  <a:cubicBezTo>
                    <a:pt x="1534" y="273"/>
                    <a:pt x="1534" y="150"/>
                    <a:pt x="1441" y="57"/>
                  </a:cubicBezTo>
                  <a:cubicBezTo>
                    <a:pt x="1410" y="26"/>
                    <a:pt x="1356" y="11"/>
                    <a:pt x="1302" y="11"/>
                  </a:cubicBezTo>
                  <a:cubicBezTo>
                    <a:pt x="1248" y="11"/>
                    <a:pt x="1194" y="26"/>
                    <a:pt x="1164" y="57"/>
                  </a:cubicBezTo>
                  <a:lnTo>
                    <a:pt x="793" y="428"/>
                  </a:lnTo>
                  <a:lnTo>
                    <a:pt x="454" y="57"/>
                  </a:lnTo>
                  <a:cubicBezTo>
                    <a:pt x="414" y="17"/>
                    <a:pt x="368"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86"/>
            <p:cNvSpPr/>
            <p:nvPr/>
          </p:nvSpPr>
          <p:spPr>
            <a:xfrm>
              <a:off x="4063525" y="3691625"/>
              <a:ext cx="124225" cy="140150"/>
            </a:xfrm>
            <a:custGeom>
              <a:rect b="b" l="l" r="r" t="t"/>
              <a:pathLst>
                <a:path extrusionOk="0" h="5606" w="4969">
                  <a:moveTo>
                    <a:pt x="4053" y="1"/>
                  </a:moveTo>
                  <a:cubicBezTo>
                    <a:pt x="3882" y="1"/>
                    <a:pt x="3744" y="221"/>
                    <a:pt x="3889" y="366"/>
                  </a:cubicBezTo>
                  <a:lnTo>
                    <a:pt x="4259" y="706"/>
                  </a:lnTo>
                  <a:cubicBezTo>
                    <a:pt x="1852" y="953"/>
                    <a:pt x="0" y="2990"/>
                    <a:pt x="0" y="5397"/>
                  </a:cubicBezTo>
                  <a:cubicBezTo>
                    <a:pt x="0" y="5536"/>
                    <a:pt x="108" y="5605"/>
                    <a:pt x="216" y="5605"/>
                  </a:cubicBezTo>
                  <a:cubicBezTo>
                    <a:pt x="324" y="5605"/>
                    <a:pt x="432" y="5536"/>
                    <a:pt x="432" y="5397"/>
                  </a:cubicBezTo>
                  <a:cubicBezTo>
                    <a:pt x="432" y="3236"/>
                    <a:pt x="2037" y="1416"/>
                    <a:pt x="4197" y="1138"/>
                  </a:cubicBezTo>
                  <a:lnTo>
                    <a:pt x="4197" y="1138"/>
                  </a:lnTo>
                  <a:lnTo>
                    <a:pt x="3889" y="1446"/>
                  </a:lnTo>
                  <a:cubicBezTo>
                    <a:pt x="3744" y="1615"/>
                    <a:pt x="3882" y="1803"/>
                    <a:pt x="4053" y="1803"/>
                  </a:cubicBezTo>
                  <a:cubicBezTo>
                    <a:pt x="4100" y="1803"/>
                    <a:pt x="4150" y="1789"/>
                    <a:pt x="4197" y="1755"/>
                  </a:cubicBezTo>
                  <a:lnTo>
                    <a:pt x="4876" y="1045"/>
                  </a:lnTo>
                  <a:cubicBezTo>
                    <a:pt x="4969" y="984"/>
                    <a:pt x="4969" y="860"/>
                    <a:pt x="4876" y="767"/>
                  </a:cubicBezTo>
                  <a:lnTo>
                    <a:pt x="4197" y="58"/>
                  </a:lnTo>
                  <a:cubicBezTo>
                    <a:pt x="4150" y="18"/>
                    <a:pt x="4101" y="1"/>
                    <a:pt x="40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7" name="Google Shape;12637;p86"/>
          <p:cNvGrpSpPr/>
          <p:nvPr/>
        </p:nvGrpSpPr>
        <p:grpSpPr>
          <a:xfrm>
            <a:off x="6999738" y="2328536"/>
            <a:ext cx="362650" cy="358800"/>
            <a:chOff x="3252625" y="3564975"/>
            <a:chExt cx="362650" cy="358800"/>
          </a:xfrm>
        </p:grpSpPr>
        <p:sp>
          <p:nvSpPr>
            <p:cNvPr id="12638" name="Google Shape;12638;p86"/>
            <p:cNvSpPr/>
            <p:nvPr/>
          </p:nvSpPr>
          <p:spPr>
            <a:xfrm>
              <a:off x="3252625" y="3564975"/>
              <a:ext cx="362650" cy="358800"/>
            </a:xfrm>
            <a:custGeom>
              <a:rect b="b" l="l" r="r" t="t"/>
              <a:pathLst>
                <a:path extrusionOk="0" h="14352" w="14506">
                  <a:moveTo>
                    <a:pt x="7253" y="1"/>
                  </a:moveTo>
                  <a:cubicBezTo>
                    <a:pt x="6852" y="1"/>
                    <a:pt x="6574" y="433"/>
                    <a:pt x="6265" y="834"/>
                  </a:cubicBezTo>
                  <a:cubicBezTo>
                    <a:pt x="6080" y="1081"/>
                    <a:pt x="5895" y="1389"/>
                    <a:pt x="5710" y="1420"/>
                  </a:cubicBezTo>
                  <a:cubicBezTo>
                    <a:pt x="5432" y="1420"/>
                    <a:pt x="5123" y="1328"/>
                    <a:pt x="4907" y="1173"/>
                  </a:cubicBezTo>
                  <a:cubicBezTo>
                    <a:pt x="4580" y="1021"/>
                    <a:pt x="4268" y="868"/>
                    <a:pt x="3993" y="868"/>
                  </a:cubicBezTo>
                  <a:cubicBezTo>
                    <a:pt x="3880" y="868"/>
                    <a:pt x="3772" y="894"/>
                    <a:pt x="3673" y="957"/>
                  </a:cubicBezTo>
                  <a:cubicBezTo>
                    <a:pt x="3518" y="1050"/>
                    <a:pt x="3395" y="1204"/>
                    <a:pt x="3333" y="1359"/>
                  </a:cubicBezTo>
                  <a:cubicBezTo>
                    <a:pt x="3313" y="1501"/>
                    <a:pt x="3440" y="1603"/>
                    <a:pt x="3565" y="1603"/>
                  </a:cubicBezTo>
                  <a:cubicBezTo>
                    <a:pt x="3629" y="1603"/>
                    <a:pt x="3692" y="1576"/>
                    <a:pt x="3734" y="1513"/>
                  </a:cubicBezTo>
                  <a:cubicBezTo>
                    <a:pt x="3734" y="1420"/>
                    <a:pt x="3796" y="1359"/>
                    <a:pt x="3858" y="1328"/>
                  </a:cubicBezTo>
                  <a:cubicBezTo>
                    <a:pt x="3887" y="1310"/>
                    <a:pt x="3923" y="1303"/>
                    <a:pt x="3965" y="1303"/>
                  </a:cubicBezTo>
                  <a:cubicBezTo>
                    <a:pt x="4148" y="1303"/>
                    <a:pt x="4440" y="1449"/>
                    <a:pt x="4691" y="1575"/>
                  </a:cubicBezTo>
                  <a:cubicBezTo>
                    <a:pt x="4996" y="1741"/>
                    <a:pt x="5325" y="1857"/>
                    <a:pt x="5679" y="1857"/>
                  </a:cubicBezTo>
                  <a:cubicBezTo>
                    <a:pt x="5720" y="1857"/>
                    <a:pt x="5761" y="1856"/>
                    <a:pt x="5802" y="1852"/>
                  </a:cubicBezTo>
                  <a:cubicBezTo>
                    <a:pt x="6142" y="1760"/>
                    <a:pt x="6358" y="1420"/>
                    <a:pt x="6605" y="1081"/>
                  </a:cubicBezTo>
                  <a:cubicBezTo>
                    <a:pt x="6821" y="772"/>
                    <a:pt x="7068" y="433"/>
                    <a:pt x="7253" y="433"/>
                  </a:cubicBezTo>
                  <a:cubicBezTo>
                    <a:pt x="7438" y="433"/>
                    <a:pt x="7685" y="772"/>
                    <a:pt x="7901" y="1081"/>
                  </a:cubicBezTo>
                  <a:cubicBezTo>
                    <a:pt x="8148" y="1420"/>
                    <a:pt x="8364" y="1760"/>
                    <a:pt x="8703" y="1852"/>
                  </a:cubicBezTo>
                  <a:cubicBezTo>
                    <a:pt x="8741" y="1856"/>
                    <a:pt x="8780" y="1857"/>
                    <a:pt x="8819" y="1857"/>
                  </a:cubicBezTo>
                  <a:cubicBezTo>
                    <a:pt x="9156" y="1857"/>
                    <a:pt x="9510" y="1741"/>
                    <a:pt x="9814" y="1575"/>
                  </a:cubicBezTo>
                  <a:cubicBezTo>
                    <a:pt x="10066" y="1449"/>
                    <a:pt x="10358" y="1303"/>
                    <a:pt x="10541" y="1303"/>
                  </a:cubicBezTo>
                  <a:cubicBezTo>
                    <a:pt x="10583" y="1303"/>
                    <a:pt x="10619" y="1310"/>
                    <a:pt x="10648" y="1328"/>
                  </a:cubicBezTo>
                  <a:cubicBezTo>
                    <a:pt x="10802" y="1420"/>
                    <a:pt x="10864" y="1852"/>
                    <a:pt x="10894" y="2192"/>
                  </a:cubicBezTo>
                  <a:cubicBezTo>
                    <a:pt x="10701" y="2938"/>
                    <a:pt x="11299" y="3609"/>
                    <a:pt x="12024" y="3609"/>
                  </a:cubicBezTo>
                  <a:cubicBezTo>
                    <a:pt x="12109" y="3609"/>
                    <a:pt x="12196" y="3600"/>
                    <a:pt x="12283" y="3581"/>
                  </a:cubicBezTo>
                  <a:cubicBezTo>
                    <a:pt x="12623" y="3611"/>
                    <a:pt x="13055" y="3642"/>
                    <a:pt x="13147" y="3797"/>
                  </a:cubicBezTo>
                  <a:cubicBezTo>
                    <a:pt x="13240" y="3951"/>
                    <a:pt x="13055" y="4321"/>
                    <a:pt x="12931" y="4630"/>
                  </a:cubicBezTo>
                  <a:cubicBezTo>
                    <a:pt x="12715" y="4969"/>
                    <a:pt x="12623" y="5340"/>
                    <a:pt x="12654" y="5741"/>
                  </a:cubicBezTo>
                  <a:cubicBezTo>
                    <a:pt x="12746" y="6050"/>
                    <a:pt x="13086" y="6296"/>
                    <a:pt x="13425" y="6543"/>
                  </a:cubicBezTo>
                  <a:cubicBezTo>
                    <a:pt x="13703" y="6728"/>
                    <a:pt x="14073" y="6975"/>
                    <a:pt x="14073" y="7161"/>
                  </a:cubicBezTo>
                  <a:cubicBezTo>
                    <a:pt x="14073" y="7377"/>
                    <a:pt x="13703" y="7623"/>
                    <a:pt x="13425" y="7809"/>
                  </a:cubicBezTo>
                  <a:cubicBezTo>
                    <a:pt x="13055" y="8056"/>
                    <a:pt x="12715" y="8302"/>
                    <a:pt x="12654" y="8611"/>
                  </a:cubicBezTo>
                  <a:cubicBezTo>
                    <a:pt x="12623" y="8981"/>
                    <a:pt x="12715" y="9383"/>
                    <a:pt x="12931" y="9722"/>
                  </a:cubicBezTo>
                  <a:cubicBezTo>
                    <a:pt x="13055" y="10031"/>
                    <a:pt x="13240" y="10401"/>
                    <a:pt x="13147" y="10555"/>
                  </a:cubicBezTo>
                  <a:cubicBezTo>
                    <a:pt x="13055" y="10710"/>
                    <a:pt x="12623" y="10741"/>
                    <a:pt x="12283" y="10771"/>
                  </a:cubicBezTo>
                  <a:cubicBezTo>
                    <a:pt x="11913" y="10771"/>
                    <a:pt x="11512" y="10864"/>
                    <a:pt x="11203" y="11080"/>
                  </a:cubicBezTo>
                  <a:cubicBezTo>
                    <a:pt x="10987" y="11389"/>
                    <a:pt x="10864" y="11790"/>
                    <a:pt x="10894" y="12160"/>
                  </a:cubicBezTo>
                  <a:cubicBezTo>
                    <a:pt x="10864" y="12500"/>
                    <a:pt x="10802" y="12932"/>
                    <a:pt x="10648" y="13024"/>
                  </a:cubicBezTo>
                  <a:cubicBezTo>
                    <a:pt x="10619" y="13042"/>
                    <a:pt x="10583" y="13049"/>
                    <a:pt x="10541" y="13049"/>
                  </a:cubicBezTo>
                  <a:cubicBezTo>
                    <a:pt x="10358" y="13049"/>
                    <a:pt x="10066" y="12903"/>
                    <a:pt x="9814" y="12777"/>
                  </a:cubicBezTo>
                  <a:cubicBezTo>
                    <a:pt x="9517" y="12588"/>
                    <a:pt x="9173" y="12494"/>
                    <a:pt x="8843" y="12494"/>
                  </a:cubicBezTo>
                  <a:cubicBezTo>
                    <a:pt x="8796" y="12494"/>
                    <a:pt x="8750" y="12496"/>
                    <a:pt x="8703" y="12500"/>
                  </a:cubicBezTo>
                  <a:cubicBezTo>
                    <a:pt x="8364" y="12592"/>
                    <a:pt x="8148" y="12932"/>
                    <a:pt x="7901" y="13271"/>
                  </a:cubicBezTo>
                  <a:cubicBezTo>
                    <a:pt x="7685" y="13580"/>
                    <a:pt x="7438" y="13919"/>
                    <a:pt x="7253" y="13919"/>
                  </a:cubicBezTo>
                  <a:cubicBezTo>
                    <a:pt x="7068" y="13919"/>
                    <a:pt x="6821" y="13580"/>
                    <a:pt x="6605" y="13271"/>
                  </a:cubicBezTo>
                  <a:cubicBezTo>
                    <a:pt x="6358" y="12932"/>
                    <a:pt x="6142" y="12592"/>
                    <a:pt x="5802" y="12500"/>
                  </a:cubicBezTo>
                  <a:cubicBezTo>
                    <a:pt x="5752" y="12496"/>
                    <a:pt x="5702" y="12494"/>
                    <a:pt x="5653" y="12494"/>
                  </a:cubicBezTo>
                  <a:cubicBezTo>
                    <a:pt x="5309" y="12494"/>
                    <a:pt x="4988" y="12588"/>
                    <a:pt x="4691" y="12777"/>
                  </a:cubicBezTo>
                  <a:cubicBezTo>
                    <a:pt x="4440" y="12903"/>
                    <a:pt x="4148" y="13049"/>
                    <a:pt x="3965" y="13049"/>
                  </a:cubicBezTo>
                  <a:cubicBezTo>
                    <a:pt x="3923" y="13049"/>
                    <a:pt x="3887" y="13042"/>
                    <a:pt x="3858" y="13024"/>
                  </a:cubicBezTo>
                  <a:cubicBezTo>
                    <a:pt x="3704" y="12932"/>
                    <a:pt x="3642" y="12500"/>
                    <a:pt x="3611" y="12160"/>
                  </a:cubicBezTo>
                  <a:cubicBezTo>
                    <a:pt x="3642" y="11790"/>
                    <a:pt x="3518" y="11389"/>
                    <a:pt x="3302" y="11080"/>
                  </a:cubicBezTo>
                  <a:cubicBezTo>
                    <a:pt x="2994" y="10864"/>
                    <a:pt x="2593" y="10771"/>
                    <a:pt x="2222" y="10771"/>
                  </a:cubicBezTo>
                  <a:cubicBezTo>
                    <a:pt x="1883" y="10741"/>
                    <a:pt x="1451" y="10710"/>
                    <a:pt x="1358" y="10555"/>
                  </a:cubicBezTo>
                  <a:cubicBezTo>
                    <a:pt x="1266" y="10401"/>
                    <a:pt x="1451" y="10031"/>
                    <a:pt x="1574" y="9722"/>
                  </a:cubicBezTo>
                  <a:cubicBezTo>
                    <a:pt x="1790" y="9383"/>
                    <a:pt x="1883" y="8981"/>
                    <a:pt x="1852" y="8611"/>
                  </a:cubicBezTo>
                  <a:cubicBezTo>
                    <a:pt x="1759" y="8302"/>
                    <a:pt x="1420" y="8056"/>
                    <a:pt x="1080" y="7809"/>
                  </a:cubicBezTo>
                  <a:cubicBezTo>
                    <a:pt x="803" y="7623"/>
                    <a:pt x="432" y="7377"/>
                    <a:pt x="432" y="7161"/>
                  </a:cubicBezTo>
                  <a:cubicBezTo>
                    <a:pt x="432" y="6975"/>
                    <a:pt x="803" y="6728"/>
                    <a:pt x="1080" y="6543"/>
                  </a:cubicBezTo>
                  <a:cubicBezTo>
                    <a:pt x="1451" y="6296"/>
                    <a:pt x="1759" y="6050"/>
                    <a:pt x="1852" y="5741"/>
                  </a:cubicBezTo>
                  <a:cubicBezTo>
                    <a:pt x="1883" y="5340"/>
                    <a:pt x="1790" y="4969"/>
                    <a:pt x="1574" y="4630"/>
                  </a:cubicBezTo>
                  <a:cubicBezTo>
                    <a:pt x="1451" y="4321"/>
                    <a:pt x="1266" y="3951"/>
                    <a:pt x="1358" y="3797"/>
                  </a:cubicBezTo>
                  <a:cubicBezTo>
                    <a:pt x="1451" y="3642"/>
                    <a:pt x="1883" y="3611"/>
                    <a:pt x="2222" y="3581"/>
                  </a:cubicBezTo>
                  <a:cubicBezTo>
                    <a:pt x="2593" y="3581"/>
                    <a:pt x="2994" y="3488"/>
                    <a:pt x="3302" y="3272"/>
                  </a:cubicBezTo>
                  <a:cubicBezTo>
                    <a:pt x="3457" y="3056"/>
                    <a:pt x="3580" y="2809"/>
                    <a:pt x="3580" y="2562"/>
                  </a:cubicBezTo>
                  <a:cubicBezTo>
                    <a:pt x="3597" y="2408"/>
                    <a:pt x="3481" y="2320"/>
                    <a:pt x="3364" y="2320"/>
                  </a:cubicBezTo>
                  <a:cubicBezTo>
                    <a:pt x="3270" y="2320"/>
                    <a:pt x="3176" y="2377"/>
                    <a:pt x="3148" y="2500"/>
                  </a:cubicBezTo>
                  <a:cubicBezTo>
                    <a:pt x="3148" y="2655"/>
                    <a:pt x="3086" y="2840"/>
                    <a:pt x="2994" y="2963"/>
                  </a:cubicBezTo>
                  <a:cubicBezTo>
                    <a:pt x="2747" y="3087"/>
                    <a:pt x="2469" y="3149"/>
                    <a:pt x="2191" y="3149"/>
                  </a:cubicBezTo>
                  <a:cubicBezTo>
                    <a:pt x="1698" y="3179"/>
                    <a:pt x="1204" y="3210"/>
                    <a:pt x="988" y="3581"/>
                  </a:cubicBezTo>
                  <a:cubicBezTo>
                    <a:pt x="772" y="3920"/>
                    <a:pt x="988" y="4383"/>
                    <a:pt x="1204" y="4815"/>
                  </a:cubicBezTo>
                  <a:cubicBezTo>
                    <a:pt x="1358" y="5062"/>
                    <a:pt x="1420" y="5340"/>
                    <a:pt x="1451" y="5617"/>
                  </a:cubicBezTo>
                  <a:cubicBezTo>
                    <a:pt x="1389" y="5803"/>
                    <a:pt x="1111" y="6019"/>
                    <a:pt x="833" y="6173"/>
                  </a:cubicBezTo>
                  <a:cubicBezTo>
                    <a:pt x="432" y="6482"/>
                    <a:pt x="0" y="6759"/>
                    <a:pt x="0" y="7161"/>
                  </a:cubicBezTo>
                  <a:cubicBezTo>
                    <a:pt x="0" y="7593"/>
                    <a:pt x="432" y="7870"/>
                    <a:pt x="833" y="8148"/>
                  </a:cubicBezTo>
                  <a:cubicBezTo>
                    <a:pt x="1111" y="8333"/>
                    <a:pt x="1389" y="8549"/>
                    <a:pt x="1451" y="8704"/>
                  </a:cubicBezTo>
                  <a:cubicBezTo>
                    <a:pt x="1420" y="9012"/>
                    <a:pt x="1358" y="9290"/>
                    <a:pt x="1204" y="9537"/>
                  </a:cubicBezTo>
                  <a:cubicBezTo>
                    <a:pt x="988" y="9969"/>
                    <a:pt x="772" y="10432"/>
                    <a:pt x="988" y="10771"/>
                  </a:cubicBezTo>
                  <a:cubicBezTo>
                    <a:pt x="1204" y="11111"/>
                    <a:pt x="1698" y="11173"/>
                    <a:pt x="2191" y="11203"/>
                  </a:cubicBezTo>
                  <a:cubicBezTo>
                    <a:pt x="2228" y="11199"/>
                    <a:pt x="2264" y="11197"/>
                    <a:pt x="2301" y="11197"/>
                  </a:cubicBezTo>
                  <a:cubicBezTo>
                    <a:pt x="2542" y="11197"/>
                    <a:pt x="2779" y="11281"/>
                    <a:pt x="2994" y="11389"/>
                  </a:cubicBezTo>
                  <a:cubicBezTo>
                    <a:pt x="3148" y="11636"/>
                    <a:pt x="3210" y="11913"/>
                    <a:pt x="3210" y="12191"/>
                  </a:cubicBezTo>
                  <a:cubicBezTo>
                    <a:pt x="3241" y="12685"/>
                    <a:pt x="3302" y="13179"/>
                    <a:pt x="3642" y="13395"/>
                  </a:cubicBezTo>
                  <a:cubicBezTo>
                    <a:pt x="3750" y="13458"/>
                    <a:pt x="3864" y="13484"/>
                    <a:pt x="3982" y="13484"/>
                  </a:cubicBezTo>
                  <a:cubicBezTo>
                    <a:pt x="4265" y="13484"/>
                    <a:pt x="4571" y="13331"/>
                    <a:pt x="4876" y="13179"/>
                  </a:cubicBezTo>
                  <a:cubicBezTo>
                    <a:pt x="5123" y="13024"/>
                    <a:pt x="5401" y="12932"/>
                    <a:pt x="5710" y="12932"/>
                  </a:cubicBezTo>
                  <a:cubicBezTo>
                    <a:pt x="5864" y="12963"/>
                    <a:pt x="6080" y="13271"/>
                    <a:pt x="6265" y="13518"/>
                  </a:cubicBezTo>
                  <a:cubicBezTo>
                    <a:pt x="6543" y="13919"/>
                    <a:pt x="6821" y="14351"/>
                    <a:pt x="7253" y="14351"/>
                  </a:cubicBezTo>
                  <a:cubicBezTo>
                    <a:pt x="7654" y="14351"/>
                    <a:pt x="7963" y="13919"/>
                    <a:pt x="8240" y="13518"/>
                  </a:cubicBezTo>
                  <a:cubicBezTo>
                    <a:pt x="8425" y="13271"/>
                    <a:pt x="8642" y="12963"/>
                    <a:pt x="8796" y="12932"/>
                  </a:cubicBezTo>
                  <a:cubicBezTo>
                    <a:pt x="9104" y="12932"/>
                    <a:pt x="9382" y="13024"/>
                    <a:pt x="9629" y="13179"/>
                  </a:cubicBezTo>
                  <a:cubicBezTo>
                    <a:pt x="9944" y="13314"/>
                    <a:pt x="10276" y="13465"/>
                    <a:pt x="10565" y="13465"/>
                  </a:cubicBezTo>
                  <a:cubicBezTo>
                    <a:pt x="10671" y="13465"/>
                    <a:pt x="10772" y="13445"/>
                    <a:pt x="10864" y="13395"/>
                  </a:cubicBezTo>
                  <a:cubicBezTo>
                    <a:pt x="11203" y="13209"/>
                    <a:pt x="11234" y="12685"/>
                    <a:pt x="11296" y="12191"/>
                  </a:cubicBezTo>
                  <a:cubicBezTo>
                    <a:pt x="11296" y="11913"/>
                    <a:pt x="11357" y="11636"/>
                    <a:pt x="11481" y="11389"/>
                  </a:cubicBezTo>
                  <a:cubicBezTo>
                    <a:pt x="11759" y="11265"/>
                    <a:pt x="12036" y="11203"/>
                    <a:pt x="12314" y="11203"/>
                  </a:cubicBezTo>
                  <a:cubicBezTo>
                    <a:pt x="12808" y="11173"/>
                    <a:pt x="13302" y="11111"/>
                    <a:pt x="13518" y="10771"/>
                  </a:cubicBezTo>
                  <a:cubicBezTo>
                    <a:pt x="13734" y="10432"/>
                    <a:pt x="13518" y="9969"/>
                    <a:pt x="13302" y="9537"/>
                  </a:cubicBezTo>
                  <a:cubicBezTo>
                    <a:pt x="13147" y="9290"/>
                    <a:pt x="13055" y="9012"/>
                    <a:pt x="13055" y="8704"/>
                  </a:cubicBezTo>
                  <a:cubicBezTo>
                    <a:pt x="13116" y="8549"/>
                    <a:pt x="13394" y="8333"/>
                    <a:pt x="13672" y="8148"/>
                  </a:cubicBezTo>
                  <a:cubicBezTo>
                    <a:pt x="14073" y="7870"/>
                    <a:pt x="14505" y="7593"/>
                    <a:pt x="14505" y="7161"/>
                  </a:cubicBezTo>
                  <a:cubicBezTo>
                    <a:pt x="14505" y="6759"/>
                    <a:pt x="14073" y="6482"/>
                    <a:pt x="13672" y="6173"/>
                  </a:cubicBezTo>
                  <a:cubicBezTo>
                    <a:pt x="13425" y="6019"/>
                    <a:pt x="13116" y="5803"/>
                    <a:pt x="13086" y="5617"/>
                  </a:cubicBezTo>
                  <a:cubicBezTo>
                    <a:pt x="13086" y="5340"/>
                    <a:pt x="13178" y="5062"/>
                    <a:pt x="13333" y="4815"/>
                  </a:cubicBezTo>
                  <a:cubicBezTo>
                    <a:pt x="13518" y="4383"/>
                    <a:pt x="13734" y="3920"/>
                    <a:pt x="13518" y="3581"/>
                  </a:cubicBezTo>
                  <a:cubicBezTo>
                    <a:pt x="13333" y="3241"/>
                    <a:pt x="12808" y="3179"/>
                    <a:pt x="12345" y="3149"/>
                  </a:cubicBezTo>
                  <a:cubicBezTo>
                    <a:pt x="12036" y="3149"/>
                    <a:pt x="11759" y="3087"/>
                    <a:pt x="11512" y="2963"/>
                  </a:cubicBezTo>
                  <a:cubicBezTo>
                    <a:pt x="11388" y="2716"/>
                    <a:pt x="11296" y="2439"/>
                    <a:pt x="11326" y="2130"/>
                  </a:cubicBezTo>
                  <a:cubicBezTo>
                    <a:pt x="11265" y="1667"/>
                    <a:pt x="11234" y="1173"/>
                    <a:pt x="10864" y="957"/>
                  </a:cubicBezTo>
                  <a:cubicBezTo>
                    <a:pt x="10764" y="894"/>
                    <a:pt x="10657" y="868"/>
                    <a:pt x="10543" y="868"/>
                  </a:cubicBezTo>
                  <a:cubicBezTo>
                    <a:pt x="10268" y="868"/>
                    <a:pt x="9956" y="1021"/>
                    <a:pt x="9629" y="1173"/>
                  </a:cubicBezTo>
                  <a:cubicBezTo>
                    <a:pt x="9382" y="1328"/>
                    <a:pt x="9104" y="1420"/>
                    <a:pt x="8827" y="1420"/>
                  </a:cubicBezTo>
                  <a:cubicBezTo>
                    <a:pt x="8642" y="1389"/>
                    <a:pt x="8425" y="1081"/>
                    <a:pt x="8271" y="834"/>
                  </a:cubicBezTo>
                  <a:cubicBezTo>
                    <a:pt x="7963" y="433"/>
                    <a:pt x="7685" y="1"/>
                    <a:pt x="72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86"/>
            <p:cNvSpPr/>
            <p:nvPr/>
          </p:nvSpPr>
          <p:spPr>
            <a:xfrm>
              <a:off x="3360125" y="3688425"/>
              <a:ext cx="56850" cy="47125"/>
            </a:xfrm>
            <a:custGeom>
              <a:rect b="b" l="l" r="r" t="t"/>
              <a:pathLst>
                <a:path extrusionOk="0" h="1885" w="2274">
                  <a:moveTo>
                    <a:pt x="1526" y="623"/>
                  </a:moveTo>
                  <a:cubicBezTo>
                    <a:pt x="1699" y="623"/>
                    <a:pt x="1842" y="709"/>
                    <a:pt x="1842" y="926"/>
                  </a:cubicBezTo>
                  <a:cubicBezTo>
                    <a:pt x="1842" y="1050"/>
                    <a:pt x="1780" y="1173"/>
                    <a:pt x="1687" y="1266"/>
                  </a:cubicBezTo>
                  <a:cubicBezTo>
                    <a:pt x="1595" y="1358"/>
                    <a:pt x="1471" y="1405"/>
                    <a:pt x="1348" y="1405"/>
                  </a:cubicBezTo>
                  <a:cubicBezTo>
                    <a:pt x="1224" y="1405"/>
                    <a:pt x="1101" y="1358"/>
                    <a:pt x="1008" y="1266"/>
                  </a:cubicBezTo>
                  <a:cubicBezTo>
                    <a:pt x="721" y="958"/>
                    <a:pt x="1184" y="623"/>
                    <a:pt x="1526" y="623"/>
                  </a:cubicBezTo>
                  <a:close/>
                  <a:moveTo>
                    <a:pt x="1348" y="1"/>
                  </a:moveTo>
                  <a:cubicBezTo>
                    <a:pt x="1101" y="1"/>
                    <a:pt x="885" y="124"/>
                    <a:pt x="731" y="278"/>
                  </a:cubicBezTo>
                  <a:cubicBezTo>
                    <a:pt x="1" y="938"/>
                    <a:pt x="619" y="1885"/>
                    <a:pt x="1336" y="1885"/>
                  </a:cubicBezTo>
                  <a:cubicBezTo>
                    <a:pt x="1559" y="1885"/>
                    <a:pt x="1791" y="1794"/>
                    <a:pt x="1996" y="1574"/>
                  </a:cubicBezTo>
                  <a:cubicBezTo>
                    <a:pt x="2181" y="1389"/>
                    <a:pt x="2274" y="1173"/>
                    <a:pt x="2274" y="926"/>
                  </a:cubicBezTo>
                  <a:cubicBezTo>
                    <a:pt x="2274" y="679"/>
                    <a:pt x="2181" y="433"/>
                    <a:pt x="1996" y="278"/>
                  </a:cubicBezTo>
                  <a:cubicBezTo>
                    <a:pt x="1842" y="93"/>
                    <a:pt x="1595" y="1"/>
                    <a:pt x="13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86"/>
            <p:cNvSpPr/>
            <p:nvPr/>
          </p:nvSpPr>
          <p:spPr>
            <a:xfrm>
              <a:off x="3449350" y="3754575"/>
              <a:ext cx="50175" cy="44975"/>
            </a:xfrm>
            <a:custGeom>
              <a:rect b="b" l="l" r="r" t="t"/>
              <a:pathLst>
                <a:path extrusionOk="0" h="1799" w="2007">
                  <a:moveTo>
                    <a:pt x="1019" y="410"/>
                  </a:moveTo>
                  <a:cubicBezTo>
                    <a:pt x="1421" y="410"/>
                    <a:pt x="1668" y="934"/>
                    <a:pt x="1359" y="1243"/>
                  </a:cubicBezTo>
                  <a:cubicBezTo>
                    <a:pt x="1259" y="1343"/>
                    <a:pt x="1135" y="1388"/>
                    <a:pt x="1015" y="1388"/>
                  </a:cubicBezTo>
                  <a:cubicBezTo>
                    <a:pt x="765" y="1388"/>
                    <a:pt x="526" y="1195"/>
                    <a:pt x="526" y="904"/>
                  </a:cubicBezTo>
                  <a:cubicBezTo>
                    <a:pt x="526" y="780"/>
                    <a:pt x="587" y="657"/>
                    <a:pt x="680" y="564"/>
                  </a:cubicBezTo>
                  <a:cubicBezTo>
                    <a:pt x="742" y="472"/>
                    <a:pt x="865" y="410"/>
                    <a:pt x="1019" y="410"/>
                  </a:cubicBezTo>
                  <a:close/>
                  <a:moveTo>
                    <a:pt x="1004" y="1"/>
                  </a:moveTo>
                  <a:cubicBezTo>
                    <a:pt x="773" y="1"/>
                    <a:pt x="541" y="86"/>
                    <a:pt x="371" y="256"/>
                  </a:cubicBezTo>
                  <a:cubicBezTo>
                    <a:pt x="1" y="626"/>
                    <a:pt x="1" y="1181"/>
                    <a:pt x="371" y="1552"/>
                  </a:cubicBezTo>
                  <a:cubicBezTo>
                    <a:pt x="526" y="1706"/>
                    <a:pt x="773" y="1799"/>
                    <a:pt x="1019" y="1799"/>
                  </a:cubicBezTo>
                  <a:cubicBezTo>
                    <a:pt x="1235" y="1799"/>
                    <a:pt x="1482" y="1706"/>
                    <a:pt x="1637" y="1552"/>
                  </a:cubicBezTo>
                  <a:cubicBezTo>
                    <a:pt x="2007" y="1181"/>
                    <a:pt x="2007" y="626"/>
                    <a:pt x="1637" y="256"/>
                  </a:cubicBezTo>
                  <a:cubicBezTo>
                    <a:pt x="1467" y="86"/>
                    <a:pt x="1235" y="1"/>
                    <a:pt x="10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86"/>
            <p:cNvSpPr/>
            <p:nvPr/>
          </p:nvSpPr>
          <p:spPr>
            <a:xfrm>
              <a:off x="3392375" y="3682000"/>
              <a:ext cx="84425" cy="124050"/>
            </a:xfrm>
            <a:custGeom>
              <a:rect b="b" l="l" r="r" t="t"/>
              <a:pathLst>
                <a:path extrusionOk="0" h="4962" w="3377">
                  <a:moveTo>
                    <a:pt x="3070" y="1"/>
                  </a:moveTo>
                  <a:cubicBezTo>
                    <a:pt x="3006" y="1"/>
                    <a:pt x="2942" y="31"/>
                    <a:pt x="2897" y="103"/>
                  </a:cubicBezTo>
                  <a:lnTo>
                    <a:pt x="89" y="4640"/>
                  </a:lnTo>
                  <a:cubicBezTo>
                    <a:pt x="0" y="4817"/>
                    <a:pt x="134" y="4962"/>
                    <a:pt x="273" y="4962"/>
                  </a:cubicBezTo>
                  <a:cubicBezTo>
                    <a:pt x="328" y="4962"/>
                    <a:pt x="385" y="4939"/>
                    <a:pt x="428" y="4887"/>
                  </a:cubicBezTo>
                  <a:lnTo>
                    <a:pt x="3268" y="350"/>
                  </a:lnTo>
                  <a:cubicBezTo>
                    <a:pt x="3377" y="176"/>
                    <a:pt x="3223" y="1"/>
                    <a:pt x="30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86"/>
            <p:cNvSpPr/>
            <p:nvPr/>
          </p:nvSpPr>
          <p:spPr>
            <a:xfrm>
              <a:off x="3279625" y="3631925"/>
              <a:ext cx="296500" cy="223950"/>
            </a:xfrm>
            <a:custGeom>
              <a:rect b="b" l="l" r="r" t="t"/>
              <a:pathLst>
                <a:path extrusionOk="0" h="8958" w="11860">
                  <a:moveTo>
                    <a:pt x="6192" y="1"/>
                  </a:moveTo>
                  <a:cubicBezTo>
                    <a:pt x="5437" y="1"/>
                    <a:pt x="4651" y="202"/>
                    <a:pt x="3889" y="656"/>
                  </a:cubicBezTo>
                  <a:cubicBezTo>
                    <a:pt x="0" y="2970"/>
                    <a:pt x="1636" y="8958"/>
                    <a:pt x="6173" y="8958"/>
                  </a:cubicBezTo>
                  <a:cubicBezTo>
                    <a:pt x="7407" y="8958"/>
                    <a:pt x="8549" y="8464"/>
                    <a:pt x="9382" y="7600"/>
                  </a:cubicBezTo>
                  <a:cubicBezTo>
                    <a:pt x="9475" y="7538"/>
                    <a:pt x="9475" y="7384"/>
                    <a:pt x="9382" y="7322"/>
                  </a:cubicBezTo>
                  <a:cubicBezTo>
                    <a:pt x="9352" y="7276"/>
                    <a:pt x="9297" y="7252"/>
                    <a:pt x="9243" y="7252"/>
                  </a:cubicBezTo>
                  <a:cubicBezTo>
                    <a:pt x="9189" y="7252"/>
                    <a:pt x="9135" y="7276"/>
                    <a:pt x="9105" y="7322"/>
                  </a:cubicBezTo>
                  <a:cubicBezTo>
                    <a:pt x="8320" y="8123"/>
                    <a:pt x="7276" y="8525"/>
                    <a:pt x="6229" y="8525"/>
                  </a:cubicBezTo>
                  <a:cubicBezTo>
                    <a:pt x="5299" y="8525"/>
                    <a:pt x="4366" y="8208"/>
                    <a:pt x="3611" y="7569"/>
                  </a:cubicBezTo>
                  <a:cubicBezTo>
                    <a:pt x="1976" y="6211"/>
                    <a:pt x="1698" y="3834"/>
                    <a:pt x="2963" y="2106"/>
                  </a:cubicBezTo>
                  <a:cubicBezTo>
                    <a:pt x="3739" y="1040"/>
                    <a:pt x="4965" y="461"/>
                    <a:pt x="6214" y="461"/>
                  </a:cubicBezTo>
                  <a:cubicBezTo>
                    <a:pt x="6952" y="461"/>
                    <a:pt x="7699" y="663"/>
                    <a:pt x="8364" y="1088"/>
                  </a:cubicBezTo>
                  <a:cubicBezTo>
                    <a:pt x="10154" y="2199"/>
                    <a:pt x="10771" y="4544"/>
                    <a:pt x="9753" y="6396"/>
                  </a:cubicBezTo>
                  <a:cubicBezTo>
                    <a:pt x="9691" y="6489"/>
                    <a:pt x="9753" y="6643"/>
                    <a:pt x="9845" y="6674"/>
                  </a:cubicBezTo>
                  <a:lnTo>
                    <a:pt x="9845" y="6705"/>
                  </a:lnTo>
                  <a:cubicBezTo>
                    <a:pt x="9868" y="6712"/>
                    <a:pt x="9894" y="6716"/>
                    <a:pt x="9919" y="6716"/>
                  </a:cubicBezTo>
                  <a:cubicBezTo>
                    <a:pt x="9996" y="6716"/>
                    <a:pt x="10077" y="6681"/>
                    <a:pt x="10123" y="6612"/>
                  </a:cubicBezTo>
                  <a:cubicBezTo>
                    <a:pt x="11860" y="3386"/>
                    <a:pt x="9288" y="1"/>
                    <a:pt x="6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3" name="Google Shape;12643;p86"/>
          <p:cNvGrpSpPr/>
          <p:nvPr/>
        </p:nvGrpSpPr>
        <p:grpSpPr>
          <a:xfrm>
            <a:off x="4764481" y="2326611"/>
            <a:ext cx="361875" cy="362650"/>
            <a:chOff x="980425" y="3563425"/>
            <a:chExt cx="361875" cy="362650"/>
          </a:xfrm>
        </p:grpSpPr>
        <p:sp>
          <p:nvSpPr>
            <p:cNvPr id="12644" name="Google Shape;12644;p86"/>
            <p:cNvSpPr/>
            <p:nvPr/>
          </p:nvSpPr>
          <p:spPr>
            <a:xfrm>
              <a:off x="1009725" y="3856625"/>
              <a:ext cx="143550" cy="10825"/>
            </a:xfrm>
            <a:custGeom>
              <a:rect b="b" l="l" r="r" t="t"/>
              <a:pathLst>
                <a:path extrusionOk="0" h="433" w="5742">
                  <a:moveTo>
                    <a:pt x="309" y="0"/>
                  </a:moveTo>
                  <a:cubicBezTo>
                    <a:pt x="1" y="0"/>
                    <a:pt x="1" y="432"/>
                    <a:pt x="309" y="432"/>
                  </a:cubicBezTo>
                  <a:lnTo>
                    <a:pt x="5463" y="432"/>
                  </a:lnTo>
                  <a:cubicBezTo>
                    <a:pt x="5741" y="432"/>
                    <a:pt x="5741" y="0"/>
                    <a:pt x="54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86"/>
            <p:cNvSpPr/>
            <p:nvPr/>
          </p:nvSpPr>
          <p:spPr>
            <a:xfrm>
              <a:off x="1009725" y="3880550"/>
              <a:ext cx="143550" cy="10050"/>
            </a:xfrm>
            <a:custGeom>
              <a:rect b="b" l="l" r="r" t="t"/>
              <a:pathLst>
                <a:path extrusionOk="0" h="402" w="5742">
                  <a:moveTo>
                    <a:pt x="309" y="0"/>
                  </a:moveTo>
                  <a:cubicBezTo>
                    <a:pt x="1" y="0"/>
                    <a:pt x="1" y="401"/>
                    <a:pt x="309" y="401"/>
                  </a:cubicBezTo>
                  <a:lnTo>
                    <a:pt x="5463" y="401"/>
                  </a:lnTo>
                  <a:cubicBezTo>
                    <a:pt x="5741" y="401"/>
                    <a:pt x="5741" y="0"/>
                    <a:pt x="54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86"/>
            <p:cNvSpPr/>
            <p:nvPr/>
          </p:nvSpPr>
          <p:spPr>
            <a:xfrm>
              <a:off x="1009725" y="3727000"/>
              <a:ext cx="143550" cy="10825"/>
            </a:xfrm>
            <a:custGeom>
              <a:rect b="b" l="l" r="r" t="t"/>
              <a:pathLst>
                <a:path extrusionOk="0" h="433" w="5742">
                  <a:moveTo>
                    <a:pt x="309" y="1"/>
                  </a:moveTo>
                  <a:cubicBezTo>
                    <a:pt x="1" y="1"/>
                    <a:pt x="1" y="433"/>
                    <a:pt x="309" y="433"/>
                  </a:cubicBezTo>
                  <a:lnTo>
                    <a:pt x="5463" y="433"/>
                  </a:lnTo>
                  <a:cubicBezTo>
                    <a:pt x="5741" y="433"/>
                    <a:pt x="5741" y="1"/>
                    <a:pt x="54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86"/>
            <p:cNvSpPr/>
            <p:nvPr/>
          </p:nvSpPr>
          <p:spPr>
            <a:xfrm>
              <a:off x="1009725" y="3750925"/>
              <a:ext cx="141225" cy="10825"/>
            </a:xfrm>
            <a:custGeom>
              <a:rect b="b" l="l" r="r" t="t"/>
              <a:pathLst>
                <a:path extrusionOk="0" h="433" w="5649">
                  <a:moveTo>
                    <a:pt x="309" y="0"/>
                  </a:moveTo>
                  <a:cubicBezTo>
                    <a:pt x="1" y="0"/>
                    <a:pt x="1" y="432"/>
                    <a:pt x="309" y="432"/>
                  </a:cubicBezTo>
                  <a:lnTo>
                    <a:pt x="5463" y="432"/>
                  </a:lnTo>
                  <a:cubicBezTo>
                    <a:pt x="5556" y="432"/>
                    <a:pt x="5648" y="340"/>
                    <a:pt x="5648" y="216"/>
                  </a:cubicBezTo>
                  <a:cubicBezTo>
                    <a:pt x="5648" y="93"/>
                    <a:pt x="5556" y="0"/>
                    <a:pt x="54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86"/>
            <p:cNvSpPr/>
            <p:nvPr/>
          </p:nvSpPr>
          <p:spPr>
            <a:xfrm>
              <a:off x="1009725" y="3598125"/>
              <a:ext cx="143525" cy="10075"/>
            </a:xfrm>
            <a:custGeom>
              <a:rect b="b" l="l" r="r" t="t"/>
              <a:pathLst>
                <a:path extrusionOk="0" h="403" w="5741">
                  <a:moveTo>
                    <a:pt x="5491" y="0"/>
                  </a:moveTo>
                  <a:cubicBezTo>
                    <a:pt x="5482" y="0"/>
                    <a:pt x="5473" y="1"/>
                    <a:pt x="5463" y="2"/>
                  </a:cubicBezTo>
                  <a:lnTo>
                    <a:pt x="309" y="2"/>
                  </a:lnTo>
                  <a:cubicBezTo>
                    <a:pt x="1" y="2"/>
                    <a:pt x="1" y="403"/>
                    <a:pt x="309" y="403"/>
                  </a:cubicBezTo>
                  <a:lnTo>
                    <a:pt x="5463" y="403"/>
                  </a:lnTo>
                  <a:cubicBezTo>
                    <a:pt x="5731" y="403"/>
                    <a:pt x="5741" y="0"/>
                    <a:pt x="54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86"/>
            <p:cNvSpPr/>
            <p:nvPr/>
          </p:nvSpPr>
          <p:spPr>
            <a:xfrm>
              <a:off x="1009725" y="3621300"/>
              <a:ext cx="143550" cy="10825"/>
            </a:xfrm>
            <a:custGeom>
              <a:rect b="b" l="l" r="r" t="t"/>
              <a:pathLst>
                <a:path extrusionOk="0" h="433" w="5742">
                  <a:moveTo>
                    <a:pt x="309" y="1"/>
                  </a:moveTo>
                  <a:cubicBezTo>
                    <a:pt x="1" y="1"/>
                    <a:pt x="1" y="433"/>
                    <a:pt x="309" y="433"/>
                  </a:cubicBezTo>
                  <a:lnTo>
                    <a:pt x="5463" y="433"/>
                  </a:lnTo>
                  <a:cubicBezTo>
                    <a:pt x="5741" y="433"/>
                    <a:pt x="5741" y="1"/>
                    <a:pt x="54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86"/>
            <p:cNvSpPr/>
            <p:nvPr/>
          </p:nvSpPr>
          <p:spPr>
            <a:xfrm>
              <a:off x="1208025" y="3598125"/>
              <a:ext cx="13900" cy="10075"/>
            </a:xfrm>
            <a:custGeom>
              <a:rect b="b" l="l" r="r" t="t"/>
              <a:pathLst>
                <a:path extrusionOk="0" h="403" w="556">
                  <a:moveTo>
                    <a:pt x="306" y="0"/>
                  </a:moveTo>
                  <a:cubicBezTo>
                    <a:pt x="297" y="0"/>
                    <a:pt x="288" y="1"/>
                    <a:pt x="278" y="2"/>
                  </a:cubicBezTo>
                  <a:cubicBezTo>
                    <a:pt x="0" y="2"/>
                    <a:pt x="0" y="403"/>
                    <a:pt x="278" y="403"/>
                  </a:cubicBezTo>
                  <a:cubicBezTo>
                    <a:pt x="546" y="403"/>
                    <a:pt x="555" y="0"/>
                    <a:pt x="3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86"/>
            <p:cNvSpPr/>
            <p:nvPr/>
          </p:nvSpPr>
          <p:spPr>
            <a:xfrm>
              <a:off x="1231175" y="3598125"/>
              <a:ext cx="14675" cy="10075"/>
            </a:xfrm>
            <a:custGeom>
              <a:rect b="b" l="l" r="r" t="t"/>
              <a:pathLst>
                <a:path extrusionOk="0" h="403" w="587">
                  <a:moveTo>
                    <a:pt x="336" y="0"/>
                  </a:moveTo>
                  <a:cubicBezTo>
                    <a:pt x="328" y="0"/>
                    <a:pt x="318" y="1"/>
                    <a:pt x="309" y="2"/>
                  </a:cubicBezTo>
                  <a:cubicBezTo>
                    <a:pt x="0" y="2"/>
                    <a:pt x="0" y="403"/>
                    <a:pt x="309" y="403"/>
                  </a:cubicBezTo>
                  <a:cubicBezTo>
                    <a:pt x="577" y="403"/>
                    <a:pt x="586" y="0"/>
                    <a:pt x="3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86"/>
            <p:cNvSpPr/>
            <p:nvPr/>
          </p:nvSpPr>
          <p:spPr>
            <a:xfrm>
              <a:off x="1255075" y="3598125"/>
              <a:ext cx="13925" cy="10075"/>
            </a:xfrm>
            <a:custGeom>
              <a:rect b="b" l="l" r="r" t="t"/>
              <a:pathLst>
                <a:path extrusionOk="0" h="403" w="557">
                  <a:moveTo>
                    <a:pt x="306" y="0"/>
                  </a:moveTo>
                  <a:cubicBezTo>
                    <a:pt x="297" y="0"/>
                    <a:pt x="288" y="1"/>
                    <a:pt x="279" y="2"/>
                  </a:cubicBezTo>
                  <a:cubicBezTo>
                    <a:pt x="1" y="2"/>
                    <a:pt x="1" y="403"/>
                    <a:pt x="279" y="403"/>
                  </a:cubicBezTo>
                  <a:cubicBezTo>
                    <a:pt x="547" y="403"/>
                    <a:pt x="556" y="0"/>
                    <a:pt x="3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86"/>
            <p:cNvSpPr/>
            <p:nvPr/>
          </p:nvSpPr>
          <p:spPr>
            <a:xfrm>
              <a:off x="1208025" y="3621300"/>
              <a:ext cx="13900" cy="10825"/>
            </a:xfrm>
            <a:custGeom>
              <a:rect b="b" l="l" r="r" t="t"/>
              <a:pathLst>
                <a:path extrusionOk="0" h="433" w="556">
                  <a:moveTo>
                    <a:pt x="278" y="1"/>
                  </a:moveTo>
                  <a:cubicBezTo>
                    <a:pt x="0" y="1"/>
                    <a:pt x="0" y="433"/>
                    <a:pt x="278" y="433"/>
                  </a:cubicBezTo>
                  <a:cubicBezTo>
                    <a:pt x="556" y="433"/>
                    <a:pt x="556" y="1"/>
                    <a:pt x="2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86"/>
            <p:cNvSpPr/>
            <p:nvPr/>
          </p:nvSpPr>
          <p:spPr>
            <a:xfrm>
              <a:off x="1231175" y="3621300"/>
              <a:ext cx="14675" cy="10825"/>
            </a:xfrm>
            <a:custGeom>
              <a:rect b="b" l="l" r="r" t="t"/>
              <a:pathLst>
                <a:path extrusionOk="0" h="433" w="587">
                  <a:moveTo>
                    <a:pt x="309" y="1"/>
                  </a:moveTo>
                  <a:cubicBezTo>
                    <a:pt x="0" y="1"/>
                    <a:pt x="0" y="433"/>
                    <a:pt x="309" y="433"/>
                  </a:cubicBezTo>
                  <a:cubicBezTo>
                    <a:pt x="586" y="433"/>
                    <a:pt x="586" y="1"/>
                    <a:pt x="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86"/>
            <p:cNvSpPr/>
            <p:nvPr/>
          </p:nvSpPr>
          <p:spPr>
            <a:xfrm>
              <a:off x="1255075" y="3621300"/>
              <a:ext cx="13925" cy="10825"/>
            </a:xfrm>
            <a:custGeom>
              <a:rect b="b" l="l" r="r" t="t"/>
              <a:pathLst>
                <a:path extrusionOk="0" h="433" w="557">
                  <a:moveTo>
                    <a:pt x="279" y="1"/>
                  </a:moveTo>
                  <a:cubicBezTo>
                    <a:pt x="1" y="1"/>
                    <a:pt x="1" y="433"/>
                    <a:pt x="279" y="433"/>
                  </a:cubicBezTo>
                  <a:cubicBezTo>
                    <a:pt x="556" y="433"/>
                    <a:pt x="556"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86"/>
            <p:cNvSpPr/>
            <p:nvPr/>
          </p:nvSpPr>
          <p:spPr>
            <a:xfrm>
              <a:off x="1208025" y="3727725"/>
              <a:ext cx="13900" cy="10100"/>
            </a:xfrm>
            <a:custGeom>
              <a:rect b="b" l="l" r="r" t="t"/>
              <a:pathLst>
                <a:path extrusionOk="0" h="404" w="556">
                  <a:moveTo>
                    <a:pt x="306" y="1"/>
                  </a:moveTo>
                  <a:cubicBezTo>
                    <a:pt x="297" y="1"/>
                    <a:pt x="288" y="1"/>
                    <a:pt x="278" y="2"/>
                  </a:cubicBezTo>
                  <a:cubicBezTo>
                    <a:pt x="0" y="2"/>
                    <a:pt x="0" y="404"/>
                    <a:pt x="278" y="404"/>
                  </a:cubicBezTo>
                  <a:cubicBezTo>
                    <a:pt x="546" y="404"/>
                    <a:pt x="555" y="1"/>
                    <a:pt x="3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86"/>
            <p:cNvSpPr/>
            <p:nvPr/>
          </p:nvSpPr>
          <p:spPr>
            <a:xfrm>
              <a:off x="1231175" y="3727000"/>
              <a:ext cx="14675" cy="10825"/>
            </a:xfrm>
            <a:custGeom>
              <a:rect b="b" l="l" r="r" t="t"/>
              <a:pathLst>
                <a:path extrusionOk="0" h="433" w="587">
                  <a:moveTo>
                    <a:pt x="309" y="1"/>
                  </a:moveTo>
                  <a:cubicBezTo>
                    <a:pt x="0" y="1"/>
                    <a:pt x="0" y="433"/>
                    <a:pt x="309" y="433"/>
                  </a:cubicBezTo>
                  <a:cubicBezTo>
                    <a:pt x="586" y="433"/>
                    <a:pt x="586" y="1"/>
                    <a:pt x="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86"/>
            <p:cNvSpPr/>
            <p:nvPr/>
          </p:nvSpPr>
          <p:spPr>
            <a:xfrm>
              <a:off x="1255075" y="3727000"/>
              <a:ext cx="13925" cy="10825"/>
            </a:xfrm>
            <a:custGeom>
              <a:rect b="b" l="l" r="r" t="t"/>
              <a:pathLst>
                <a:path extrusionOk="0" h="433" w="557">
                  <a:moveTo>
                    <a:pt x="279" y="1"/>
                  </a:moveTo>
                  <a:cubicBezTo>
                    <a:pt x="1" y="1"/>
                    <a:pt x="1" y="433"/>
                    <a:pt x="279" y="433"/>
                  </a:cubicBezTo>
                  <a:cubicBezTo>
                    <a:pt x="556" y="433"/>
                    <a:pt x="556"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86"/>
            <p:cNvSpPr/>
            <p:nvPr/>
          </p:nvSpPr>
          <p:spPr>
            <a:xfrm>
              <a:off x="1208025" y="3750925"/>
              <a:ext cx="13900" cy="10050"/>
            </a:xfrm>
            <a:custGeom>
              <a:rect b="b" l="l" r="r" t="t"/>
              <a:pathLst>
                <a:path extrusionOk="0" h="402" w="556">
                  <a:moveTo>
                    <a:pt x="278" y="0"/>
                  </a:moveTo>
                  <a:cubicBezTo>
                    <a:pt x="0" y="0"/>
                    <a:pt x="0" y="402"/>
                    <a:pt x="278" y="402"/>
                  </a:cubicBezTo>
                  <a:cubicBezTo>
                    <a:pt x="556" y="402"/>
                    <a:pt x="556"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86"/>
            <p:cNvSpPr/>
            <p:nvPr/>
          </p:nvSpPr>
          <p:spPr>
            <a:xfrm>
              <a:off x="1231175" y="3750925"/>
              <a:ext cx="14675" cy="10050"/>
            </a:xfrm>
            <a:custGeom>
              <a:rect b="b" l="l" r="r" t="t"/>
              <a:pathLst>
                <a:path extrusionOk="0" h="402" w="587">
                  <a:moveTo>
                    <a:pt x="309" y="0"/>
                  </a:moveTo>
                  <a:cubicBezTo>
                    <a:pt x="0" y="0"/>
                    <a:pt x="0" y="402"/>
                    <a:pt x="309" y="402"/>
                  </a:cubicBezTo>
                  <a:cubicBezTo>
                    <a:pt x="586" y="402"/>
                    <a:pt x="586" y="0"/>
                    <a:pt x="3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86"/>
            <p:cNvSpPr/>
            <p:nvPr/>
          </p:nvSpPr>
          <p:spPr>
            <a:xfrm>
              <a:off x="1255075" y="3750925"/>
              <a:ext cx="13925" cy="10050"/>
            </a:xfrm>
            <a:custGeom>
              <a:rect b="b" l="l" r="r" t="t"/>
              <a:pathLst>
                <a:path extrusionOk="0" h="402" w="557">
                  <a:moveTo>
                    <a:pt x="279" y="0"/>
                  </a:moveTo>
                  <a:cubicBezTo>
                    <a:pt x="1" y="0"/>
                    <a:pt x="1" y="402"/>
                    <a:pt x="279" y="402"/>
                  </a:cubicBezTo>
                  <a:cubicBezTo>
                    <a:pt x="556" y="402"/>
                    <a:pt x="556" y="0"/>
                    <a:pt x="2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86"/>
            <p:cNvSpPr/>
            <p:nvPr/>
          </p:nvSpPr>
          <p:spPr>
            <a:xfrm>
              <a:off x="1208025" y="3856625"/>
              <a:ext cx="13900" cy="10825"/>
            </a:xfrm>
            <a:custGeom>
              <a:rect b="b" l="l" r="r" t="t"/>
              <a:pathLst>
                <a:path extrusionOk="0" h="433" w="556">
                  <a:moveTo>
                    <a:pt x="278" y="0"/>
                  </a:moveTo>
                  <a:cubicBezTo>
                    <a:pt x="0" y="0"/>
                    <a:pt x="0" y="432"/>
                    <a:pt x="278" y="432"/>
                  </a:cubicBezTo>
                  <a:cubicBezTo>
                    <a:pt x="556" y="432"/>
                    <a:pt x="556"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86"/>
            <p:cNvSpPr/>
            <p:nvPr/>
          </p:nvSpPr>
          <p:spPr>
            <a:xfrm>
              <a:off x="1231175" y="3856625"/>
              <a:ext cx="14675" cy="10825"/>
            </a:xfrm>
            <a:custGeom>
              <a:rect b="b" l="l" r="r" t="t"/>
              <a:pathLst>
                <a:path extrusionOk="0" h="433" w="587">
                  <a:moveTo>
                    <a:pt x="309" y="0"/>
                  </a:moveTo>
                  <a:cubicBezTo>
                    <a:pt x="0" y="0"/>
                    <a:pt x="0" y="432"/>
                    <a:pt x="309" y="432"/>
                  </a:cubicBezTo>
                  <a:cubicBezTo>
                    <a:pt x="586" y="432"/>
                    <a:pt x="586" y="0"/>
                    <a:pt x="3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86"/>
            <p:cNvSpPr/>
            <p:nvPr/>
          </p:nvSpPr>
          <p:spPr>
            <a:xfrm>
              <a:off x="1255075" y="3856625"/>
              <a:ext cx="13925" cy="10825"/>
            </a:xfrm>
            <a:custGeom>
              <a:rect b="b" l="l" r="r" t="t"/>
              <a:pathLst>
                <a:path extrusionOk="0" h="433" w="557">
                  <a:moveTo>
                    <a:pt x="279" y="0"/>
                  </a:moveTo>
                  <a:cubicBezTo>
                    <a:pt x="1" y="0"/>
                    <a:pt x="1" y="432"/>
                    <a:pt x="279" y="432"/>
                  </a:cubicBezTo>
                  <a:cubicBezTo>
                    <a:pt x="556" y="432"/>
                    <a:pt x="556" y="0"/>
                    <a:pt x="2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86"/>
            <p:cNvSpPr/>
            <p:nvPr/>
          </p:nvSpPr>
          <p:spPr>
            <a:xfrm>
              <a:off x="1208025" y="3880550"/>
              <a:ext cx="13900" cy="10050"/>
            </a:xfrm>
            <a:custGeom>
              <a:rect b="b" l="l" r="r" t="t"/>
              <a:pathLst>
                <a:path extrusionOk="0" h="402" w="556">
                  <a:moveTo>
                    <a:pt x="278" y="0"/>
                  </a:moveTo>
                  <a:cubicBezTo>
                    <a:pt x="0" y="0"/>
                    <a:pt x="0" y="401"/>
                    <a:pt x="278" y="401"/>
                  </a:cubicBezTo>
                  <a:cubicBezTo>
                    <a:pt x="556" y="401"/>
                    <a:pt x="556"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86"/>
            <p:cNvSpPr/>
            <p:nvPr/>
          </p:nvSpPr>
          <p:spPr>
            <a:xfrm>
              <a:off x="1231175" y="3880550"/>
              <a:ext cx="14675" cy="10050"/>
            </a:xfrm>
            <a:custGeom>
              <a:rect b="b" l="l" r="r" t="t"/>
              <a:pathLst>
                <a:path extrusionOk="0" h="402" w="587">
                  <a:moveTo>
                    <a:pt x="309" y="0"/>
                  </a:moveTo>
                  <a:cubicBezTo>
                    <a:pt x="0" y="0"/>
                    <a:pt x="0" y="401"/>
                    <a:pt x="309" y="401"/>
                  </a:cubicBezTo>
                  <a:cubicBezTo>
                    <a:pt x="586" y="401"/>
                    <a:pt x="586" y="0"/>
                    <a:pt x="3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86"/>
            <p:cNvSpPr/>
            <p:nvPr/>
          </p:nvSpPr>
          <p:spPr>
            <a:xfrm>
              <a:off x="1255075" y="3880550"/>
              <a:ext cx="13925" cy="10050"/>
            </a:xfrm>
            <a:custGeom>
              <a:rect b="b" l="l" r="r" t="t"/>
              <a:pathLst>
                <a:path extrusionOk="0" h="402" w="557">
                  <a:moveTo>
                    <a:pt x="279" y="0"/>
                  </a:moveTo>
                  <a:cubicBezTo>
                    <a:pt x="1" y="0"/>
                    <a:pt x="1" y="401"/>
                    <a:pt x="279" y="401"/>
                  </a:cubicBezTo>
                  <a:cubicBezTo>
                    <a:pt x="556" y="401"/>
                    <a:pt x="556" y="0"/>
                    <a:pt x="2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86"/>
            <p:cNvSpPr/>
            <p:nvPr/>
          </p:nvSpPr>
          <p:spPr>
            <a:xfrm>
              <a:off x="980425" y="3563425"/>
              <a:ext cx="361875" cy="362650"/>
            </a:xfrm>
            <a:custGeom>
              <a:rect b="b" l="l" r="r" t="t"/>
              <a:pathLst>
                <a:path extrusionOk="0" h="14506" w="14475">
                  <a:moveTo>
                    <a:pt x="12067" y="433"/>
                  </a:moveTo>
                  <a:cubicBezTo>
                    <a:pt x="12283" y="433"/>
                    <a:pt x="12468" y="587"/>
                    <a:pt x="12468" y="803"/>
                  </a:cubicBezTo>
                  <a:lnTo>
                    <a:pt x="12468" y="3303"/>
                  </a:lnTo>
                  <a:cubicBezTo>
                    <a:pt x="12468" y="3519"/>
                    <a:pt x="12283" y="3673"/>
                    <a:pt x="12067" y="3673"/>
                  </a:cubicBezTo>
                  <a:lnTo>
                    <a:pt x="8209" y="3673"/>
                  </a:lnTo>
                  <a:lnTo>
                    <a:pt x="8209" y="433"/>
                  </a:lnTo>
                  <a:close/>
                  <a:moveTo>
                    <a:pt x="11265" y="4106"/>
                  </a:moveTo>
                  <a:cubicBezTo>
                    <a:pt x="11882" y="4229"/>
                    <a:pt x="11851" y="5155"/>
                    <a:pt x="11203" y="5186"/>
                  </a:cubicBezTo>
                  <a:lnTo>
                    <a:pt x="1697" y="5186"/>
                  </a:lnTo>
                  <a:cubicBezTo>
                    <a:pt x="1049" y="5155"/>
                    <a:pt x="988" y="4229"/>
                    <a:pt x="1636" y="4106"/>
                  </a:cubicBezTo>
                  <a:close/>
                  <a:moveTo>
                    <a:pt x="13363" y="2254"/>
                  </a:moveTo>
                  <a:cubicBezTo>
                    <a:pt x="13734" y="2254"/>
                    <a:pt x="14073" y="2562"/>
                    <a:pt x="14073" y="2964"/>
                  </a:cubicBezTo>
                  <a:lnTo>
                    <a:pt x="14073" y="7037"/>
                  </a:lnTo>
                  <a:lnTo>
                    <a:pt x="12869" y="7037"/>
                  </a:lnTo>
                  <a:lnTo>
                    <a:pt x="12869" y="5988"/>
                  </a:lnTo>
                  <a:cubicBezTo>
                    <a:pt x="12869" y="5525"/>
                    <a:pt x="12499" y="5186"/>
                    <a:pt x="12067" y="5186"/>
                  </a:cubicBezTo>
                  <a:lnTo>
                    <a:pt x="11974" y="5186"/>
                  </a:lnTo>
                  <a:cubicBezTo>
                    <a:pt x="12067" y="5031"/>
                    <a:pt x="12129" y="4846"/>
                    <a:pt x="12129" y="4630"/>
                  </a:cubicBezTo>
                  <a:cubicBezTo>
                    <a:pt x="12129" y="4445"/>
                    <a:pt x="12067" y="4260"/>
                    <a:pt x="11974" y="4106"/>
                  </a:cubicBezTo>
                  <a:lnTo>
                    <a:pt x="12067" y="4106"/>
                  </a:lnTo>
                  <a:cubicBezTo>
                    <a:pt x="12499" y="4106"/>
                    <a:pt x="12869" y="3766"/>
                    <a:pt x="12869" y="3303"/>
                  </a:cubicBezTo>
                  <a:lnTo>
                    <a:pt x="12869" y="2254"/>
                  </a:lnTo>
                  <a:close/>
                  <a:moveTo>
                    <a:pt x="7808" y="5618"/>
                  </a:moveTo>
                  <a:lnTo>
                    <a:pt x="7808" y="8889"/>
                  </a:lnTo>
                  <a:lnTo>
                    <a:pt x="802" y="8889"/>
                  </a:lnTo>
                  <a:cubicBezTo>
                    <a:pt x="586" y="8889"/>
                    <a:pt x="432" y="8704"/>
                    <a:pt x="432" y="8488"/>
                  </a:cubicBezTo>
                  <a:lnTo>
                    <a:pt x="432" y="5988"/>
                  </a:lnTo>
                  <a:cubicBezTo>
                    <a:pt x="432" y="5772"/>
                    <a:pt x="586" y="5618"/>
                    <a:pt x="802" y="5618"/>
                  </a:cubicBezTo>
                  <a:close/>
                  <a:moveTo>
                    <a:pt x="12098" y="5587"/>
                  </a:moveTo>
                  <a:cubicBezTo>
                    <a:pt x="12314" y="5587"/>
                    <a:pt x="12468" y="5772"/>
                    <a:pt x="12468" y="5988"/>
                  </a:cubicBezTo>
                  <a:lnTo>
                    <a:pt x="12468" y="8488"/>
                  </a:lnTo>
                  <a:cubicBezTo>
                    <a:pt x="12468" y="8704"/>
                    <a:pt x="12314" y="8889"/>
                    <a:pt x="12098" y="8889"/>
                  </a:cubicBezTo>
                  <a:lnTo>
                    <a:pt x="10616" y="8889"/>
                  </a:lnTo>
                  <a:cubicBezTo>
                    <a:pt x="10308" y="8889"/>
                    <a:pt x="10308" y="9290"/>
                    <a:pt x="10616" y="9290"/>
                  </a:cubicBezTo>
                  <a:lnTo>
                    <a:pt x="11203" y="9290"/>
                  </a:lnTo>
                  <a:cubicBezTo>
                    <a:pt x="11882" y="9290"/>
                    <a:pt x="11882" y="10370"/>
                    <a:pt x="11203" y="10370"/>
                  </a:cubicBezTo>
                  <a:lnTo>
                    <a:pt x="1636" y="10370"/>
                  </a:lnTo>
                  <a:cubicBezTo>
                    <a:pt x="1358" y="10340"/>
                    <a:pt x="1173" y="10093"/>
                    <a:pt x="1173" y="9815"/>
                  </a:cubicBezTo>
                  <a:cubicBezTo>
                    <a:pt x="1173" y="9537"/>
                    <a:pt x="1389" y="9290"/>
                    <a:pt x="1667" y="9290"/>
                  </a:cubicBezTo>
                  <a:lnTo>
                    <a:pt x="9382" y="9290"/>
                  </a:lnTo>
                  <a:cubicBezTo>
                    <a:pt x="9650" y="9290"/>
                    <a:pt x="9659" y="8888"/>
                    <a:pt x="9410" y="8888"/>
                  </a:cubicBezTo>
                  <a:cubicBezTo>
                    <a:pt x="9401" y="8888"/>
                    <a:pt x="9392" y="8888"/>
                    <a:pt x="9382" y="8889"/>
                  </a:cubicBezTo>
                  <a:lnTo>
                    <a:pt x="8240" y="8889"/>
                  </a:lnTo>
                  <a:lnTo>
                    <a:pt x="8240" y="5587"/>
                  </a:lnTo>
                  <a:close/>
                  <a:moveTo>
                    <a:pt x="14073" y="7439"/>
                  </a:moveTo>
                  <a:lnTo>
                    <a:pt x="14073" y="11512"/>
                  </a:lnTo>
                  <a:cubicBezTo>
                    <a:pt x="14073" y="11914"/>
                    <a:pt x="13764" y="12222"/>
                    <a:pt x="13363" y="12222"/>
                  </a:cubicBezTo>
                  <a:lnTo>
                    <a:pt x="12869" y="12222"/>
                  </a:lnTo>
                  <a:lnTo>
                    <a:pt x="12869" y="11204"/>
                  </a:lnTo>
                  <a:cubicBezTo>
                    <a:pt x="12869" y="10741"/>
                    <a:pt x="12499" y="10370"/>
                    <a:pt x="12067" y="10370"/>
                  </a:cubicBezTo>
                  <a:lnTo>
                    <a:pt x="11974" y="10370"/>
                  </a:lnTo>
                  <a:cubicBezTo>
                    <a:pt x="12160" y="10062"/>
                    <a:pt x="12160" y="9630"/>
                    <a:pt x="11974" y="9321"/>
                  </a:cubicBezTo>
                  <a:lnTo>
                    <a:pt x="12067" y="9321"/>
                  </a:lnTo>
                  <a:cubicBezTo>
                    <a:pt x="12499" y="9321"/>
                    <a:pt x="12869" y="8951"/>
                    <a:pt x="12869" y="8488"/>
                  </a:cubicBezTo>
                  <a:lnTo>
                    <a:pt x="12869" y="7439"/>
                  </a:lnTo>
                  <a:close/>
                  <a:moveTo>
                    <a:pt x="12067" y="10772"/>
                  </a:moveTo>
                  <a:cubicBezTo>
                    <a:pt x="12283" y="10772"/>
                    <a:pt x="12468" y="10957"/>
                    <a:pt x="12468" y="11173"/>
                  </a:cubicBezTo>
                  <a:lnTo>
                    <a:pt x="12468" y="13673"/>
                  </a:lnTo>
                  <a:cubicBezTo>
                    <a:pt x="12468" y="13889"/>
                    <a:pt x="12283" y="14043"/>
                    <a:pt x="12067" y="14043"/>
                  </a:cubicBezTo>
                  <a:lnTo>
                    <a:pt x="8209" y="14043"/>
                  </a:lnTo>
                  <a:lnTo>
                    <a:pt x="8209" y="10772"/>
                  </a:lnTo>
                  <a:close/>
                  <a:moveTo>
                    <a:pt x="802" y="1"/>
                  </a:moveTo>
                  <a:cubicBezTo>
                    <a:pt x="370" y="1"/>
                    <a:pt x="0" y="371"/>
                    <a:pt x="0" y="803"/>
                  </a:cubicBezTo>
                  <a:lnTo>
                    <a:pt x="0" y="3303"/>
                  </a:lnTo>
                  <a:cubicBezTo>
                    <a:pt x="0" y="3766"/>
                    <a:pt x="370" y="4106"/>
                    <a:pt x="802" y="4106"/>
                  </a:cubicBezTo>
                  <a:lnTo>
                    <a:pt x="895" y="4106"/>
                  </a:lnTo>
                  <a:cubicBezTo>
                    <a:pt x="710" y="4445"/>
                    <a:pt x="710" y="4846"/>
                    <a:pt x="895" y="5186"/>
                  </a:cubicBezTo>
                  <a:lnTo>
                    <a:pt x="802" y="5186"/>
                  </a:lnTo>
                  <a:cubicBezTo>
                    <a:pt x="370" y="5186"/>
                    <a:pt x="0" y="5525"/>
                    <a:pt x="0" y="5988"/>
                  </a:cubicBezTo>
                  <a:lnTo>
                    <a:pt x="0" y="8488"/>
                  </a:lnTo>
                  <a:cubicBezTo>
                    <a:pt x="0" y="8951"/>
                    <a:pt x="370" y="9290"/>
                    <a:pt x="802" y="9321"/>
                  </a:cubicBezTo>
                  <a:lnTo>
                    <a:pt x="895" y="9321"/>
                  </a:lnTo>
                  <a:cubicBezTo>
                    <a:pt x="802" y="9475"/>
                    <a:pt x="741" y="9630"/>
                    <a:pt x="741" y="9846"/>
                  </a:cubicBezTo>
                  <a:cubicBezTo>
                    <a:pt x="741" y="10031"/>
                    <a:pt x="802" y="10216"/>
                    <a:pt x="895" y="10370"/>
                  </a:cubicBezTo>
                  <a:lnTo>
                    <a:pt x="802" y="10370"/>
                  </a:lnTo>
                  <a:cubicBezTo>
                    <a:pt x="370" y="10370"/>
                    <a:pt x="0" y="10741"/>
                    <a:pt x="0" y="11204"/>
                  </a:cubicBezTo>
                  <a:lnTo>
                    <a:pt x="0" y="13673"/>
                  </a:lnTo>
                  <a:cubicBezTo>
                    <a:pt x="0" y="14136"/>
                    <a:pt x="370" y="14506"/>
                    <a:pt x="802" y="14506"/>
                  </a:cubicBezTo>
                  <a:lnTo>
                    <a:pt x="1512" y="14506"/>
                  </a:lnTo>
                  <a:cubicBezTo>
                    <a:pt x="1790" y="14506"/>
                    <a:pt x="1790" y="14074"/>
                    <a:pt x="1512" y="14074"/>
                  </a:cubicBezTo>
                  <a:lnTo>
                    <a:pt x="802" y="14074"/>
                  </a:lnTo>
                  <a:cubicBezTo>
                    <a:pt x="586" y="14074"/>
                    <a:pt x="432" y="13889"/>
                    <a:pt x="432" y="13673"/>
                  </a:cubicBezTo>
                  <a:lnTo>
                    <a:pt x="432" y="11204"/>
                  </a:lnTo>
                  <a:cubicBezTo>
                    <a:pt x="432" y="10988"/>
                    <a:pt x="586" y="10803"/>
                    <a:pt x="802" y="10803"/>
                  </a:cubicBezTo>
                  <a:lnTo>
                    <a:pt x="7808" y="10803"/>
                  </a:lnTo>
                  <a:lnTo>
                    <a:pt x="7808" y="14074"/>
                  </a:lnTo>
                  <a:lnTo>
                    <a:pt x="2654" y="14074"/>
                  </a:lnTo>
                  <a:cubicBezTo>
                    <a:pt x="2376" y="14074"/>
                    <a:pt x="2376" y="14506"/>
                    <a:pt x="2654" y="14506"/>
                  </a:cubicBezTo>
                  <a:lnTo>
                    <a:pt x="12067" y="14506"/>
                  </a:lnTo>
                  <a:cubicBezTo>
                    <a:pt x="12499" y="14506"/>
                    <a:pt x="12869" y="14136"/>
                    <a:pt x="12869" y="13673"/>
                  </a:cubicBezTo>
                  <a:lnTo>
                    <a:pt x="12869" y="12654"/>
                  </a:lnTo>
                  <a:lnTo>
                    <a:pt x="13363" y="12654"/>
                  </a:lnTo>
                  <a:cubicBezTo>
                    <a:pt x="13980" y="12654"/>
                    <a:pt x="14474" y="12160"/>
                    <a:pt x="14474" y="11543"/>
                  </a:cubicBezTo>
                  <a:lnTo>
                    <a:pt x="14474" y="2964"/>
                  </a:lnTo>
                  <a:cubicBezTo>
                    <a:pt x="14474" y="2346"/>
                    <a:pt x="13980" y="1822"/>
                    <a:pt x="13363" y="1822"/>
                  </a:cubicBezTo>
                  <a:lnTo>
                    <a:pt x="12869" y="1822"/>
                  </a:lnTo>
                  <a:lnTo>
                    <a:pt x="12869" y="803"/>
                  </a:lnTo>
                  <a:cubicBezTo>
                    <a:pt x="12869" y="371"/>
                    <a:pt x="12499" y="1"/>
                    <a:pt x="12067" y="1"/>
                  </a:cubicBezTo>
                  <a:lnTo>
                    <a:pt x="2654" y="1"/>
                  </a:lnTo>
                  <a:cubicBezTo>
                    <a:pt x="2376" y="1"/>
                    <a:pt x="2376" y="433"/>
                    <a:pt x="2654" y="433"/>
                  </a:cubicBezTo>
                  <a:lnTo>
                    <a:pt x="7808" y="433"/>
                  </a:lnTo>
                  <a:lnTo>
                    <a:pt x="7808" y="3704"/>
                  </a:lnTo>
                  <a:lnTo>
                    <a:pt x="802" y="3704"/>
                  </a:lnTo>
                  <a:cubicBezTo>
                    <a:pt x="586" y="3704"/>
                    <a:pt x="432" y="3519"/>
                    <a:pt x="432" y="3303"/>
                  </a:cubicBezTo>
                  <a:lnTo>
                    <a:pt x="432" y="834"/>
                  </a:lnTo>
                  <a:cubicBezTo>
                    <a:pt x="432" y="618"/>
                    <a:pt x="586" y="433"/>
                    <a:pt x="802" y="433"/>
                  </a:cubicBezTo>
                  <a:lnTo>
                    <a:pt x="1512" y="433"/>
                  </a:lnTo>
                  <a:cubicBezTo>
                    <a:pt x="1790" y="433"/>
                    <a:pt x="1790" y="1"/>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69" name="Google Shape;12669;p86"/>
          <p:cNvSpPr/>
          <p:nvPr/>
        </p:nvSpPr>
        <p:spPr>
          <a:xfrm>
            <a:off x="3237519" y="2324516"/>
            <a:ext cx="362650" cy="361700"/>
          </a:xfrm>
          <a:custGeom>
            <a:rect b="b" l="l" r="r" t="t"/>
            <a:pathLst>
              <a:path extrusionOk="0" h="14468" w="14506">
                <a:moveTo>
                  <a:pt x="8087" y="2092"/>
                </a:moveTo>
                <a:cubicBezTo>
                  <a:pt x="8272" y="2092"/>
                  <a:pt x="8457" y="2246"/>
                  <a:pt x="8457" y="2462"/>
                </a:cubicBezTo>
                <a:lnTo>
                  <a:pt x="8457" y="3172"/>
                </a:lnTo>
                <a:lnTo>
                  <a:pt x="6081" y="3172"/>
                </a:lnTo>
                <a:lnTo>
                  <a:pt x="6081" y="2462"/>
                </a:lnTo>
                <a:cubicBezTo>
                  <a:pt x="6081" y="2246"/>
                  <a:pt x="6235" y="2092"/>
                  <a:pt x="6451" y="2092"/>
                </a:cubicBezTo>
                <a:close/>
                <a:moveTo>
                  <a:pt x="10918" y="439"/>
                </a:moveTo>
                <a:cubicBezTo>
                  <a:pt x="11545" y="439"/>
                  <a:pt x="12130" y="944"/>
                  <a:pt x="12130" y="1660"/>
                </a:cubicBezTo>
                <a:lnTo>
                  <a:pt x="12130" y="3172"/>
                </a:lnTo>
                <a:lnTo>
                  <a:pt x="8858" y="3172"/>
                </a:lnTo>
                <a:lnTo>
                  <a:pt x="8858" y="2462"/>
                </a:lnTo>
                <a:cubicBezTo>
                  <a:pt x="8858" y="2432"/>
                  <a:pt x="8858" y="2401"/>
                  <a:pt x="8858" y="2370"/>
                </a:cubicBezTo>
                <a:cubicBezTo>
                  <a:pt x="9136" y="1691"/>
                  <a:pt x="9599" y="1104"/>
                  <a:pt x="10216" y="672"/>
                </a:cubicBezTo>
                <a:cubicBezTo>
                  <a:pt x="10437" y="511"/>
                  <a:pt x="10681" y="439"/>
                  <a:pt x="10918" y="439"/>
                </a:cubicBezTo>
                <a:close/>
                <a:moveTo>
                  <a:pt x="7994" y="3604"/>
                </a:moveTo>
                <a:lnTo>
                  <a:pt x="6081" y="5147"/>
                </a:lnTo>
                <a:lnTo>
                  <a:pt x="6081" y="3604"/>
                </a:lnTo>
                <a:close/>
                <a:moveTo>
                  <a:pt x="5649" y="3604"/>
                </a:moveTo>
                <a:lnTo>
                  <a:pt x="5649" y="5919"/>
                </a:lnTo>
                <a:lnTo>
                  <a:pt x="927" y="5919"/>
                </a:lnTo>
                <a:cubicBezTo>
                  <a:pt x="649" y="5919"/>
                  <a:pt x="433" y="5703"/>
                  <a:pt x="433" y="5425"/>
                </a:cubicBezTo>
                <a:lnTo>
                  <a:pt x="433" y="4067"/>
                </a:lnTo>
                <a:cubicBezTo>
                  <a:pt x="433" y="3789"/>
                  <a:pt x="618" y="3604"/>
                  <a:pt x="896" y="3604"/>
                </a:cubicBezTo>
                <a:close/>
                <a:moveTo>
                  <a:pt x="8426" y="3789"/>
                </a:moveTo>
                <a:lnTo>
                  <a:pt x="8426" y="5425"/>
                </a:lnTo>
                <a:lnTo>
                  <a:pt x="6081" y="7308"/>
                </a:lnTo>
                <a:lnTo>
                  <a:pt x="6081" y="5703"/>
                </a:lnTo>
                <a:lnTo>
                  <a:pt x="8426" y="3789"/>
                </a:lnTo>
                <a:close/>
                <a:moveTo>
                  <a:pt x="8426" y="5981"/>
                </a:moveTo>
                <a:lnTo>
                  <a:pt x="8426" y="7616"/>
                </a:lnTo>
                <a:lnTo>
                  <a:pt x="6081" y="9499"/>
                </a:lnTo>
                <a:lnTo>
                  <a:pt x="6081" y="7863"/>
                </a:lnTo>
                <a:lnTo>
                  <a:pt x="8426" y="5981"/>
                </a:lnTo>
                <a:close/>
                <a:moveTo>
                  <a:pt x="8426" y="8141"/>
                </a:moveTo>
                <a:lnTo>
                  <a:pt x="8426" y="9777"/>
                </a:lnTo>
                <a:lnTo>
                  <a:pt x="6081" y="11659"/>
                </a:lnTo>
                <a:lnTo>
                  <a:pt x="6081" y="10054"/>
                </a:lnTo>
                <a:lnTo>
                  <a:pt x="8426" y="8141"/>
                </a:lnTo>
                <a:close/>
                <a:moveTo>
                  <a:pt x="8426" y="10332"/>
                </a:moveTo>
                <a:lnTo>
                  <a:pt x="8426" y="11937"/>
                </a:lnTo>
                <a:lnTo>
                  <a:pt x="6081" y="13850"/>
                </a:lnTo>
                <a:lnTo>
                  <a:pt x="6081" y="12215"/>
                </a:lnTo>
                <a:lnTo>
                  <a:pt x="8426" y="10332"/>
                </a:lnTo>
                <a:close/>
                <a:moveTo>
                  <a:pt x="5649" y="6351"/>
                </a:moveTo>
                <a:lnTo>
                  <a:pt x="5649" y="14066"/>
                </a:lnTo>
                <a:lnTo>
                  <a:pt x="2069" y="14066"/>
                </a:lnTo>
                <a:cubicBezTo>
                  <a:pt x="1606" y="14036"/>
                  <a:pt x="1235" y="13665"/>
                  <a:pt x="1235" y="13233"/>
                </a:cubicBezTo>
                <a:lnTo>
                  <a:pt x="1235" y="6351"/>
                </a:lnTo>
                <a:close/>
                <a:moveTo>
                  <a:pt x="8395" y="12492"/>
                </a:moveTo>
                <a:lnTo>
                  <a:pt x="8395" y="14066"/>
                </a:lnTo>
                <a:lnTo>
                  <a:pt x="6451" y="14066"/>
                </a:lnTo>
                <a:lnTo>
                  <a:pt x="8395" y="12492"/>
                </a:lnTo>
                <a:close/>
                <a:moveTo>
                  <a:pt x="13580" y="3604"/>
                </a:moveTo>
                <a:cubicBezTo>
                  <a:pt x="13827" y="3604"/>
                  <a:pt x="14043" y="3820"/>
                  <a:pt x="14043" y="4098"/>
                </a:cubicBezTo>
                <a:lnTo>
                  <a:pt x="14043" y="5456"/>
                </a:lnTo>
                <a:cubicBezTo>
                  <a:pt x="14043" y="5703"/>
                  <a:pt x="13827" y="5919"/>
                  <a:pt x="13580" y="5919"/>
                </a:cubicBezTo>
                <a:lnTo>
                  <a:pt x="11790" y="5919"/>
                </a:lnTo>
                <a:cubicBezTo>
                  <a:pt x="11512" y="5919"/>
                  <a:pt x="11512" y="6351"/>
                  <a:pt x="11790" y="6351"/>
                </a:cubicBezTo>
                <a:lnTo>
                  <a:pt x="13241" y="6351"/>
                </a:lnTo>
                <a:lnTo>
                  <a:pt x="13241" y="13233"/>
                </a:lnTo>
                <a:cubicBezTo>
                  <a:pt x="13241" y="13696"/>
                  <a:pt x="12839" y="14066"/>
                  <a:pt x="12407" y="14066"/>
                </a:cubicBezTo>
                <a:lnTo>
                  <a:pt x="8827" y="14066"/>
                </a:lnTo>
                <a:lnTo>
                  <a:pt x="8827" y="6351"/>
                </a:lnTo>
                <a:lnTo>
                  <a:pt x="10587" y="6351"/>
                </a:lnTo>
                <a:cubicBezTo>
                  <a:pt x="10864" y="6351"/>
                  <a:pt x="10864" y="5919"/>
                  <a:pt x="10587" y="5919"/>
                </a:cubicBezTo>
                <a:lnTo>
                  <a:pt x="8827" y="5919"/>
                </a:lnTo>
                <a:lnTo>
                  <a:pt x="8827" y="3604"/>
                </a:lnTo>
                <a:close/>
                <a:moveTo>
                  <a:pt x="3578" y="1"/>
                </a:moveTo>
                <a:cubicBezTo>
                  <a:pt x="2722" y="1"/>
                  <a:pt x="1914" y="690"/>
                  <a:pt x="1914" y="1660"/>
                </a:cubicBezTo>
                <a:cubicBezTo>
                  <a:pt x="1914" y="1799"/>
                  <a:pt x="2022" y="1868"/>
                  <a:pt x="2130" y="1868"/>
                </a:cubicBezTo>
                <a:cubicBezTo>
                  <a:pt x="2238" y="1868"/>
                  <a:pt x="2346" y="1799"/>
                  <a:pt x="2346" y="1660"/>
                </a:cubicBezTo>
                <a:cubicBezTo>
                  <a:pt x="2346" y="944"/>
                  <a:pt x="2931" y="439"/>
                  <a:pt x="3570" y="439"/>
                </a:cubicBezTo>
                <a:cubicBezTo>
                  <a:pt x="3812" y="439"/>
                  <a:pt x="4062" y="511"/>
                  <a:pt x="4291" y="672"/>
                </a:cubicBezTo>
                <a:cubicBezTo>
                  <a:pt x="4877" y="1104"/>
                  <a:pt x="5340" y="1691"/>
                  <a:pt x="5649" y="2401"/>
                </a:cubicBezTo>
                <a:lnTo>
                  <a:pt x="5649" y="2462"/>
                </a:lnTo>
                <a:lnTo>
                  <a:pt x="5649" y="3172"/>
                </a:lnTo>
                <a:lnTo>
                  <a:pt x="2346" y="3172"/>
                </a:lnTo>
                <a:lnTo>
                  <a:pt x="2346" y="2709"/>
                </a:lnTo>
                <a:cubicBezTo>
                  <a:pt x="2346" y="2570"/>
                  <a:pt x="2238" y="2501"/>
                  <a:pt x="2130" y="2501"/>
                </a:cubicBezTo>
                <a:cubicBezTo>
                  <a:pt x="2022" y="2501"/>
                  <a:pt x="1914" y="2570"/>
                  <a:pt x="1914" y="2709"/>
                </a:cubicBezTo>
                <a:lnTo>
                  <a:pt x="1914" y="3141"/>
                </a:lnTo>
                <a:lnTo>
                  <a:pt x="927" y="3141"/>
                </a:lnTo>
                <a:cubicBezTo>
                  <a:pt x="402" y="3141"/>
                  <a:pt x="1" y="3543"/>
                  <a:pt x="1" y="4036"/>
                </a:cubicBezTo>
                <a:lnTo>
                  <a:pt x="1" y="5425"/>
                </a:lnTo>
                <a:cubicBezTo>
                  <a:pt x="1" y="5888"/>
                  <a:pt x="371" y="6289"/>
                  <a:pt x="834" y="6320"/>
                </a:cubicBezTo>
                <a:lnTo>
                  <a:pt x="834" y="13233"/>
                </a:lnTo>
                <a:cubicBezTo>
                  <a:pt x="834" y="13912"/>
                  <a:pt x="1390" y="14468"/>
                  <a:pt x="2100" y="14468"/>
                </a:cubicBezTo>
                <a:lnTo>
                  <a:pt x="12407" y="14468"/>
                </a:lnTo>
                <a:cubicBezTo>
                  <a:pt x="13086" y="14468"/>
                  <a:pt x="13673" y="13912"/>
                  <a:pt x="13673" y="13233"/>
                </a:cubicBezTo>
                <a:lnTo>
                  <a:pt x="13673" y="6320"/>
                </a:lnTo>
                <a:cubicBezTo>
                  <a:pt x="14136" y="6289"/>
                  <a:pt x="14475" y="5919"/>
                  <a:pt x="14506" y="5425"/>
                </a:cubicBezTo>
                <a:lnTo>
                  <a:pt x="14506" y="4067"/>
                </a:lnTo>
                <a:cubicBezTo>
                  <a:pt x="14506" y="3573"/>
                  <a:pt x="14074" y="3172"/>
                  <a:pt x="13580" y="3172"/>
                </a:cubicBezTo>
                <a:lnTo>
                  <a:pt x="12562" y="3172"/>
                </a:lnTo>
                <a:lnTo>
                  <a:pt x="12562" y="1660"/>
                </a:lnTo>
                <a:cubicBezTo>
                  <a:pt x="12562" y="690"/>
                  <a:pt x="11754" y="1"/>
                  <a:pt x="10898" y="1"/>
                </a:cubicBezTo>
                <a:cubicBezTo>
                  <a:pt x="10582" y="1"/>
                  <a:pt x="10260" y="94"/>
                  <a:pt x="9969" y="302"/>
                </a:cubicBezTo>
                <a:cubicBezTo>
                  <a:pt x="9383" y="703"/>
                  <a:pt x="8920" y="1259"/>
                  <a:pt x="8611" y="1876"/>
                </a:cubicBezTo>
                <a:cubicBezTo>
                  <a:pt x="8457" y="1753"/>
                  <a:pt x="8272" y="1660"/>
                  <a:pt x="8056" y="1660"/>
                </a:cubicBezTo>
                <a:lnTo>
                  <a:pt x="6451" y="1660"/>
                </a:lnTo>
                <a:cubicBezTo>
                  <a:pt x="6235" y="1660"/>
                  <a:pt x="6019" y="1753"/>
                  <a:pt x="5865" y="1907"/>
                </a:cubicBezTo>
                <a:cubicBezTo>
                  <a:pt x="5556" y="1259"/>
                  <a:pt x="5093" y="734"/>
                  <a:pt x="4507" y="302"/>
                </a:cubicBezTo>
                <a:cubicBezTo>
                  <a:pt x="4216" y="94"/>
                  <a:pt x="3894" y="1"/>
                  <a:pt x="35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70" name="Google Shape;12670;p86"/>
          <p:cNvGrpSpPr/>
          <p:nvPr/>
        </p:nvGrpSpPr>
        <p:grpSpPr>
          <a:xfrm>
            <a:off x="2502788" y="2326511"/>
            <a:ext cx="361100" cy="362850"/>
            <a:chOff x="6250850" y="3021124"/>
            <a:chExt cx="361100" cy="362850"/>
          </a:xfrm>
        </p:grpSpPr>
        <p:sp>
          <p:nvSpPr>
            <p:cNvPr id="12671" name="Google Shape;12671;p86"/>
            <p:cNvSpPr/>
            <p:nvPr/>
          </p:nvSpPr>
          <p:spPr>
            <a:xfrm>
              <a:off x="6384738" y="3021124"/>
              <a:ext cx="93325" cy="26750"/>
            </a:xfrm>
            <a:custGeom>
              <a:rect b="b" l="l" r="r" t="t"/>
              <a:pathLst>
                <a:path extrusionOk="0" h="1070" w="3733">
                  <a:moveTo>
                    <a:pt x="1867" y="1"/>
                  </a:moveTo>
                  <a:cubicBezTo>
                    <a:pt x="1246" y="1"/>
                    <a:pt x="621" y="240"/>
                    <a:pt x="143" y="718"/>
                  </a:cubicBezTo>
                  <a:cubicBezTo>
                    <a:pt x="1" y="860"/>
                    <a:pt x="149" y="1057"/>
                    <a:pt x="310" y="1057"/>
                  </a:cubicBezTo>
                  <a:cubicBezTo>
                    <a:pt x="359" y="1057"/>
                    <a:pt x="408" y="1039"/>
                    <a:pt x="451" y="996"/>
                  </a:cubicBezTo>
                  <a:cubicBezTo>
                    <a:pt x="837" y="610"/>
                    <a:pt x="1346" y="417"/>
                    <a:pt x="1860" y="417"/>
                  </a:cubicBezTo>
                  <a:cubicBezTo>
                    <a:pt x="2373" y="417"/>
                    <a:pt x="2890" y="610"/>
                    <a:pt x="3291" y="996"/>
                  </a:cubicBezTo>
                  <a:cubicBezTo>
                    <a:pt x="3336" y="1048"/>
                    <a:pt x="3388" y="1070"/>
                    <a:pt x="3438" y="1070"/>
                  </a:cubicBezTo>
                  <a:cubicBezTo>
                    <a:pt x="3595" y="1070"/>
                    <a:pt x="3732" y="858"/>
                    <a:pt x="3568" y="718"/>
                  </a:cubicBezTo>
                  <a:cubicBezTo>
                    <a:pt x="3106" y="240"/>
                    <a:pt x="2488" y="1"/>
                    <a:pt x="18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72" name="Google Shape;12672;p86"/>
            <p:cNvGrpSpPr/>
            <p:nvPr/>
          </p:nvGrpSpPr>
          <p:grpSpPr>
            <a:xfrm>
              <a:off x="6250850" y="3042349"/>
              <a:ext cx="361100" cy="341625"/>
              <a:chOff x="6250850" y="3035125"/>
              <a:chExt cx="361100" cy="341625"/>
            </a:xfrm>
          </p:grpSpPr>
          <p:sp>
            <p:nvSpPr>
              <p:cNvPr id="12673" name="Google Shape;12673;p86"/>
              <p:cNvSpPr/>
              <p:nvPr/>
            </p:nvSpPr>
            <p:spPr>
              <a:xfrm>
                <a:off x="6407075" y="3115350"/>
                <a:ext cx="52125" cy="97825"/>
              </a:xfrm>
              <a:custGeom>
                <a:rect b="b" l="l" r="r" t="t"/>
                <a:pathLst>
                  <a:path extrusionOk="0" h="3913" w="2085">
                    <a:moveTo>
                      <a:pt x="989" y="1"/>
                    </a:moveTo>
                    <a:cubicBezTo>
                      <a:pt x="888" y="1"/>
                      <a:pt x="788" y="70"/>
                      <a:pt x="788" y="209"/>
                    </a:cubicBezTo>
                    <a:lnTo>
                      <a:pt x="788" y="580"/>
                    </a:lnTo>
                    <a:lnTo>
                      <a:pt x="695" y="580"/>
                    </a:lnTo>
                    <a:cubicBezTo>
                      <a:pt x="232" y="734"/>
                      <a:pt x="16" y="1259"/>
                      <a:pt x="232" y="1691"/>
                    </a:cubicBezTo>
                    <a:cubicBezTo>
                      <a:pt x="325" y="1876"/>
                      <a:pt x="510" y="1999"/>
                      <a:pt x="726" y="2030"/>
                    </a:cubicBezTo>
                    <a:cubicBezTo>
                      <a:pt x="911" y="2061"/>
                      <a:pt x="1097" y="2092"/>
                      <a:pt x="1282" y="2184"/>
                    </a:cubicBezTo>
                    <a:cubicBezTo>
                      <a:pt x="1467" y="2246"/>
                      <a:pt x="1559" y="2493"/>
                      <a:pt x="1467" y="2678"/>
                    </a:cubicBezTo>
                    <a:cubicBezTo>
                      <a:pt x="1384" y="2872"/>
                      <a:pt x="1201" y="2991"/>
                      <a:pt x="1008" y="2991"/>
                    </a:cubicBezTo>
                    <a:cubicBezTo>
                      <a:pt x="986" y="2991"/>
                      <a:pt x="964" y="2990"/>
                      <a:pt x="942" y="2987"/>
                    </a:cubicBezTo>
                    <a:cubicBezTo>
                      <a:pt x="695" y="2956"/>
                      <a:pt x="479" y="2740"/>
                      <a:pt x="418" y="2493"/>
                    </a:cubicBezTo>
                    <a:cubicBezTo>
                      <a:pt x="418" y="2370"/>
                      <a:pt x="310" y="2308"/>
                      <a:pt x="205" y="2308"/>
                    </a:cubicBezTo>
                    <a:cubicBezTo>
                      <a:pt x="101" y="2308"/>
                      <a:pt x="1" y="2370"/>
                      <a:pt x="16" y="2493"/>
                    </a:cubicBezTo>
                    <a:cubicBezTo>
                      <a:pt x="16" y="2771"/>
                      <a:pt x="171" y="3048"/>
                      <a:pt x="387" y="3203"/>
                    </a:cubicBezTo>
                    <a:cubicBezTo>
                      <a:pt x="510" y="3295"/>
                      <a:pt x="634" y="3357"/>
                      <a:pt x="788" y="3388"/>
                    </a:cubicBezTo>
                    <a:lnTo>
                      <a:pt x="788" y="3697"/>
                    </a:lnTo>
                    <a:cubicBezTo>
                      <a:pt x="788" y="3820"/>
                      <a:pt x="880" y="3913"/>
                      <a:pt x="973" y="3913"/>
                    </a:cubicBezTo>
                    <a:lnTo>
                      <a:pt x="1004" y="3882"/>
                    </a:lnTo>
                    <a:cubicBezTo>
                      <a:pt x="1097" y="3882"/>
                      <a:pt x="1189" y="3789"/>
                      <a:pt x="1189" y="3697"/>
                    </a:cubicBezTo>
                    <a:lnTo>
                      <a:pt x="1189" y="3357"/>
                    </a:lnTo>
                    <a:cubicBezTo>
                      <a:pt x="1436" y="3326"/>
                      <a:pt x="1652" y="3172"/>
                      <a:pt x="1775" y="2956"/>
                    </a:cubicBezTo>
                    <a:cubicBezTo>
                      <a:pt x="2084" y="2524"/>
                      <a:pt x="1868" y="1907"/>
                      <a:pt x="1374" y="1721"/>
                    </a:cubicBezTo>
                    <a:cubicBezTo>
                      <a:pt x="1097" y="1629"/>
                      <a:pt x="479" y="1691"/>
                      <a:pt x="603" y="1228"/>
                    </a:cubicBezTo>
                    <a:cubicBezTo>
                      <a:pt x="646" y="1040"/>
                      <a:pt x="791" y="960"/>
                      <a:pt x="948" y="960"/>
                    </a:cubicBezTo>
                    <a:cubicBezTo>
                      <a:pt x="1127" y="960"/>
                      <a:pt x="1323" y="1063"/>
                      <a:pt x="1405" y="1228"/>
                    </a:cubicBezTo>
                    <a:cubicBezTo>
                      <a:pt x="1453" y="1305"/>
                      <a:pt x="1523" y="1337"/>
                      <a:pt x="1590" y="1337"/>
                    </a:cubicBezTo>
                    <a:cubicBezTo>
                      <a:pt x="1740" y="1337"/>
                      <a:pt x="1882" y="1181"/>
                      <a:pt x="1775" y="1012"/>
                    </a:cubicBezTo>
                    <a:cubicBezTo>
                      <a:pt x="1683" y="765"/>
                      <a:pt x="1467" y="610"/>
                      <a:pt x="1189" y="580"/>
                    </a:cubicBezTo>
                    <a:lnTo>
                      <a:pt x="1189" y="209"/>
                    </a:lnTo>
                    <a:cubicBezTo>
                      <a:pt x="1189" y="70"/>
                      <a:pt x="1089" y="1"/>
                      <a:pt x="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86"/>
              <p:cNvSpPr/>
              <p:nvPr/>
            </p:nvSpPr>
            <p:spPr>
              <a:xfrm>
                <a:off x="6407925" y="3055175"/>
                <a:ext cx="45075" cy="17000"/>
              </a:xfrm>
              <a:custGeom>
                <a:rect b="b" l="l" r="r" t="t"/>
                <a:pathLst>
                  <a:path extrusionOk="0" h="680" w="1803">
                    <a:moveTo>
                      <a:pt x="924" y="1"/>
                    </a:moveTo>
                    <a:cubicBezTo>
                      <a:pt x="654" y="1"/>
                      <a:pt x="384" y="101"/>
                      <a:pt x="168" y="302"/>
                    </a:cubicBezTo>
                    <a:cubicBezTo>
                      <a:pt x="1" y="445"/>
                      <a:pt x="165" y="680"/>
                      <a:pt x="334" y="680"/>
                    </a:cubicBezTo>
                    <a:cubicBezTo>
                      <a:pt x="384" y="680"/>
                      <a:pt x="434" y="659"/>
                      <a:pt x="476" y="610"/>
                    </a:cubicBezTo>
                    <a:cubicBezTo>
                      <a:pt x="600" y="487"/>
                      <a:pt x="762" y="425"/>
                      <a:pt x="924" y="425"/>
                    </a:cubicBezTo>
                    <a:cubicBezTo>
                      <a:pt x="1086" y="425"/>
                      <a:pt x="1248" y="487"/>
                      <a:pt x="1371" y="610"/>
                    </a:cubicBezTo>
                    <a:cubicBezTo>
                      <a:pt x="1409" y="642"/>
                      <a:pt x="1450" y="655"/>
                      <a:pt x="1491" y="655"/>
                    </a:cubicBezTo>
                    <a:cubicBezTo>
                      <a:pt x="1652" y="655"/>
                      <a:pt x="1803" y="449"/>
                      <a:pt x="1680" y="302"/>
                    </a:cubicBezTo>
                    <a:cubicBezTo>
                      <a:pt x="1464" y="101"/>
                      <a:pt x="1194" y="1"/>
                      <a:pt x="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86"/>
              <p:cNvSpPr/>
              <p:nvPr/>
            </p:nvSpPr>
            <p:spPr>
              <a:xfrm>
                <a:off x="6396975" y="3035125"/>
                <a:ext cx="67625" cy="21425"/>
              </a:xfrm>
              <a:custGeom>
                <a:rect b="b" l="l" r="r" t="t"/>
                <a:pathLst>
                  <a:path extrusionOk="0" h="857" w="2705">
                    <a:moveTo>
                      <a:pt x="1362" y="0"/>
                    </a:moveTo>
                    <a:cubicBezTo>
                      <a:pt x="922" y="0"/>
                      <a:pt x="482" y="162"/>
                      <a:pt x="143" y="486"/>
                    </a:cubicBezTo>
                    <a:cubicBezTo>
                      <a:pt x="0" y="653"/>
                      <a:pt x="150" y="856"/>
                      <a:pt x="311" y="856"/>
                    </a:cubicBezTo>
                    <a:cubicBezTo>
                      <a:pt x="360" y="856"/>
                      <a:pt x="409" y="838"/>
                      <a:pt x="451" y="795"/>
                    </a:cubicBezTo>
                    <a:cubicBezTo>
                      <a:pt x="698" y="548"/>
                      <a:pt x="1030" y="425"/>
                      <a:pt x="1362" y="425"/>
                    </a:cubicBezTo>
                    <a:cubicBezTo>
                      <a:pt x="1693" y="425"/>
                      <a:pt x="2025" y="548"/>
                      <a:pt x="2272" y="795"/>
                    </a:cubicBezTo>
                    <a:cubicBezTo>
                      <a:pt x="2334" y="826"/>
                      <a:pt x="2365" y="857"/>
                      <a:pt x="2426" y="857"/>
                    </a:cubicBezTo>
                    <a:cubicBezTo>
                      <a:pt x="2612" y="857"/>
                      <a:pt x="2704" y="641"/>
                      <a:pt x="2581" y="486"/>
                    </a:cubicBezTo>
                    <a:cubicBezTo>
                      <a:pt x="2241" y="162"/>
                      <a:pt x="1801" y="0"/>
                      <a:pt x="1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86"/>
              <p:cNvSpPr/>
              <p:nvPr/>
            </p:nvSpPr>
            <p:spPr>
              <a:xfrm>
                <a:off x="6250850" y="3081825"/>
                <a:ext cx="361100" cy="294925"/>
              </a:xfrm>
              <a:custGeom>
                <a:rect b="b" l="l" r="r" t="t"/>
                <a:pathLst>
                  <a:path extrusionOk="0" h="11797" w="14444">
                    <a:moveTo>
                      <a:pt x="3982" y="3093"/>
                    </a:moveTo>
                    <a:lnTo>
                      <a:pt x="3982" y="3278"/>
                    </a:lnTo>
                    <a:lnTo>
                      <a:pt x="3982" y="3587"/>
                    </a:lnTo>
                    <a:lnTo>
                      <a:pt x="1605" y="3587"/>
                    </a:lnTo>
                    <a:cubicBezTo>
                      <a:pt x="1482" y="3587"/>
                      <a:pt x="1389" y="3680"/>
                      <a:pt x="1389" y="3803"/>
                    </a:cubicBezTo>
                    <a:lnTo>
                      <a:pt x="1389" y="4914"/>
                    </a:lnTo>
                    <a:cubicBezTo>
                      <a:pt x="1389" y="5053"/>
                      <a:pt x="1497" y="5122"/>
                      <a:pt x="1605" y="5122"/>
                    </a:cubicBezTo>
                    <a:cubicBezTo>
                      <a:pt x="1713" y="5122"/>
                      <a:pt x="1821" y="5053"/>
                      <a:pt x="1821" y="4914"/>
                    </a:cubicBezTo>
                    <a:lnTo>
                      <a:pt x="1821" y="4019"/>
                    </a:lnTo>
                    <a:lnTo>
                      <a:pt x="4043" y="4019"/>
                    </a:lnTo>
                    <a:cubicBezTo>
                      <a:pt x="4429" y="5701"/>
                      <a:pt x="5826" y="6542"/>
                      <a:pt x="7222" y="6542"/>
                    </a:cubicBezTo>
                    <a:cubicBezTo>
                      <a:pt x="8619" y="6542"/>
                      <a:pt x="10015" y="5701"/>
                      <a:pt x="10401" y="4019"/>
                    </a:cubicBezTo>
                    <a:lnTo>
                      <a:pt x="12623" y="4019"/>
                    </a:lnTo>
                    <a:lnTo>
                      <a:pt x="12623" y="9975"/>
                    </a:lnTo>
                    <a:lnTo>
                      <a:pt x="1790" y="9975"/>
                    </a:lnTo>
                    <a:lnTo>
                      <a:pt x="1790" y="6087"/>
                    </a:lnTo>
                    <a:cubicBezTo>
                      <a:pt x="1790" y="5933"/>
                      <a:pt x="1682" y="5855"/>
                      <a:pt x="1574" y="5855"/>
                    </a:cubicBezTo>
                    <a:cubicBezTo>
                      <a:pt x="1466" y="5855"/>
                      <a:pt x="1358" y="5933"/>
                      <a:pt x="1358" y="6087"/>
                    </a:cubicBezTo>
                    <a:lnTo>
                      <a:pt x="1358" y="9975"/>
                    </a:lnTo>
                    <a:lnTo>
                      <a:pt x="957" y="9975"/>
                    </a:lnTo>
                    <a:lnTo>
                      <a:pt x="957" y="3803"/>
                    </a:lnTo>
                    <a:cubicBezTo>
                      <a:pt x="957" y="3402"/>
                      <a:pt x="1266" y="3093"/>
                      <a:pt x="1667" y="3093"/>
                    </a:cubicBezTo>
                    <a:close/>
                    <a:moveTo>
                      <a:pt x="10463" y="3062"/>
                    </a:moveTo>
                    <a:lnTo>
                      <a:pt x="12746" y="3093"/>
                    </a:lnTo>
                    <a:cubicBezTo>
                      <a:pt x="13148" y="3093"/>
                      <a:pt x="13487" y="3402"/>
                      <a:pt x="13487" y="3803"/>
                    </a:cubicBezTo>
                    <a:lnTo>
                      <a:pt x="13487" y="9975"/>
                    </a:lnTo>
                    <a:lnTo>
                      <a:pt x="13055" y="9975"/>
                    </a:lnTo>
                    <a:lnTo>
                      <a:pt x="13055" y="3803"/>
                    </a:lnTo>
                    <a:cubicBezTo>
                      <a:pt x="13055" y="3680"/>
                      <a:pt x="12962" y="3587"/>
                      <a:pt x="12839" y="3587"/>
                    </a:cubicBezTo>
                    <a:lnTo>
                      <a:pt x="10463" y="3587"/>
                    </a:lnTo>
                    <a:lnTo>
                      <a:pt x="10463" y="3278"/>
                    </a:lnTo>
                    <a:lnTo>
                      <a:pt x="10463" y="3062"/>
                    </a:lnTo>
                    <a:close/>
                    <a:moveTo>
                      <a:pt x="7932" y="10408"/>
                    </a:moveTo>
                    <a:cubicBezTo>
                      <a:pt x="7932" y="10531"/>
                      <a:pt x="7808" y="10654"/>
                      <a:pt x="7654" y="10654"/>
                    </a:cubicBezTo>
                    <a:lnTo>
                      <a:pt x="6759" y="10654"/>
                    </a:lnTo>
                    <a:cubicBezTo>
                      <a:pt x="6605" y="10654"/>
                      <a:pt x="6481" y="10531"/>
                      <a:pt x="6481" y="10408"/>
                    </a:cubicBezTo>
                    <a:close/>
                    <a:moveTo>
                      <a:pt x="7236" y="1"/>
                    </a:moveTo>
                    <a:cubicBezTo>
                      <a:pt x="5729" y="1"/>
                      <a:pt x="4310" y="1066"/>
                      <a:pt x="4012" y="2692"/>
                    </a:cubicBezTo>
                    <a:lnTo>
                      <a:pt x="1667" y="2692"/>
                    </a:lnTo>
                    <a:cubicBezTo>
                      <a:pt x="1019" y="2692"/>
                      <a:pt x="494" y="3186"/>
                      <a:pt x="494" y="3834"/>
                    </a:cubicBezTo>
                    <a:lnTo>
                      <a:pt x="494" y="10006"/>
                    </a:lnTo>
                    <a:lnTo>
                      <a:pt x="216" y="10006"/>
                    </a:lnTo>
                    <a:cubicBezTo>
                      <a:pt x="93" y="10006"/>
                      <a:pt x="0" y="10099"/>
                      <a:pt x="0" y="10222"/>
                    </a:cubicBezTo>
                    <a:lnTo>
                      <a:pt x="0" y="10747"/>
                    </a:lnTo>
                    <a:cubicBezTo>
                      <a:pt x="0" y="11303"/>
                      <a:pt x="463" y="11796"/>
                      <a:pt x="1050" y="11796"/>
                    </a:cubicBezTo>
                    <a:lnTo>
                      <a:pt x="11388" y="11796"/>
                    </a:lnTo>
                    <a:cubicBezTo>
                      <a:pt x="11666" y="11796"/>
                      <a:pt x="11666" y="11364"/>
                      <a:pt x="11388" y="11364"/>
                    </a:cubicBezTo>
                    <a:lnTo>
                      <a:pt x="1019" y="11364"/>
                    </a:lnTo>
                    <a:cubicBezTo>
                      <a:pt x="679" y="11364"/>
                      <a:pt x="402" y="11087"/>
                      <a:pt x="402" y="10747"/>
                    </a:cubicBezTo>
                    <a:lnTo>
                      <a:pt x="402" y="10408"/>
                    </a:lnTo>
                    <a:lnTo>
                      <a:pt x="6080" y="10408"/>
                    </a:lnTo>
                    <a:cubicBezTo>
                      <a:pt x="6080" y="10778"/>
                      <a:pt x="6389" y="11087"/>
                      <a:pt x="6759" y="11087"/>
                    </a:cubicBezTo>
                    <a:lnTo>
                      <a:pt x="7654" y="11087"/>
                    </a:lnTo>
                    <a:cubicBezTo>
                      <a:pt x="8024" y="11087"/>
                      <a:pt x="8333" y="10778"/>
                      <a:pt x="8333" y="10408"/>
                    </a:cubicBezTo>
                    <a:lnTo>
                      <a:pt x="14012" y="10408"/>
                    </a:lnTo>
                    <a:lnTo>
                      <a:pt x="14012" y="10685"/>
                    </a:lnTo>
                    <a:cubicBezTo>
                      <a:pt x="14043" y="11056"/>
                      <a:pt x="13734" y="11333"/>
                      <a:pt x="13394" y="11333"/>
                    </a:cubicBezTo>
                    <a:lnTo>
                      <a:pt x="12623" y="11333"/>
                    </a:lnTo>
                    <a:cubicBezTo>
                      <a:pt x="12355" y="11333"/>
                      <a:pt x="12345" y="11736"/>
                      <a:pt x="12595" y="11736"/>
                    </a:cubicBezTo>
                    <a:cubicBezTo>
                      <a:pt x="12604" y="11736"/>
                      <a:pt x="12613" y="11736"/>
                      <a:pt x="12623" y="11735"/>
                    </a:cubicBezTo>
                    <a:lnTo>
                      <a:pt x="13394" y="11735"/>
                    </a:lnTo>
                    <a:cubicBezTo>
                      <a:pt x="13412" y="11736"/>
                      <a:pt x="13429" y="11736"/>
                      <a:pt x="13446" y="11736"/>
                    </a:cubicBezTo>
                    <a:cubicBezTo>
                      <a:pt x="14008" y="11736"/>
                      <a:pt x="14444" y="11254"/>
                      <a:pt x="14444" y="10685"/>
                    </a:cubicBezTo>
                    <a:lnTo>
                      <a:pt x="14444" y="10192"/>
                    </a:lnTo>
                    <a:cubicBezTo>
                      <a:pt x="14444" y="10068"/>
                      <a:pt x="14351" y="9975"/>
                      <a:pt x="14228" y="9975"/>
                    </a:cubicBezTo>
                    <a:lnTo>
                      <a:pt x="13888" y="9975"/>
                    </a:lnTo>
                    <a:lnTo>
                      <a:pt x="13888" y="3803"/>
                    </a:lnTo>
                    <a:cubicBezTo>
                      <a:pt x="13888" y="3155"/>
                      <a:pt x="13394" y="2630"/>
                      <a:pt x="12746" y="2630"/>
                    </a:cubicBezTo>
                    <a:lnTo>
                      <a:pt x="10401" y="2630"/>
                    </a:lnTo>
                    <a:cubicBezTo>
                      <a:pt x="10308" y="2167"/>
                      <a:pt x="10123" y="1735"/>
                      <a:pt x="9845" y="1365"/>
                    </a:cubicBezTo>
                    <a:cubicBezTo>
                      <a:pt x="9791" y="1293"/>
                      <a:pt x="9724" y="1263"/>
                      <a:pt x="9659" y="1263"/>
                    </a:cubicBezTo>
                    <a:cubicBezTo>
                      <a:pt x="9504" y="1263"/>
                      <a:pt x="9366" y="1437"/>
                      <a:pt x="9475" y="1612"/>
                    </a:cubicBezTo>
                    <a:cubicBezTo>
                      <a:pt x="9845" y="2075"/>
                      <a:pt x="10031" y="2661"/>
                      <a:pt x="10031" y="3278"/>
                    </a:cubicBezTo>
                    <a:cubicBezTo>
                      <a:pt x="10031" y="5030"/>
                      <a:pt x="8605" y="6093"/>
                      <a:pt x="7164" y="6093"/>
                    </a:cubicBezTo>
                    <a:cubicBezTo>
                      <a:pt x="6244" y="6093"/>
                      <a:pt x="5318" y="5660"/>
                      <a:pt x="4753" y="4698"/>
                    </a:cubicBezTo>
                    <a:cubicBezTo>
                      <a:pt x="3573" y="2665"/>
                      <a:pt x="5191" y="427"/>
                      <a:pt x="7181" y="427"/>
                    </a:cubicBezTo>
                    <a:cubicBezTo>
                      <a:pt x="7638" y="427"/>
                      <a:pt x="8114" y="545"/>
                      <a:pt x="8580" y="810"/>
                    </a:cubicBezTo>
                    <a:cubicBezTo>
                      <a:pt x="8619" y="827"/>
                      <a:pt x="8656" y="834"/>
                      <a:pt x="8691" y="834"/>
                    </a:cubicBezTo>
                    <a:cubicBezTo>
                      <a:pt x="8908" y="834"/>
                      <a:pt x="9035" y="541"/>
                      <a:pt x="8796" y="408"/>
                    </a:cubicBezTo>
                    <a:cubicBezTo>
                      <a:pt x="8294" y="130"/>
                      <a:pt x="7760" y="1"/>
                      <a:pt x="72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86"/>
              <p:cNvSpPr/>
              <p:nvPr/>
            </p:nvSpPr>
            <p:spPr>
              <a:xfrm>
                <a:off x="6426000" y="3259050"/>
                <a:ext cx="10825" cy="58275"/>
              </a:xfrm>
              <a:custGeom>
                <a:rect b="b" l="l" r="r" t="t"/>
                <a:pathLst>
                  <a:path extrusionOk="0" h="2331" w="433">
                    <a:moveTo>
                      <a:pt x="201" y="1"/>
                    </a:moveTo>
                    <a:cubicBezTo>
                      <a:pt x="100" y="1"/>
                      <a:pt x="0" y="78"/>
                      <a:pt x="0" y="232"/>
                    </a:cubicBezTo>
                    <a:lnTo>
                      <a:pt x="0" y="2115"/>
                    </a:lnTo>
                    <a:cubicBezTo>
                      <a:pt x="0" y="2238"/>
                      <a:pt x="93" y="2331"/>
                      <a:pt x="216" y="2331"/>
                    </a:cubicBezTo>
                    <a:lnTo>
                      <a:pt x="216" y="2300"/>
                    </a:lnTo>
                    <a:cubicBezTo>
                      <a:pt x="309" y="2300"/>
                      <a:pt x="432" y="2208"/>
                      <a:pt x="401" y="2084"/>
                    </a:cubicBezTo>
                    <a:lnTo>
                      <a:pt x="401" y="232"/>
                    </a:lnTo>
                    <a:cubicBezTo>
                      <a:pt x="401" y="78"/>
                      <a:pt x="301"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86"/>
              <p:cNvSpPr/>
              <p:nvPr/>
            </p:nvSpPr>
            <p:spPr>
              <a:xfrm>
                <a:off x="6449900" y="3255000"/>
                <a:ext cx="10825" cy="36875"/>
              </a:xfrm>
              <a:custGeom>
                <a:rect b="b" l="l" r="r" t="t"/>
                <a:pathLst>
                  <a:path extrusionOk="0" h="1475" w="433">
                    <a:moveTo>
                      <a:pt x="217" y="1"/>
                    </a:moveTo>
                    <a:cubicBezTo>
                      <a:pt x="109" y="1"/>
                      <a:pt x="1" y="70"/>
                      <a:pt x="1" y="209"/>
                    </a:cubicBezTo>
                    <a:lnTo>
                      <a:pt x="1" y="1258"/>
                    </a:lnTo>
                    <a:cubicBezTo>
                      <a:pt x="1" y="1382"/>
                      <a:pt x="93" y="1475"/>
                      <a:pt x="217" y="1475"/>
                    </a:cubicBezTo>
                    <a:cubicBezTo>
                      <a:pt x="340" y="1475"/>
                      <a:pt x="433" y="1382"/>
                      <a:pt x="433" y="1258"/>
                    </a:cubicBezTo>
                    <a:lnTo>
                      <a:pt x="433" y="209"/>
                    </a:lnTo>
                    <a:cubicBezTo>
                      <a:pt x="433" y="70"/>
                      <a:pt x="325"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86"/>
              <p:cNvSpPr/>
              <p:nvPr/>
            </p:nvSpPr>
            <p:spPr>
              <a:xfrm>
                <a:off x="6402075" y="3255000"/>
                <a:ext cx="10050" cy="36875"/>
              </a:xfrm>
              <a:custGeom>
                <a:rect b="b" l="l" r="r" t="t"/>
                <a:pathLst>
                  <a:path extrusionOk="0" h="1475" w="402">
                    <a:moveTo>
                      <a:pt x="201" y="1"/>
                    </a:moveTo>
                    <a:cubicBezTo>
                      <a:pt x="101" y="1"/>
                      <a:pt x="0" y="70"/>
                      <a:pt x="0" y="209"/>
                    </a:cubicBezTo>
                    <a:lnTo>
                      <a:pt x="0" y="1258"/>
                    </a:lnTo>
                    <a:cubicBezTo>
                      <a:pt x="0" y="1382"/>
                      <a:pt x="93" y="1475"/>
                      <a:pt x="185" y="1475"/>
                    </a:cubicBezTo>
                    <a:cubicBezTo>
                      <a:pt x="309" y="1475"/>
                      <a:pt x="402" y="1382"/>
                      <a:pt x="402" y="1258"/>
                    </a:cubicBezTo>
                    <a:lnTo>
                      <a:pt x="402" y="209"/>
                    </a:lnTo>
                    <a:cubicBezTo>
                      <a:pt x="402" y="70"/>
                      <a:pt x="301"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680" name="Google Shape;12680;p86"/>
          <p:cNvGrpSpPr/>
          <p:nvPr/>
        </p:nvGrpSpPr>
        <p:grpSpPr>
          <a:xfrm>
            <a:off x="1769569" y="2357861"/>
            <a:ext cx="361900" cy="300150"/>
            <a:chOff x="5505525" y="3044950"/>
            <a:chExt cx="361900" cy="300150"/>
          </a:xfrm>
        </p:grpSpPr>
        <p:sp>
          <p:nvSpPr>
            <p:cNvPr id="12681" name="Google Shape;12681;p86"/>
            <p:cNvSpPr/>
            <p:nvPr/>
          </p:nvSpPr>
          <p:spPr>
            <a:xfrm>
              <a:off x="5505525" y="3044950"/>
              <a:ext cx="361900" cy="300150"/>
            </a:xfrm>
            <a:custGeom>
              <a:rect b="b" l="l" r="r" t="t"/>
              <a:pathLst>
                <a:path extrusionOk="0" h="12006" w="14476">
                  <a:moveTo>
                    <a:pt x="12994" y="402"/>
                  </a:moveTo>
                  <a:cubicBezTo>
                    <a:pt x="13580" y="402"/>
                    <a:pt x="14074" y="896"/>
                    <a:pt x="14074" y="1482"/>
                  </a:cubicBezTo>
                  <a:lnTo>
                    <a:pt x="14074" y="2254"/>
                  </a:lnTo>
                  <a:lnTo>
                    <a:pt x="13055" y="2254"/>
                  </a:lnTo>
                  <a:cubicBezTo>
                    <a:pt x="12809" y="2285"/>
                    <a:pt x="12809" y="2624"/>
                    <a:pt x="13055" y="2655"/>
                  </a:cubicBezTo>
                  <a:lnTo>
                    <a:pt x="14074" y="2655"/>
                  </a:lnTo>
                  <a:lnTo>
                    <a:pt x="14074" y="3210"/>
                  </a:lnTo>
                  <a:lnTo>
                    <a:pt x="7562" y="3210"/>
                  </a:lnTo>
                  <a:lnTo>
                    <a:pt x="8087" y="2655"/>
                  </a:lnTo>
                  <a:lnTo>
                    <a:pt x="11759" y="2655"/>
                  </a:lnTo>
                  <a:cubicBezTo>
                    <a:pt x="12006" y="2624"/>
                    <a:pt x="12006" y="2285"/>
                    <a:pt x="11759" y="2254"/>
                  </a:cubicBezTo>
                  <a:lnTo>
                    <a:pt x="433" y="2254"/>
                  </a:lnTo>
                  <a:lnTo>
                    <a:pt x="433" y="1482"/>
                  </a:lnTo>
                  <a:cubicBezTo>
                    <a:pt x="433" y="896"/>
                    <a:pt x="896" y="402"/>
                    <a:pt x="1482" y="402"/>
                  </a:cubicBezTo>
                  <a:close/>
                  <a:moveTo>
                    <a:pt x="3889" y="2655"/>
                  </a:moveTo>
                  <a:lnTo>
                    <a:pt x="3118" y="3426"/>
                  </a:lnTo>
                  <a:cubicBezTo>
                    <a:pt x="2871" y="3704"/>
                    <a:pt x="2501" y="3858"/>
                    <a:pt x="2130" y="3858"/>
                  </a:cubicBezTo>
                  <a:lnTo>
                    <a:pt x="433" y="3828"/>
                  </a:lnTo>
                  <a:lnTo>
                    <a:pt x="433" y="2655"/>
                  </a:lnTo>
                  <a:close/>
                  <a:moveTo>
                    <a:pt x="7500" y="2655"/>
                  </a:moveTo>
                  <a:lnTo>
                    <a:pt x="6729" y="3426"/>
                  </a:lnTo>
                  <a:cubicBezTo>
                    <a:pt x="6451" y="3704"/>
                    <a:pt x="6111" y="3858"/>
                    <a:pt x="5741" y="3858"/>
                  </a:cubicBezTo>
                  <a:lnTo>
                    <a:pt x="5741" y="3828"/>
                  </a:lnTo>
                  <a:lnTo>
                    <a:pt x="3303" y="3828"/>
                  </a:lnTo>
                  <a:lnTo>
                    <a:pt x="4476" y="2655"/>
                  </a:lnTo>
                  <a:close/>
                  <a:moveTo>
                    <a:pt x="1482" y="1"/>
                  </a:moveTo>
                  <a:cubicBezTo>
                    <a:pt x="680" y="1"/>
                    <a:pt x="1" y="649"/>
                    <a:pt x="1" y="1482"/>
                  </a:cubicBezTo>
                  <a:lnTo>
                    <a:pt x="1" y="10525"/>
                  </a:lnTo>
                  <a:cubicBezTo>
                    <a:pt x="1" y="11327"/>
                    <a:pt x="680" y="12006"/>
                    <a:pt x="1482" y="12006"/>
                  </a:cubicBezTo>
                  <a:lnTo>
                    <a:pt x="2315" y="12006"/>
                  </a:lnTo>
                  <a:cubicBezTo>
                    <a:pt x="2593" y="12006"/>
                    <a:pt x="2593" y="11574"/>
                    <a:pt x="2315" y="11574"/>
                  </a:cubicBezTo>
                  <a:lnTo>
                    <a:pt x="1482" y="11574"/>
                  </a:lnTo>
                  <a:cubicBezTo>
                    <a:pt x="896" y="11574"/>
                    <a:pt x="433" y="11111"/>
                    <a:pt x="433" y="10525"/>
                  </a:cubicBezTo>
                  <a:lnTo>
                    <a:pt x="433" y="4260"/>
                  </a:lnTo>
                  <a:lnTo>
                    <a:pt x="5741" y="4260"/>
                  </a:lnTo>
                  <a:cubicBezTo>
                    <a:pt x="6235" y="4260"/>
                    <a:pt x="6698" y="4075"/>
                    <a:pt x="7037" y="3735"/>
                  </a:cubicBezTo>
                  <a:lnTo>
                    <a:pt x="7130" y="3642"/>
                  </a:lnTo>
                  <a:lnTo>
                    <a:pt x="14074" y="3642"/>
                  </a:lnTo>
                  <a:lnTo>
                    <a:pt x="14074" y="10525"/>
                  </a:lnTo>
                  <a:cubicBezTo>
                    <a:pt x="14074" y="11111"/>
                    <a:pt x="13611" y="11574"/>
                    <a:pt x="13025" y="11574"/>
                  </a:cubicBezTo>
                  <a:lnTo>
                    <a:pt x="3612" y="11574"/>
                  </a:lnTo>
                  <a:cubicBezTo>
                    <a:pt x="3334" y="11574"/>
                    <a:pt x="3334" y="12006"/>
                    <a:pt x="3612" y="12006"/>
                  </a:cubicBezTo>
                  <a:lnTo>
                    <a:pt x="12994" y="12006"/>
                  </a:lnTo>
                  <a:cubicBezTo>
                    <a:pt x="13827" y="12006"/>
                    <a:pt x="14475" y="11327"/>
                    <a:pt x="14475" y="10525"/>
                  </a:cubicBezTo>
                  <a:lnTo>
                    <a:pt x="14475" y="1482"/>
                  </a:lnTo>
                  <a:cubicBezTo>
                    <a:pt x="14475" y="649"/>
                    <a:pt x="13827" y="1"/>
                    <a:pt x="129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86"/>
            <p:cNvSpPr/>
            <p:nvPr/>
          </p:nvSpPr>
          <p:spPr>
            <a:xfrm>
              <a:off x="5537175" y="3069650"/>
              <a:ext cx="22400" cy="19475"/>
            </a:xfrm>
            <a:custGeom>
              <a:rect b="b" l="l" r="r" t="t"/>
              <a:pathLst>
                <a:path extrusionOk="0" h="779" w="896">
                  <a:moveTo>
                    <a:pt x="494" y="378"/>
                  </a:moveTo>
                  <a:cubicBezTo>
                    <a:pt x="509" y="378"/>
                    <a:pt x="525" y="386"/>
                    <a:pt x="525" y="402"/>
                  </a:cubicBezTo>
                  <a:cubicBezTo>
                    <a:pt x="525" y="432"/>
                    <a:pt x="525" y="432"/>
                    <a:pt x="494" y="432"/>
                  </a:cubicBezTo>
                  <a:cubicBezTo>
                    <a:pt x="494" y="432"/>
                    <a:pt x="463" y="432"/>
                    <a:pt x="463" y="402"/>
                  </a:cubicBezTo>
                  <a:cubicBezTo>
                    <a:pt x="463" y="386"/>
                    <a:pt x="479" y="378"/>
                    <a:pt x="494" y="378"/>
                  </a:cubicBezTo>
                  <a:close/>
                  <a:moveTo>
                    <a:pt x="494" y="0"/>
                  </a:moveTo>
                  <a:cubicBezTo>
                    <a:pt x="154" y="0"/>
                    <a:pt x="0" y="432"/>
                    <a:pt x="216" y="679"/>
                  </a:cubicBezTo>
                  <a:cubicBezTo>
                    <a:pt x="294" y="748"/>
                    <a:pt x="391" y="779"/>
                    <a:pt x="487" y="779"/>
                  </a:cubicBezTo>
                  <a:cubicBezTo>
                    <a:pt x="693" y="779"/>
                    <a:pt x="895" y="633"/>
                    <a:pt x="895" y="402"/>
                  </a:cubicBezTo>
                  <a:cubicBezTo>
                    <a:pt x="895" y="186"/>
                    <a:pt x="710" y="0"/>
                    <a:pt x="4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86"/>
            <p:cNvSpPr/>
            <p:nvPr/>
          </p:nvSpPr>
          <p:spPr>
            <a:xfrm>
              <a:off x="5571125" y="3069650"/>
              <a:ext cx="22400" cy="19475"/>
            </a:xfrm>
            <a:custGeom>
              <a:rect b="b" l="l" r="r" t="t"/>
              <a:pathLst>
                <a:path extrusionOk="0" h="779" w="896">
                  <a:moveTo>
                    <a:pt x="494" y="378"/>
                  </a:moveTo>
                  <a:cubicBezTo>
                    <a:pt x="509" y="378"/>
                    <a:pt x="525" y="386"/>
                    <a:pt x="525" y="402"/>
                  </a:cubicBezTo>
                  <a:cubicBezTo>
                    <a:pt x="525" y="432"/>
                    <a:pt x="525" y="432"/>
                    <a:pt x="494" y="432"/>
                  </a:cubicBezTo>
                  <a:cubicBezTo>
                    <a:pt x="494" y="432"/>
                    <a:pt x="463" y="432"/>
                    <a:pt x="463" y="402"/>
                  </a:cubicBezTo>
                  <a:cubicBezTo>
                    <a:pt x="463" y="386"/>
                    <a:pt x="478" y="378"/>
                    <a:pt x="494" y="378"/>
                  </a:cubicBezTo>
                  <a:close/>
                  <a:moveTo>
                    <a:pt x="494" y="0"/>
                  </a:moveTo>
                  <a:cubicBezTo>
                    <a:pt x="154" y="0"/>
                    <a:pt x="0" y="432"/>
                    <a:pt x="216" y="679"/>
                  </a:cubicBezTo>
                  <a:cubicBezTo>
                    <a:pt x="294" y="748"/>
                    <a:pt x="391" y="779"/>
                    <a:pt x="487" y="779"/>
                  </a:cubicBezTo>
                  <a:cubicBezTo>
                    <a:pt x="693" y="779"/>
                    <a:pt x="895" y="633"/>
                    <a:pt x="895" y="402"/>
                  </a:cubicBezTo>
                  <a:cubicBezTo>
                    <a:pt x="895" y="186"/>
                    <a:pt x="710" y="0"/>
                    <a:pt x="4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86"/>
            <p:cNvSpPr/>
            <p:nvPr/>
          </p:nvSpPr>
          <p:spPr>
            <a:xfrm>
              <a:off x="5605075" y="3069650"/>
              <a:ext cx="22375" cy="19475"/>
            </a:xfrm>
            <a:custGeom>
              <a:rect b="b" l="l" r="r" t="t"/>
              <a:pathLst>
                <a:path extrusionOk="0" h="779" w="895">
                  <a:moveTo>
                    <a:pt x="494" y="378"/>
                  </a:moveTo>
                  <a:cubicBezTo>
                    <a:pt x="509" y="378"/>
                    <a:pt x="525" y="386"/>
                    <a:pt x="525" y="402"/>
                  </a:cubicBezTo>
                  <a:cubicBezTo>
                    <a:pt x="525" y="432"/>
                    <a:pt x="525" y="432"/>
                    <a:pt x="494" y="432"/>
                  </a:cubicBezTo>
                  <a:cubicBezTo>
                    <a:pt x="494" y="432"/>
                    <a:pt x="463" y="432"/>
                    <a:pt x="463" y="402"/>
                  </a:cubicBezTo>
                  <a:cubicBezTo>
                    <a:pt x="463" y="386"/>
                    <a:pt x="478" y="378"/>
                    <a:pt x="494" y="378"/>
                  </a:cubicBezTo>
                  <a:close/>
                  <a:moveTo>
                    <a:pt x="494" y="0"/>
                  </a:moveTo>
                  <a:cubicBezTo>
                    <a:pt x="154" y="0"/>
                    <a:pt x="0" y="432"/>
                    <a:pt x="216" y="679"/>
                  </a:cubicBezTo>
                  <a:cubicBezTo>
                    <a:pt x="294" y="748"/>
                    <a:pt x="391" y="779"/>
                    <a:pt x="487" y="779"/>
                  </a:cubicBezTo>
                  <a:cubicBezTo>
                    <a:pt x="693" y="779"/>
                    <a:pt x="895" y="633"/>
                    <a:pt x="895" y="402"/>
                  </a:cubicBezTo>
                  <a:cubicBezTo>
                    <a:pt x="895" y="186"/>
                    <a:pt x="710" y="0"/>
                    <a:pt x="4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86"/>
            <p:cNvSpPr/>
            <p:nvPr/>
          </p:nvSpPr>
          <p:spPr>
            <a:xfrm>
              <a:off x="5538700" y="3184600"/>
              <a:ext cx="129650" cy="10825"/>
            </a:xfrm>
            <a:custGeom>
              <a:rect b="b" l="l" r="r" t="t"/>
              <a:pathLst>
                <a:path extrusionOk="0" h="433" w="5186">
                  <a:moveTo>
                    <a:pt x="248" y="1"/>
                  </a:moveTo>
                  <a:cubicBezTo>
                    <a:pt x="1" y="32"/>
                    <a:pt x="1" y="371"/>
                    <a:pt x="248" y="433"/>
                  </a:cubicBezTo>
                  <a:lnTo>
                    <a:pt x="4939" y="433"/>
                  </a:lnTo>
                  <a:cubicBezTo>
                    <a:pt x="5186" y="371"/>
                    <a:pt x="5186" y="32"/>
                    <a:pt x="49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86"/>
            <p:cNvSpPr/>
            <p:nvPr/>
          </p:nvSpPr>
          <p:spPr>
            <a:xfrm>
              <a:off x="5537950" y="3216250"/>
              <a:ext cx="131950" cy="10825"/>
            </a:xfrm>
            <a:custGeom>
              <a:rect b="b" l="l" r="r" t="t"/>
              <a:pathLst>
                <a:path extrusionOk="0" h="433" w="5278">
                  <a:moveTo>
                    <a:pt x="278" y="0"/>
                  </a:moveTo>
                  <a:cubicBezTo>
                    <a:pt x="0" y="0"/>
                    <a:pt x="0" y="432"/>
                    <a:pt x="278" y="432"/>
                  </a:cubicBezTo>
                  <a:lnTo>
                    <a:pt x="4969" y="432"/>
                  </a:lnTo>
                  <a:cubicBezTo>
                    <a:pt x="5277" y="432"/>
                    <a:pt x="5277" y="0"/>
                    <a:pt x="49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86"/>
            <p:cNvSpPr/>
            <p:nvPr/>
          </p:nvSpPr>
          <p:spPr>
            <a:xfrm>
              <a:off x="5537950" y="3247875"/>
              <a:ext cx="294750" cy="10825"/>
            </a:xfrm>
            <a:custGeom>
              <a:rect b="b" l="l" r="r" t="t"/>
              <a:pathLst>
                <a:path extrusionOk="0" h="433" w="11790">
                  <a:moveTo>
                    <a:pt x="278" y="0"/>
                  </a:moveTo>
                  <a:cubicBezTo>
                    <a:pt x="0" y="0"/>
                    <a:pt x="0" y="432"/>
                    <a:pt x="278" y="432"/>
                  </a:cubicBezTo>
                  <a:lnTo>
                    <a:pt x="11512" y="432"/>
                  </a:lnTo>
                  <a:cubicBezTo>
                    <a:pt x="11789" y="432"/>
                    <a:pt x="11789" y="0"/>
                    <a:pt x="11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86"/>
            <p:cNvSpPr/>
            <p:nvPr/>
          </p:nvSpPr>
          <p:spPr>
            <a:xfrm>
              <a:off x="5537950" y="3280275"/>
              <a:ext cx="294750" cy="10050"/>
            </a:xfrm>
            <a:custGeom>
              <a:rect b="b" l="l" r="r" t="t"/>
              <a:pathLst>
                <a:path extrusionOk="0" h="402" w="11790">
                  <a:moveTo>
                    <a:pt x="278" y="1"/>
                  </a:moveTo>
                  <a:cubicBezTo>
                    <a:pt x="0" y="1"/>
                    <a:pt x="0" y="402"/>
                    <a:pt x="278" y="402"/>
                  </a:cubicBezTo>
                  <a:lnTo>
                    <a:pt x="11512" y="402"/>
                  </a:lnTo>
                  <a:cubicBezTo>
                    <a:pt x="11789" y="402"/>
                    <a:pt x="11789" y="1"/>
                    <a:pt x="1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86"/>
            <p:cNvSpPr/>
            <p:nvPr/>
          </p:nvSpPr>
          <p:spPr>
            <a:xfrm>
              <a:off x="5683750" y="3180625"/>
              <a:ext cx="148175" cy="50300"/>
            </a:xfrm>
            <a:custGeom>
              <a:rect b="b" l="l" r="r" t="t"/>
              <a:pathLst>
                <a:path extrusionOk="0" h="2012" w="5927">
                  <a:moveTo>
                    <a:pt x="5494" y="407"/>
                  </a:moveTo>
                  <a:lnTo>
                    <a:pt x="5494" y="1610"/>
                  </a:lnTo>
                  <a:lnTo>
                    <a:pt x="433" y="1610"/>
                  </a:lnTo>
                  <a:lnTo>
                    <a:pt x="433" y="407"/>
                  </a:lnTo>
                  <a:close/>
                  <a:moveTo>
                    <a:pt x="5741" y="1"/>
                  </a:moveTo>
                  <a:cubicBezTo>
                    <a:pt x="5731" y="1"/>
                    <a:pt x="5720" y="2"/>
                    <a:pt x="5710" y="5"/>
                  </a:cubicBezTo>
                  <a:lnTo>
                    <a:pt x="217" y="5"/>
                  </a:lnTo>
                  <a:cubicBezTo>
                    <a:pt x="94" y="5"/>
                    <a:pt x="1" y="98"/>
                    <a:pt x="1" y="191"/>
                  </a:cubicBezTo>
                  <a:lnTo>
                    <a:pt x="1" y="1826"/>
                  </a:lnTo>
                  <a:cubicBezTo>
                    <a:pt x="1" y="1919"/>
                    <a:pt x="94" y="2011"/>
                    <a:pt x="217" y="2011"/>
                  </a:cubicBezTo>
                  <a:lnTo>
                    <a:pt x="5710" y="2011"/>
                  </a:lnTo>
                  <a:cubicBezTo>
                    <a:pt x="5834" y="2011"/>
                    <a:pt x="5926" y="1919"/>
                    <a:pt x="5926" y="1826"/>
                  </a:cubicBezTo>
                  <a:lnTo>
                    <a:pt x="5926" y="191"/>
                  </a:lnTo>
                  <a:cubicBezTo>
                    <a:pt x="5926" y="108"/>
                    <a:pt x="5828" y="1"/>
                    <a:pt x="57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0" name="Google Shape;12690;p86"/>
          <p:cNvGrpSpPr/>
          <p:nvPr/>
        </p:nvGrpSpPr>
        <p:grpSpPr>
          <a:xfrm>
            <a:off x="1074163" y="2326986"/>
            <a:ext cx="362650" cy="361900"/>
            <a:chOff x="4755600" y="3014075"/>
            <a:chExt cx="362650" cy="361900"/>
          </a:xfrm>
        </p:grpSpPr>
        <p:sp>
          <p:nvSpPr>
            <p:cNvPr id="12691" name="Google Shape;12691;p86"/>
            <p:cNvSpPr/>
            <p:nvPr/>
          </p:nvSpPr>
          <p:spPr>
            <a:xfrm>
              <a:off x="4819625" y="3043425"/>
              <a:ext cx="49400" cy="49400"/>
            </a:xfrm>
            <a:custGeom>
              <a:rect b="b" l="l" r="r" t="t"/>
              <a:pathLst>
                <a:path extrusionOk="0" h="1976" w="1976">
                  <a:moveTo>
                    <a:pt x="1019" y="432"/>
                  </a:moveTo>
                  <a:cubicBezTo>
                    <a:pt x="1328" y="432"/>
                    <a:pt x="1575" y="679"/>
                    <a:pt x="1575" y="988"/>
                  </a:cubicBezTo>
                  <a:cubicBezTo>
                    <a:pt x="1575" y="1142"/>
                    <a:pt x="1513" y="1265"/>
                    <a:pt x="1420" y="1389"/>
                  </a:cubicBezTo>
                  <a:cubicBezTo>
                    <a:pt x="1297" y="1481"/>
                    <a:pt x="1173" y="1543"/>
                    <a:pt x="1019" y="1543"/>
                  </a:cubicBezTo>
                  <a:cubicBezTo>
                    <a:pt x="710" y="1543"/>
                    <a:pt x="464" y="1296"/>
                    <a:pt x="464" y="988"/>
                  </a:cubicBezTo>
                  <a:cubicBezTo>
                    <a:pt x="464" y="833"/>
                    <a:pt x="525" y="710"/>
                    <a:pt x="618" y="586"/>
                  </a:cubicBezTo>
                  <a:cubicBezTo>
                    <a:pt x="710" y="494"/>
                    <a:pt x="865" y="432"/>
                    <a:pt x="1019" y="432"/>
                  </a:cubicBezTo>
                  <a:close/>
                  <a:moveTo>
                    <a:pt x="988" y="0"/>
                  </a:moveTo>
                  <a:cubicBezTo>
                    <a:pt x="464" y="0"/>
                    <a:pt x="1" y="432"/>
                    <a:pt x="1" y="988"/>
                  </a:cubicBezTo>
                  <a:cubicBezTo>
                    <a:pt x="32" y="1543"/>
                    <a:pt x="464" y="1975"/>
                    <a:pt x="988" y="1975"/>
                  </a:cubicBezTo>
                  <a:lnTo>
                    <a:pt x="1019" y="1975"/>
                  </a:lnTo>
                  <a:cubicBezTo>
                    <a:pt x="1544" y="1975"/>
                    <a:pt x="1976" y="1543"/>
                    <a:pt x="1976" y="988"/>
                  </a:cubicBezTo>
                  <a:cubicBezTo>
                    <a:pt x="1976" y="463"/>
                    <a:pt x="1544"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86"/>
            <p:cNvSpPr/>
            <p:nvPr/>
          </p:nvSpPr>
          <p:spPr>
            <a:xfrm>
              <a:off x="4755600" y="3014075"/>
              <a:ext cx="179025" cy="361900"/>
            </a:xfrm>
            <a:custGeom>
              <a:rect b="b" l="l" r="r" t="t"/>
              <a:pathLst>
                <a:path extrusionOk="0" h="14476" w="7161">
                  <a:moveTo>
                    <a:pt x="3524" y="1"/>
                  </a:moveTo>
                  <a:cubicBezTo>
                    <a:pt x="1575" y="1"/>
                    <a:pt x="0" y="1594"/>
                    <a:pt x="31" y="3550"/>
                  </a:cubicBezTo>
                  <a:cubicBezTo>
                    <a:pt x="31" y="4137"/>
                    <a:pt x="185" y="4723"/>
                    <a:pt x="463" y="5248"/>
                  </a:cubicBezTo>
                  <a:cubicBezTo>
                    <a:pt x="502" y="5325"/>
                    <a:pt x="567" y="5357"/>
                    <a:pt x="634" y="5357"/>
                  </a:cubicBezTo>
                  <a:cubicBezTo>
                    <a:pt x="783" y="5357"/>
                    <a:pt x="940" y="5202"/>
                    <a:pt x="833" y="5032"/>
                  </a:cubicBezTo>
                  <a:cubicBezTo>
                    <a:pt x="586" y="4569"/>
                    <a:pt x="463" y="4075"/>
                    <a:pt x="463" y="3550"/>
                  </a:cubicBezTo>
                  <a:cubicBezTo>
                    <a:pt x="463" y="1822"/>
                    <a:pt x="1852" y="402"/>
                    <a:pt x="3580" y="402"/>
                  </a:cubicBezTo>
                  <a:cubicBezTo>
                    <a:pt x="5339" y="433"/>
                    <a:pt x="6728" y="1822"/>
                    <a:pt x="6759" y="3581"/>
                  </a:cubicBezTo>
                  <a:cubicBezTo>
                    <a:pt x="6759" y="4970"/>
                    <a:pt x="5833" y="6174"/>
                    <a:pt x="4506" y="6575"/>
                  </a:cubicBezTo>
                  <a:cubicBezTo>
                    <a:pt x="4413" y="6606"/>
                    <a:pt x="4352" y="6667"/>
                    <a:pt x="4352" y="6791"/>
                  </a:cubicBezTo>
                  <a:lnTo>
                    <a:pt x="4352" y="9754"/>
                  </a:lnTo>
                  <a:lnTo>
                    <a:pt x="3920" y="10062"/>
                  </a:lnTo>
                  <a:cubicBezTo>
                    <a:pt x="3796" y="10155"/>
                    <a:pt x="3796" y="10309"/>
                    <a:pt x="3920" y="10402"/>
                  </a:cubicBezTo>
                  <a:lnTo>
                    <a:pt x="4352" y="10741"/>
                  </a:lnTo>
                  <a:lnTo>
                    <a:pt x="4352" y="10865"/>
                  </a:lnTo>
                  <a:lnTo>
                    <a:pt x="3920" y="11173"/>
                  </a:lnTo>
                  <a:cubicBezTo>
                    <a:pt x="3858" y="11235"/>
                    <a:pt x="3827" y="11297"/>
                    <a:pt x="3827" y="11358"/>
                  </a:cubicBezTo>
                  <a:cubicBezTo>
                    <a:pt x="3827" y="11420"/>
                    <a:pt x="3858" y="11482"/>
                    <a:pt x="3920" y="11513"/>
                  </a:cubicBezTo>
                  <a:lnTo>
                    <a:pt x="4352" y="11852"/>
                  </a:lnTo>
                  <a:lnTo>
                    <a:pt x="4352" y="12963"/>
                  </a:lnTo>
                  <a:lnTo>
                    <a:pt x="3611" y="13920"/>
                  </a:lnTo>
                  <a:lnTo>
                    <a:pt x="2839" y="12932"/>
                  </a:lnTo>
                  <a:lnTo>
                    <a:pt x="2839" y="6760"/>
                  </a:lnTo>
                  <a:cubicBezTo>
                    <a:pt x="2839" y="6667"/>
                    <a:pt x="2778" y="6606"/>
                    <a:pt x="2685" y="6575"/>
                  </a:cubicBezTo>
                  <a:cubicBezTo>
                    <a:pt x="2253" y="6421"/>
                    <a:pt x="1852" y="6205"/>
                    <a:pt x="1512" y="5896"/>
                  </a:cubicBezTo>
                  <a:cubicBezTo>
                    <a:pt x="1468" y="5858"/>
                    <a:pt x="1422" y="5842"/>
                    <a:pt x="1378" y="5842"/>
                  </a:cubicBezTo>
                  <a:cubicBezTo>
                    <a:pt x="1204" y="5842"/>
                    <a:pt x="1062" y="6088"/>
                    <a:pt x="1235" y="6235"/>
                  </a:cubicBezTo>
                  <a:cubicBezTo>
                    <a:pt x="1574" y="6544"/>
                    <a:pt x="1975" y="6760"/>
                    <a:pt x="2407" y="6914"/>
                  </a:cubicBezTo>
                  <a:lnTo>
                    <a:pt x="2407" y="13025"/>
                  </a:lnTo>
                  <a:cubicBezTo>
                    <a:pt x="2407" y="13056"/>
                    <a:pt x="2438" y="13118"/>
                    <a:pt x="2469" y="13148"/>
                  </a:cubicBezTo>
                  <a:lnTo>
                    <a:pt x="3457" y="14383"/>
                  </a:lnTo>
                  <a:cubicBezTo>
                    <a:pt x="3487" y="14445"/>
                    <a:pt x="3549" y="14475"/>
                    <a:pt x="3611" y="14475"/>
                  </a:cubicBezTo>
                  <a:cubicBezTo>
                    <a:pt x="3673" y="14475"/>
                    <a:pt x="3734" y="14445"/>
                    <a:pt x="3796" y="14383"/>
                  </a:cubicBezTo>
                  <a:lnTo>
                    <a:pt x="4722" y="13148"/>
                  </a:lnTo>
                  <a:cubicBezTo>
                    <a:pt x="4753" y="13118"/>
                    <a:pt x="4784" y="13056"/>
                    <a:pt x="4784" y="13025"/>
                  </a:cubicBezTo>
                  <a:lnTo>
                    <a:pt x="4753" y="11760"/>
                  </a:lnTo>
                  <a:cubicBezTo>
                    <a:pt x="4753" y="11667"/>
                    <a:pt x="4722" y="11605"/>
                    <a:pt x="4660" y="11574"/>
                  </a:cubicBezTo>
                  <a:lnTo>
                    <a:pt x="4352" y="11358"/>
                  </a:lnTo>
                  <a:lnTo>
                    <a:pt x="4660" y="11142"/>
                  </a:lnTo>
                  <a:cubicBezTo>
                    <a:pt x="4722" y="11081"/>
                    <a:pt x="4753" y="11019"/>
                    <a:pt x="4753" y="10957"/>
                  </a:cubicBezTo>
                  <a:lnTo>
                    <a:pt x="4753" y="10649"/>
                  </a:lnTo>
                  <a:cubicBezTo>
                    <a:pt x="4753" y="10556"/>
                    <a:pt x="4722" y="10494"/>
                    <a:pt x="4660" y="10463"/>
                  </a:cubicBezTo>
                  <a:lnTo>
                    <a:pt x="4352" y="10247"/>
                  </a:lnTo>
                  <a:lnTo>
                    <a:pt x="4660" y="10001"/>
                  </a:lnTo>
                  <a:cubicBezTo>
                    <a:pt x="4722" y="9970"/>
                    <a:pt x="4753" y="9908"/>
                    <a:pt x="4753" y="9846"/>
                  </a:cubicBezTo>
                  <a:lnTo>
                    <a:pt x="4753" y="6945"/>
                  </a:lnTo>
                  <a:cubicBezTo>
                    <a:pt x="5432" y="6698"/>
                    <a:pt x="5987" y="6266"/>
                    <a:pt x="6419" y="5711"/>
                  </a:cubicBezTo>
                  <a:cubicBezTo>
                    <a:pt x="6913" y="5093"/>
                    <a:pt x="7160" y="4353"/>
                    <a:pt x="7160" y="3550"/>
                  </a:cubicBezTo>
                  <a:cubicBezTo>
                    <a:pt x="7129" y="1606"/>
                    <a:pt x="5524" y="1"/>
                    <a:pt x="3580" y="1"/>
                  </a:cubicBezTo>
                  <a:cubicBezTo>
                    <a:pt x="3561" y="1"/>
                    <a:pt x="3543" y="1"/>
                    <a:pt x="3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86"/>
            <p:cNvSpPr/>
            <p:nvPr/>
          </p:nvSpPr>
          <p:spPr>
            <a:xfrm>
              <a:off x="4953100" y="3048825"/>
              <a:ext cx="165150" cy="137350"/>
            </a:xfrm>
            <a:custGeom>
              <a:rect b="b" l="l" r="r" t="t"/>
              <a:pathLst>
                <a:path extrusionOk="0" h="5494" w="6606">
                  <a:moveTo>
                    <a:pt x="5371" y="0"/>
                  </a:moveTo>
                  <a:cubicBezTo>
                    <a:pt x="5093" y="0"/>
                    <a:pt x="5093" y="432"/>
                    <a:pt x="5371" y="432"/>
                  </a:cubicBezTo>
                  <a:lnTo>
                    <a:pt x="5463" y="432"/>
                  </a:lnTo>
                  <a:cubicBezTo>
                    <a:pt x="5834" y="432"/>
                    <a:pt x="6142" y="741"/>
                    <a:pt x="6173" y="1111"/>
                  </a:cubicBezTo>
                  <a:lnTo>
                    <a:pt x="6173" y="4382"/>
                  </a:lnTo>
                  <a:cubicBezTo>
                    <a:pt x="6142" y="4753"/>
                    <a:pt x="5834" y="5092"/>
                    <a:pt x="5463" y="5092"/>
                  </a:cubicBezTo>
                  <a:lnTo>
                    <a:pt x="2285" y="5092"/>
                  </a:lnTo>
                  <a:cubicBezTo>
                    <a:pt x="1914" y="5092"/>
                    <a:pt x="1606" y="4753"/>
                    <a:pt x="1606" y="4382"/>
                  </a:cubicBezTo>
                  <a:lnTo>
                    <a:pt x="1606" y="3086"/>
                  </a:lnTo>
                  <a:cubicBezTo>
                    <a:pt x="1606" y="3055"/>
                    <a:pt x="1575" y="2994"/>
                    <a:pt x="1544" y="2963"/>
                  </a:cubicBezTo>
                  <a:lnTo>
                    <a:pt x="711" y="1913"/>
                  </a:lnTo>
                  <a:lnTo>
                    <a:pt x="1390" y="1913"/>
                  </a:lnTo>
                  <a:cubicBezTo>
                    <a:pt x="1513" y="1913"/>
                    <a:pt x="1606" y="1821"/>
                    <a:pt x="1606" y="1728"/>
                  </a:cubicBezTo>
                  <a:lnTo>
                    <a:pt x="1606" y="1142"/>
                  </a:lnTo>
                  <a:cubicBezTo>
                    <a:pt x="1606" y="741"/>
                    <a:pt x="1914" y="432"/>
                    <a:pt x="2285" y="432"/>
                  </a:cubicBezTo>
                  <a:lnTo>
                    <a:pt x="4291" y="432"/>
                  </a:lnTo>
                  <a:cubicBezTo>
                    <a:pt x="4568" y="432"/>
                    <a:pt x="4568" y="31"/>
                    <a:pt x="4291" y="31"/>
                  </a:cubicBezTo>
                  <a:lnTo>
                    <a:pt x="2315" y="31"/>
                  </a:lnTo>
                  <a:cubicBezTo>
                    <a:pt x="1698" y="31"/>
                    <a:pt x="1204" y="525"/>
                    <a:pt x="1204" y="1142"/>
                  </a:cubicBezTo>
                  <a:lnTo>
                    <a:pt x="1204" y="1512"/>
                  </a:lnTo>
                  <a:lnTo>
                    <a:pt x="248" y="1512"/>
                  </a:lnTo>
                  <a:cubicBezTo>
                    <a:pt x="93" y="1543"/>
                    <a:pt x="1" y="1728"/>
                    <a:pt x="93" y="1883"/>
                  </a:cubicBezTo>
                  <a:lnTo>
                    <a:pt x="1173" y="3179"/>
                  </a:lnTo>
                  <a:lnTo>
                    <a:pt x="1173" y="4382"/>
                  </a:lnTo>
                  <a:cubicBezTo>
                    <a:pt x="1173" y="5000"/>
                    <a:pt x="1698" y="5493"/>
                    <a:pt x="2315" y="5493"/>
                  </a:cubicBezTo>
                  <a:lnTo>
                    <a:pt x="5463" y="5493"/>
                  </a:lnTo>
                  <a:cubicBezTo>
                    <a:pt x="6081" y="5493"/>
                    <a:pt x="6605" y="5000"/>
                    <a:pt x="6605" y="4382"/>
                  </a:cubicBezTo>
                  <a:lnTo>
                    <a:pt x="6605" y="1142"/>
                  </a:lnTo>
                  <a:cubicBezTo>
                    <a:pt x="6605" y="525"/>
                    <a:pt x="6081" y="31"/>
                    <a:pt x="5463" y="31"/>
                  </a:cubicBezTo>
                  <a:lnTo>
                    <a:pt x="546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86"/>
            <p:cNvSpPr/>
            <p:nvPr/>
          </p:nvSpPr>
          <p:spPr>
            <a:xfrm>
              <a:off x="5014050" y="3087400"/>
              <a:ext cx="29350" cy="10825"/>
            </a:xfrm>
            <a:custGeom>
              <a:rect b="b" l="l" r="r" t="t"/>
              <a:pathLst>
                <a:path extrusionOk="0" h="433" w="1174">
                  <a:moveTo>
                    <a:pt x="309" y="0"/>
                  </a:moveTo>
                  <a:cubicBezTo>
                    <a:pt x="1" y="0"/>
                    <a:pt x="1" y="432"/>
                    <a:pt x="309" y="432"/>
                  </a:cubicBezTo>
                  <a:lnTo>
                    <a:pt x="896" y="432"/>
                  </a:lnTo>
                  <a:cubicBezTo>
                    <a:pt x="1174" y="432"/>
                    <a:pt x="1174" y="0"/>
                    <a:pt x="8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86"/>
            <p:cNvSpPr/>
            <p:nvPr/>
          </p:nvSpPr>
          <p:spPr>
            <a:xfrm>
              <a:off x="5014050" y="3112075"/>
              <a:ext cx="68700" cy="10825"/>
            </a:xfrm>
            <a:custGeom>
              <a:rect b="b" l="l" r="r" t="t"/>
              <a:pathLst>
                <a:path extrusionOk="0" h="433" w="2748">
                  <a:moveTo>
                    <a:pt x="309" y="1"/>
                  </a:moveTo>
                  <a:cubicBezTo>
                    <a:pt x="1" y="1"/>
                    <a:pt x="1" y="433"/>
                    <a:pt x="309" y="433"/>
                  </a:cubicBezTo>
                  <a:lnTo>
                    <a:pt x="2532" y="433"/>
                  </a:lnTo>
                  <a:cubicBezTo>
                    <a:pt x="2655" y="433"/>
                    <a:pt x="2748" y="340"/>
                    <a:pt x="2748" y="217"/>
                  </a:cubicBezTo>
                  <a:cubicBezTo>
                    <a:pt x="2748" y="93"/>
                    <a:pt x="2655" y="1"/>
                    <a:pt x="25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86"/>
            <p:cNvSpPr/>
            <p:nvPr/>
          </p:nvSpPr>
          <p:spPr>
            <a:xfrm>
              <a:off x="5014050" y="3136775"/>
              <a:ext cx="29350" cy="10825"/>
            </a:xfrm>
            <a:custGeom>
              <a:rect b="b" l="l" r="r" t="t"/>
              <a:pathLst>
                <a:path extrusionOk="0" h="433" w="1174">
                  <a:moveTo>
                    <a:pt x="309" y="0"/>
                  </a:moveTo>
                  <a:cubicBezTo>
                    <a:pt x="1" y="0"/>
                    <a:pt x="1" y="432"/>
                    <a:pt x="309" y="432"/>
                  </a:cubicBezTo>
                  <a:lnTo>
                    <a:pt x="896" y="432"/>
                  </a:lnTo>
                  <a:cubicBezTo>
                    <a:pt x="1174" y="432"/>
                    <a:pt x="1174" y="0"/>
                    <a:pt x="8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86"/>
            <p:cNvSpPr/>
            <p:nvPr/>
          </p:nvSpPr>
          <p:spPr>
            <a:xfrm>
              <a:off x="5052625" y="3087400"/>
              <a:ext cx="31675" cy="10825"/>
            </a:xfrm>
            <a:custGeom>
              <a:rect b="b" l="l" r="r" t="t"/>
              <a:pathLst>
                <a:path extrusionOk="0" h="433" w="1267">
                  <a:moveTo>
                    <a:pt x="186" y="0"/>
                  </a:moveTo>
                  <a:cubicBezTo>
                    <a:pt x="94" y="0"/>
                    <a:pt x="1" y="93"/>
                    <a:pt x="1" y="216"/>
                  </a:cubicBezTo>
                  <a:cubicBezTo>
                    <a:pt x="1" y="340"/>
                    <a:pt x="94" y="432"/>
                    <a:pt x="186" y="432"/>
                  </a:cubicBezTo>
                  <a:lnTo>
                    <a:pt x="989" y="432"/>
                  </a:lnTo>
                  <a:cubicBezTo>
                    <a:pt x="1266" y="432"/>
                    <a:pt x="1266" y="0"/>
                    <a:pt x="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86"/>
            <p:cNvSpPr/>
            <p:nvPr/>
          </p:nvSpPr>
          <p:spPr>
            <a:xfrm>
              <a:off x="4892925" y="3169225"/>
              <a:ext cx="209875" cy="205975"/>
            </a:xfrm>
            <a:custGeom>
              <a:rect b="b" l="l" r="r" t="t"/>
              <a:pathLst>
                <a:path extrusionOk="0" h="8239" w="8395">
                  <a:moveTo>
                    <a:pt x="1967" y="1"/>
                  </a:moveTo>
                  <a:cubicBezTo>
                    <a:pt x="1850" y="1"/>
                    <a:pt x="1729" y="103"/>
                    <a:pt x="1729" y="245"/>
                  </a:cubicBezTo>
                  <a:lnTo>
                    <a:pt x="1729" y="1912"/>
                  </a:lnTo>
                  <a:lnTo>
                    <a:pt x="1297" y="1912"/>
                  </a:lnTo>
                  <a:cubicBezTo>
                    <a:pt x="587" y="1912"/>
                    <a:pt x="1" y="2498"/>
                    <a:pt x="31" y="3177"/>
                  </a:cubicBezTo>
                  <a:lnTo>
                    <a:pt x="31" y="6973"/>
                  </a:lnTo>
                  <a:cubicBezTo>
                    <a:pt x="1" y="7652"/>
                    <a:pt x="587" y="8239"/>
                    <a:pt x="1297" y="8239"/>
                  </a:cubicBezTo>
                  <a:lnTo>
                    <a:pt x="3673" y="8239"/>
                  </a:lnTo>
                  <a:cubicBezTo>
                    <a:pt x="3797" y="8239"/>
                    <a:pt x="3889" y="8146"/>
                    <a:pt x="3889" y="8023"/>
                  </a:cubicBezTo>
                  <a:cubicBezTo>
                    <a:pt x="3889" y="7899"/>
                    <a:pt x="3797" y="7807"/>
                    <a:pt x="3673" y="7807"/>
                  </a:cubicBezTo>
                  <a:lnTo>
                    <a:pt x="1297" y="7807"/>
                  </a:lnTo>
                  <a:cubicBezTo>
                    <a:pt x="803" y="7807"/>
                    <a:pt x="433" y="7436"/>
                    <a:pt x="433" y="6973"/>
                  </a:cubicBezTo>
                  <a:lnTo>
                    <a:pt x="433" y="3177"/>
                  </a:lnTo>
                  <a:cubicBezTo>
                    <a:pt x="433" y="2714"/>
                    <a:pt x="803" y="2344"/>
                    <a:pt x="1297" y="2344"/>
                  </a:cubicBezTo>
                  <a:lnTo>
                    <a:pt x="1945" y="2344"/>
                  </a:lnTo>
                  <a:cubicBezTo>
                    <a:pt x="2068" y="2344"/>
                    <a:pt x="2161" y="2251"/>
                    <a:pt x="2161" y="2128"/>
                  </a:cubicBezTo>
                  <a:lnTo>
                    <a:pt x="2161" y="801"/>
                  </a:lnTo>
                  <a:lnTo>
                    <a:pt x="3395" y="2282"/>
                  </a:lnTo>
                  <a:cubicBezTo>
                    <a:pt x="3426" y="2313"/>
                    <a:pt x="3488" y="2344"/>
                    <a:pt x="3550" y="2344"/>
                  </a:cubicBezTo>
                  <a:lnTo>
                    <a:pt x="7130" y="2344"/>
                  </a:lnTo>
                  <a:cubicBezTo>
                    <a:pt x="7593" y="2344"/>
                    <a:pt x="7963" y="2714"/>
                    <a:pt x="7963" y="3177"/>
                  </a:cubicBezTo>
                  <a:lnTo>
                    <a:pt x="7963" y="6973"/>
                  </a:lnTo>
                  <a:cubicBezTo>
                    <a:pt x="7963" y="7436"/>
                    <a:pt x="7593" y="7807"/>
                    <a:pt x="7130" y="7807"/>
                  </a:cubicBezTo>
                  <a:lnTo>
                    <a:pt x="4753" y="7807"/>
                  </a:lnTo>
                  <a:cubicBezTo>
                    <a:pt x="4630" y="7807"/>
                    <a:pt x="4537" y="7899"/>
                    <a:pt x="4537" y="8023"/>
                  </a:cubicBezTo>
                  <a:cubicBezTo>
                    <a:pt x="4537" y="8146"/>
                    <a:pt x="4630" y="8239"/>
                    <a:pt x="4753" y="8239"/>
                  </a:cubicBezTo>
                  <a:lnTo>
                    <a:pt x="7130" y="8239"/>
                  </a:lnTo>
                  <a:cubicBezTo>
                    <a:pt x="7809" y="8239"/>
                    <a:pt x="8395" y="7652"/>
                    <a:pt x="8395" y="6973"/>
                  </a:cubicBezTo>
                  <a:lnTo>
                    <a:pt x="8395" y="3177"/>
                  </a:lnTo>
                  <a:cubicBezTo>
                    <a:pt x="8395" y="2498"/>
                    <a:pt x="7809" y="1912"/>
                    <a:pt x="7130" y="1912"/>
                  </a:cubicBezTo>
                  <a:lnTo>
                    <a:pt x="3673" y="1912"/>
                  </a:lnTo>
                  <a:lnTo>
                    <a:pt x="2130" y="91"/>
                  </a:lnTo>
                  <a:cubicBezTo>
                    <a:pt x="2088" y="28"/>
                    <a:pt x="2028" y="1"/>
                    <a:pt x="19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86"/>
            <p:cNvSpPr/>
            <p:nvPr/>
          </p:nvSpPr>
          <p:spPr>
            <a:xfrm>
              <a:off x="4972400" y="3261725"/>
              <a:ext cx="94150" cy="10100"/>
            </a:xfrm>
            <a:custGeom>
              <a:rect b="b" l="l" r="r" t="t"/>
              <a:pathLst>
                <a:path extrusionOk="0" h="404" w="3766">
                  <a:moveTo>
                    <a:pt x="3488" y="0"/>
                  </a:moveTo>
                  <a:cubicBezTo>
                    <a:pt x="3478" y="0"/>
                    <a:pt x="3467" y="1"/>
                    <a:pt x="3457" y="2"/>
                  </a:cubicBezTo>
                  <a:lnTo>
                    <a:pt x="309" y="2"/>
                  </a:lnTo>
                  <a:cubicBezTo>
                    <a:pt x="0" y="2"/>
                    <a:pt x="0" y="403"/>
                    <a:pt x="309" y="403"/>
                  </a:cubicBezTo>
                  <a:lnTo>
                    <a:pt x="3457" y="403"/>
                  </a:lnTo>
                  <a:cubicBezTo>
                    <a:pt x="3755" y="403"/>
                    <a:pt x="3765" y="0"/>
                    <a:pt x="34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86"/>
            <p:cNvSpPr/>
            <p:nvPr/>
          </p:nvSpPr>
          <p:spPr>
            <a:xfrm>
              <a:off x="4930725" y="3290300"/>
              <a:ext cx="52500" cy="10825"/>
            </a:xfrm>
            <a:custGeom>
              <a:rect b="b" l="l" r="r" t="t"/>
              <a:pathLst>
                <a:path extrusionOk="0" h="433" w="2100">
                  <a:moveTo>
                    <a:pt x="279" y="1"/>
                  </a:moveTo>
                  <a:cubicBezTo>
                    <a:pt x="1" y="1"/>
                    <a:pt x="1" y="433"/>
                    <a:pt x="279" y="433"/>
                  </a:cubicBezTo>
                  <a:lnTo>
                    <a:pt x="1791" y="433"/>
                  </a:lnTo>
                  <a:cubicBezTo>
                    <a:pt x="2099" y="433"/>
                    <a:pt x="2099" y="1"/>
                    <a:pt x="1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86"/>
            <p:cNvSpPr/>
            <p:nvPr/>
          </p:nvSpPr>
          <p:spPr>
            <a:xfrm>
              <a:off x="4995550" y="3290300"/>
              <a:ext cx="71000" cy="10825"/>
            </a:xfrm>
            <a:custGeom>
              <a:rect b="b" l="l" r="r" t="t"/>
              <a:pathLst>
                <a:path extrusionOk="0" h="433" w="2840">
                  <a:moveTo>
                    <a:pt x="309" y="1"/>
                  </a:moveTo>
                  <a:cubicBezTo>
                    <a:pt x="0" y="1"/>
                    <a:pt x="0" y="433"/>
                    <a:pt x="309" y="433"/>
                  </a:cubicBezTo>
                  <a:lnTo>
                    <a:pt x="2531" y="433"/>
                  </a:lnTo>
                  <a:cubicBezTo>
                    <a:pt x="2839" y="433"/>
                    <a:pt x="2839" y="1"/>
                    <a:pt x="2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86"/>
            <p:cNvSpPr/>
            <p:nvPr/>
          </p:nvSpPr>
          <p:spPr>
            <a:xfrm>
              <a:off x="4930725" y="3318850"/>
              <a:ext cx="135825" cy="10825"/>
            </a:xfrm>
            <a:custGeom>
              <a:rect b="b" l="l" r="r" t="t"/>
              <a:pathLst>
                <a:path extrusionOk="0" h="433" w="5433">
                  <a:moveTo>
                    <a:pt x="279" y="1"/>
                  </a:moveTo>
                  <a:cubicBezTo>
                    <a:pt x="1" y="1"/>
                    <a:pt x="1" y="433"/>
                    <a:pt x="279" y="433"/>
                  </a:cubicBezTo>
                  <a:lnTo>
                    <a:pt x="5124" y="433"/>
                  </a:lnTo>
                  <a:cubicBezTo>
                    <a:pt x="5432" y="433"/>
                    <a:pt x="5432" y="1"/>
                    <a:pt x="51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86"/>
            <p:cNvSpPr/>
            <p:nvPr/>
          </p:nvSpPr>
          <p:spPr>
            <a:xfrm>
              <a:off x="4930725" y="3261725"/>
              <a:ext cx="31650" cy="10100"/>
            </a:xfrm>
            <a:custGeom>
              <a:rect b="b" l="l" r="r" t="t"/>
              <a:pathLst>
                <a:path extrusionOk="0" h="404" w="1266">
                  <a:moveTo>
                    <a:pt x="1016" y="0"/>
                  </a:moveTo>
                  <a:cubicBezTo>
                    <a:pt x="1007" y="0"/>
                    <a:pt x="998" y="1"/>
                    <a:pt x="988" y="2"/>
                  </a:cubicBezTo>
                  <a:lnTo>
                    <a:pt x="279" y="2"/>
                  </a:lnTo>
                  <a:cubicBezTo>
                    <a:pt x="1" y="2"/>
                    <a:pt x="1" y="403"/>
                    <a:pt x="279" y="403"/>
                  </a:cubicBezTo>
                  <a:lnTo>
                    <a:pt x="988" y="403"/>
                  </a:lnTo>
                  <a:cubicBezTo>
                    <a:pt x="1257" y="403"/>
                    <a:pt x="1266" y="0"/>
                    <a:pt x="1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4" name="Google Shape;12704;p86"/>
          <p:cNvGrpSpPr/>
          <p:nvPr/>
        </p:nvGrpSpPr>
        <p:grpSpPr>
          <a:xfrm>
            <a:off x="2502013" y="2882868"/>
            <a:ext cx="362650" cy="361875"/>
            <a:chOff x="2498825" y="3014100"/>
            <a:chExt cx="362650" cy="361875"/>
          </a:xfrm>
        </p:grpSpPr>
        <p:sp>
          <p:nvSpPr>
            <p:cNvPr id="12705" name="Google Shape;12705;p86"/>
            <p:cNvSpPr/>
            <p:nvPr/>
          </p:nvSpPr>
          <p:spPr>
            <a:xfrm>
              <a:off x="2534625" y="3297625"/>
              <a:ext cx="54450" cy="54825"/>
            </a:xfrm>
            <a:custGeom>
              <a:rect b="b" l="l" r="r" t="t"/>
              <a:pathLst>
                <a:path extrusionOk="0" h="2193" w="2178">
                  <a:moveTo>
                    <a:pt x="1099" y="726"/>
                  </a:moveTo>
                  <a:lnTo>
                    <a:pt x="1346" y="1251"/>
                  </a:lnTo>
                  <a:lnTo>
                    <a:pt x="852" y="1251"/>
                  </a:lnTo>
                  <a:lnTo>
                    <a:pt x="1099" y="726"/>
                  </a:lnTo>
                  <a:close/>
                  <a:moveTo>
                    <a:pt x="1099" y="1"/>
                  </a:moveTo>
                  <a:cubicBezTo>
                    <a:pt x="1022" y="1"/>
                    <a:pt x="945" y="47"/>
                    <a:pt x="914" y="140"/>
                  </a:cubicBezTo>
                  <a:lnTo>
                    <a:pt x="80" y="1899"/>
                  </a:lnTo>
                  <a:cubicBezTo>
                    <a:pt x="1" y="2058"/>
                    <a:pt x="140" y="2192"/>
                    <a:pt x="281" y="2192"/>
                  </a:cubicBezTo>
                  <a:cubicBezTo>
                    <a:pt x="359" y="2192"/>
                    <a:pt x="438" y="2152"/>
                    <a:pt x="482" y="2053"/>
                  </a:cubicBezTo>
                  <a:lnTo>
                    <a:pt x="667" y="1683"/>
                  </a:lnTo>
                  <a:lnTo>
                    <a:pt x="1531" y="1683"/>
                  </a:lnTo>
                  <a:lnTo>
                    <a:pt x="1716" y="2053"/>
                  </a:lnTo>
                  <a:cubicBezTo>
                    <a:pt x="1760" y="2152"/>
                    <a:pt x="1835" y="2192"/>
                    <a:pt x="1909" y="2192"/>
                  </a:cubicBezTo>
                  <a:cubicBezTo>
                    <a:pt x="2044" y="2192"/>
                    <a:pt x="2177" y="2058"/>
                    <a:pt x="2117" y="1899"/>
                  </a:cubicBezTo>
                  <a:lnTo>
                    <a:pt x="1284" y="140"/>
                  </a:lnTo>
                  <a:cubicBezTo>
                    <a:pt x="1253" y="47"/>
                    <a:pt x="1176" y="1"/>
                    <a:pt x="1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86"/>
            <p:cNvSpPr/>
            <p:nvPr/>
          </p:nvSpPr>
          <p:spPr>
            <a:xfrm>
              <a:off x="2597575" y="3297250"/>
              <a:ext cx="55575" cy="54800"/>
            </a:xfrm>
            <a:custGeom>
              <a:rect b="b" l="l" r="r" t="t"/>
              <a:pathLst>
                <a:path extrusionOk="0" h="2192" w="2223">
                  <a:moveTo>
                    <a:pt x="834" y="402"/>
                  </a:moveTo>
                  <a:cubicBezTo>
                    <a:pt x="1667" y="494"/>
                    <a:pt x="1667" y="1729"/>
                    <a:pt x="834" y="1791"/>
                  </a:cubicBezTo>
                  <a:lnTo>
                    <a:pt x="433" y="1791"/>
                  </a:lnTo>
                  <a:lnTo>
                    <a:pt x="433" y="402"/>
                  </a:lnTo>
                  <a:close/>
                  <a:moveTo>
                    <a:pt x="217" y="1"/>
                  </a:moveTo>
                  <a:cubicBezTo>
                    <a:pt x="93" y="1"/>
                    <a:pt x="0" y="93"/>
                    <a:pt x="0" y="217"/>
                  </a:cubicBezTo>
                  <a:lnTo>
                    <a:pt x="0" y="2007"/>
                  </a:lnTo>
                  <a:cubicBezTo>
                    <a:pt x="0" y="2099"/>
                    <a:pt x="93" y="2192"/>
                    <a:pt x="217" y="2192"/>
                  </a:cubicBezTo>
                  <a:lnTo>
                    <a:pt x="834" y="2192"/>
                  </a:lnTo>
                  <a:cubicBezTo>
                    <a:pt x="2223" y="2130"/>
                    <a:pt x="2223" y="62"/>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86"/>
            <p:cNvSpPr/>
            <p:nvPr/>
          </p:nvSpPr>
          <p:spPr>
            <a:xfrm>
              <a:off x="2711300" y="3171500"/>
              <a:ext cx="54450" cy="54800"/>
            </a:xfrm>
            <a:custGeom>
              <a:rect b="b" l="l" r="r" t="t"/>
              <a:pathLst>
                <a:path extrusionOk="0" h="2192" w="2178">
                  <a:moveTo>
                    <a:pt x="1099" y="741"/>
                  </a:moveTo>
                  <a:lnTo>
                    <a:pt x="1346" y="1235"/>
                  </a:lnTo>
                  <a:lnTo>
                    <a:pt x="852" y="1235"/>
                  </a:lnTo>
                  <a:lnTo>
                    <a:pt x="1099" y="741"/>
                  </a:lnTo>
                  <a:close/>
                  <a:moveTo>
                    <a:pt x="1099" y="0"/>
                  </a:moveTo>
                  <a:cubicBezTo>
                    <a:pt x="1007" y="0"/>
                    <a:pt x="945" y="62"/>
                    <a:pt x="914" y="124"/>
                  </a:cubicBezTo>
                  <a:lnTo>
                    <a:pt x="81" y="1883"/>
                  </a:lnTo>
                  <a:cubicBezTo>
                    <a:pt x="1" y="2063"/>
                    <a:pt x="142" y="2192"/>
                    <a:pt x="285" y="2192"/>
                  </a:cubicBezTo>
                  <a:cubicBezTo>
                    <a:pt x="361" y="2192"/>
                    <a:pt x="439" y="2154"/>
                    <a:pt x="482" y="2068"/>
                  </a:cubicBezTo>
                  <a:lnTo>
                    <a:pt x="667" y="1697"/>
                  </a:lnTo>
                  <a:lnTo>
                    <a:pt x="1531" y="1697"/>
                  </a:lnTo>
                  <a:lnTo>
                    <a:pt x="1716" y="2068"/>
                  </a:lnTo>
                  <a:cubicBezTo>
                    <a:pt x="1760" y="2154"/>
                    <a:pt x="1833" y="2192"/>
                    <a:pt x="1906" y="2192"/>
                  </a:cubicBezTo>
                  <a:cubicBezTo>
                    <a:pt x="2042" y="2192"/>
                    <a:pt x="2178" y="2063"/>
                    <a:pt x="2118" y="1883"/>
                  </a:cubicBezTo>
                  <a:lnTo>
                    <a:pt x="1284" y="124"/>
                  </a:lnTo>
                  <a:cubicBezTo>
                    <a:pt x="1254" y="62"/>
                    <a:pt x="1192" y="0"/>
                    <a:pt x="1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86"/>
            <p:cNvSpPr/>
            <p:nvPr/>
          </p:nvSpPr>
          <p:spPr>
            <a:xfrm>
              <a:off x="2774250" y="3171500"/>
              <a:ext cx="57125" cy="54800"/>
            </a:xfrm>
            <a:custGeom>
              <a:rect b="b" l="l" r="r" t="t"/>
              <a:pathLst>
                <a:path extrusionOk="0" h="2192" w="2285">
                  <a:moveTo>
                    <a:pt x="803" y="401"/>
                  </a:moveTo>
                  <a:cubicBezTo>
                    <a:pt x="1729" y="401"/>
                    <a:pt x="1729" y="1759"/>
                    <a:pt x="803" y="1759"/>
                  </a:cubicBezTo>
                  <a:lnTo>
                    <a:pt x="433" y="1759"/>
                  </a:lnTo>
                  <a:lnTo>
                    <a:pt x="433" y="401"/>
                  </a:lnTo>
                  <a:close/>
                  <a:moveTo>
                    <a:pt x="217" y="0"/>
                  </a:moveTo>
                  <a:cubicBezTo>
                    <a:pt x="93" y="0"/>
                    <a:pt x="1" y="93"/>
                    <a:pt x="1" y="185"/>
                  </a:cubicBezTo>
                  <a:lnTo>
                    <a:pt x="1" y="1975"/>
                  </a:lnTo>
                  <a:cubicBezTo>
                    <a:pt x="1" y="2099"/>
                    <a:pt x="93" y="2191"/>
                    <a:pt x="217" y="2191"/>
                  </a:cubicBezTo>
                  <a:lnTo>
                    <a:pt x="834" y="2191"/>
                  </a:lnTo>
                  <a:cubicBezTo>
                    <a:pt x="2285" y="2191"/>
                    <a:pt x="2285"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86"/>
            <p:cNvSpPr/>
            <p:nvPr/>
          </p:nvSpPr>
          <p:spPr>
            <a:xfrm>
              <a:off x="2673950" y="3014100"/>
              <a:ext cx="187525" cy="239200"/>
            </a:xfrm>
            <a:custGeom>
              <a:rect b="b" l="l" r="r" t="t"/>
              <a:pathLst>
                <a:path extrusionOk="0" h="9568" w="7501">
                  <a:moveTo>
                    <a:pt x="1482" y="0"/>
                  </a:moveTo>
                  <a:cubicBezTo>
                    <a:pt x="680" y="0"/>
                    <a:pt x="1" y="648"/>
                    <a:pt x="1" y="1482"/>
                  </a:cubicBezTo>
                  <a:lnTo>
                    <a:pt x="1" y="8086"/>
                  </a:lnTo>
                  <a:cubicBezTo>
                    <a:pt x="1" y="8919"/>
                    <a:pt x="680" y="9567"/>
                    <a:pt x="1482" y="9567"/>
                  </a:cubicBezTo>
                  <a:lnTo>
                    <a:pt x="4476" y="9567"/>
                  </a:lnTo>
                  <a:cubicBezTo>
                    <a:pt x="4754" y="9567"/>
                    <a:pt x="4754" y="9135"/>
                    <a:pt x="4476" y="9135"/>
                  </a:cubicBezTo>
                  <a:lnTo>
                    <a:pt x="1482" y="9135"/>
                  </a:lnTo>
                  <a:cubicBezTo>
                    <a:pt x="896" y="9135"/>
                    <a:pt x="433" y="8672"/>
                    <a:pt x="433" y="8086"/>
                  </a:cubicBezTo>
                  <a:lnTo>
                    <a:pt x="433" y="1482"/>
                  </a:lnTo>
                  <a:cubicBezTo>
                    <a:pt x="433" y="895"/>
                    <a:pt x="896" y="401"/>
                    <a:pt x="1482" y="401"/>
                  </a:cubicBezTo>
                  <a:lnTo>
                    <a:pt x="6019" y="401"/>
                  </a:lnTo>
                  <a:cubicBezTo>
                    <a:pt x="6605" y="401"/>
                    <a:pt x="7068" y="895"/>
                    <a:pt x="7068" y="1482"/>
                  </a:cubicBezTo>
                  <a:lnTo>
                    <a:pt x="7068" y="8086"/>
                  </a:lnTo>
                  <a:cubicBezTo>
                    <a:pt x="7068" y="8672"/>
                    <a:pt x="6605" y="9135"/>
                    <a:pt x="6019" y="9135"/>
                  </a:cubicBezTo>
                  <a:lnTo>
                    <a:pt x="5494" y="9135"/>
                  </a:lnTo>
                  <a:cubicBezTo>
                    <a:pt x="5216" y="9135"/>
                    <a:pt x="5216" y="9567"/>
                    <a:pt x="5494" y="9567"/>
                  </a:cubicBezTo>
                  <a:lnTo>
                    <a:pt x="6019" y="9567"/>
                  </a:lnTo>
                  <a:cubicBezTo>
                    <a:pt x="6821" y="9567"/>
                    <a:pt x="7500" y="8888"/>
                    <a:pt x="7500" y="8086"/>
                  </a:cubicBezTo>
                  <a:lnTo>
                    <a:pt x="7500" y="1482"/>
                  </a:lnTo>
                  <a:cubicBezTo>
                    <a:pt x="7469" y="648"/>
                    <a:pt x="6821" y="0"/>
                    <a:pt x="5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86"/>
            <p:cNvSpPr/>
            <p:nvPr/>
          </p:nvSpPr>
          <p:spPr>
            <a:xfrm>
              <a:off x="2790800" y="3040800"/>
              <a:ext cx="41775" cy="37550"/>
            </a:xfrm>
            <a:custGeom>
              <a:rect b="b" l="l" r="r" t="t"/>
              <a:pathLst>
                <a:path extrusionOk="0" h="1502" w="1671">
                  <a:moveTo>
                    <a:pt x="291" y="1"/>
                  </a:moveTo>
                  <a:cubicBezTo>
                    <a:pt x="127" y="1"/>
                    <a:pt x="0" y="219"/>
                    <a:pt x="141" y="383"/>
                  </a:cubicBezTo>
                  <a:lnTo>
                    <a:pt x="542" y="753"/>
                  </a:lnTo>
                  <a:lnTo>
                    <a:pt x="141" y="1154"/>
                  </a:lnTo>
                  <a:cubicBezTo>
                    <a:pt x="49" y="1216"/>
                    <a:pt x="49" y="1340"/>
                    <a:pt x="141" y="1432"/>
                  </a:cubicBezTo>
                  <a:cubicBezTo>
                    <a:pt x="188" y="1478"/>
                    <a:pt x="242" y="1502"/>
                    <a:pt x="296" y="1502"/>
                  </a:cubicBezTo>
                  <a:cubicBezTo>
                    <a:pt x="350" y="1502"/>
                    <a:pt x="404" y="1478"/>
                    <a:pt x="450" y="1432"/>
                  </a:cubicBezTo>
                  <a:lnTo>
                    <a:pt x="820" y="1062"/>
                  </a:lnTo>
                  <a:lnTo>
                    <a:pt x="1221" y="1432"/>
                  </a:lnTo>
                  <a:cubicBezTo>
                    <a:pt x="1264" y="1475"/>
                    <a:pt x="1312" y="1493"/>
                    <a:pt x="1359" y="1493"/>
                  </a:cubicBezTo>
                  <a:cubicBezTo>
                    <a:pt x="1512" y="1493"/>
                    <a:pt x="1648" y="1296"/>
                    <a:pt x="1530" y="1154"/>
                  </a:cubicBezTo>
                  <a:lnTo>
                    <a:pt x="1129" y="753"/>
                  </a:lnTo>
                  <a:lnTo>
                    <a:pt x="1530" y="383"/>
                  </a:lnTo>
                  <a:cubicBezTo>
                    <a:pt x="1671" y="219"/>
                    <a:pt x="1526" y="1"/>
                    <a:pt x="1367" y="1"/>
                  </a:cubicBezTo>
                  <a:cubicBezTo>
                    <a:pt x="1317" y="1"/>
                    <a:pt x="1266" y="22"/>
                    <a:pt x="1221" y="74"/>
                  </a:cubicBezTo>
                  <a:lnTo>
                    <a:pt x="820" y="445"/>
                  </a:lnTo>
                  <a:lnTo>
                    <a:pt x="450" y="74"/>
                  </a:lnTo>
                  <a:cubicBezTo>
                    <a:pt x="398" y="22"/>
                    <a:pt x="343" y="1"/>
                    <a:pt x="2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86"/>
            <p:cNvSpPr/>
            <p:nvPr/>
          </p:nvSpPr>
          <p:spPr>
            <a:xfrm>
              <a:off x="2499600" y="3014100"/>
              <a:ext cx="157400" cy="109575"/>
            </a:xfrm>
            <a:custGeom>
              <a:rect b="b" l="l" r="r" t="t"/>
              <a:pathLst>
                <a:path extrusionOk="0" h="4383" w="6296">
                  <a:moveTo>
                    <a:pt x="4814" y="401"/>
                  </a:moveTo>
                  <a:cubicBezTo>
                    <a:pt x="5401" y="401"/>
                    <a:pt x="5864" y="895"/>
                    <a:pt x="5864" y="1482"/>
                  </a:cubicBezTo>
                  <a:lnTo>
                    <a:pt x="5864" y="2901"/>
                  </a:lnTo>
                  <a:cubicBezTo>
                    <a:pt x="5864" y="3488"/>
                    <a:pt x="5401" y="3951"/>
                    <a:pt x="4814" y="3951"/>
                  </a:cubicBezTo>
                  <a:lnTo>
                    <a:pt x="1481" y="3951"/>
                  </a:lnTo>
                  <a:cubicBezTo>
                    <a:pt x="895" y="3951"/>
                    <a:pt x="401" y="3488"/>
                    <a:pt x="401" y="2901"/>
                  </a:cubicBezTo>
                  <a:lnTo>
                    <a:pt x="401" y="1482"/>
                  </a:lnTo>
                  <a:cubicBezTo>
                    <a:pt x="401" y="895"/>
                    <a:pt x="895" y="401"/>
                    <a:pt x="1481" y="401"/>
                  </a:cubicBezTo>
                  <a:close/>
                  <a:moveTo>
                    <a:pt x="1481" y="0"/>
                  </a:moveTo>
                  <a:cubicBezTo>
                    <a:pt x="648" y="0"/>
                    <a:pt x="0" y="648"/>
                    <a:pt x="0" y="1482"/>
                  </a:cubicBezTo>
                  <a:lnTo>
                    <a:pt x="0" y="2901"/>
                  </a:lnTo>
                  <a:cubicBezTo>
                    <a:pt x="0" y="3735"/>
                    <a:pt x="648" y="4383"/>
                    <a:pt x="1481" y="4383"/>
                  </a:cubicBezTo>
                  <a:lnTo>
                    <a:pt x="4814" y="4383"/>
                  </a:lnTo>
                  <a:cubicBezTo>
                    <a:pt x="5648" y="4383"/>
                    <a:pt x="6296" y="3735"/>
                    <a:pt x="6296" y="2901"/>
                  </a:cubicBezTo>
                  <a:lnTo>
                    <a:pt x="6296" y="1482"/>
                  </a:lnTo>
                  <a:cubicBezTo>
                    <a:pt x="6296" y="648"/>
                    <a:pt x="5648" y="0"/>
                    <a:pt x="48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86"/>
            <p:cNvSpPr/>
            <p:nvPr/>
          </p:nvSpPr>
          <p:spPr>
            <a:xfrm>
              <a:off x="2586350" y="3040800"/>
              <a:ext cx="41775" cy="37550"/>
            </a:xfrm>
            <a:custGeom>
              <a:rect b="b" l="l" r="r" t="t"/>
              <a:pathLst>
                <a:path extrusionOk="0" h="1502" w="1671">
                  <a:moveTo>
                    <a:pt x="304" y="1"/>
                  </a:moveTo>
                  <a:cubicBezTo>
                    <a:pt x="145" y="1"/>
                    <a:pt x="0" y="219"/>
                    <a:pt x="141" y="383"/>
                  </a:cubicBezTo>
                  <a:lnTo>
                    <a:pt x="542" y="753"/>
                  </a:lnTo>
                  <a:lnTo>
                    <a:pt x="141" y="1154"/>
                  </a:lnTo>
                  <a:cubicBezTo>
                    <a:pt x="79" y="1216"/>
                    <a:pt x="79" y="1340"/>
                    <a:pt x="141" y="1432"/>
                  </a:cubicBezTo>
                  <a:cubicBezTo>
                    <a:pt x="187" y="1478"/>
                    <a:pt x="241" y="1502"/>
                    <a:pt x="295" y="1502"/>
                  </a:cubicBezTo>
                  <a:cubicBezTo>
                    <a:pt x="349" y="1502"/>
                    <a:pt x="403" y="1478"/>
                    <a:pt x="449" y="1432"/>
                  </a:cubicBezTo>
                  <a:lnTo>
                    <a:pt x="851" y="1062"/>
                  </a:lnTo>
                  <a:lnTo>
                    <a:pt x="1221" y="1432"/>
                  </a:lnTo>
                  <a:cubicBezTo>
                    <a:pt x="1271" y="1475"/>
                    <a:pt x="1323" y="1493"/>
                    <a:pt x="1371" y="1493"/>
                  </a:cubicBezTo>
                  <a:cubicBezTo>
                    <a:pt x="1530" y="1493"/>
                    <a:pt x="1648" y="1296"/>
                    <a:pt x="1530" y="1154"/>
                  </a:cubicBezTo>
                  <a:lnTo>
                    <a:pt x="1128" y="753"/>
                  </a:lnTo>
                  <a:lnTo>
                    <a:pt x="1530" y="383"/>
                  </a:lnTo>
                  <a:cubicBezTo>
                    <a:pt x="1670" y="219"/>
                    <a:pt x="1544" y="1"/>
                    <a:pt x="1380" y="1"/>
                  </a:cubicBezTo>
                  <a:cubicBezTo>
                    <a:pt x="1328" y="1"/>
                    <a:pt x="1273" y="22"/>
                    <a:pt x="1221" y="74"/>
                  </a:cubicBezTo>
                  <a:lnTo>
                    <a:pt x="851" y="445"/>
                  </a:lnTo>
                  <a:lnTo>
                    <a:pt x="449" y="74"/>
                  </a:lnTo>
                  <a:cubicBezTo>
                    <a:pt x="405" y="22"/>
                    <a:pt x="354" y="1"/>
                    <a:pt x="3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86"/>
            <p:cNvSpPr/>
            <p:nvPr/>
          </p:nvSpPr>
          <p:spPr>
            <a:xfrm>
              <a:off x="2498825" y="3143725"/>
              <a:ext cx="158175" cy="109575"/>
            </a:xfrm>
            <a:custGeom>
              <a:rect b="b" l="l" r="r" t="t"/>
              <a:pathLst>
                <a:path extrusionOk="0" h="4383" w="6327">
                  <a:moveTo>
                    <a:pt x="2870" y="0"/>
                  </a:moveTo>
                  <a:cubicBezTo>
                    <a:pt x="2623" y="31"/>
                    <a:pt x="2623" y="401"/>
                    <a:pt x="2870" y="432"/>
                  </a:cubicBezTo>
                  <a:lnTo>
                    <a:pt x="4845" y="432"/>
                  </a:lnTo>
                  <a:cubicBezTo>
                    <a:pt x="5432" y="432"/>
                    <a:pt x="5895" y="895"/>
                    <a:pt x="5895" y="1481"/>
                  </a:cubicBezTo>
                  <a:lnTo>
                    <a:pt x="5895" y="2901"/>
                  </a:lnTo>
                  <a:cubicBezTo>
                    <a:pt x="5895" y="3487"/>
                    <a:pt x="5432" y="3950"/>
                    <a:pt x="4845" y="3950"/>
                  </a:cubicBezTo>
                  <a:lnTo>
                    <a:pt x="1512" y="3950"/>
                  </a:lnTo>
                  <a:cubicBezTo>
                    <a:pt x="926" y="3950"/>
                    <a:pt x="432" y="3487"/>
                    <a:pt x="432" y="2901"/>
                  </a:cubicBezTo>
                  <a:lnTo>
                    <a:pt x="432" y="1512"/>
                  </a:lnTo>
                  <a:cubicBezTo>
                    <a:pt x="432" y="926"/>
                    <a:pt x="926" y="432"/>
                    <a:pt x="1512" y="432"/>
                  </a:cubicBezTo>
                  <a:lnTo>
                    <a:pt x="1852" y="432"/>
                  </a:lnTo>
                  <a:cubicBezTo>
                    <a:pt x="2099" y="401"/>
                    <a:pt x="2099" y="62"/>
                    <a:pt x="1852" y="31"/>
                  </a:cubicBezTo>
                  <a:lnTo>
                    <a:pt x="1512" y="31"/>
                  </a:lnTo>
                  <a:cubicBezTo>
                    <a:pt x="679" y="31"/>
                    <a:pt x="31" y="679"/>
                    <a:pt x="31" y="1512"/>
                  </a:cubicBezTo>
                  <a:lnTo>
                    <a:pt x="31" y="2901"/>
                  </a:lnTo>
                  <a:cubicBezTo>
                    <a:pt x="0" y="3734"/>
                    <a:pt x="679" y="4382"/>
                    <a:pt x="1512" y="4382"/>
                  </a:cubicBezTo>
                  <a:lnTo>
                    <a:pt x="4845" y="4382"/>
                  </a:lnTo>
                  <a:cubicBezTo>
                    <a:pt x="5679" y="4382"/>
                    <a:pt x="6327" y="3703"/>
                    <a:pt x="6327" y="2901"/>
                  </a:cubicBezTo>
                  <a:lnTo>
                    <a:pt x="6327" y="1481"/>
                  </a:lnTo>
                  <a:cubicBezTo>
                    <a:pt x="6327" y="679"/>
                    <a:pt x="5679" y="0"/>
                    <a:pt x="4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86"/>
            <p:cNvSpPr/>
            <p:nvPr/>
          </p:nvSpPr>
          <p:spPr>
            <a:xfrm>
              <a:off x="2586300" y="3170750"/>
              <a:ext cx="41925" cy="37675"/>
            </a:xfrm>
            <a:custGeom>
              <a:rect b="b" l="l" r="r" t="t"/>
              <a:pathLst>
                <a:path extrusionOk="0" h="1507" w="1677">
                  <a:moveTo>
                    <a:pt x="312" y="0"/>
                  </a:moveTo>
                  <a:cubicBezTo>
                    <a:pt x="150" y="0"/>
                    <a:pt x="0" y="203"/>
                    <a:pt x="143" y="370"/>
                  </a:cubicBezTo>
                  <a:lnTo>
                    <a:pt x="544" y="740"/>
                  </a:lnTo>
                  <a:lnTo>
                    <a:pt x="143" y="1141"/>
                  </a:lnTo>
                  <a:cubicBezTo>
                    <a:pt x="81" y="1203"/>
                    <a:pt x="81" y="1357"/>
                    <a:pt x="143" y="1450"/>
                  </a:cubicBezTo>
                  <a:cubicBezTo>
                    <a:pt x="189" y="1481"/>
                    <a:pt x="243" y="1496"/>
                    <a:pt x="297" y="1496"/>
                  </a:cubicBezTo>
                  <a:cubicBezTo>
                    <a:pt x="351" y="1496"/>
                    <a:pt x="405" y="1481"/>
                    <a:pt x="451" y="1450"/>
                  </a:cubicBezTo>
                  <a:lnTo>
                    <a:pt x="853" y="1049"/>
                  </a:lnTo>
                  <a:lnTo>
                    <a:pt x="1223" y="1450"/>
                  </a:lnTo>
                  <a:cubicBezTo>
                    <a:pt x="1270" y="1490"/>
                    <a:pt x="1320" y="1507"/>
                    <a:pt x="1367" y="1507"/>
                  </a:cubicBezTo>
                  <a:cubicBezTo>
                    <a:pt x="1538" y="1507"/>
                    <a:pt x="1677" y="1286"/>
                    <a:pt x="1532" y="1141"/>
                  </a:cubicBezTo>
                  <a:lnTo>
                    <a:pt x="1130" y="740"/>
                  </a:lnTo>
                  <a:lnTo>
                    <a:pt x="1532" y="370"/>
                  </a:lnTo>
                  <a:cubicBezTo>
                    <a:pt x="1674" y="203"/>
                    <a:pt x="1542" y="0"/>
                    <a:pt x="1375" y="0"/>
                  </a:cubicBezTo>
                  <a:cubicBezTo>
                    <a:pt x="1326" y="0"/>
                    <a:pt x="1273" y="18"/>
                    <a:pt x="1223" y="61"/>
                  </a:cubicBezTo>
                  <a:lnTo>
                    <a:pt x="853" y="462"/>
                  </a:lnTo>
                  <a:lnTo>
                    <a:pt x="451" y="61"/>
                  </a:lnTo>
                  <a:cubicBezTo>
                    <a:pt x="409" y="18"/>
                    <a:pt x="360" y="0"/>
                    <a:pt x="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86"/>
            <p:cNvSpPr/>
            <p:nvPr/>
          </p:nvSpPr>
          <p:spPr>
            <a:xfrm>
              <a:off x="2499600" y="3274100"/>
              <a:ext cx="361875" cy="101875"/>
            </a:xfrm>
            <a:custGeom>
              <a:rect b="b" l="l" r="r" t="t"/>
              <a:pathLst>
                <a:path extrusionOk="0" h="4075" w="14475">
                  <a:moveTo>
                    <a:pt x="12993" y="433"/>
                  </a:moveTo>
                  <a:cubicBezTo>
                    <a:pt x="13548" y="433"/>
                    <a:pt x="14042" y="896"/>
                    <a:pt x="14042" y="1482"/>
                  </a:cubicBezTo>
                  <a:lnTo>
                    <a:pt x="14042" y="2593"/>
                  </a:lnTo>
                  <a:cubicBezTo>
                    <a:pt x="14042" y="3179"/>
                    <a:pt x="13548" y="3642"/>
                    <a:pt x="12993" y="3642"/>
                  </a:cubicBezTo>
                  <a:lnTo>
                    <a:pt x="1481" y="3642"/>
                  </a:lnTo>
                  <a:cubicBezTo>
                    <a:pt x="895" y="3642"/>
                    <a:pt x="401" y="3179"/>
                    <a:pt x="401" y="2593"/>
                  </a:cubicBezTo>
                  <a:lnTo>
                    <a:pt x="401" y="1482"/>
                  </a:lnTo>
                  <a:cubicBezTo>
                    <a:pt x="401" y="896"/>
                    <a:pt x="895" y="433"/>
                    <a:pt x="1481" y="433"/>
                  </a:cubicBezTo>
                  <a:close/>
                  <a:moveTo>
                    <a:pt x="1481" y="1"/>
                  </a:moveTo>
                  <a:cubicBezTo>
                    <a:pt x="648" y="1"/>
                    <a:pt x="0" y="680"/>
                    <a:pt x="0" y="1482"/>
                  </a:cubicBezTo>
                  <a:lnTo>
                    <a:pt x="0" y="2593"/>
                  </a:lnTo>
                  <a:cubicBezTo>
                    <a:pt x="0" y="3426"/>
                    <a:pt x="648" y="4074"/>
                    <a:pt x="1481" y="4074"/>
                  </a:cubicBezTo>
                  <a:lnTo>
                    <a:pt x="12993" y="4074"/>
                  </a:lnTo>
                  <a:cubicBezTo>
                    <a:pt x="13795" y="4074"/>
                    <a:pt x="14474" y="3426"/>
                    <a:pt x="14474" y="2593"/>
                  </a:cubicBezTo>
                  <a:lnTo>
                    <a:pt x="14474" y="1482"/>
                  </a:lnTo>
                  <a:cubicBezTo>
                    <a:pt x="14474" y="680"/>
                    <a:pt x="13795" y="1"/>
                    <a:pt x="129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86"/>
            <p:cNvSpPr/>
            <p:nvPr/>
          </p:nvSpPr>
          <p:spPr>
            <a:xfrm>
              <a:off x="2789200" y="3301575"/>
              <a:ext cx="41325" cy="37350"/>
            </a:xfrm>
            <a:custGeom>
              <a:rect b="b" l="l" r="r" t="t"/>
              <a:pathLst>
                <a:path extrusionOk="0" h="1494" w="1653">
                  <a:moveTo>
                    <a:pt x="305" y="1"/>
                  </a:moveTo>
                  <a:cubicBezTo>
                    <a:pt x="146" y="1"/>
                    <a:pt x="3" y="212"/>
                    <a:pt x="144" y="352"/>
                  </a:cubicBezTo>
                  <a:lnTo>
                    <a:pt x="545" y="753"/>
                  </a:lnTo>
                  <a:lnTo>
                    <a:pt x="144" y="1124"/>
                  </a:lnTo>
                  <a:cubicBezTo>
                    <a:pt x="1" y="1290"/>
                    <a:pt x="151" y="1493"/>
                    <a:pt x="312" y="1493"/>
                  </a:cubicBezTo>
                  <a:cubicBezTo>
                    <a:pt x="360" y="1493"/>
                    <a:pt x="410" y="1475"/>
                    <a:pt x="452" y="1432"/>
                  </a:cubicBezTo>
                  <a:lnTo>
                    <a:pt x="853" y="1031"/>
                  </a:lnTo>
                  <a:lnTo>
                    <a:pt x="1224" y="1432"/>
                  </a:lnTo>
                  <a:cubicBezTo>
                    <a:pt x="1271" y="1466"/>
                    <a:pt x="1319" y="1481"/>
                    <a:pt x="1365" y="1481"/>
                  </a:cubicBezTo>
                  <a:cubicBezTo>
                    <a:pt x="1528" y="1481"/>
                    <a:pt x="1653" y="1293"/>
                    <a:pt x="1532" y="1124"/>
                  </a:cubicBezTo>
                  <a:lnTo>
                    <a:pt x="1131" y="753"/>
                  </a:lnTo>
                  <a:lnTo>
                    <a:pt x="1532" y="352"/>
                  </a:lnTo>
                  <a:cubicBezTo>
                    <a:pt x="1594" y="260"/>
                    <a:pt x="1594" y="136"/>
                    <a:pt x="1532" y="74"/>
                  </a:cubicBezTo>
                  <a:cubicBezTo>
                    <a:pt x="1486" y="28"/>
                    <a:pt x="1432" y="5"/>
                    <a:pt x="1378" y="5"/>
                  </a:cubicBezTo>
                  <a:cubicBezTo>
                    <a:pt x="1324" y="5"/>
                    <a:pt x="1270" y="28"/>
                    <a:pt x="1224" y="74"/>
                  </a:cubicBezTo>
                  <a:lnTo>
                    <a:pt x="853" y="445"/>
                  </a:lnTo>
                  <a:lnTo>
                    <a:pt x="452" y="74"/>
                  </a:lnTo>
                  <a:cubicBezTo>
                    <a:pt x="407" y="22"/>
                    <a:pt x="355" y="1"/>
                    <a:pt x="3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7" name="Google Shape;12717;p86"/>
          <p:cNvGrpSpPr/>
          <p:nvPr/>
        </p:nvGrpSpPr>
        <p:grpSpPr>
          <a:xfrm>
            <a:off x="3211144" y="2883068"/>
            <a:ext cx="393525" cy="361475"/>
            <a:chOff x="1714150" y="3014050"/>
            <a:chExt cx="393525" cy="361475"/>
          </a:xfrm>
        </p:grpSpPr>
        <p:sp>
          <p:nvSpPr>
            <p:cNvPr id="12718" name="Google Shape;12718;p86"/>
            <p:cNvSpPr/>
            <p:nvPr/>
          </p:nvSpPr>
          <p:spPr>
            <a:xfrm>
              <a:off x="1778200" y="3048625"/>
              <a:ext cx="84875" cy="80750"/>
            </a:xfrm>
            <a:custGeom>
              <a:rect b="b" l="l" r="r" t="t"/>
              <a:pathLst>
                <a:path extrusionOk="0" h="3230" w="3395">
                  <a:moveTo>
                    <a:pt x="1698" y="594"/>
                  </a:moveTo>
                  <a:lnTo>
                    <a:pt x="1944" y="1150"/>
                  </a:lnTo>
                  <a:cubicBezTo>
                    <a:pt x="2006" y="1212"/>
                    <a:pt x="2068" y="1273"/>
                    <a:pt x="2160" y="1304"/>
                  </a:cubicBezTo>
                  <a:lnTo>
                    <a:pt x="2778" y="1397"/>
                  </a:lnTo>
                  <a:lnTo>
                    <a:pt x="2346" y="1829"/>
                  </a:lnTo>
                  <a:cubicBezTo>
                    <a:pt x="2284" y="1891"/>
                    <a:pt x="2253" y="1983"/>
                    <a:pt x="2253" y="2076"/>
                  </a:cubicBezTo>
                  <a:lnTo>
                    <a:pt x="2377" y="2693"/>
                  </a:lnTo>
                  <a:lnTo>
                    <a:pt x="2377" y="2693"/>
                  </a:lnTo>
                  <a:lnTo>
                    <a:pt x="1821" y="2384"/>
                  </a:lnTo>
                  <a:cubicBezTo>
                    <a:pt x="1790" y="2384"/>
                    <a:pt x="1728" y="2354"/>
                    <a:pt x="1698" y="2354"/>
                  </a:cubicBezTo>
                  <a:cubicBezTo>
                    <a:pt x="1636" y="2354"/>
                    <a:pt x="1605" y="2384"/>
                    <a:pt x="1543" y="2384"/>
                  </a:cubicBezTo>
                  <a:lnTo>
                    <a:pt x="988" y="2693"/>
                  </a:lnTo>
                  <a:lnTo>
                    <a:pt x="988" y="2693"/>
                  </a:lnTo>
                  <a:lnTo>
                    <a:pt x="1111" y="2076"/>
                  </a:lnTo>
                  <a:cubicBezTo>
                    <a:pt x="1142" y="1983"/>
                    <a:pt x="1080" y="1891"/>
                    <a:pt x="1019" y="1829"/>
                  </a:cubicBezTo>
                  <a:lnTo>
                    <a:pt x="587" y="1397"/>
                  </a:lnTo>
                  <a:lnTo>
                    <a:pt x="1204" y="1304"/>
                  </a:lnTo>
                  <a:cubicBezTo>
                    <a:pt x="1296" y="1273"/>
                    <a:pt x="1389" y="1243"/>
                    <a:pt x="1420" y="1150"/>
                  </a:cubicBezTo>
                  <a:lnTo>
                    <a:pt x="1698" y="594"/>
                  </a:lnTo>
                  <a:close/>
                  <a:moveTo>
                    <a:pt x="1694" y="0"/>
                  </a:moveTo>
                  <a:cubicBezTo>
                    <a:pt x="1590" y="0"/>
                    <a:pt x="1482" y="54"/>
                    <a:pt x="1420" y="162"/>
                  </a:cubicBezTo>
                  <a:lnTo>
                    <a:pt x="1080" y="872"/>
                  </a:lnTo>
                  <a:lnTo>
                    <a:pt x="247" y="996"/>
                  </a:lnTo>
                  <a:cubicBezTo>
                    <a:pt x="154" y="1027"/>
                    <a:pt x="62" y="1088"/>
                    <a:pt x="31" y="1212"/>
                  </a:cubicBezTo>
                  <a:cubicBezTo>
                    <a:pt x="0" y="1304"/>
                    <a:pt x="0" y="1428"/>
                    <a:pt x="93" y="1489"/>
                  </a:cubicBezTo>
                  <a:lnTo>
                    <a:pt x="679" y="2076"/>
                  </a:lnTo>
                  <a:lnTo>
                    <a:pt x="556" y="2878"/>
                  </a:lnTo>
                  <a:cubicBezTo>
                    <a:pt x="525" y="3002"/>
                    <a:pt x="556" y="3094"/>
                    <a:pt x="648" y="3156"/>
                  </a:cubicBezTo>
                  <a:cubicBezTo>
                    <a:pt x="699" y="3207"/>
                    <a:pt x="760" y="3230"/>
                    <a:pt x="819" y="3230"/>
                  </a:cubicBezTo>
                  <a:cubicBezTo>
                    <a:pt x="867" y="3230"/>
                    <a:pt x="915" y="3215"/>
                    <a:pt x="957" y="3187"/>
                  </a:cubicBezTo>
                  <a:lnTo>
                    <a:pt x="1698" y="2816"/>
                  </a:lnTo>
                  <a:lnTo>
                    <a:pt x="2407" y="3187"/>
                  </a:lnTo>
                  <a:cubicBezTo>
                    <a:pt x="2449" y="3215"/>
                    <a:pt x="2497" y="3230"/>
                    <a:pt x="2545" y="3230"/>
                  </a:cubicBezTo>
                  <a:cubicBezTo>
                    <a:pt x="2605" y="3230"/>
                    <a:pt x="2665" y="3207"/>
                    <a:pt x="2716" y="3156"/>
                  </a:cubicBezTo>
                  <a:cubicBezTo>
                    <a:pt x="2809" y="3094"/>
                    <a:pt x="2839" y="3002"/>
                    <a:pt x="2839" y="2878"/>
                  </a:cubicBezTo>
                  <a:lnTo>
                    <a:pt x="2685" y="2076"/>
                  </a:lnTo>
                  <a:lnTo>
                    <a:pt x="3272" y="1489"/>
                  </a:lnTo>
                  <a:cubicBezTo>
                    <a:pt x="3364" y="1428"/>
                    <a:pt x="3395" y="1304"/>
                    <a:pt x="3364" y="1212"/>
                  </a:cubicBezTo>
                  <a:cubicBezTo>
                    <a:pt x="3333" y="1088"/>
                    <a:pt x="3241" y="1027"/>
                    <a:pt x="3117" y="1027"/>
                  </a:cubicBezTo>
                  <a:lnTo>
                    <a:pt x="2315" y="903"/>
                  </a:lnTo>
                  <a:lnTo>
                    <a:pt x="1944" y="162"/>
                  </a:lnTo>
                  <a:cubicBezTo>
                    <a:pt x="1898" y="54"/>
                    <a:pt x="1798" y="0"/>
                    <a:pt x="16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86"/>
            <p:cNvSpPr/>
            <p:nvPr/>
          </p:nvSpPr>
          <p:spPr>
            <a:xfrm>
              <a:off x="1879275" y="3048050"/>
              <a:ext cx="84875" cy="81325"/>
            </a:xfrm>
            <a:custGeom>
              <a:rect b="b" l="l" r="r" t="t"/>
              <a:pathLst>
                <a:path extrusionOk="0" h="3253" w="3395">
                  <a:moveTo>
                    <a:pt x="1728" y="617"/>
                  </a:moveTo>
                  <a:lnTo>
                    <a:pt x="1975" y="1173"/>
                  </a:lnTo>
                  <a:cubicBezTo>
                    <a:pt x="2037" y="1235"/>
                    <a:pt x="2099" y="1296"/>
                    <a:pt x="2191" y="1327"/>
                  </a:cubicBezTo>
                  <a:lnTo>
                    <a:pt x="2809" y="1420"/>
                  </a:lnTo>
                  <a:lnTo>
                    <a:pt x="2376" y="1852"/>
                  </a:lnTo>
                  <a:cubicBezTo>
                    <a:pt x="2284" y="1914"/>
                    <a:pt x="2253" y="2006"/>
                    <a:pt x="2284" y="2099"/>
                  </a:cubicBezTo>
                  <a:lnTo>
                    <a:pt x="2376" y="2716"/>
                  </a:lnTo>
                  <a:lnTo>
                    <a:pt x="1852" y="2407"/>
                  </a:lnTo>
                  <a:cubicBezTo>
                    <a:pt x="1805" y="2392"/>
                    <a:pt x="1759" y="2384"/>
                    <a:pt x="1713" y="2384"/>
                  </a:cubicBezTo>
                  <a:cubicBezTo>
                    <a:pt x="1667" y="2384"/>
                    <a:pt x="1620" y="2392"/>
                    <a:pt x="1574" y="2407"/>
                  </a:cubicBezTo>
                  <a:lnTo>
                    <a:pt x="1049" y="2716"/>
                  </a:lnTo>
                  <a:lnTo>
                    <a:pt x="1142" y="2099"/>
                  </a:lnTo>
                  <a:cubicBezTo>
                    <a:pt x="1173" y="2006"/>
                    <a:pt x="1111" y="1914"/>
                    <a:pt x="1049" y="1852"/>
                  </a:cubicBezTo>
                  <a:lnTo>
                    <a:pt x="617" y="1420"/>
                  </a:lnTo>
                  <a:lnTo>
                    <a:pt x="1235" y="1327"/>
                  </a:lnTo>
                  <a:cubicBezTo>
                    <a:pt x="1327" y="1296"/>
                    <a:pt x="1389" y="1235"/>
                    <a:pt x="1451" y="1173"/>
                  </a:cubicBezTo>
                  <a:lnTo>
                    <a:pt x="1728" y="617"/>
                  </a:lnTo>
                  <a:close/>
                  <a:moveTo>
                    <a:pt x="1697" y="0"/>
                  </a:moveTo>
                  <a:cubicBezTo>
                    <a:pt x="1605" y="0"/>
                    <a:pt x="1481" y="62"/>
                    <a:pt x="1451" y="185"/>
                  </a:cubicBezTo>
                  <a:lnTo>
                    <a:pt x="1080" y="926"/>
                  </a:lnTo>
                  <a:lnTo>
                    <a:pt x="278" y="1019"/>
                  </a:lnTo>
                  <a:cubicBezTo>
                    <a:pt x="154" y="1050"/>
                    <a:pt x="62" y="1111"/>
                    <a:pt x="31" y="1235"/>
                  </a:cubicBezTo>
                  <a:cubicBezTo>
                    <a:pt x="0" y="1327"/>
                    <a:pt x="31" y="1451"/>
                    <a:pt x="124" y="1512"/>
                  </a:cubicBezTo>
                  <a:lnTo>
                    <a:pt x="710" y="2099"/>
                  </a:lnTo>
                  <a:lnTo>
                    <a:pt x="556" y="2901"/>
                  </a:lnTo>
                  <a:cubicBezTo>
                    <a:pt x="525" y="3025"/>
                    <a:pt x="586" y="3117"/>
                    <a:pt x="679" y="3179"/>
                  </a:cubicBezTo>
                  <a:cubicBezTo>
                    <a:pt x="730" y="3230"/>
                    <a:pt x="781" y="3253"/>
                    <a:pt x="837" y="3253"/>
                  </a:cubicBezTo>
                  <a:cubicBezTo>
                    <a:pt x="883" y="3253"/>
                    <a:pt x="932" y="3238"/>
                    <a:pt x="988" y="3210"/>
                  </a:cubicBezTo>
                  <a:lnTo>
                    <a:pt x="1697" y="2839"/>
                  </a:lnTo>
                  <a:lnTo>
                    <a:pt x="2438" y="3210"/>
                  </a:lnTo>
                  <a:cubicBezTo>
                    <a:pt x="2486" y="3237"/>
                    <a:pt x="2534" y="3249"/>
                    <a:pt x="2581" y="3249"/>
                  </a:cubicBezTo>
                  <a:cubicBezTo>
                    <a:pt x="2748" y="3249"/>
                    <a:pt x="2888" y="3094"/>
                    <a:pt x="2839" y="2901"/>
                  </a:cubicBezTo>
                  <a:lnTo>
                    <a:pt x="2716" y="2099"/>
                  </a:lnTo>
                  <a:lnTo>
                    <a:pt x="3302" y="1512"/>
                  </a:lnTo>
                  <a:cubicBezTo>
                    <a:pt x="3364" y="1451"/>
                    <a:pt x="3395" y="1327"/>
                    <a:pt x="3364" y="1235"/>
                  </a:cubicBezTo>
                  <a:cubicBezTo>
                    <a:pt x="3333" y="1111"/>
                    <a:pt x="3241" y="1050"/>
                    <a:pt x="3148" y="1019"/>
                  </a:cubicBezTo>
                  <a:lnTo>
                    <a:pt x="2315" y="895"/>
                  </a:lnTo>
                  <a:lnTo>
                    <a:pt x="1975" y="185"/>
                  </a:lnTo>
                  <a:cubicBezTo>
                    <a:pt x="1914" y="62"/>
                    <a:pt x="1821" y="0"/>
                    <a:pt x="16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86"/>
            <p:cNvSpPr/>
            <p:nvPr/>
          </p:nvSpPr>
          <p:spPr>
            <a:xfrm>
              <a:off x="1980325" y="3048625"/>
              <a:ext cx="85675" cy="80350"/>
            </a:xfrm>
            <a:custGeom>
              <a:rect b="b" l="l" r="r" t="t"/>
              <a:pathLst>
                <a:path extrusionOk="0" h="3214" w="3427">
                  <a:moveTo>
                    <a:pt x="1729" y="594"/>
                  </a:moveTo>
                  <a:lnTo>
                    <a:pt x="1976" y="1150"/>
                  </a:lnTo>
                  <a:cubicBezTo>
                    <a:pt x="2038" y="1212"/>
                    <a:pt x="2100" y="1273"/>
                    <a:pt x="2192" y="1304"/>
                  </a:cubicBezTo>
                  <a:lnTo>
                    <a:pt x="2809" y="1397"/>
                  </a:lnTo>
                  <a:lnTo>
                    <a:pt x="2377" y="1829"/>
                  </a:lnTo>
                  <a:cubicBezTo>
                    <a:pt x="2316" y="1891"/>
                    <a:pt x="2285" y="1983"/>
                    <a:pt x="2285" y="2076"/>
                  </a:cubicBezTo>
                  <a:lnTo>
                    <a:pt x="2408" y="2693"/>
                  </a:lnTo>
                  <a:lnTo>
                    <a:pt x="2408" y="2693"/>
                  </a:lnTo>
                  <a:lnTo>
                    <a:pt x="1853" y="2384"/>
                  </a:lnTo>
                  <a:cubicBezTo>
                    <a:pt x="1806" y="2369"/>
                    <a:pt x="1760" y="2361"/>
                    <a:pt x="1714" y="2361"/>
                  </a:cubicBezTo>
                  <a:cubicBezTo>
                    <a:pt x="1668" y="2361"/>
                    <a:pt x="1621" y="2369"/>
                    <a:pt x="1575" y="2384"/>
                  </a:cubicBezTo>
                  <a:lnTo>
                    <a:pt x="1050" y="2693"/>
                  </a:lnTo>
                  <a:lnTo>
                    <a:pt x="1143" y="2076"/>
                  </a:lnTo>
                  <a:cubicBezTo>
                    <a:pt x="1143" y="1983"/>
                    <a:pt x="1112" y="1891"/>
                    <a:pt x="1050" y="1829"/>
                  </a:cubicBezTo>
                  <a:lnTo>
                    <a:pt x="618" y="1397"/>
                  </a:lnTo>
                  <a:lnTo>
                    <a:pt x="1235" y="1304"/>
                  </a:lnTo>
                  <a:cubicBezTo>
                    <a:pt x="1328" y="1273"/>
                    <a:pt x="1390" y="1212"/>
                    <a:pt x="1451" y="1150"/>
                  </a:cubicBezTo>
                  <a:lnTo>
                    <a:pt x="1729" y="594"/>
                  </a:lnTo>
                  <a:close/>
                  <a:moveTo>
                    <a:pt x="1714" y="0"/>
                  </a:moveTo>
                  <a:cubicBezTo>
                    <a:pt x="1614" y="0"/>
                    <a:pt x="1513" y="54"/>
                    <a:pt x="1451" y="162"/>
                  </a:cubicBezTo>
                  <a:lnTo>
                    <a:pt x="1081" y="872"/>
                  </a:lnTo>
                  <a:lnTo>
                    <a:pt x="279" y="996"/>
                  </a:lnTo>
                  <a:cubicBezTo>
                    <a:pt x="186" y="1027"/>
                    <a:pt x="94" y="1088"/>
                    <a:pt x="63" y="1212"/>
                  </a:cubicBezTo>
                  <a:cubicBezTo>
                    <a:pt x="1" y="1304"/>
                    <a:pt x="32" y="1428"/>
                    <a:pt x="124" y="1489"/>
                  </a:cubicBezTo>
                  <a:lnTo>
                    <a:pt x="711" y="2076"/>
                  </a:lnTo>
                  <a:lnTo>
                    <a:pt x="587" y="2878"/>
                  </a:lnTo>
                  <a:cubicBezTo>
                    <a:pt x="538" y="3076"/>
                    <a:pt x="686" y="3214"/>
                    <a:pt x="858" y="3214"/>
                  </a:cubicBezTo>
                  <a:cubicBezTo>
                    <a:pt x="901" y="3214"/>
                    <a:pt x="945" y="3205"/>
                    <a:pt x="989" y="3187"/>
                  </a:cubicBezTo>
                  <a:lnTo>
                    <a:pt x="1729" y="2786"/>
                  </a:lnTo>
                  <a:lnTo>
                    <a:pt x="2439" y="3187"/>
                  </a:lnTo>
                  <a:cubicBezTo>
                    <a:pt x="2477" y="3200"/>
                    <a:pt x="2521" y="3207"/>
                    <a:pt x="2566" y="3207"/>
                  </a:cubicBezTo>
                  <a:cubicBezTo>
                    <a:pt x="2629" y="3207"/>
                    <a:pt x="2693" y="3192"/>
                    <a:pt x="2748" y="3156"/>
                  </a:cubicBezTo>
                  <a:cubicBezTo>
                    <a:pt x="2840" y="3094"/>
                    <a:pt x="2871" y="2971"/>
                    <a:pt x="2871" y="2878"/>
                  </a:cubicBezTo>
                  <a:lnTo>
                    <a:pt x="2717" y="2076"/>
                  </a:lnTo>
                  <a:lnTo>
                    <a:pt x="3303" y="1489"/>
                  </a:lnTo>
                  <a:cubicBezTo>
                    <a:pt x="3396" y="1428"/>
                    <a:pt x="3427" y="1304"/>
                    <a:pt x="3396" y="1212"/>
                  </a:cubicBezTo>
                  <a:cubicBezTo>
                    <a:pt x="3365" y="1088"/>
                    <a:pt x="3272" y="1027"/>
                    <a:pt x="3149" y="996"/>
                  </a:cubicBezTo>
                  <a:lnTo>
                    <a:pt x="2346" y="872"/>
                  </a:lnTo>
                  <a:lnTo>
                    <a:pt x="1976" y="162"/>
                  </a:lnTo>
                  <a:cubicBezTo>
                    <a:pt x="1914" y="54"/>
                    <a:pt x="1814" y="0"/>
                    <a:pt x="17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86"/>
            <p:cNvSpPr/>
            <p:nvPr/>
          </p:nvSpPr>
          <p:spPr>
            <a:xfrm>
              <a:off x="1741150" y="3014050"/>
              <a:ext cx="361900" cy="184475"/>
            </a:xfrm>
            <a:custGeom>
              <a:rect b="b" l="l" r="r" t="t"/>
              <a:pathLst>
                <a:path extrusionOk="0" h="7379" w="14476">
                  <a:moveTo>
                    <a:pt x="2652" y="1"/>
                  </a:moveTo>
                  <a:cubicBezTo>
                    <a:pt x="2643" y="1"/>
                    <a:pt x="2634" y="1"/>
                    <a:pt x="2624" y="2"/>
                  </a:cubicBezTo>
                  <a:lnTo>
                    <a:pt x="1297" y="2"/>
                  </a:lnTo>
                  <a:cubicBezTo>
                    <a:pt x="587" y="2"/>
                    <a:pt x="1" y="589"/>
                    <a:pt x="1" y="1298"/>
                  </a:cubicBezTo>
                  <a:lnTo>
                    <a:pt x="1" y="4693"/>
                  </a:lnTo>
                  <a:cubicBezTo>
                    <a:pt x="1" y="5403"/>
                    <a:pt x="587" y="5989"/>
                    <a:pt x="1297" y="5989"/>
                  </a:cubicBezTo>
                  <a:lnTo>
                    <a:pt x="2038" y="5989"/>
                  </a:lnTo>
                  <a:lnTo>
                    <a:pt x="3025" y="7286"/>
                  </a:lnTo>
                  <a:cubicBezTo>
                    <a:pt x="3056" y="7347"/>
                    <a:pt x="3118" y="7378"/>
                    <a:pt x="3183" y="7378"/>
                  </a:cubicBezTo>
                  <a:cubicBezTo>
                    <a:pt x="3249" y="7378"/>
                    <a:pt x="3318" y="7347"/>
                    <a:pt x="3365" y="7286"/>
                  </a:cubicBezTo>
                  <a:lnTo>
                    <a:pt x="4321" y="5989"/>
                  </a:lnTo>
                  <a:lnTo>
                    <a:pt x="13179" y="5989"/>
                  </a:lnTo>
                  <a:cubicBezTo>
                    <a:pt x="13889" y="5989"/>
                    <a:pt x="14475" y="5403"/>
                    <a:pt x="14475" y="4693"/>
                  </a:cubicBezTo>
                  <a:lnTo>
                    <a:pt x="14475" y="1298"/>
                  </a:lnTo>
                  <a:cubicBezTo>
                    <a:pt x="14475" y="606"/>
                    <a:pt x="13917" y="1"/>
                    <a:pt x="13230" y="1"/>
                  </a:cubicBezTo>
                  <a:cubicBezTo>
                    <a:pt x="13213" y="1"/>
                    <a:pt x="13196" y="2"/>
                    <a:pt x="13179" y="2"/>
                  </a:cubicBezTo>
                  <a:lnTo>
                    <a:pt x="3673" y="2"/>
                  </a:lnTo>
                  <a:cubicBezTo>
                    <a:pt x="3426" y="33"/>
                    <a:pt x="3426" y="373"/>
                    <a:pt x="3673" y="403"/>
                  </a:cubicBezTo>
                  <a:lnTo>
                    <a:pt x="13179" y="403"/>
                  </a:lnTo>
                  <a:cubicBezTo>
                    <a:pt x="13642" y="403"/>
                    <a:pt x="14043" y="805"/>
                    <a:pt x="14043" y="1298"/>
                  </a:cubicBezTo>
                  <a:lnTo>
                    <a:pt x="14043" y="4662"/>
                  </a:lnTo>
                  <a:cubicBezTo>
                    <a:pt x="14043" y="5156"/>
                    <a:pt x="13642" y="5557"/>
                    <a:pt x="13179" y="5557"/>
                  </a:cubicBezTo>
                  <a:lnTo>
                    <a:pt x="4229" y="5557"/>
                  </a:lnTo>
                  <a:cubicBezTo>
                    <a:pt x="4167" y="5557"/>
                    <a:pt x="4105" y="5588"/>
                    <a:pt x="4075" y="5650"/>
                  </a:cubicBezTo>
                  <a:lnTo>
                    <a:pt x="3180" y="6792"/>
                  </a:lnTo>
                  <a:lnTo>
                    <a:pt x="2315" y="5650"/>
                  </a:lnTo>
                  <a:cubicBezTo>
                    <a:pt x="2254" y="5588"/>
                    <a:pt x="2192" y="5557"/>
                    <a:pt x="2130" y="5557"/>
                  </a:cubicBezTo>
                  <a:lnTo>
                    <a:pt x="1297" y="5557"/>
                  </a:lnTo>
                  <a:cubicBezTo>
                    <a:pt x="834" y="5557"/>
                    <a:pt x="433" y="5156"/>
                    <a:pt x="433" y="4693"/>
                  </a:cubicBezTo>
                  <a:lnTo>
                    <a:pt x="433" y="1298"/>
                  </a:lnTo>
                  <a:cubicBezTo>
                    <a:pt x="433" y="805"/>
                    <a:pt x="834" y="403"/>
                    <a:pt x="1328" y="403"/>
                  </a:cubicBezTo>
                  <a:lnTo>
                    <a:pt x="2624" y="403"/>
                  </a:lnTo>
                  <a:cubicBezTo>
                    <a:pt x="2892" y="403"/>
                    <a:pt x="2901" y="1"/>
                    <a:pt x="26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86"/>
            <p:cNvSpPr/>
            <p:nvPr/>
          </p:nvSpPr>
          <p:spPr>
            <a:xfrm>
              <a:off x="1714150" y="3216250"/>
              <a:ext cx="196775" cy="159275"/>
            </a:xfrm>
            <a:custGeom>
              <a:rect b="b" l="l" r="r" t="t"/>
              <a:pathLst>
                <a:path extrusionOk="0" h="6371" w="7871">
                  <a:moveTo>
                    <a:pt x="4259" y="1669"/>
                  </a:moveTo>
                  <a:cubicBezTo>
                    <a:pt x="4467" y="1669"/>
                    <a:pt x="4677" y="1745"/>
                    <a:pt x="4846" y="1914"/>
                  </a:cubicBezTo>
                  <a:cubicBezTo>
                    <a:pt x="5401" y="2469"/>
                    <a:pt x="5031" y="3395"/>
                    <a:pt x="4260" y="3395"/>
                  </a:cubicBezTo>
                  <a:cubicBezTo>
                    <a:pt x="3766" y="3395"/>
                    <a:pt x="3395" y="2994"/>
                    <a:pt x="3395" y="2531"/>
                  </a:cubicBezTo>
                  <a:cubicBezTo>
                    <a:pt x="3395" y="2007"/>
                    <a:pt x="3821" y="1669"/>
                    <a:pt x="4259" y="1669"/>
                  </a:cubicBezTo>
                  <a:close/>
                  <a:moveTo>
                    <a:pt x="4260" y="463"/>
                  </a:moveTo>
                  <a:cubicBezTo>
                    <a:pt x="6605" y="463"/>
                    <a:pt x="7870" y="3241"/>
                    <a:pt x="6327" y="5031"/>
                  </a:cubicBezTo>
                  <a:cubicBezTo>
                    <a:pt x="6235" y="4629"/>
                    <a:pt x="6019" y="4259"/>
                    <a:pt x="5710" y="4012"/>
                  </a:cubicBezTo>
                  <a:cubicBezTo>
                    <a:pt x="5525" y="3827"/>
                    <a:pt x="5278" y="3673"/>
                    <a:pt x="5031" y="3580"/>
                  </a:cubicBezTo>
                  <a:cubicBezTo>
                    <a:pt x="6019" y="2808"/>
                    <a:pt x="5463" y="1265"/>
                    <a:pt x="4260" y="1265"/>
                  </a:cubicBezTo>
                  <a:cubicBezTo>
                    <a:pt x="3025" y="1265"/>
                    <a:pt x="2500" y="2808"/>
                    <a:pt x="3457" y="3580"/>
                  </a:cubicBezTo>
                  <a:cubicBezTo>
                    <a:pt x="2809" y="3827"/>
                    <a:pt x="2346" y="4352"/>
                    <a:pt x="2161" y="5031"/>
                  </a:cubicBezTo>
                  <a:cubicBezTo>
                    <a:pt x="618" y="3241"/>
                    <a:pt x="1883" y="463"/>
                    <a:pt x="4260" y="463"/>
                  </a:cubicBezTo>
                  <a:close/>
                  <a:moveTo>
                    <a:pt x="4248" y="3812"/>
                  </a:moveTo>
                  <a:cubicBezTo>
                    <a:pt x="5047" y="3812"/>
                    <a:pt x="5849" y="4321"/>
                    <a:pt x="5988" y="5339"/>
                  </a:cubicBezTo>
                  <a:cubicBezTo>
                    <a:pt x="5479" y="5740"/>
                    <a:pt x="4861" y="5941"/>
                    <a:pt x="4248" y="5941"/>
                  </a:cubicBezTo>
                  <a:cubicBezTo>
                    <a:pt x="3635" y="5941"/>
                    <a:pt x="3025" y="5740"/>
                    <a:pt x="2531" y="5339"/>
                  </a:cubicBezTo>
                  <a:cubicBezTo>
                    <a:pt x="2655" y="4321"/>
                    <a:pt x="3449" y="3812"/>
                    <a:pt x="4248" y="3812"/>
                  </a:cubicBezTo>
                  <a:close/>
                  <a:moveTo>
                    <a:pt x="4260" y="0"/>
                  </a:moveTo>
                  <a:cubicBezTo>
                    <a:pt x="1420" y="0"/>
                    <a:pt x="1" y="3426"/>
                    <a:pt x="2007" y="5432"/>
                  </a:cubicBezTo>
                  <a:cubicBezTo>
                    <a:pt x="2655" y="6081"/>
                    <a:pt x="3453" y="6371"/>
                    <a:pt x="4235" y="6371"/>
                  </a:cubicBezTo>
                  <a:cubicBezTo>
                    <a:pt x="5870" y="6371"/>
                    <a:pt x="7438" y="5100"/>
                    <a:pt x="7438" y="3179"/>
                  </a:cubicBezTo>
                  <a:cubicBezTo>
                    <a:pt x="7438" y="1420"/>
                    <a:pt x="6019" y="0"/>
                    <a:pt x="42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86"/>
            <p:cNvSpPr/>
            <p:nvPr/>
          </p:nvSpPr>
          <p:spPr>
            <a:xfrm>
              <a:off x="1916300" y="3223950"/>
              <a:ext cx="190600" cy="37075"/>
            </a:xfrm>
            <a:custGeom>
              <a:rect b="b" l="l" r="r" t="t"/>
              <a:pathLst>
                <a:path extrusionOk="0" h="1483" w="7624">
                  <a:moveTo>
                    <a:pt x="6728" y="433"/>
                  </a:moveTo>
                  <a:cubicBezTo>
                    <a:pt x="7099" y="464"/>
                    <a:pt x="7099" y="1019"/>
                    <a:pt x="6728" y="1050"/>
                  </a:cubicBezTo>
                  <a:lnTo>
                    <a:pt x="895" y="1050"/>
                  </a:lnTo>
                  <a:cubicBezTo>
                    <a:pt x="525" y="1019"/>
                    <a:pt x="525" y="464"/>
                    <a:pt x="895" y="433"/>
                  </a:cubicBezTo>
                  <a:close/>
                  <a:moveTo>
                    <a:pt x="895" y="1"/>
                  </a:moveTo>
                  <a:cubicBezTo>
                    <a:pt x="0" y="62"/>
                    <a:pt x="0" y="1420"/>
                    <a:pt x="895" y="1482"/>
                  </a:cubicBezTo>
                  <a:lnTo>
                    <a:pt x="6728" y="1482"/>
                  </a:lnTo>
                  <a:cubicBezTo>
                    <a:pt x="7623" y="1420"/>
                    <a:pt x="7623" y="62"/>
                    <a:pt x="6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86"/>
            <p:cNvSpPr/>
            <p:nvPr/>
          </p:nvSpPr>
          <p:spPr>
            <a:xfrm>
              <a:off x="1916300" y="3277975"/>
              <a:ext cx="191375" cy="36275"/>
            </a:xfrm>
            <a:custGeom>
              <a:rect b="b" l="l" r="r" t="t"/>
              <a:pathLst>
                <a:path extrusionOk="0" h="1451" w="7655">
                  <a:moveTo>
                    <a:pt x="926" y="0"/>
                  </a:moveTo>
                  <a:cubicBezTo>
                    <a:pt x="0" y="62"/>
                    <a:pt x="0" y="1389"/>
                    <a:pt x="926" y="1451"/>
                  </a:cubicBezTo>
                  <a:lnTo>
                    <a:pt x="6728" y="1451"/>
                  </a:lnTo>
                  <a:cubicBezTo>
                    <a:pt x="7654" y="1389"/>
                    <a:pt x="7654" y="62"/>
                    <a:pt x="6728" y="0"/>
                  </a:cubicBezTo>
                  <a:lnTo>
                    <a:pt x="6389" y="0"/>
                  </a:lnTo>
                  <a:cubicBezTo>
                    <a:pt x="6111" y="0"/>
                    <a:pt x="6111" y="401"/>
                    <a:pt x="6389" y="401"/>
                  </a:cubicBezTo>
                  <a:lnTo>
                    <a:pt x="6728" y="401"/>
                  </a:lnTo>
                  <a:cubicBezTo>
                    <a:pt x="7099" y="463"/>
                    <a:pt x="7099" y="988"/>
                    <a:pt x="6728" y="1049"/>
                  </a:cubicBezTo>
                  <a:lnTo>
                    <a:pt x="926" y="1049"/>
                  </a:lnTo>
                  <a:cubicBezTo>
                    <a:pt x="556" y="988"/>
                    <a:pt x="556" y="463"/>
                    <a:pt x="926" y="401"/>
                  </a:cubicBezTo>
                  <a:lnTo>
                    <a:pt x="5309" y="401"/>
                  </a:lnTo>
                  <a:cubicBezTo>
                    <a:pt x="5586" y="401"/>
                    <a:pt x="5586" y="0"/>
                    <a:pt x="53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86"/>
            <p:cNvSpPr/>
            <p:nvPr/>
          </p:nvSpPr>
          <p:spPr>
            <a:xfrm>
              <a:off x="1916300" y="3331975"/>
              <a:ext cx="191375" cy="37050"/>
            </a:xfrm>
            <a:custGeom>
              <a:rect b="b" l="l" r="r" t="t"/>
              <a:pathLst>
                <a:path extrusionOk="0" h="1482" w="7655">
                  <a:moveTo>
                    <a:pt x="926" y="0"/>
                  </a:moveTo>
                  <a:cubicBezTo>
                    <a:pt x="0" y="62"/>
                    <a:pt x="0" y="1389"/>
                    <a:pt x="926" y="1482"/>
                  </a:cubicBezTo>
                  <a:lnTo>
                    <a:pt x="1636" y="1482"/>
                  </a:lnTo>
                  <a:cubicBezTo>
                    <a:pt x="1914" y="1482"/>
                    <a:pt x="1914" y="1050"/>
                    <a:pt x="1636" y="1050"/>
                  </a:cubicBezTo>
                  <a:lnTo>
                    <a:pt x="926" y="1050"/>
                  </a:lnTo>
                  <a:cubicBezTo>
                    <a:pt x="556" y="1019"/>
                    <a:pt x="556" y="463"/>
                    <a:pt x="926" y="432"/>
                  </a:cubicBezTo>
                  <a:lnTo>
                    <a:pt x="6759" y="432"/>
                  </a:lnTo>
                  <a:cubicBezTo>
                    <a:pt x="7130" y="463"/>
                    <a:pt x="7130" y="1019"/>
                    <a:pt x="6759" y="1050"/>
                  </a:cubicBezTo>
                  <a:lnTo>
                    <a:pt x="2685" y="1050"/>
                  </a:lnTo>
                  <a:cubicBezTo>
                    <a:pt x="2408" y="1050"/>
                    <a:pt x="2408" y="1482"/>
                    <a:pt x="2685" y="1482"/>
                  </a:cubicBezTo>
                  <a:lnTo>
                    <a:pt x="6759" y="1482"/>
                  </a:lnTo>
                  <a:cubicBezTo>
                    <a:pt x="7654" y="1389"/>
                    <a:pt x="7654" y="62"/>
                    <a:pt x="67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6" name="Google Shape;12726;p86"/>
          <p:cNvGrpSpPr/>
          <p:nvPr/>
        </p:nvGrpSpPr>
        <p:grpSpPr>
          <a:xfrm>
            <a:off x="3964151" y="2882943"/>
            <a:ext cx="385025" cy="361725"/>
            <a:chOff x="959575" y="3014275"/>
            <a:chExt cx="385025" cy="361725"/>
          </a:xfrm>
        </p:grpSpPr>
        <p:sp>
          <p:nvSpPr>
            <p:cNvPr id="12727" name="Google Shape;12727;p86"/>
            <p:cNvSpPr/>
            <p:nvPr/>
          </p:nvSpPr>
          <p:spPr>
            <a:xfrm>
              <a:off x="1094600" y="3051775"/>
              <a:ext cx="250000" cy="324225"/>
            </a:xfrm>
            <a:custGeom>
              <a:rect b="b" l="l" r="r" t="t"/>
              <a:pathLst>
                <a:path extrusionOk="0" h="12969" w="10000">
                  <a:moveTo>
                    <a:pt x="9580" y="0"/>
                  </a:moveTo>
                  <a:cubicBezTo>
                    <a:pt x="9469" y="0"/>
                    <a:pt x="9363" y="95"/>
                    <a:pt x="9383" y="252"/>
                  </a:cubicBezTo>
                  <a:cubicBezTo>
                    <a:pt x="9475" y="499"/>
                    <a:pt x="9506" y="746"/>
                    <a:pt x="9506" y="1024"/>
                  </a:cubicBezTo>
                  <a:cubicBezTo>
                    <a:pt x="9475" y="2104"/>
                    <a:pt x="8611" y="2968"/>
                    <a:pt x="7531" y="3030"/>
                  </a:cubicBezTo>
                  <a:cubicBezTo>
                    <a:pt x="7484" y="3033"/>
                    <a:pt x="7438" y="3035"/>
                    <a:pt x="7392" y="3035"/>
                  </a:cubicBezTo>
                  <a:cubicBezTo>
                    <a:pt x="6982" y="3035"/>
                    <a:pt x="6602" y="2912"/>
                    <a:pt x="6296" y="2690"/>
                  </a:cubicBezTo>
                  <a:cubicBezTo>
                    <a:pt x="6025" y="2504"/>
                    <a:pt x="5707" y="2410"/>
                    <a:pt x="5388" y="2410"/>
                  </a:cubicBezTo>
                  <a:cubicBezTo>
                    <a:pt x="5127" y="2410"/>
                    <a:pt x="4866" y="2473"/>
                    <a:pt x="4630" y="2598"/>
                  </a:cubicBezTo>
                  <a:lnTo>
                    <a:pt x="710" y="4573"/>
                  </a:lnTo>
                  <a:cubicBezTo>
                    <a:pt x="278" y="4789"/>
                    <a:pt x="1" y="5221"/>
                    <a:pt x="1" y="5715"/>
                  </a:cubicBezTo>
                  <a:cubicBezTo>
                    <a:pt x="1" y="6209"/>
                    <a:pt x="278" y="6672"/>
                    <a:pt x="710" y="6888"/>
                  </a:cubicBezTo>
                  <a:lnTo>
                    <a:pt x="4630" y="8832"/>
                  </a:lnTo>
                  <a:cubicBezTo>
                    <a:pt x="4866" y="8957"/>
                    <a:pt x="5127" y="9019"/>
                    <a:pt x="5388" y="9019"/>
                  </a:cubicBezTo>
                  <a:cubicBezTo>
                    <a:pt x="5707" y="9019"/>
                    <a:pt x="6025" y="8926"/>
                    <a:pt x="6296" y="8739"/>
                  </a:cubicBezTo>
                  <a:cubicBezTo>
                    <a:pt x="6654" y="8503"/>
                    <a:pt x="7045" y="8396"/>
                    <a:pt x="7426" y="8396"/>
                  </a:cubicBezTo>
                  <a:cubicBezTo>
                    <a:pt x="8490" y="8396"/>
                    <a:pt x="9483" y="9232"/>
                    <a:pt x="9506" y="10437"/>
                  </a:cubicBezTo>
                  <a:cubicBezTo>
                    <a:pt x="9527" y="11691"/>
                    <a:pt x="8495" y="12549"/>
                    <a:pt x="7406" y="12549"/>
                  </a:cubicBezTo>
                  <a:cubicBezTo>
                    <a:pt x="6914" y="12549"/>
                    <a:pt x="6411" y="12374"/>
                    <a:pt x="5988" y="11980"/>
                  </a:cubicBezTo>
                  <a:cubicBezTo>
                    <a:pt x="5617" y="11610"/>
                    <a:pt x="5401" y="11116"/>
                    <a:pt x="5371" y="10591"/>
                  </a:cubicBezTo>
                  <a:cubicBezTo>
                    <a:pt x="5340" y="10005"/>
                    <a:pt x="4969" y="9480"/>
                    <a:pt x="4476" y="9233"/>
                  </a:cubicBezTo>
                  <a:lnTo>
                    <a:pt x="4043" y="9017"/>
                  </a:lnTo>
                  <a:cubicBezTo>
                    <a:pt x="4009" y="9000"/>
                    <a:pt x="3976" y="8992"/>
                    <a:pt x="3945" y="8992"/>
                  </a:cubicBezTo>
                  <a:cubicBezTo>
                    <a:pt x="3753" y="8992"/>
                    <a:pt x="3646" y="9285"/>
                    <a:pt x="3858" y="9418"/>
                  </a:cubicBezTo>
                  <a:lnTo>
                    <a:pt x="4290" y="9604"/>
                  </a:lnTo>
                  <a:cubicBezTo>
                    <a:pt x="4661" y="9789"/>
                    <a:pt x="4908" y="10190"/>
                    <a:pt x="4938" y="10622"/>
                  </a:cubicBezTo>
                  <a:cubicBezTo>
                    <a:pt x="5000" y="11918"/>
                    <a:pt x="6111" y="12967"/>
                    <a:pt x="7438" y="12967"/>
                  </a:cubicBezTo>
                  <a:cubicBezTo>
                    <a:pt x="7457" y="12968"/>
                    <a:pt x="7476" y="12968"/>
                    <a:pt x="7495" y="12968"/>
                  </a:cubicBezTo>
                  <a:cubicBezTo>
                    <a:pt x="8828" y="12968"/>
                    <a:pt x="9939" y="11899"/>
                    <a:pt x="9969" y="10529"/>
                  </a:cubicBezTo>
                  <a:cubicBezTo>
                    <a:pt x="10000" y="9141"/>
                    <a:pt x="8920" y="7999"/>
                    <a:pt x="7531" y="7968"/>
                  </a:cubicBezTo>
                  <a:cubicBezTo>
                    <a:pt x="7487" y="7965"/>
                    <a:pt x="7443" y="7964"/>
                    <a:pt x="7399" y="7964"/>
                  </a:cubicBezTo>
                  <a:cubicBezTo>
                    <a:pt x="6919" y="7964"/>
                    <a:pt x="6445" y="8117"/>
                    <a:pt x="6049" y="8400"/>
                  </a:cubicBezTo>
                  <a:cubicBezTo>
                    <a:pt x="5843" y="8520"/>
                    <a:pt x="5608" y="8583"/>
                    <a:pt x="5371" y="8583"/>
                  </a:cubicBezTo>
                  <a:cubicBezTo>
                    <a:pt x="5182" y="8583"/>
                    <a:pt x="4993" y="8544"/>
                    <a:pt x="4815" y="8462"/>
                  </a:cubicBezTo>
                  <a:lnTo>
                    <a:pt x="896" y="6486"/>
                  </a:lnTo>
                  <a:cubicBezTo>
                    <a:pt x="587" y="6332"/>
                    <a:pt x="433" y="6054"/>
                    <a:pt x="433" y="5715"/>
                  </a:cubicBezTo>
                  <a:cubicBezTo>
                    <a:pt x="402" y="5375"/>
                    <a:pt x="587" y="5098"/>
                    <a:pt x="896" y="4943"/>
                  </a:cubicBezTo>
                  <a:lnTo>
                    <a:pt x="4815" y="2968"/>
                  </a:lnTo>
                  <a:cubicBezTo>
                    <a:pt x="4993" y="2886"/>
                    <a:pt x="5182" y="2847"/>
                    <a:pt x="5371" y="2847"/>
                  </a:cubicBezTo>
                  <a:cubicBezTo>
                    <a:pt x="5608" y="2847"/>
                    <a:pt x="5843" y="2910"/>
                    <a:pt x="6049" y="3030"/>
                  </a:cubicBezTo>
                  <a:cubicBezTo>
                    <a:pt x="6490" y="3329"/>
                    <a:pt x="6969" y="3465"/>
                    <a:pt x="7435" y="3465"/>
                  </a:cubicBezTo>
                  <a:cubicBezTo>
                    <a:pt x="8697" y="3465"/>
                    <a:pt x="9862" y="2467"/>
                    <a:pt x="9907" y="1024"/>
                  </a:cubicBezTo>
                  <a:cubicBezTo>
                    <a:pt x="9907" y="715"/>
                    <a:pt x="9876" y="376"/>
                    <a:pt x="9753" y="98"/>
                  </a:cubicBezTo>
                  <a:cubicBezTo>
                    <a:pt x="9708" y="31"/>
                    <a:pt x="9643" y="0"/>
                    <a:pt x="95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86"/>
            <p:cNvSpPr/>
            <p:nvPr/>
          </p:nvSpPr>
          <p:spPr>
            <a:xfrm>
              <a:off x="959575" y="3014275"/>
              <a:ext cx="365400" cy="260450"/>
            </a:xfrm>
            <a:custGeom>
              <a:rect b="b" l="l" r="r" t="t"/>
              <a:pathLst>
                <a:path extrusionOk="0" h="10418" w="14616">
                  <a:moveTo>
                    <a:pt x="12828" y="0"/>
                  </a:moveTo>
                  <a:cubicBezTo>
                    <a:pt x="11585" y="0"/>
                    <a:pt x="10403" y="942"/>
                    <a:pt x="10339" y="2370"/>
                  </a:cubicBezTo>
                  <a:cubicBezTo>
                    <a:pt x="10309" y="2771"/>
                    <a:pt x="10062" y="3172"/>
                    <a:pt x="9660" y="3357"/>
                  </a:cubicBezTo>
                  <a:lnTo>
                    <a:pt x="5926" y="5209"/>
                  </a:lnTo>
                  <a:cubicBezTo>
                    <a:pt x="5759" y="5306"/>
                    <a:pt x="5574" y="5353"/>
                    <a:pt x="5387" y="5353"/>
                  </a:cubicBezTo>
                  <a:cubicBezTo>
                    <a:pt x="5158" y="5353"/>
                    <a:pt x="4926" y="5283"/>
                    <a:pt x="4723" y="5147"/>
                  </a:cubicBezTo>
                  <a:cubicBezTo>
                    <a:pt x="4301" y="4870"/>
                    <a:pt x="3817" y="4734"/>
                    <a:pt x="3336" y="4734"/>
                  </a:cubicBezTo>
                  <a:cubicBezTo>
                    <a:pt x="2691" y="4734"/>
                    <a:pt x="2052" y="4979"/>
                    <a:pt x="1575" y="5456"/>
                  </a:cubicBezTo>
                  <a:cubicBezTo>
                    <a:pt x="1" y="7030"/>
                    <a:pt x="1112" y="9746"/>
                    <a:pt x="3334" y="9746"/>
                  </a:cubicBezTo>
                  <a:cubicBezTo>
                    <a:pt x="3828" y="9715"/>
                    <a:pt x="4291" y="9591"/>
                    <a:pt x="4692" y="9314"/>
                  </a:cubicBezTo>
                  <a:cubicBezTo>
                    <a:pt x="4903" y="9172"/>
                    <a:pt x="5145" y="9102"/>
                    <a:pt x="5383" y="9102"/>
                  </a:cubicBezTo>
                  <a:cubicBezTo>
                    <a:pt x="5561" y="9102"/>
                    <a:pt x="5737" y="9142"/>
                    <a:pt x="5895" y="9221"/>
                  </a:cubicBezTo>
                  <a:lnTo>
                    <a:pt x="8210" y="10394"/>
                  </a:lnTo>
                  <a:cubicBezTo>
                    <a:pt x="8246" y="10410"/>
                    <a:pt x="8281" y="10417"/>
                    <a:pt x="8313" y="10417"/>
                  </a:cubicBezTo>
                  <a:cubicBezTo>
                    <a:pt x="8528" y="10417"/>
                    <a:pt x="8637" y="10100"/>
                    <a:pt x="8395" y="9993"/>
                  </a:cubicBezTo>
                  <a:lnTo>
                    <a:pt x="8395" y="9993"/>
                  </a:lnTo>
                  <a:lnTo>
                    <a:pt x="8426" y="10023"/>
                  </a:lnTo>
                  <a:lnTo>
                    <a:pt x="6111" y="8851"/>
                  </a:lnTo>
                  <a:cubicBezTo>
                    <a:pt x="5884" y="8743"/>
                    <a:pt x="5639" y="8689"/>
                    <a:pt x="5394" y="8689"/>
                  </a:cubicBezTo>
                  <a:cubicBezTo>
                    <a:pt x="5074" y="8689"/>
                    <a:pt x="4755" y="8782"/>
                    <a:pt x="4476" y="8974"/>
                  </a:cubicBezTo>
                  <a:cubicBezTo>
                    <a:pt x="4136" y="9190"/>
                    <a:pt x="3735" y="9283"/>
                    <a:pt x="3334" y="9314"/>
                  </a:cubicBezTo>
                  <a:cubicBezTo>
                    <a:pt x="2161" y="9283"/>
                    <a:pt x="1235" y="8326"/>
                    <a:pt x="1266" y="7184"/>
                  </a:cubicBezTo>
                  <a:cubicBezTo>
                    <a:pt x="1266" y="6629"/>
                    <a:pt x="1482" y="6135"/>
                    <a:pt x="1883" y="5764"/>
                  </a:cubicBezTo>
                  <a:cubicBezTo>
                    <a:pt x="2254" y="5394"/>
                    <a:pt x="2778" y="5178"/>
                    <a:pt x="3303" y="5178"/>
                  </a:cubicBezTo>
                  <a:cubicBezTo>
                    <a:pt x="3343" y="5175"/>
                    <a:pt x="3384" y="5173"/>
                    <a:pt x="3425" y="5173"/>
                  </a:cubicBezTo>
                  <a:cubicBezTo>
                    <a:pt x="3791" y="5173"/>
                    <a:pt x="4171" y="5296"/>
                    <a:pt x="4476" y="5518"/>
                  </a:cubicBezTo>
                  <a:cubicBezTo>
                    <a:pt x="4750" y="5689"/>
                    <a:pt x="5062" y="5775"/>
                    <a:pt x="5376" y="5775"/>
                  </a:cubicBezTo>
                  <a:cubicBezTo>
                    <a:pt x="5627" y="5775"/>
                    <a:pt x="5878" y="5720"/>
                    <a:pt x="6111" y="5610"/>
                  </a:cubicBezTo>
                  <a:lnTo>
                    <a:pt x="9846" y="3728"/>
                  </a:lnTo>
                  <a:cubicBezTo>
                    <a:pt x="10370" y="3481"/>
                    <a:pt x="10710" y="2956"/>
                    <a:pt x="10741" y="2370"/>
                  </a:cubicBezTo>
                  <a:cubicBezTo>
                    <a:pt x="10802" y="1289"/>
                    <a:pt x="11667" y="456"/>
                    <a:pt x="12747" y="425"/>
                  </a:cubicBezTo>
                  <a:cubicBezTo>
                    <a:pt x="12785" y="423"/>
                    <a:pt x="12822" y="422"/>
                    <a:pt x="12860" y="422"/>
                  </a:cubicBezTo>
                  <a:cubicBezTo>
                    <a:pt x="13342" y="422"/>
                    <a:pt x="13794" y="604"/>
                    <a:pt x="14166" y="919"/>
                  </a:cubicBezTo>
                  <a:cubicBezTo>
                    <a:pt x="14211" y="957"/>
                    <a:pt x="14257" y="973"/>
                    <a:pt x="14302" y="973"/>
                  </a:cubicBezTo>
                  <a:cubicBezTo>
                    <a:pt x="14475" y="973"/>
                    <a:pt x="14616" y="733"/>
                    <a:pt x="14444" y="611"/>
                  </a:cubicBezTo>
                  <a:cubicBezTo>
                    <a:pt x="13957" y="190"/>
                    <a:pt x="13386" y="0"/>
                    <a:pt x="128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86"/>
            <p:cNvSpPr/>
            <p:nvPr/>
          </p:nvSpPr>
          <p:spPr>
            <a:xfrm>
              <a:off x="1229625" y="3038775"/>
              <a:ext cx="87975" cy="75250"/>
            </a:xfrm>
            <a:custGeom>
              <a:rect b="b" l="l" r="r" t="t"/>
              <a:pathLst>
                <a:path extrusionOk="0" h="3010" w="3519">
                  <a:moveTo>
                    <a:pt x="2003" y="405"/>
                  </a:moveTo>
                  <a:cubicBezTo>
                    <a:pt x="2557" y="405"/>
                    <a:pt x="3087" y="839"/>
                    <a:pt x="3087" y="1482"/>
                  </a:cubicBezTo>
                  <a:cubicBezTo>
                    <a:pt x="3087" y="2099"/>
                    <a:pt x="2624" y="2562"/>
                    <a:pt x="2006" y="2562"/>
                  </a:cubicBezTo>
                  <a:cubicBezTo>
                    <a:pt x="1994" y="2563"/>
                    <a:pt x="1982" y="2563"/>
                    <a:pt x="1970" y="2563"/>
                  </a:cubicBezTo>
                  <a:cubicBezTo>
                    <a:pt x="1037" y="2563"/>
                    <a:pt x="565" y="1412"/>
                    <a:pt x="1235" y="742"/>
                  </a:cubicBezTo>
                  <a:cubicBezTo>
                    <a:pt x="1458" y="509"/>
                    <a:pt x="1733" y="405"/>
                    <a:pt x="2003" y="405"/>
                  </a:cubicBezTo>
                  <a:close/>
                  <a:moveTo>
                    <a:pt x="2006" y="1"/>
                  </a:moveTo>
                  <a:cubicBezTo>
                    <a:pt x="679" y="1"/>
                    <a:pt x="0" y="1606"/>
                    <a:pt x="957" y="2562"/>
                  </a:cubicBezTo>
                  <a:cubicBezTo>
                    <a:pt x="1266" y="2871"/>
                    <a:pt x="1643" y="3010"/>
                    <a:pt x="2011" y="3010"/>
                  </a:cubicBezTo>
                  <a:cubicBezTo>
                    <a:pt x="2783" y="3010"/>
                    <a:pt x="3519" y="2402"/>
                    <a:pt x="3519" y="1482"/>
                  </a:cubicBezTo>
                  <a:cubicBezTo>
                    <a:pt x="3519" y="649"/>
                    <a:pt x="2840" y="1"/>
                    <a:pt x="2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86"/>
            <p:cNvSpPr/>
            <p:nvPr/>
          </p:nvSpPr>
          <p:spPr>
            <a:xfrm>
              <a:off x="1005100" y="3156500"/>
              <a:ext cx="85650" cy="75650"/>
            </a:xfrm>
            <a:custGeom>
              <a:rect b="b" l="l" r="r" t="t"/>
              <a:pathLst>
                <a:path extrusionOk="0" h="3026" w="3426">
                  <a:moveTo>
                    <a:pt x="1509" y="0"/>
                  </a:moveTo>
                  <a:cubicBezTo>
                    <a:pt x="1235" y="0"/>
                    <a:pt x="951" y="80"/>
                    <a:pt x="680" y="261"/>
                  </a:cubicBezTo>
                  <a:cubicBezTo>
                    <a:pt x="587" y="353"/>
                    <a:pt x="556" y="477"/>
                    <a:pt x="618" y="569"/>
                  </a:cubicBezTo>
                  <a:cubicBezTo>
                    <a:pt x="678" y="629"/>
                    <a:pt x="750" y="663"/>
                    <a:pt x="819" y="663"/>
                  </a:cubicBezTo>
                  <a:cubicBezTo>
                    <a:pt x="857" y="663"/>
                    <a:pt x="894" y="653"/>
                    <a:pt x="926" y="631"/>
                  </a:cubicBezTo>
                  <a:cubicBezTo>
                    <a:pt x="1080" y="529"/>
                    <a:pt x="1233" y="469"/>
                    <a:pt x="1404" y="469"/>
                  </a:cubicBezTo>
                  <a:cubicBezTo>
                    <a:pt x="1440" y="469"/>
                    <a:pt x="1476" y="471"/>
                    <a:pt x="1513" y="477"/>
                  </a:cubicBezTo>
                  <a:cubicBezTo>
                    <a:pt x="1525" y="476"/>
                    <a:pt x="1537" y="476"/>
                    <a:pt x="1550" y="476"/>
                  </a:cubicBezTo>
                  <a:cubicBezTo>
                    <a:pt x="2482" y="476"/>
                    <a:pt x="2955" y="1627"/>
                    <a:pt x="2284" y="2297"/>
                  </a:cubicBezTo>
                  <a:cubicBezTo>
                    <a:pt x="2062" y="2530"/>
                    <a:pt x="1786" y="2634"/>
                    <a:pt x="1516" y="2634"/>
                  </a:cubicBezTo>
                  <a:cubicBezTo>
                    <a:pt x="962" y="2634"/>
                    <a:pt x="433" y="2200"/>
                    <a:pt x="433" y="1557"/>
                  </a:cubicBezTo>
                  <a:cubicBezTo>
                    <a:pt x="433" y="1495"/>
                    <a:pt x="433" y="1433"/>
                    <a:pt x="433" y="1372"/>
                  </a:cubicBezTo>
                  <a:cubicBezTo>
                    <a:pt x="433" y="1279"/>
                    <a:pt x="371" y="1156"/>
                    <a:pt x="247" y="1156"/>
                  </a:cubicBezTo>
                  <a:lnTo>
                    <a:pt x="247" y="1125"/>
                  </a:lnTo>
                  <a:cubicBezTo>
                    <a:pt x="155" y="1125"/>
                    <a:pt x="31" y="1186"/>
                    <a:pt x="31" y="1310"/>
                  </a:cubicBezTo>
                  <a:cubicBezTo>
                    <a:pt x="1" y="1372"/>
                    <a:pt x="1" y="1464"/>
                    <a:pt x="31" y="1526"/>
                  </a:cubicBezTo>
                  <a:cubicBezTo>
                    <a:pt x="31" y="2470"/>
                    <a:pt x="776" y="3026"/>
                    <a:pt x="1531" y="3026"/>
                  </a:cubicBezTo>
                  <a:cubicBezTo>
                    <a:pt x="2035" y="3026"/>
                    <a:pt x="2544" y="2779"/>
                    <a:pt x="2840" y="2236"/>
                  </a:cubicBezTo>
                  <a:cubicBezTo>
                    <a:pt x="3426" y="1137"/>
                    <a:pt x="2544" y="0"/>
                    <a:pt x="15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86"/>
            <p:cNvSpPr/>
            <p:nvPr/>
          </p:nvSpPr>
          <p:spPr>
            <a:xfrm>
              <a:off x="1242225" y="3276000"/>
              <a:ext cx="88500" cy="75275"/>
            </a:xfrm>
            <a:custGeom>
              <a:rect b="b" l="l" r="r" t="t"/>
              <a:pathLst>
                <a:path extrusionOk="0" h="3011" w="3540">
                  <a:moveTo>
                    <a:pt x="1502" y="418"/>
                  </a:moveTo>
                  <a:cubicBezTo>
                    <a:pt x="2490" y="418"/>
                    <a:pt x="2953" y="1591"/>
                    <a:pt x="2274" y="2270"/>
                  </a:cubicBezTo>
                  <a:cubicBezTo>
                    <a:pt x="2053" y="2492"/>
                    <a:pt x="1779" y="2592"/>
                    <a:pt x="1510" y="2592"/>
                  </a:cubicBezTo>
                  <a:cubicBezTo>
                    <a:pt x="955" y="2592"/>
                    <a:pt x="422" y="2164"/>
                    <a:pt x="422" y="1499"/>
                  </a:cubicBezTo>
                  <a:cubicBezTo>
                    <a:pt x="422" y="912"/>
                    <a:pt x="916" y="418"/>
                    <a:pt x="1502" y="418"/>
                  </a:cubicBezTo>
                  <a:close/>
                  <a:moveTo>
                    <a:pt x="1518" y="1"/>
                  </a:moveTo>
                  <a:cubicBezTo>
                    <a:pt x="740" y="1"/>
                    <a:pt x="0" y="602"/>
                    <a:pt x="21" y="1499"/>
                  </a:cubicBezTo>
                  <a:cubicBezTo>
                    <a:pt x="21" y="2332"/>
                    <a:pt x="669" y="3011"/>
                    <a:pt x="1502" y="3011"/>
                  </a:cubicBezTo>
                  <a:cubicBezTo>
                    <a:pt x="2860" y="3011"/>
                    <a:pt x="3539" y="1375"/>
                    <a:pt x="2583" y="449"/>
                  </a:cubicBezTo>
                  <a:cubicBezTo>
                    <a:pt x="2272" y="139"/>
                    <a:pt x="1891" y="1"/>
                    <a:pt x="1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2" name="Google Shape;12732;p86"/>
          <p:cNvGrpSpPr/>
          <p:nvPr/>
        </p:nvGrpSpPr>
        <p:grpSpPr>
          <a:xfrm>
            <a:off x="4764094" y="2882643"/>
            <a:ext cx="362650" cy="362325"/>
            <a:chOff x="7730675" y="2463925"/>
            <a:chExt cx="362650" cy="362325"/>
          </a:xfrm>
        </p:grpSpPr>
        <p:sp>
          <p:nvSpPr>
            <p:cNvPr id="12733" name="Google Shape;12733;p86"/>
            <p:cNvSpPr/>
            <p:nvPr/>
          </p:nvSpPr>
          <p:spPr>
            <a:xfrm>
              <a:off x="7730675" y="2463925"/>
              <a:ext cx="361875" cy="362075"/>
            </a:xfrm>
            <a:custGeom>
              <a:rect b="b" l="l" r="r" t="t"/>
              <a:pathLst>
                <a:path extrusionOk="0" h="14483" w="14475">
                  <a:moveTo>
                    <a:pt x="10463" y="7533"/>
                  </a:moveTo>
                  <a:lnTo>
                    <a:pt x="10463" y="8922"/>
                  </a:lnTo>
                  <a:lnTo>
                    <a:pt x="9722" y="8922"/>
                  </a:lnTo>
                  <a:cubicBezTo>
                    <a:pt x="9352" y="8922"/>
                    <a:pt x="9043" y="8613"/>
                    <a:pt x="9043" y="8243"/>
                  </a:cubicBezTo>
                  <a:lnTo>
                    <a:pt x="9074" y="8243"/>
                  </a:lnTo>
                  <a:cubicBezTo>
                    <a:pt x="9043" y="7842"/>
                    <a:pt x="9352" y="7533"/>
                    <a:pt x="9753" y="7533"/>
                  </a:cubicBezTo>
                  <a:close/>
                  <a:moveTo>
                    <a:pt x="3851" y="2718"/>
                  </a:moveTo>
                  <a:cubicBezTo>
                    <a:pt x="4659" y="2718"/>
                    <a:pt x="5309" y="3385"/>
                    <a:pt x="5309" y="4200"/>
                  </a:cubicBezTo>
                  <a:cubicBezTo>
                    <a:pt x="5309" y="5558"/>
                    <a:pt x="6358" y="6669"/>
                    <a:pt x="7716" y="6731"/>
                  </a:cubicBezTo>
                  <a:cubicBezTo>
                    <a:pt x="7747" y="8089"/>
                    <a:pt x="6636" y="9230"/>
                    <a:pt x="5247" y="9261"/>
                  </a:cubicBezTo>
                  <a:lnTo>
                    <a:pt x="4753" y="9261"/>
                  </a:lnTo>
                  <a:cubicBezTo>
                    <a:pt x="3395" y="9261"/>
                    <a:pt x="2284" y="8150"/>
                    <a:pt x="2284" y="6792"/>
                  </a:cubicBezTo>
                  <a:lnTo>
                    <a:pt x="2284" y="4262"/>
                  </a:lnTo>
                  <a:cubicBezTo>
                    <a:pt x="2284" y="3398"/>
                    <a:pt x="2963" y="2719"/>
                    <a:pt x="3796" y="2719"/>
                  </a:cubicBezTo>
                  <a:cubicBezTo>
                    <a:pt x="3815" y="2718"/>
                    <a:pt x="3833" y="2718"/>
                    <a:pt x="3851" y="2718"/>
                  </a:cubicBezTo>
                  <a:close/>
                  <a:moveTo>
                    <a:pt x="13117" y="6329"/>
                  </a:moveTo>
                  <a:lnTo>
                    <a:pt x="13117" y="10064"/>
                  </a:lnTo>
                  <a:lnTo>
                    <a:pt x="10895" y="8953"/>
                  </a:lnTo>
                  <a:lnTo>
                    <a:pt x="10895" y="7410"/>
                  </a:lnTo>
                  <a:lnTo>
                    <a:pt x="13117" y="6329"/>
                  </a:lnTo>
                  <a:close/>
                  <a:moveTo>
                    <a:pt x="10463" y="9323"/>
                  </a:moveTo>
                  <a:lnTo>
                    <a:pt x="10463" y="10249"/>
                  </a:lnTo>
                  <a:cubicBezTo>
                    <a:pt x="10339" y="10218"/>
                    <a:pt x="10216" y="10187"/>
                    <a:pt x="10123" y="10187"/>
                  </a:cubicBezTo>
                  <a:lnTo>
                    <a:pt x="10123" y="10218"/>
                  </a:lnTo>
                  <a:lnTo>
                    <a:pt x="9938" y="10218"/>
                  </a:lnTo>
                  <a:lnTo>
                    <a:pt x="9938" y="9323"/>
                  </a:lnTo>
                  <a:close/>
                  <a:moveTo>
                    <a:pt x="5833" y="9632"/>
                  </a:moveTo>
                  <a:lnTo>
                    <a:pt x="5833" y="10990"/>
                  </a:lnTo>
                  <a:cubicBezTo>
                    <a:pt x="5833" y="11453"/>
                    <a:pt x="5463" y="11823"/>
                    <a:pt x="5000" y="11823"/>
                  </a:cubicBezTo>
                  <a:cubicBezTo>
                    <a:pt x="4568" y="11823"/>
                    <a:pt x="4198" y="11453"/>
                    <a:pt x="4167" y="10990"/>
                  </a:cubicBezTo>
                  <a:lnTo>
                    <a:pt x="4167" y="9632"/>
                  </a:lnTo>
                  <a:cubicBezTo>
                    <a:pt x="4383" y="9663"/>
                    <a:pt x="4568" y="9693"/>
                    <a:pt x="4753" y="9693"/>
                  </a:cubicBezTo>
                  <a:cubicBezTo>
                    <a:pt x="5124" y="9693"/>
                    <a:pt x="5463" y="9693"/>
                    <a:pt x="5833" y="9632"/>
                  </a:cubicBezTo>
                  <a:close/>
                  <a:moveTo>
                    <a:pt x="10108" y="10612"/>
                  </a:moveTo>
                  <a:cubicBezTo>
                    <a:pt x="10470" y="10612"/>
                    <a:pt x="10833" y="10851"/>
                    <a:pt x="10833" y="11329"/>
                  </a:cubicBezTo>
                  <a:lnTo>
                    <a:pt x="10833" y="12656"/>
                  </a:lnTo>
                  <a:lnTo>
                    <a:pt x="9382" y="12656"/>
                  </a:lnTo>
                  <a:lnTo>
                    <a:pt x="9382" y="11329"/>
                  </a:lnTo>
                  <a:cubicBezTo>
                    <a:pt x="9382" y="10851"/>
                    <a:pt x="9745" y="10612"/>
                    <a:pt x="10108" y="10612"/>
                  </a:cubicBezTo>
                  <a:close/>
                  <a:moveTo>
                    <a:pt x="7284" y="10681"/>
                  </a:moveTo>
                  <a:cubicBezTo>
                    <a:pt x="7932" y="10681"/>
                    <a:pt x="8549" y="10959"/>
                    <a:pt x="8981" y="11453"/>
                  </a:cubicBezTo>
                  <a:lnTo>
                    <a:pt x="8981" y="14076"/>
                  </a:lnTo>
                  <a:lnTo>
                    <a:pt x="494" y="14076"/>
                  </a:lnTo>
                  <a:lnTo>
                    <a:pt x="494" y="12903"/>
                  </a:lnTo>
                  <a:cubicBezTo>
                    <a:pt x="494" y="11669"/>
                    <a:pt x="1482" y="10681"/>
                    <a:pt x="2747" y="10681"/>
                  </a:cubicBezTo>
                  <a:lnTo>
                    <a:pt x="3766" y="10681"/>
                  </a:lnTo>
                  <a:lnTo>
                    <a:pt x="3766" y="10990"/>
                  </a:lnTo>
                  <a:cubicBezTo>
                    <a:pt x="3812" y="11777"/>
                    <a:pt x="4414" y="12170"/>
                    <a:pt x="5016" y="12170"/>
                  </a:cubicBezTo>
                  <a:cubicBezTo>
                    <a:pt x="5617" y="12170"/>
                    <a:pt x="6219" y="11777"/>
                    <a:pt x="6265" y="10990"/>
                  </a:cubicBezTo>
                  <a:lnTo>
                    <a:pt x="6265" y="10681"/>
                  </a:lnTo>
                  <a:close/>
                  <a:moveTo>
                    <a:pt x="10833" y="13088"/>
                  </a:moveTo>
                  <a:lnTo>
                    <a:pt x="10833" y="14076"/>
                  </a:lnTo>
                  <a:lnTo>
                    <a:pt x="9382" y="14076"/>
                  </a:lnTo>
                  <a:lnTo>
                    <a:pt x="9382" y="13088"/>
                  </a:lnTo>
                  <a:close/>
                  <a:moveTo>
                    <a:pt x="5769" y="0"/>
                  </a:moveTo>
                  <a:cubicBezTo>
                    <a:pt x="4976" y="0"/>
                    <a:pt x="4165" y="276"/>
                    <a:pt x="3550" y="774"/>
                  </a:cubicBezTo>
                  <a:cubicBezTo>
                    <a:pt x="3217" y="608"/>
                    <a:pt x="2861" y="492"/>
                    <a:pt x="2501" y="492"/>
                  </a:cubicBezTo>
                  <a:cubicBezTo>
                    <a:pt x="2460" y="492"/>
                    <a:pt x="2418" y="493"/>
                    <a:pt x="2377" y="497"/>
                  </a:cubicBezTo>
                  <a:cubicBezTo>
                    <a:pt x="1050" y="497"/>
                    <a:pt x="0" y="1546"/>
                    <a:pt x="0" y="2873"/>
                  </a:cubicBezTo>
                  <a:lnTo>
                    <a:pt x="0" y="3583"/>
                  </a:lnTo>
                  <a:cubicBezTo>
                    <a:pt x="0" y="3722"/>
                    <a:pt x="108" y="3791"/>
                    <a:pt x="216" y="3791"/>
                  </a:cubicBezTo>
                  <a:cubicBezTo>
                    <a:pt x="325" y="3791"/>
                    <a:pt x="433" y="3722"/>
                    <a:pt x="433" y="3583"/>
                  </a:cubicBezTo>
                  <a:lnTo>
                    <a:pt x="433" y="2873"/>
                  </a:lnTo>
                  <a:cubicBezTo>
                    <a:pt x="410" y="1723"/>
                    <a:pt x="1364" y="898"/>
                    <a:pt x="2388" y="898"/>
                  </a:cubicBezTo>
                  <a:cubicBezTo>
                    <a:pt x="2738" y="898"/>
                    <a:pt x="3096" y="994"/>
                    <a:pt x="3426" y="1206"/>
                  </a:cubicBezTo>
                  <a:cubicBezTo>
                    <a:pt x="3468" y="1234"/>
                    <a:pt x="3516" y="1249"/>
                    <a:pt x="3561" y="1249"/>
                  </a:cubicBezTo>
                  <a:cubicBezTo>
                    <a:pt x="3617" y="1249"/>
                    <a:pt x="3670" y="1227"/>
                    <a:pt x="3704" y="1176"/>
                  </a:cubicBezTo>
                  <a:cubicBezTo>
                    <a:pt x="4264" y="699"/>
                    <a:pt x="4952" y="426"/>
                    <a:pt x="5674" y="426"/>
                  </a:cubicBezTo>
                  <a:cubicBezTo>
                    <a:pt x="5748" y="426"/>
                    <a:pt x="5821" y="429"/>
                    <a:pt x="5895" y="435"/>
                  </a:cubicBezTo>
                  <a:cubicBezTo>
                    <a:pt x="7901" y="435"/>
                    <a:pt x="9506" y="2071"/>
                    <a:pt x="9506" y="4077"/>
                  </a:cubicBezTo>
                  <a:lnTo>
                    <a:pt x="9506" y="7132"/>
                  </a:lnTo>
                  <a:cubicBezTo>
                    <a:pt x="8981" y="7224"/>
                    <a:pt x="8611" y="7687"/>
                    <a:pt x="8642" y="8243"/>
                  </a:cubicBezTo>
                  <a:cubicBezTo>
                    <a:pt x="8611" y="8768"/>
                    <a:pt x="8981" y="9200"/>
                    <a:pt x="9506" y="9323"/>
                  </a:cubicBezTo>
                  <a:lnTo>
                    <a:pt x="9506" y="10372"/>
                  </a:lnTo>
                  <a:cubicBezTo>
                    <a:pt x="9290" y="10496"/>
                    <a:pt x="9136" y="10712"/>
                    <a:pt x="9043" y="10928"/>
                  </a:cubicBezTo>
                  <a:cubicBezTo>
                    <a:pt x="8549" y="10496"/>
                    <a:pt x="7901" y="10249"/>
                    <a:pt x="7253" y="10249"/>
                  </a:cubicBezTo>
                  <a:lnTo>
                    <a:pt x="6235" y="10249"/>
                  </a:lnTo>
                  <a:lnTo>
                    <a:pt x="6235" y="9508"/>
                  </a:lnTo>
                  <a:cubicBezTo>
                    <a:pt x="7376" y="9076"/>
                    <a:pt x="8117" y="7996"/>
                    <a:pt x="8148" y="6792"/>
                  </a:cubicBezTo>
                  <a:cubicBezTo>
                    <a:pt x="8148" y="6453"/>
                    <a:pt x="8148" y="6299"/>
                    <a:pt x="7747" y="6299"/>
                  </a:cubicBezTo>
                  <a:cubicBezTo>
                    <a:pt x="7729" y="6299"/>
                    <a:pt x="7711" y="6299"/>
                    <a:pt x="7693" y="6299"/>
                  </a:cubicBezTo>
                  <a:cubicBezTo>
                    <a:pt x="6606" y="6299"/>
                    <a:pt x="5710" y="5386"/>
                    <a:pt x="5710" y="4293"/>
                  </a:cubicBezTo>
                  <a:cubicBezTo>
                    <a:pt x="5726" y="2996"/>
                    <a:pt x="4745" y="2340"/>
                    <a:pt x="3769" y="2340"/>
                  </a:cubicBezTo>
                  <a:cubicBezTo>
                    <a:pt x="2816" y="2340"/>
                    <a:pt x="1867" y="2966"/>
                    <a:pt x="1852" y="4231"/>
                  </a:cubicBezTo>
                  <a:lnTo>
                    <a:pt x="1852" y="6792"/>
                  </a:lnTo>
                  <a:cubicBezTo>
                    <a:pt x="1852" y="7996"/>
                    <a:pt x="2624" y="9045"/>
                    <a:pt x="3735" y="9477"/>
                  </a:cubicBezTo>
                  <a:lnTo>
                    <a:pt x="3735" y="10249"/>
                  </a:lnTo>
                  <a:lnTo>
                    <a:pt x="2747" y="10249"/>
                  </a:lnTo>
                  <a:cubicBezTo>
                    <a:pt x="1790" y="10249"/>
                    <a:pt x="895" y="10743"/>
                    <a:pt x="433" y="11576"/>
                  </a:cubicBezTo>
                  <a:lnTo>
                    <a:pt x="433" y="4632"/>
                  </a:lnTo>
                  <a:cubicBezTo>
                    <a:pt x="417" y="4493"/>
                    <a:pt x="309" y="4424"/>
                    <a:pt x="205" y="4424"/>
                  </a:cubicBezTo>
                  <a:cubicBezTo>
                    <a:pt x="101" y="4424"/>
                    <a:pt x="0" y="4493"/>
                    <a:pt x="0" y="4632"/>
                  </a:cubicBezTo>
                  <a:lnTo>
                    <a:pt x="0" y="14292"/>
                  </a:lnTo>
                  <a:cubicBezTo>
                    <a:pt x="0" y="14399"/>
                    <a:pt x="94" y="14483"/>
                    <a:pt x="199" y="14483"/>
                  </a:cubicBezTo>
                  <a:cubicBezTo>
                    <a:pt x="215" y="14483"/>
                    <a:pt x="231" y="14481"/>
                    <a:pt x="247" y="14477"/>
                  </a:cubicBezTo>
                  <a:lnTo>
                    <a:pt x="11018" y="14477"/>
                  </a:lnTo>
                  <a:cubicBezTo>
                    <a:pt x="11142" y="14477"/>
                    <a:pt x="11234" y="14384"/>
                    <a:pt x="11234" y="14292"/>
                  </a:cubicBezTo>
                  <a:lnTo>
                    <a:pt x="11234" y="11360"/>
                  </a:lnTo>
                  <a:cubicBezTo>
                    <a:pt x="11234" y="11020"/>
                    <a:pt x="11111" y="10712"/>
                    <a:pt x="10864" y="10496"/>
                  </a:cubicBezTo>
                  <a:lnTo>
                    <a:pt x="10864" y="9447"/>
                  </a:lnTo>
                  <a:lnTo>
                    <a:pt x="14166" y="11082"/>
                  </a:lnTo>
                  <a:cubicBezTo>
                    <a:pt x="14192" y="11095"/>
                    <a:pt x="14220" y="11102"/>
                    <a:pt x="14248" y="11102"/>
                  </a:cubicBezTo>
                  <a:cubicBezTo>
                    <a:pt x="14348" y="11102"/>
                    <a:pt x="14444" y="11018"/>
                    <a:pt x="14444" y="10897"/>
                  </a:cubicBezTo>
                  <a:lnTo>
                    <a:pt x="14444" y="10125"/>
                  </a:lnTo>
                  <a:cubicBezTo>
                    <a:pt x="14444" y="9987"/>
                    <a:pt x="14344" y="9917"/>
                    <a:pt x="14243" y="9917"/>
                  </a:cubicBezTo>
                  <a:cubicBezTo>
                    <a:pt x="14143" y="9917"/>
                    <a:pt x="14043" y="9987"/>
                    <a:pt x="14043" y="10125"/>
                  </a:cubicBezTo>
                  <a:lnTo>
                    <a:pt x="14043" y="10558"/>
                  </a:lnTo>
                  <a:lnTo>
                    <a:pt x="13549" y="10280"/>
                  </a:lnTo>
                  <a:lnTo>
                    <a:pt x="13549" y="6144"/>
                  </a:lnTo>
                  <a:lnTo>
                    <a:pt x="14073" y="5867"/>
                  </a:lnTo>
                  <a:lnTo>
                    <a:pt x="14073" y="9045"/>
                  </a:lnTo>
                  <a:cubicBezTo>
                    <a:pt x="14073" y="9169"/>
                    <a:pt x="14166" y="9261"/>
                    <a:pt x="14259" y="9261"/>
                  </a:cubicBezTo>
                  <a:lnTo>
                    <a:pt x="14290" y="9261"/>
                  </a:lnTo>
                  <a:cubicBezTo>
                    <a:pt x="14382" y="9261"/>
                    <a:pt x="14475" y="9169"/>
                    <a:pt x="14475" y="9045"/>
                  </a:cubicBezTo>
                  <a:lnTo>
                    <a:pt x="14475" y="5527"/>
                  </a:lnTo>
                  <a:cubicBezTo>
                    <a:pt x="14475" y="5406"/>
                    <a:pt x="14379" y="5323"/>
                    <a:pt x="14278" y="5323"/>
                  </a:cubicBezTo>
                  <a:cubicBezTo>
                    <a:pt x="14251" y="5323"/>
                    <a:pt x="14223" y="5329"/>
                    <a:pt x="14197" y="5342"/>
                  </a:cubicBezTo>
                  <a:lnTo>
                    <a:pt x="10617" y="7101"/>
                  </a:lnTo>
                  <a:lnTo>
                    <a:pt x="9938" y="7101"/>
                  </a:lnTo>
                  <a:lnTo>
                    <a:pt x="9938" y="4077"/>
                  </a:lnTo>
                  <a:cubicBezTo>
                    <a:pt x="9969" y="1824"/>
                    <a:pt x="8148" y="3"/>
                    <a:pt x="5895" y="3"/>
                  </a:cubicBezTo>
                  <a:cubicBezTo>
                    <a:pt x="5853" y="1"/>
                    <a:pt x="5811" y="0"/>
                    <a:pt x="57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86"/>
            <p:cNvSpPr/>
            <p:nvPr/>
          </p:nvSpPr>
          <p:spPr>
            <a:xfrm>
              <a:off x="8028500" y="2464175"/>
              <a:ext cx="64825" cy="62725"/>
            </a:xfrm>
            <a:custGeom>
              <a:rect b="b" l="l" r="r" t="t"/>
              <a:pathLst>
                <a:path extrusionOk="0" h="2509" w="2593">
                  <a:moveTo>
                    <a:pt x="1327" y="703"/>
                  </a:moveTo>
                  <a:lnTo>
                    <a:pt x="1451" y="980"/>
                  </a:lnTo>
                  <a:cubicBezTo>
                    <a:pt x="1482" y="1042"/>
                    <a:pt x="1543" y="1104"/>
                    <a:pt x="1605" y="1104"/>
                  </a:cubicBezTo>
                  <a:lnTo>
                    <a:pt x="1914" y="1166"/>
                  </a:lnTo>
                  <a:lnTo>
                    <a:pt x="1698" y="1382"/>
                  </a:lnTo>
                  <a:cubicBezTo>
                    <a:pt x="1636" y="1443"/>
                    <a:pt x="1636" y="1505"/>
                    <a:pt x="1636" y="1567"/>
                  </a:cubicBezTo>
                  <a:lnTo>
                    <a:pt x="1698" y="1875"/>
                  </a:lnTo>
                  <a:lnTo>
                    <a:pt x="1420" y="1752"/>
                  </a:lnTo>
                  <a:cubicBezTo>
                    <a:pt x="1389" y="1737"/>
                    <a:pt x="1358" y="1729"/>
                    <a:pt x="1327" y="1729"/>
                  </a:cubicBezTo>
                  <a:cubicBezTo>
                    <a:pt x="1296" y="1729"/>
                    <a:pt x="1265" y="1737"/>
                    <a:pt x="1235" y="1752"/>
                  </a:cubicBezTo>
                  <a:lnTo>
                    <a:pt x="957" y="1875"/>
                  </a:lnTo>
                  <a:lnTo>
                    <a:pt x="1019" y="1567"/>
                  </a:lnTo>
                  <a:cubicBezTo>
                    <a:pt x="1019" y="1505"/>
                    <a:pt x="1019" y="1443"/>
                    <a:pt x="957" y="1382"/>
                  </a:cubicBezTo>
                  <a:lnTo>
                    <a:pt x="741" y="1166"/>
                  </a:lnTo>
                  <a:lnTo>
                    <a:pt x="1049" y="1104"/>
                  </a:lnTo>
                  <a:cubicBezTo>
                    <a:pt x="1111" y="1104"/>
                    <a:pt x="1173" y="1042"/>
                    <a:pt x="1204" y="980"/>
                  </a:cubicBezTo>
                  <a:lnTo>
                    <a:pt x="1327" y="703"/>
                  </a:lnTo>
                  <a:close/>
                  <a:moveTo>
                    <a:pt x="1327" y="1"/>
                  </a:moveTo>
                  <a:cubicBezTo>
                    <a:pt x="1250" y="1"/>
                    <a:pt x="1173" y="39"/>
                    <a:pt x="1142" y="116"/>
                  </a:cubicBezTo>
                  <a:lnTo>
                    <a:pt x="864" y="703"/>
                  </a:lnTo>
                  <a:lnTo>
                    <a:pt x="247" y="795"/>
                  </a:lnTo>
                  <a:cubicBezTo>
                    <a:pt x="93" y="826"/>
                    <a:pt x="0" y="1011"/>
                    <a:pt x="124" y="1166"/>
                  </a:cubicBezTo>
                  <a:lnTo>
                    <a:pt x="587" y="1598"/>
                  </a:lnTo>
                  <a:lnTo>
                    <a:pt x="463" y="2246"/>
                  </a:lnTo>
                  <a:cubicBezTo>
                    <a:pt x="463" y="2338"/>
                    <a:pt x="494" y="2400"/>
                    <a:pt x="556" y="2462"/>
                  </a:cubicBezTo>
                  <a:cubicBezTo>
                    <a:pt x="587" y="2493"/>
                    <a:pt x="617" y="2493"/>
                    <a:pt x="679" y="2493"/>
                  </a:cubicBezTo>
                  <a:cubicBezTo>
                    <a:pt x="710" y="2493"/>
                    <a:pt x="741" y="2493"/>
                    <a:pt x="772" y="2462"/>
                  </a:cubicBezTo>
                  <a:lnTo>
                    <a:pt x="1327" y="2184"/>
                  </a:lnTo>
                  <a:lnTo>
                    <a:pt x="1852" y="2462"/>
                  </a:lnTo>
                  <a:cubicBezTo>
                    <a:pt x="1883" y="2493"/>
                    <a:pt x="1921" y="2508"/>
                    <a:pt x="1960" y="2508"/>
                  </a:cubicBezTo>
                  <a:cubicBezTo>
                    <a:pt x="1998" y="2508"/>
                    <a:pt x="2037" y="2493"/>
                    <a:pt x="2068" y="2462"/>
                  </a:cubicBezTo>
                  <a:cubicBezTo>
                    <a:pt x="2130" y="2431"/>
                    <a:pt x="2191" y="2338"/>
                    <a:pt x="2160" y="2277"/>
                  </a:cubicBezTo>
                  <a:lnTo>
                    <a:pt x="2068" y="1628"/>
                  </a:lnTo>
                  <a:lnTo>
                    <a:pt x="2531" y="1166"/>
                  </a:lnTo>
                  <a:cubicBezTo>
                    <a:pt x="2562" y="1104"/>
                    <a:pt x="2593" y="1011"/>
                    <a:pt x="2562" y="950"/>
                  </a:cubicBezTo>
                  <a:cubicBezTo>
                    <a:pt x="2531" y="857"/>
                    <a:pt x="2469" y="795"/>
                    <a:pt x="2407" y="795"/>
                  </a:cubicBezTo>
                  <a:lnTo>
                    <a:pt x="1790" y="703"/>
                  </a:lnTo>
                  <a:lnTo>
                    <a:pt x="1512" y="116"/>
                  </a:lnTo>
                  <a:cubicBezTo>
                    <a:pt x="1482" y="39"/>
                    <a:pt x="1404" y="1"/>
                    <a:pt x="1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86"/>
            <p:cNvSpPr/>
            <p:nvPr/>
          </p:nvSpPr>
          <p:spPr>
            <a:xfrm>
              <a:off x="7995325" y="2537275"/>
              <a:ext cx="62500" cy="62550"/>
            </a:xfrm>
            <a:custGeom>
              <a:rect b="b" l="l" r="r" t="t"/>
              <a:pathLst>
                <a:path extrusionOk="0" h="2502" w="2500">
                  <a:moveTo>
                    <a:pt x="1265" y="711"/>
                  </a:moveTo>
                  <a:lnTo>
                    <a:pt x="1389" y="988"/>
                  </a:lnTo>
                  <a:cubicBezTo>
                    <a:pt x="1420" y="1050"/>
                    <a:pt x="1481" y="1081"/>
                    <a:pt x="1543" y="1112"/>
                  </a:cubicBezTo>
                  <a:lnTo>
                    <a:pt x="1852" y="1143"/>
                  </a:lnTo>
                  <a:lnTo>
                    <a:pt x="1605" y="1389"/>
                  </a:lnTo>
                  <a:cubicBezTo>
                    <a:pt x="1574" y="1420"/>
                    <a:pt x="1543" y="1482"/>
                    <a:pt x="1574" y="1575"/>
                  </a:cubicBezTo>
                  <a:lnTo>
                    <a:pt x="1605" y="1883"/>
                  </a:lnTo>
                  <a:lnTo>
                    <a:pt x="1358" y="1729"/>
                  </a:lnTo>
                  <a:cubicBezTo>
                    <a:pt x="1327" y="1714"/>
                    <a:pt x="1289" y="1706"/>
                    <a:pt x="1250" y="1706"/>
                  </a:cubicBezTo>
                  <a:cubicBezTo>
                    <a:pt x="1211" y="1706"/>
                    <a:pt x="1173" y="1714"/>
                    <a:pt x="1142" y="1729"/>
                  </a:cubicBezTo>
                  <a:lnTo>
                    <a:pt x="895" y="1883"/>
                  </a:lnTo>
                  <a:lnTo>
                    <a:pt x="957" y="1575"/>
                  </a:lnTo>
                  <a:cubicBezTo>
                    <a:pt x="957" y="1482"/>
                    <a:pt x="926" y="1420"/>
                    <a:pt x="895" y="1389"/>
                  </a:cubicBezTo>
                  <a:lnTo>
                    <a:pt x="648" y="1143"/>
                  </a:lnTo>
                  <a:lnTo>
                    <a:pt x="957" y="1112"/>
                  </a:lnTo>
                  <a:cubicBezTo>
                    <a:pt x="1049" y="1081"/>
                    <a:pt x="1080" y="1050"/>
                    <a:pt x="1111" y="988"/>
                  </a:cubicBezTo>
                  <a:lnTo>
                    <a:pt x="1265" y="711"/>
                  </a:lnTo>
                  <a:close/>
                  <a:moveTo>
                    <a:pt x="1265" y="1"/>
                  </a:moveTo>
                  <a:cubicBezTo>
                    <a:pt x="1173" y="1"/>
                    <a:pt x="1080" y="62"/>
                    <a:pt x="1049" y="124"/>
                  </a:cubicBezTo>
                  <a:lnTo>
                    <a:pt x="772" y="711"/>
                  </a:lnTo>
                  <a:lnTo>
                    <a:pt x="185" y="803"/>
                  </a:lnTo>
                  <a:cubicBezTo>
                    <a:pt x="93" y="803"/>
                    <a:pt x="31" y="865"/>
                    <a:pt x="0" y="927"/>
                  </a:cubicBezTo>
                  <a:cubicBezTo>
                    <a:pt x="0" y="1019"/>
                    <a:pt x="0" y="1112"/>
                    <a:pt x="62" y="1143"/>
                  </a:cubicBezTo>
                  <a:lnTo>
                    <a:pt x="525" y="1605"/>
                  </a:lnTo>
                  <a:lnTo>
                    <a:pt x="401" y="2254"/>
                  </a:lnTo>
                  <a:cubicBezTo>
                    <a:pt x="401" y="2315"/>
                    <a:pt x="432" y="2408"/>
                    <a:pt x="494" y="2439"/>
                  </a:cubicBezTo>
                  <a:cubicBezTo>
                    <a:pt x="525" y="2470"/>
                    <a:pt x="563" y="2485"/>
                    <a:pt x="602" y="2485"/>
                  </a:cubicBezTo>
                  <a:cubicBezTo>
                    <a:pt x="640" y="2485"/>
                    <a:pt x="679" y="2470"/>
                    <a:pt x="710" y="2439"/>
                  </a:cubicBezTo>
                  <a:lnTo>
                    <a:pt x="1265" y="2161"/>
                  </a:lnTo>
                  <a:lnTo>
                    <a:pt x="1790" y="2470"/>
                  </a:lnTo>
                  <a:cubicBezTo>
                    <a:pt x="1826" y="2491"/>
                    <a:pt x="1864" y="2501"/>
                    <a:pt x="1900" y="2501"/>
                  </a:cubicBezTo>
                  <a:cubicBezTo>
                    <a:pt x="2019" y="2501"/>
                    <a:pt x="2122" y="2395"/>
                    <a:pt x="2099" y="2254"/>
                  </a:cubicBezTo>
                  <a:lnTo>
                    <a:pt x="2006" y="1605"/>
                  </a:lnTo>
                  <a:lnTo>
                    <a:pt x="2438" y="1143"/>
                  </a:lnTo>
                  <a:cubicBezTo>
                    <a:pt x="2500" y="1081"/>
                    <a:pt x="2500" y="1019"/>
                    <a:pt x="2500" y="927"/>
                  </a:cubicBezTo>
                  <a:cubicBezTo>
                    <a:pt x="2469" y="865"/>
                    <a:pt x="2407" y="803"/>
                    <a:pt x="2315" y="803"/>
                  </a:cubicBezTo>
                  <a:lnTo>
                    <a:pt x="1728" y="711"/>
                  </a:lnTo>
                  <a:lnTo>
                    <a:pt x="1451" y="124"/>
                  </a:lnTo>
                  <a:cubicBezTo>
                    <a:pt x="1420" y="62"/>
                    <a:pt x="1327" y="1"/>
                    <a:pt x="12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86"/>
            <p:cNvSpPr/>
            <p:nvPr/>
          </p:nvSpPr>
          <p:spPr>
            <a:xfrm>
              <a:off x="8022325" y="2763525"/>
              <a:ext cx="62525" cy="62725"/>
            </a:xfrm>
            <a:custGeom>
              <a:rect b="b" l="l" r="r" t="t"/>
              <a:pathLst>
                <a:path extrusionOk="0" h="2509" w="2501">
                  <a:moveTo>
                    <a:pt x="1266" y="734"/>
                  </a:moveTo>
                  <a:lnTo>
                    <a:pt x="1389" y="981"/>
                  </a:lnTo>
                  <a:cubicBezTo>
                    <a:pt x="1420" y="1042"/>
                    <a:pt x="1482" y="1104"/>
                    <a:pt x="1543" y="1104"/>
                  </a:cubicBezTo>
                  <a:lnTo>
                    <a:pt x="1852" y="1166"/>
                  </a:lnTo>
                  <a:lnTo>
                    <a:pt x="1605" y="1382"/>
                  </a:lnTo>
                  <a:cubicBezTo>
                    <a:pt x="1574" y="1444"/>
                    <a:pt x="1543" y="1505"/>
                    <a:pt x="1574" y="1567"/>
                  </a:cubicBezTo>
                  <a:lnTo>
                    <a:pt x="1605" y="1907"/>
                  </a:lnTo>
                  <a:lnTo>
                    <a:pt x="1358" y="1752"/>
                  </a:lnTo>
                  <a:cubicBezTo>
                    <a:pt x="1327" y="1737"/>
                    <a:pt x="1289" y="1729"/>
                    <a:pt x="1250" y="1729"/>
                  </a:cubicBezTo>
                  <a:cubicBezTo>
                    <a:pt x="1212" y="1729"/>
                    <a:pt x="1173" y="1737"/>
                    <a:pt x="1142" y="1752"/>
                  </a:cubicBezTo>
                  <a:lnTo>
                    <a:pt x="895" y="1907"/>
                  </a:lnTo>
                  <a:lnTo>
                    <a:pt x="957" y="1567"/>
                  </a:lnTo>
                  <a:cubicBezTo>
                    <a:pt x="957" y="1505"/>
                    <a:pt x="926" y="1444"/>
                    <a:pt x="895" y="1382"/>
                  </a:cubicBezTo>
                  <a:lnTo>
                    <a:pt x="648" y="1166"/>
                  </a:lnTo>
                  <a:lnTo>
                    <a:pt x="957" y="1104"/>
                  </a:lnTo>
                  <a:cubicBezTo>
                    <a:pt x="1050" y="1104"/>
                    <a:pt x="1111" y="1042"/>
                    <a:pt x="1142" y="981"/>
                  </a:cubicBezTo>
                  <a:lnTo>
                    <a:pt x="1266" y="734"/>
                  </a:lnTo>
                  <a:close/>
                  <a:moveTo>
                    <a:pt x="1250" y="1"/>
                  </a:moveTo>
                  <a:cubicBezTo>
                    <a:pt x="1173" y="1"/>
                    <a:pt x="1096" y="39"/>
                    <a:pt x="1050" y="117"/>
                  </a:cubicBezTo>
                  <a:lnTo>
                    <a:pt x="803" y="703"/>
                  </a:lnTo>
                  <a:lnTo>
                    <a:pt x="185" y="796"/>
                  </a:lnTo>
                  <a:cubicBezTo>
                    <a:pt x="93" y="826"/>
                    <a:pt x="31" y="857"/>
                    <a:pt x="31" y="950"/>
                  </a:cubicBezTo>
                  <a:cubicBezTo>
                    <a:pt x="0" y="1012"/>
                    <a:pt x="0" y="1104"/>
                    <a:pt x="62" y="1166"/>
                  </a:cubicBezTo>
                  <a:lnTo>
                    <a:pt x="494" y="1629"/>
                  </a:lnTo>
                  <a:lnTo>
                    <a:pt x="401" y="2246"/>
                  </a:lnTo>
                  <a:cubicBezTo>
                    <a:pt x="401" y="2339"/>
                    <a:pt x="432" y="2431"/>
                    <a:pt x="494" y="2462"/>
                  </a:cubicBezTo>
                  <a:cubicBezTo>
                    <a:pt x="525" y="2493"/>
                    <a:pt x="563" y="2508"/>
                    <a:pt x="602" y="2508"/>
                  </a:cubicBezTo>
                  <a:cubicBezTo>
                    <a:pt x="641" y="2508"/>
                    <a:pt x="679" y="2493"/>
                    <a:pt x="710" y="2462"/>
                  </a:cubicBezTo>
                  <a:lnTo>
                    <a:pt x="1266" y="2184"/>
                  </a:lnTo>
                  <a:lnTo>
                    <a:pt x="1790" y="2462"/>
                  </a:lnTo>
                  <a:cubicBezTo>
                    <a:pt x="1821" y="2493"/>
                    <a:pt x="1860" y="2508"/>
                    <a:pt x="1898" y="2508"/>
                  </a:cubicBezTo>
                  <a:cubicBezTo>
                    <a:pt x="1937" y="2508"/>
                    <a:pt x="1975" y="2493"/>
                    <a:pt x="2006" y="2462"/>
                  </a:cubicBezTo>
                  <a:cubicBezTo>
                    <a:pt x="2068" y="2431"/>
                    <a:pt x="2130" y="2339"/>
                    <a:pt x="2099" y="2246"/>
                  </a:cubicBezTo>
                  <a:lnTo>
                    <a:pt x="2006" y="1629"/>
                  </a:lnTo>
                  <a:lnTo>
                    <a:pt x="2438" y="1166"/>
                  </a:lnTo>
                  <a:cubicBezTo>
                    <a:pt x="2500" y="1104"/>
                    <a:pt x="2500" y="1012"/>
                    <a:pt x="2500" y="950"/>
                  </a:cubicBezTo>
                  <a:cubicBezTo>
                    <a:pt x="2469" y="857"/>
                    <a:pt x="2407" y="826"/>
                    <a:pt x="2315" y="796"/>
                  </a:cubicBezTo>
                  <a:lnTo>
                    <a:pt x="1729" y="703"/>
                  </a:lnTo>
                  <a:lnTo>
                    <a:pt x="1451" y="117"/>
                  </a:lnTo>
                  <a:cubicBezTo>
                    <a:pt x="1404" y="39"/>
                    <a:pt x="1327" y="1"/>
                    <a:pt x="1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37" name="Google Shape;12737;p86"/>
          <p:cNvSpPr/>
          <p:nvPr/>
        </p:nvSpPr>
        <p:spPr>
          <a:xfrm>
            <a:off x="5475906" y="2883243"/>
            <a:ext cx="378850" cy="361125"/>
          </a:xfrm>
          <a:custGeom>
            <a:rect b="b" l="l" r="r" t="t"/>
            <a:pathLst>
              <a:path extrusionOk="0" h="14445" w="15154">
                <a:moveTo>
                  <a:pt x="11666" y="1429"/>
                </a:moveTo>
                <a:cubicBezTo>
                  <a:pt x="12090" y="1429"/>
                  <a:pt x="12515" y="1591"/>
                  <a:pt x="12839" y="1915"/>
                </a:cubicBezTo>
                <a:cubicBezTo>
                  <a:pt x="13487" y="2563"/>
                  <a:pt x="13487" y="3643"/>
                  <a:pt x="12839" y="4291"/>
                </a:cubicBezTo>
                <a:lnTo>
                  <a:pt x="11111" y="5989"/>
                </a:lnTo>
                <a:cubicBezTo>
                  <a:pt x="10806" y="6315"/>
                  <a:pt x="10379" y="6473"/>
                  <a:pt x="9949" y="6473"/>
                </a:cubicBezTo>
                <a:cubicBezTo>
                  <a:pt x="9768" y="6473"/>
                  <a:pt x="9586" y="6445"/>
                  <a:pt x="9413" y="6390"/>
                </a:cubicBezTo>
                <a:lnTo>
                  <a:pt x="9629" y="6174"/>
                </a:lnTo>
                <a:cubicBezTo>
                  <a:pt x="10153" y="5650"/>
                  <a:pt x="9629" y="4905"/>
                  <a:pt x="9065" y="4905"/>
                </a:cubicBezTo>
                <a:cubicBezTo>
                  <a:pt x="8898" y="4905"/>
                  <a:pt x="8728" y="4970"/>
                  <a:pt x="8580" y="5125"/>
                </a:cubicBezTo>
                <a:lnTo>
                  <a:pt x="8364" y="5341"/>
                </a:lnTo>
                <a:cubicBezTo>
                  <a:pt x="8148" y="4724"/>
                  <a:pt x="8302" y="4075"/>
                  <a:pt x="8734" y="3643"/>
                </a:cubicBezTo>
                <a:lnTo>
                  <a:pt x="8765" y="3643"/>
                </a:lnTo>
                <a:lnTo>
                  <a:pt x="10493" y="1915"/>
                </a:lnTo>
                <a:cubicBezTo>
                  <a:pt x="10817" y="1591"/>
                  <a:pt x="11242" y="1429"/>
                  <a:pt x="11666" y="1429"/>
                </a:cubicBezTo>
                <a:close/>
                <a:moveTo>
                  <a:pt x="9076" y="5344"/>
                </a:moveTo>
                <a:cubicBezTo>
                  <a:pt x="9325" y="5344"/>
                  <a:pt x="9536" y="5657"/>
                  <a:pt x="9321" y="5896"/>
                </a:cubicBezTo>
                <a:lnTo>
                  <a:pt x="8888" y="6328"/>
                </a:lnTo>
                <a:lnTo>
                  <a:pt x="6234" y="8982"/>
                </a:lnTo>
                <a:cubicBezTo>
                  <a:pt x="6174" y="9043"/>
                  <a:pt x="6105" y="9068"/>
                  <a:pt x="6037" y="9068"/>
                </a:cubicBezTo>
                <a:cubicBezTo>
                  <a:pt x="5791" y="9068"/>
                  <a:pt x="5554" y="8737"/>
                  <a:pt x="5771" y="8520"/>
                </a:cubicBezTo>
                <a:lnTo>
                  <a:pt x="8858" y="5433"/>
                </a:lnTo>
                <a:cubicBezTo>
                  <a:pt x="8927" y="5371"/>
                  <a:pt x="9003" y="5344"/>
                  <a:pt x="9076" y="5344"/>
                </a:cubicBezTo>
                <a:close/>
                <a:moveTo>
                  <a:pt x="5174" y="6884"/>
                </a:moveTo>
                <a:cubicBezTo>
                  <a:pt x="5623" y="6884"/>
                  <a:pt x="6073" y="6995"/>
                  <a:pt x="6481" y="7223"/>
                </a:cubicBezTo>
                <a:lnTo>
                  <a:pt x="6018" y="7686"/>
                </a:lnTo>
                <a:cubicBezTo>
                  <a:pt x="5740" y="7558"/>
                  <a:pt x="5447" y="7496"/>
                  <a:pt x="5157" y="7496"/>
                </a:cubicBezTo>
                <a:cubicBezTo>
                  <a:pt x="4611" y="7496"/>
                  <a:pt x="4076" y="7715"/>
                  <a:pt x="3673" y="8118"/>
                </a:cubicBezTo>
                <a:lnTo>
                  <a:pt x="1945" y="9847"/>
                </a:lnTo>
                <a:cubicBezTo>
                  <a:pt x="540" y="11347"/>
                  <a:pt x="1891" y="13380"/>
                  <a:pt x="3488" y="13380"/>
                </a:cubicBezTo>
                <a:cubicBezTo>
                  <a:pt x="3961" y="13380"/>
                  <a:pt x="4456" y="13201"/>
                  <a:pt x="4907" y="12778"/>
                </a:cubicBezTo>
                <a:cubicBezTo>
                  <a:pt x="5049" y="12636"/>
                  <a:pt x="4919" y="12440"/>
                  <a:pt x="4767" y="12440"/>
                </a:cubicBezTo>
                <a:cubicBezTo>
                  <a:pt x="4721" y="12440"/>
                  <a:pt x="4673" y="12458"/>
                  <a:pt x="4630" y="12501"/>
                </a:cubicBezTo>
                <a:cubicBezTo>
                  <a:pt x="4306" y="12825"/>
                  <a:pt x="3873" y="12987"/>
                  <a:pt x="3441" y="12987"/>
                </a:cubicBezTo>
                <a:cubicBezTo>
                  <a:pt x="3009" y="12987"/>
                  <a:pt x="2577" y="12825"/>
                  <a:pt x="2253" y="12501"/>
                </a:cubicBezTo>
                <a:cubicBezTo>
                  <a:pt x="1605" y="11853"/>
                  <a:pt x="1605" y="10772"/>
                  <a:pt x="2253" y="10124"/>
                </a:cubicBezTo>
                <a:lnTo>
                  <a:pt x="3981" y="8427"/>
                </a:lnTo>
                <a:cubicBezTo>
                  <a:pt x="4284" y="8102"/>
                  <a:pt x="4708" y="7930"/>
                  <a:pt x="5137" y="7930"/>
                </a:cubicBezTo>
                <a:cubicBezTo>
                  <a:pt x="5320" y="7930"/>
                  <a:pt x="5503" y="7961"/>
                  <a:pt x="5679" y="8026"/>
                </a:cubicBezTo>
                <a:lnTo>
                  <a:pt x="5494" y="8242"/>
                </a:lnTo>
                <a:cubicBezTo>
                  <a:pt x="4970" y="8766"/>
                  <a:pt x="5475" y="9511"/>
                  <a:pt x="6046" y="9511"/>
                </a:cubicBezTo>
                <a:cubicBezTo>
                  <a:pt x="6214" y="9511"/>
                  <a:pt x="6388" y="9446"/>
                  <a:pt x="6543" y="9291"/>
                </a:cubicBezTo>
                <a:lnTo>
                  <a:pt x="6728" y="9075"/>
                </a:lnTo>
                <a:lnTo>
                  <a:pt x="6728" y="9075"/>
                </a:lnTo>
                <a:cubicBezTo>
                  <a:pt x="6944" y="9692"/>
                  <a:pt x="6790" y="10340"/>
                  <a:pt x="6327" y="10772"/>
                </a:cubicBezTo>
                <a:lnTo>
                  <a:pt x="5370" y="11760"/>
                </a:lnTo>
                <a:cubicBezTo>
                  <a:pt x="5201" y="11905"/>
                  <a:pt x="5354" y="12126"/>
                  <a:pt x="5517" y="12126"/>
                </a:cubicBezTo>
                <a:cubicBezTo>
                  <a:pt x="5562" y="12126"/>
                  <a:pt x="5608" y="12109"/>
                  <a:pt x="5648" y="12069"/>
                </a:cubicBezTo>
                <a:lnTo>
                  <a:pt x="6636" y="11081"/>
                </a:lnTo>
                <a:cubicBezTo>
                  <a:pt x="7253" y="10464"/>
                  <a:pt x="7407" y="9538"/>
                  <a:pt x="7068" y="8766"/>
                </a:cubicBezTo>
                <a:lnTo>
                  <a:pt x="7531" y="8304"/>
                </a:lnTo>
                <a:lnTo>
                  <a:pt x="7531" y="8304"/>
                </a:lnTo>
                <a:cubicBezTo>
                  <a:pt x="8117" y="9353"/>
                  <a:pt x="7932" y="10680"/>
                  <a:pt x="7068" y="11513"/>
                </a:cubicBezTo>
                <a:lnTo>
                  <a:pt x="5370" y="13211"/>
                </a:lnTo>
                <a:cubicBezTo>
                  <a:pt x="4830" y="13751"/>
                  <a:pt x="4136" y="14021"/>
                  <a:pt x="3441" y="14021"/>
                </a:cubicBezTo>
                <a:cubicBezTo>
                  <a:pt x="2747" y="14021"/>
                  <a:pt x="2053" y="13751"/>
                  <a:pt x="1513" y="13211"/>
                </a:cubicBezTo>
                <a:cubicBezTo>
                  <a:pt x="463" y="12161"/>
                  <a:pt x="463" y="10464"/>
                  <a:pt x="1513" y="9384"/>
                </a:cubicBezTo>
                <a:lnTo>
                  <a:pt x="3241" y="7686"/>
                </a:lnTo>
                <a:cubicBezTo>
                  <a:pt x="3769" y="7158"/>
                  <a:pt x="4469" y="6884"/>
                  <a:pt x="5174" y="6884"/>
                </a:cubicBezTo>
                <a:close/>
                <a:moveTo>
                  <a:pt x="12008" y="0"/>
                </a:moveTo>
                <a:cubicBezTo>
                  <a:pt x="11755" y="0"/>
                  <a:pt x="11706" y="404"/>
                  <a:pt x="11975" y="434"/>
                </a:cubicBezTo>
                <a:cubicBezTo>
                  <a:pt x="14228" y="711"/>
                  <a:pt x="15153" y="3427"/>
                  <a:pt x="13580" y="5032"/>
                </a:cubicBezTo>
                <a:lnTo>
                  <a:pt x="11851" y="6730"/>
                </a:lnTo>
                <a:cubicBezTo>
                  <a:pt x="11323" y="7257"/>
                  <a:pt x="10634" y="7532"/>
                  <a:pt x="9931" y="7532"/>
                </a:cubicBezTo>
                <a:cubicBezTo>
                  <a:pt x="9484" y="7532"/>
                  <a:pt x="9031" y="7421"/>
                  <a:pt x="8611" y="7192"/>
                </a:cubicBezTo>
                <a:lnTo>
                  <a:pt x="9074" y="6730"/>
                </a:lnTo>
                <a:cubicBezTo>
                  <a:pt x="9351" y="6853"/>
                  <a:pt x="9629" y="6915"/>
                  <a:pt x="9938" y="6915"/>
                </a:cubicBezTo>
                <a:cubicBezTo>
                  <a:pt x="10493" y="6915"/>
                  <a:pt x="11018" y="6699"/>
                  <a:pt x="11419" y="6297"/>
                </a:cubicBezTo>
                <a:lnTo>
                  <a:pt x="13147" y="4600"/>
                </a:lnTo>
                <a:cubicBezTo>
                  <a:pt x="14553" y="3076"/>
                  <a:pt x="13201" y="1037"/>
                  <a:pt x="11602" y="1037"/>
                </a:cubicBezTo>
                <a:cubicBezTo>
                  <a:pt x="11130" y="1037"/>
                  <a:pt x="10635" y="1215"/>
                  <a:pt x="10185" y="1637"/>
                </a:cubicBezTo>
                <a:lnTo>
                  <a:pt x="8456" y="3366"/>
                </a:lnTo>
                <a:cubicBezTo>
                  <a:pt x="7839" y="3952"/>
                  <a:pt x="7685" y="4847"/>
                  <a:pt x="7994" y="5649"/>
                </a:cubicBezTo>
                <a:lnTo>
                  <a:pt x="8024" y="5680"/>
                </a:lnTo>
                <a:lnTo>
                  <a:pt x="7561" y="6143"/>
                </a:lnTo>
                <a:cubicBezTo>
                  <a:pt x="6975" y="5094"/>
                  <a:pt x="7160" y="3767"/>
                  <a:pt x="8024" y="2934"/>
                </a:cubicBezTo>
                <a:lnTo>
                  <a:pt x="9753" y="1205"/>
                </a:lnTo>
                <a:cubicBezTo>
                  <a:pt x="10061" y="897"/>
                  <a:pt x="10432" y="650"/>
                  <a:pt x="10864" y="526"/>
                </a:cubicBezTo>
                <a:cubicBezTo>
                  <a:pt x="11092" y="441"/>
                  <a:pt x="11004" y="118"/>
                  <a:pt x="10794" y="118"/>
                </a:cubicBezTo>
                <a:cubicBezTo>
                  <a:pt x="10777" y="118"/>
                  <a:pt x="10759" y="120"/>
                  <a:pt x="10740" y="125"/>
                </a:cubicBezTo>
                <a:cubicBezTo>
                  <a:pt x="10246" y="249"/>
                  <a:pt x="9814" y="526"/>
                  <a:pt x="9444" y="897"/>
                </a:cubicBezTo>
                <a:lnTo>
                  <a:pt x="7716" y="2594"/>
                </a:lnTo>
                <a:cubicBezTo>
                  <a:pt x="6697" y="3613"/>
                  <a:pt x="6512" y="5217"/>
                  <a:pt x="7253" y="6452"/>
                </a:cubicBezTo>
                <a:lnTo>
                  <a:pt x="6790" y="6915"/>
                </a:lnTo>
                <a:cubicBezTo>
                  <a:pt x="6286" y="6612"/>
                  <a:pt x="5720" y="6464"/>
                  <a:pt x="5158" y="6464"/>
                </a:cubicBezTo>
                <a:cubicBezTo>
                  <a:pt x="4343" y="6464"/>
                  <a:pt x="3535" y="6775"/>
                  <a:pt x="2932" y="7378"/>
                </a:cubicBezTo>
                <a:lnTo>
                  <a:pt x="1235" y="9106"/>
                </a:lnTo>
                <a:cubicBezTo>
                  <a:pt x="0" y="10310"/>
                  <a:pt x="0" y="12316"/>
                  <a:pt x="1235" y="13519"/>
                </a:cubicBezTo>
                <a:cubicBezTo>
                  <a:pt x="1837" y="14136"/>
                  <a:pt x="2639" y="14445"/>
                  <a:pt x="3441" y="14445"/>
                </a:cubicBezTo>
                <a:cubicBezTo>
                  <a:pt x="4244" y="14445"/>
                  <a:pt x="5046" y="14136"/>
                  <a:pt x="5648" y="13519"/>
                </a:cubicBezTo>
                <a:lnTo>
                  <a:pt x="7407" y="11791"/>
                </a:lnTo>
                <a:cubicBezTo>
                  <a:pt x="8395" y="10772"/>
                  <a:pt x="8611" y="9198"/>
                  <a:pt x="7870" y="7964"/>
                </a:cubicBezTo>
                <a:lnTo>
                  <a:pt x="8333" y="7501"/>
                </a:lnTo>
                <a:cubicBezTo>
                  <a:pt x="8837" y="7804"/>
                  <a:pt x="9403" y="7952"/>
                  <a:pt x="9965" y="7952"/>
                </a:cubicBezTo>
                <a:cubicBezTo>
                  <a:pt x="10780" y="7952"/>
                  <a:pt x="11588" y="7641"/>
                  <a:pt x="12191" y="7038"/>
                </a:cubicBezTo>
                <a:lnTo>
                  <a:pt x="13919" y="5310"/>
                </a:lnTo>
                <a:cubicBezTo>
                  <a:pt x="15123" y="4106"/>
                  <a:pt x="15123" y="2100"/>
                  <a:pt x="13919" y="897"/>
                </a:cubicBezTo>
                <a:lnTo>
                  <a:pt x="13857" y="897"/>
                </a:lnTo>
                <a:cubicBezTo>
                  <a:pt x="13363" y="403"/>
                  <a:pt x="12746" y="94"/>
                  <a:pt x="12036" y="2"/>
                </a:cubicBezTo>
                <a:cubicBezTo>
                  <a:pt x="12027" y="1"/>
                  <a:pt x="12018" y="0"/>
                  <a:pt x="120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38" name="Google Shape;12738;p86"/>
          <p:cNvGrpSpPr/>
          <p:nvPr/>
        </p:nvGrpSpPr>
        <p:grpSpPr>
          <a:xfrm>
            <a:off x="7000113" y="2882093"/>
            <a:ext cx="361900" cy="363425"/>
            <a:chOff x="5505525" y="2463200"/>
            <a:chExt cx="361900" cy="363425"/>
          </a:xfrm>
        </p:grpSpPr>
        <p:sp>
          <p:nvSpPr>
            <p:cNvPr id="12739" name="Google Shape;12739;p86"/>
            <p:cNvSpPr/>
            <p:nvPr/>
          </p:nvSpPr>
          <p:spPr>
            <a:xfrm>
              <a:off x="5505525" y="2545775"/>
              <a:ext cx="361900" cy="280850"/>
            </a:xfrm>
            <a:custGeom>
              <a:rect b="b" l="l" r="r" t="t"/>
              <a:pathLst>
                <a:path extrusionOk="0" h="11234" w="14476">
                  <a:moveTo>
                    <a:pt x="5834" y="6018"/>
                  </a:moveTo>
                  <a:cubicBezTo>
                    <a:pt x="6019" y="6018"/>
                    <a:pt x="6173" y="6142"/>
                    <a:pt x="6173" y="6327"/>
                  </a:cubicBezTo>
                  <a:cubicBezTo>
                    <a:pt x="6173" y="6537"/>
                    <a:pt x="6002" y="6661"/>
                    <a:pt x="5835" y="6661"/>
                  </a:cubicBezTo>
                  <a:cubicBezTo>
                    <a:pt x="5755" y="6661"/>
                    <a:pt x="5677" y="6633"/>
                    <a:pt x="5618" y="6574"/>
                  </a:cubicBezTo>
                  <a:cubicBezTo>
                    <a:pt x="5402" y="6358"/>
                    <a:pt x="5556" y="6018"/>
                    <a:pt x="5834" y="6018"/>
                  </a:cubicBezTo>
                  <a:close/>
                  <a:moveTo>
                    <a:pt x="8519" y="6018"/>
                  </a:moveTo>
                  <a:cubicBezTo>
                    <a:pt x="8796" y="6018"/>
                    <a:pt x="8951" y="6358"/>
                    <a:pt x="8735" y="6574"/>
                  </a:cubicBezTo>
                  <a:cubicBezTo>
                    <a:pt x="8665" y="6633"/>
                    <a:pt x="8584" y="6661"/>
                    <a:pt x="8504" y="6661"/>
                  </a:cubicBezTo>
                  <a:cubicBezTo>
                    <a:pt x="8336" y="6661"/>
                    <a:pt x="8179" y="6537"/>
                    <a:pt x="8179" y="6327"/>
                  </a:cubicBezTo>
                  <a:cubicBezTo>
                    <a:pt x="8179" y="6142"/>
                    <a:pt x="8334" y="6018"/>
                    <a:pt x="8519" y="6018"/>
                  </a:cubicBezTo>
                  <a:close/>
                  <a:moveTo>
                    <a:pt x="4322" y="2562"/>
                  </a:moveTo>
                  <a:lnTo>
                    <a:pt x="4414" y="3086"/>
                  </a:lnTo>
                  <a:lnTo>
                    <a:pt x="1606" y="3086"/>
                  </a:lnTo>
                  <a:cubicBezTo>
                    <a:pt x="1592" y="3083"/>
                    <a:pt x="1580" y="3082"/>
                    <a:pt x="1567" y="3082"/>
                  </a:cubicBezTo>
                  <a:cubicBezTo>
                    <a:pt x="1463" y="3082"/>
                    <a:pt x="1390" y="3189"/>
                    <a:pt x="1390" y="3272"/>
                  </a:cubicBezTo>
                  <a:lnTo>
                    <a:pt x="1390" y="7561"/>
                  </a:lnTo>
                  <a:cubicBezTo>
                    <a:pt x="1390" y="7700"/>
                    <a:pt x="1498" y="7770"/>
                    <a:pt x="1606" y="7770"/>
                  </a:cubicBezTo>
                  <a:cubicBezTo>
                    <a:pt x="1714" y="7770"/>
                    <a:pt x="1822" y="7700"/>
                    <a:pt x="1822" y="7561"/>
                  </a:cubicBezTo>
                  <a:lnTo>
                    <a:pt x="1822" y="3488"/>
                  </a:lnTo>
                  <a:lnTo>
                    <a:pt x="4538" y="3488"/>
                  </a:lnTo>
                  <a:lnTo>
                    <a:pt x="4723" y="4383"/>
                  </a:lnTo>
                  <a:cubicBezTo>
                    <a:pt x="4784" y="4629"/>
                    <a:pt x="5000" y="4815"/>
                    <a:pt x="5278" y="4845"/>
                  </a:cubicBezTo>
                  <a:lnTo>
                    <a:pt x="9229" y="4845"/>
                  </a:lnTo>
                  <a:lnTo>
                    <a:pt x="9198" y="5000"/>
                  </a:lnTo>
                  <a:cubicBezTo>
                    <a:pt x="9136" y="5339"/>
                    <a:pt x="8858" y="5586"/>
                    <a:pt x="8488" y="5617"/>
                  </a:cubicBezTo>
                  <a:lnTo>
                    <a:pt x="5247" y="5617"/>
                  </a:lnTo>
                  <a:cubicBezTo>
                    <a:pt x="5031" y="5617"/>
                    <a:pt x="4970" y="5926"/>
                    <a:pt x="5186" y="6018"/>
                  </a:cubicBezTo>
                  <a:cubicBezTo>
                    <a:pt x="5124" y="6111"/>
                    <a:pt x="5093" y="6234"/>
                    <a:pt x="5093" y="6358"/>
                  </a:cubicBezTo>
                  <a:cubicBezTo>
                    <a:pt x="5093" y="6714"/>
                    <a:pt x="5382" y="6865"/>
                    <a:pt x="5704" y="6865"/>
                  </a:cubicBezTo>
                  <a:cubicBezTo>
                    <a:pt x="6191" y="6865"/>
                    <a:pt x="6754" y="6520"/>
                    <a:pt x="6513" y="6018"/>
                  </a:cubicBezTo>
                  <a:lnTo>
                    <a:pt x="7840" y="6018"/>
                  </a:lnTo>
                  <a:cubicBezTo>
                    <a:pt x="7581" y="6536"/>
                    <a:pt x="7939" y="7108"/>
                    <a:pt x="8489" y="7108"/>
                  </a:cubicBezTo>
                  <a:cubicBezTo>
                    <a:pt x="8529" y="7108"/>
                    <a:pt x="8570" y="7105"/>
                    <a:pt x="8611" y="7098"/>
                  </a:cubicBezTo>
                  <a:cubicBezTo>
                    <a:pt x="9198" y="7037"/>
                    <a:pt x="9475" y="6327"/>
                    <a:pt x="9074" y="5864"/>
                  </a:cubicBezTo>
                  <a:cubicBezTo>
                    <a:pt x="9352" y="5710"/>
                    <a:pt x="9568" y="5401"/>
                    <a:pt x="9630" y="5092"/>
                  </a:cubicBezTo>
                  <a:lnTo>
                    <a:pt x="9938" y="3488"/>
                  </a:lnTo>
                  <a:lnTo>
                    <a:pt x="12654" y="3488"/>
                  </a:lnTo>
                  <a:lnTo>
                    <a:pt x="12654" y="9444"/>
                  </a:lnTo>
                  <a:lnTo>
                    <a:pt x="1822" y="9413"/>
                  </a:lnTo>
                  <a:lnTo>
                    <a:pt x="1822" y="8611"/>
                  </a:lnTo>
                  <a:cubicBezTo>
                    <a:pt x="1822" y="8472"/>
                    <a:pt x="1714" y="8402"/>
                    <a:pt x="1606" y="8402"/>
                  </a:cubicBezTo>
                  <a:cubicBezTo>
                    <a:pt x="1498" y="8402"/>
                    <a:pt x="1390" y="8472"/>
                    <a:pt x="1390" y="8611"/>
                  </a:cubicBezTo>
                  <a:lnTo>
                    <a:pt x="1390" y="9444"/>
                  </a:lnTo>
                  <a:lnTo>
                    <a:pt x="988" y="9444"/>
                  </a:lnTo>
                  <a:lnTo>
                    <a:pt x="988" y="3302"/>
                  </a:lnTo>
                  <a:cubicBezTo>
                    <a:pt x="988" y="2901"/>
                    <a:pt x="1297" y="2562"/>
                    <a:pt x="1698" y="2562"/>
                  </a:cubicBezTo>
                  <a:close/>
                  <a:moveTo>
                    <a:pt x="12809" y="2531"/>
                  </a:moveTo>
                  <a:cubicBezTo>
                    <a:pt x="13210" y="2531"/>
                    <a:pt x="13518" y="2870"/>
                    <a:pt x="13518" y="3302"/>
                  </a:cubicBezTo>
                  <a:lnTo>
                    <a:pt x="13518" y="9475"/>
                  </a:lnTo>
                  <a:lnTo>
                    <a:pt x="13086" y="9413"/>
                  </a:lnTo>
                  <a:lnTo>
                    <a:pt x="13086" y="3241"/>
                  </a:lnTo>
                  <a:cubicBezTo>
                    <a:pt x="13086" y="3117"/>
                    <a:pt x="12994" y="3025"/>
                    <a:pt x="12870" y="3025"/>
                  </a:cubicBezTo>
                  <a:lnTo>
                    <a:pt x="10000" y="3025"/>
                  </a:lnTo>
                  <a:lnTo>
                    <a:pt x="10093" y="2531"/>
                  </a:lnTo>
                  <a:close/>
                  <a:moveTo>
                    <a:pt x="7963" y="9845"/>
                  </a:moveTo>
                  <a:cubicBezTo>
                    <a:pt x="7963" y="9999"/>
                    <a:pt x="7840" y="10123"/>
                    <a:pt x="7685" y="10123"/>
                  </a:cubicBezTo>
                  <a:lnTo>
                    <a:pt x="6790" y="10123"/>
                  </a:lnTo>
                  <a:cubicBezTo>
                    <a:pt x="6636" y="10123"/>
                    <a:pt x="6544" y="9999"/>
                    <a:pt x="6544" y="9845"/>
                  </a:cubicBezTo>
                  <a:close/>
                  <a:moveTo>
                    <a:pt x="10741" y="0"/>
                  </a:moveTo>
                  <a:cubicBezTo>
                    <a:pt x="10401" y="31"/>
                    <a:pt x="10093" y="278"/>
                    <a:pt x="10000" y="617"/>
                  </a:cubicBezTo>
                  <a:lnTo>
                    <a:pt x="9877" y="1389"/>
                  </a:lnTo>
                  <a:lnTo>
                    <a:pt x="7932" y="1389"/>
                  </a:lnTo>
                  <a:cubicBezTo>
                    <a:pt x="7655" y="1389"/>
                    <a:pt x="7655" y="1821"/>
                    <a:pt x="7932" y="1821"/>
                  </a:cubicBezTo>
                  <a:lnTo>
                    <a:pt x="9784" y="1821"/>
                  </a:lnTo>
                  <a:lnTo>
                    <a:pt x="9290" y="4413"/>
                  </a:lnTo>
                  <a:lnTo>
                    <a:pt x="5278" y="4413"/>
                  </a:lnTo>
                  <a:cubicBezTo>
                    <a:pt x="5186" y="4413"/>
                    <a:pt x="5124" y="4352"/>
                    <a:pt x="5124" y="4290"/>
                  </a:cubicBezTo>
                  <a:lnTo>
                    <a:pt x="4661" y="2006"/>
                  </a:lnTo>
                  <a:cubicBezTo>
                    <a:pt x="4630" y="1914"/>
                    <a:pt x="4692" y="1821"/>
                    <a:pt x="4815" y="1821"/>
                  </a:cubicBezTo>
                  <a:lnTo>
                    <a:pt x="6605" y="1821"/>
                  </a:lnTo>
                  <a:cubicBezTo>
                    <a:pt x="6914" y="1821"/>
                    <a:pt x="6914" y="1389"/>
                    <a:pt x="6605" y="1389"/>
                  </a:cubicBezTo>
                  <a:lnTo>
                    <a:pt x="4815" y="1389"/>
                  </a:lnTo>
                  <a:cubicBezTo>
                    <a:pt x="4445" y="1389"/>
                    <a:pt x="4167" y="1728"/>
                    <a:pt x="4229" y="2099"/>
                  </a:cubicBezTo>
                  <a:lnTo>
                    <a:pt x="4229" y="2130"/>
                  </a:lnTo>
                  <a:lnTo>
                    <a:pt x="1698" y="2130"/>
                  </a:lnTo>
                  <a:cubicBezTo>
                    <a:pt x="1050" y="2130"/>
                    <a:pt x="556" y="2654"/>
                    <a:pt x="556" y="3302"/>
                  </a:cubicBezTo>
                  <a:lnTo>
                    <a:pt x="556" y="9475"/>
                  </a:lnTo>
                  <a:lnTo>
                    <a:pt x="217" y="9475"/>
                  </a:lnTo>
                  <a:cubicBezTo>
                    <a:pt x="93" y="9475"/>
                    <a:pt x="1" y="9567"/>
                    <a:pt x="1" y="9660"/>
                  </a:cubicBezTo>
                  <a:lnTo>
                    <a:pt x="1" y="10185"/>
                  </a:lnTo>
                  <a:cubicBezTo>
                    <a:pt x="1" y="10771"/>
                    <a:pt x="464" y="11234"/>
                    <a:pt x="1050" y="11234"/>
                  </a:cubicBezTo>
                  <a:lnTo>
                    <a:pt x="11543" y="11234"/>
                  </a:lnTo>
                  <a:cubicBezTo>
                    <a:pt x="11852" y="11234"/>
                    <a:pt x="11852" y="10833"/>
                    <a:pt x="11543" y="10833"/>
                  </a:cubicBezTo>
                  <a:lnTo>
                    <a:pt x="1050" y="10833"/>
                  </a:lnTo>
                  <a:cubicBezTo>
                    <a:pt x="711" y="10802"/>
                    <a:pt x="433" y="10524"/>
                    <a:pt x="433" y="10185"/>
                  </a:cubicBezTo>
                  <a:lnTo>
                    <a:pt x="433" y="9845"/>
                  </a:lnTo>
                  <a:lnTo>
                    <a:pt x="6111" y="9845"/>
                  </a:lnTo>
                  <a:cubicBezTo>
                    <a:pt x="6111" y="10215"/>
                    <a:pt x="6420" y="10524"/>
                    <a:pt x="6790" y="10524"/>
                  </a:cubicBezTo>
                  <a:lnTo>
                    <a:pt x="7685" y="10524"/>
                  </a:lnTo>
                  <a:cubicBezTo>
                    <a:pt x="7703" y="10525"/>
                    <a:pt x="7720" y="10526"/>
                    <a:pt x="7736" y="10526"/>
                  </a:cubicBezTo>
                  <a:cubicBezTo>
                    <a:pt x="8084" y="10526"/>
                    <a:pt x="8364" y="10228"/>
                    <a:pt x="8364" y="9845"/>
                  </a:cubicBezTo>
                  <a:lnTo>
                    <a:pt x="14074" y="9845"/>
                  </a:lnTo>
                  <a:lnTo>
                    <a:pt x="14074" y="10154"/>
                  </a:lnTo>
                  <a:cubicBezTo>
                    <a:pt x="14074" y="10493"/>
                    <a:pt x="13765" y="10802"/>
                    <a:pt x="13426" y="10802"/>
                  </a:cubicBezTo>
                  <a:lnTo>
                    <a:pt x="12685" y="10802"/>
                  </a:lnTo>
                  <a:cubicBezTo>
                    <a:pt x="12407" y="10802"/>
                    <a:pt x="12407" y="11203"/>
                    <a:pt x="12685" y="11203"/>
                  </a:cubicBezTo>
                  <a:lnTo>
                    <a:pt x="13426" y="11203"/>
                  </a:lnTo>
                  <a:cubicBezTo>
                    <a:pt x="14012" y="11203"/>
                    <a:pt x="14475" y="10740"/>
                    <a:pt x="14475" y="10154"/>
                  </a:cubicBezTo>
                  <a:lnTo>
                    <a:pt x="14475" y="9660"/>
                  </a:lnTo>
                  <a:cubicBezTo>
                    <a:pt x="14475" y="9536"/>
                    <a:pt x="14382" y="9444"/>
                    <a:pt x="14259" y="9444"/>
                  </a:cubicBezTo>
                  <a:lnTo>
                    <a:pt x="13920" y="9444"/>
                  </a:lnTo>
                  <a:lnTo>
                    <a:pt x="13920" y="3302"/>
                  </a:lnTo>
                  <a:cubicBezTo>
                    <a:pt x="13920" y="2654"/>
                    <a:pt x="13426" y="2130"/>
                    <a:pt x="12778" y="2130"/>
                  </a:cubicBezTo>
                  <a:lnTo>
                    <a:pt x="10154" y="2130"/>
                  </a:lnTo>
                  <a:cubicBezTo>
                    <a:pt x="10247" y="1667"/>
                    <a:pt x="10340" y="1173"/>
                    <a:pt x="10432" y="710"/>
                  </a:cubicBezTo>
                  <a:cubicBezTo>
                    <a:pt x="10463" y="556"/>
                    <a:pt x="10586" y="432"/>
                    <a:pt x="10741" y="432"/>
                  </a:cubicBezTo>
                  <a:lnTo>
                    <a:pt x="11049" y="432"/>
                  </a:lnTo>
                  <a:cubicBezTo>
                    <a:pt x="11327" y="432"/>
                    <a:pt x="11327" y="0"/>
                    <a:pt x="11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86"/>
            <p:cNvSpPr/>
            <p:nvPr/>
          </p:nvSpPr>
          <p:spPr>
            <a:xfrm>
              <a:off x="5642100" y="2463200"/>
              <a:ext cx="89525" cy="109025"/>
            </a:xfrm>
            <a:custGeom>
              <a:rect b="b" l="l" r="r" t="t"/>
              <a:pathLst>
                <a:path extrusionOk="0" h="4361" w="3581">
                  <a:moveTo>
                    <a:pt x="1790" y="472"/>
                  </a:moveTo>
                  <a:cubicBezTo>
                    <a:pt x="1898" y="472"/>
                    <a:pt x="2006" y="541"/>
                    <a:pt x="2006" y="680"/>
                  </a:cubicBezTo>
                  <a:lnTo>
                    <a:pt x="2006" y="2717"/>
                  </a:lnTo>
                  <a:cubicBezTo>
                    <a:pt x="2006" y="2844"/>
                    <a:pt x="2108" y="2927"/>
                    <a:pt x="2212" y="2927"/>
                  </a:cubicBezTo>
                  <a:cubicBezTo>
                    <a:pt x="2259" y="2927"/>
                    <a:pt x="2307" y="2910"/>
                    <a:pt x="2346" y="2871"/>
                  </a:cubicBezTo>
                  <a:lnTo>
                    <a:pt x="2747" y="2470"/>
                  </a:lnTo>
                  <a:cubicBezTo>
                    <a:pt x="2793" y="2409"/>
                    <a:pt x="2848" y="2384"/>
                    <a:pt x="2902" y="2384"/>
                  </a:cubicBezTo>
                  <a:cubicBezTo>
                    <a:pt x="3066" y="2384"/>
                    <a:pt x="3218" y="2616"/>
                    <a:pt x="3056" y="2779"/>
                  </a:cubicBezTo>
                  <a:cubicBezTo>
                    <a:pt x="2840" y="2964"/>
                    <a:pt x="1945" y="3890"/>
                    <a:pt x="1945" y="3890"/>
                  </a:cubicBezTo>
                  <a:cubicBezTo>
                    <a:pt x="1898" y="3920"/>
                    <a:pt x="1844" y="3936"/>
                    <a:pt x="1790" y="3936"/>
                  </a:cubicBezTo>
                  <a:cubicBezTo>
                    <a:pt x="1736" y="3936"/>
                    <a:pt x="1682" y="3920"/>
                    <a:pt x="1636" y="3890"/>
                  </a:cubicBezTo>
                  <a:lnTo>
                    <a:pt x="525" y="2779"/>
                  </a:lnTo>
                  <a:cubicBezTo>
                    <a:pt x="380" y="2634"/>
                    <a:pt x="538" y="2413"/>
                    <a:pt x="702" y="2413"/>
                  </a:cubicBezTo>
                  <a:cubicBezTo>
                    <a:pt x="748" y="2413"/>
                    <a:pt x="793" y="2430"/>
                    <a:pt x="834" y="2470"/>
                  </a:cubicBezTo>
                  <a:lnTo>
                    <a:pt x="1204" y="2871"/>
                  </a:lnTo>
                  <a:cubicBezTo>
                    <a:pt x="1243" y="2910"/>
                    <a:pt x="1294" y="2927"/>
                    <a:pt x="1345" y="2927"/>
                  </a:cubicBezTo>
                  <a:cubicBezTo>
                    <a:pt x="1458" y="2927"/>
                    <a:pt x="1574" y="2844"/>
                    <a:pt x="1574" y="2717"/>
                  </a:cubicBezTo>
                  <a:lnTo>
                    <a:pt x="1574" y="680"/>
                  </a:lnTo>
                  <a:cubicBezTo>
                    <a:pt x="1574" y="541"/>
                    <a:pt x="1682" y="472"/>
                    <a:pt x="1790" y="472"/>
                  </a:cubicBezTo>
                  <a:close/>
                  <a:moveTo>
                    <a:pt x="1775" y="1"/>
                  </a:moveTo>
                  <a:cubicBezTo>
                    <a:pt x="1459" y="1"/>
                    <a:pt x="1142" y="217"/>
                    <a:pt x="1142" y="649"/>
                  </a:cubicBezTo>
                  <a:lnTo>
                    <a:pt x="1142" y="2192"/>
                  </a:lnTo>
                  <a:lnTo>
                    <a:pt x="1111" y="2161"/>
                  </a:lnTo>
                  <a:cubicBezTo>
                    <a:pt x="983" y="2033"/>
                    <a:pt x="811" y="1968"/>
                    <a:pt x="633" y="1968"/>
                  </a:cubicBezTo>
                  <a:cubicBezTo>
                    <a:pt x="597" y="1968"/>
                    <a:pt x="561" y="1971"/>
                    <a:pt x="525" y="1976"/>
                  </a:cubicBezTo>
                  <a:cubicBezTo>
                    <a:pt x="309" y="2038"/>
                    <a:pt x="124" y="2223"/>
                    <a:pt x="62" y="2470"/>
                  </a:cubicBezTo>
                  <a:cubicBezTo>
                    <a:pt x="0" y="2686"/>
                    <a:pt x="62" y="2902"/>
                    <a:pt x="216" y="3056"/>
                  </a:cubicBezTo>
                  <a:lnTo>
                    <a:pt x="1327" y="4198"/>
                  </a:lnTo>
                  <a:cubicBezTo>
                    <a:pt x="1451" y="4306"/>
                    <a:pt x="1613" y="4360"/>
                    <a:pt x="1775" y="4360"/>
                  </a:cubicBezTo>
                  <a:cubicBezTo>
                    <a:pt x="1937" y="4360"/>
                    <a:pt x="2099" y="4306"/>
                    <a:pt x="2222" y="4198"/>
                  </a:cubicBezTo>
                  <a:lnTo>
                    <a:pt x="3333" y="3087"/>
                  </a:lnTo>
                  <a:cubicBezTo>
                    <a:pt x="3580" y="2809"/>
                    <a:pt x="3580" y="2439"/>
                    <a:pt x="3333" y="2192"/>
                  </a:cubicBezTo>
                  <a:cubicBezTo>
                    <a:pt x="3210" y="2069"/>
                    <a:pt x="3056" y="2007"/>
                    <a:pt x="2871" y="2007"/>
                  </a:cubicBezTo>
                  <a:cubicBezTo>
                    <a:pt x="2716" y="2007"/>
                    <a:pt x="2562" y="2069"/>
                    <a:pt x="2438" y="2192"/>
                  </a:cubicBezTo>
                  <a:lnTo>
                    <a:pt x="2408" y="2192"/>
                  </a:lnTo>
                  <a:lnTo>
                    <a:pt x="2408" y="649"/>
                  </a:lnTo>
                  <a:cubicBezTo>
                    <a:pt x="2408" y="217"/>
                    <a:pt x="2091"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86"/>
            <p:cNvSpPr/>
            <p:nvPr/>
          </p:nvSpPr>
          <p:spPr>
            <a:xfrm>
              <a:off x="5573425" y="2744825"/>
              <a:ext cx="226100" cy="10050"/>
            </a:xfrm>
            <a:custGeom>
              <a:rect b="b" l="l" r="r" t="t"/>
              <a:pathLst>
                <a:path extrusionOk="0" h="402" w="9044">
                  <a:moveTo>
                    <a:pt x="309" y="1"/>
                  </a:moveTo>
                  <a:cubicBezTo>
                    <a:pt x="1" y="1"/>
                    <a:pt x="1" y="402"/>
                    <a:pt x="309" y="402"/>
                  </a:cubicBezTo>
                  <a:lnTo>
                    <a:pt x="8765" y="402"/>
                  </a:lnTo>
                  <a:cubicBezTo>
                    <a:pt x="9043" y="402"/>
                    <a:pt x="9043" y="1"/>
                    <a:pt x="87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2" name="Google Shape;12742;p86"/>
          <p:cNvGrpSpPr/>
          <p:nvPr/>
        </p:nvGrpSpPr>
        <p:grpSpPr>
          <a:xfrm>
            <a:off x="7752657" y="2882480"/>
            <a:ext cx="299400" cy="362650"/>
            <a:chOff x="6260100" y="4141325"/>
            <a:chExt cx="299400" cy="362650"/>
          </a:xfrm>
        </p:grpSpPr>
        <p:sp>
          <p:nvSpPr>
            <p:cNvPr id="12743" name="Google Shape;12743;p86"/>
            <p:cNvSpPr/>
            <p:nvPr/>
          </p:nvSpPr>
          <p:spPr>
            <a:xfrm>
              <a:off x="6260100" y="4141325"/>
              <a:ext cx="299400" cy="362650"/>
            </a:xfrm>
            <a:custGeom>
              <a:rect b="b" l="l" r="r" t="t"/>
              <a:pathLst>
                <a:path extrusionOk="0" h="14506" w="11976">
                  <a:moveTo>
                    <a:pt x="8796" y="10956"/>
                  </a:moveTo>
                  <a:lnTo>
                    <a:pt x="8796" y="11419"/>
                  </a:lnTo>
                  <a:lnTo>
                    <a:pt x="4908" y="11419"/>
                  </a:lnTo>
                  <a:lnTo>
                    <a:pt x="4908" y="10956"/>
                  </a:lnTo>
                  <a:close/>
                  <a:moveTo>
                    <a:pt x="8796" y="11851"/>
                  </a:moveTo>
                  <a:lnTo>
                    <a:pt x="8796" y="12222"/>
                  </a:lnTo>
                  <a:lnTo>
                    <a:pt x="4908" y="12222"/>
                  </a:lnTo>
                  <a:lnTo>
                    <a:pt x="4908" y="11851"/>
                  </a:lnTo>
                  <a:close/>
                  <a:moveTo>
                    <a:pt x="8796" y="12654"/>
                  </a:moveTo>
                  <a:lnTo>
                    <a:pt x="8796" y="12931"/>
                  </a:lnTo>
                  <a:cubicBezTo>
                    <a:pt x="8796" y="13055"/>
                    <a:pt x="8673" y="13148"/>
                    <a:pt x="8580" y="13148"/>
                  </a:cubicBezTo>
                  <a:lnTo>
                    <a:pt x="6451" y="13148"/>
                  </a:lnTo>
                  <a:cubicBezTo>
                    <a:pt x="6204" y="13178"/>
                    <a:pt x="6204" y="13549"/>
                    <a:pt x="6451" y="13580"/>
                  </a:cubicBezTo>
                  <a:lnTo>
                    <a:pt x="8333" y="13580"/>
                  </a:lnTo>
                  <a:cubicBezTo>
                    <a:pt x="8241" y="13857"/>
                    <a:pt x="7994" y="14043"/>
                    <a:pt x="7685" y="14043"/>
                  </a:cubicBezTo>
                  <a:lnTo>
                    <a:pt x="6019" y="14043"/>
                  </a:lnTo>
                  <a:cubicBezTo>
                    <a:pt x="5710" y="14043"/>
                    <a:pt x="5463" y="13857"/>
                    <a:pt x="5371" y="13580"/>
                  </a:cubicBezTo>
                  <a:cubicBezTo>
                    <a:pt x="5618" y="13549"/>
                    <a:pt x="5618" y="13178"/>
                    <a:pt x="5371" y="13148"/>
                  </a:cubicBezTo>
                  <a:lnTo>
                    <a:pt x="5093" y="13148"/>
                  </a:lnTo>
                  <a:cubicBezTo>
                    <a:pt x="4970" y="13148"/>
                    <a:pt x="4877" y="13055"/>
                    <a:pt x="4877" y="12931"/>
                  </a:cubicBezTo>
                  <a:lnTo>
                    <a:pt x="4877" y="12654"/>
                  </a:lnTo>
                  <a:close/>
                  <a:moveTo>
                    <a:pt x="6852" y="0"/>
                  </a:moveTo>
                  <a:cubicBezTo>
                    <a:pt x="2315" y="0"/>
                    <a:pt x="1" y="5401"/>
                    <a:pt x="3118" y="8673"/>
                  </a:cubicBezTo>
                  <a:cubicBezTo>
                    <a:pt x="3396" y="8950"/>
                    <a:pt x="3550" y="9352"/>
                    <a:pt x="3550" y="9753"/>
                  </a:cubicBezTo>
                  <a:lnTo>
                    <a:pt x="3550" y="9784"/>
                  </a:lnTo>
                  <a:cubicBezTo>
                    <a:pt x="3519" y="10339"/>
                    <a:pt x="3920" y="10802"/>
                    <a:pt x="4476" y="10925"/>
                  </a:cubicBezTo>
                  <a:lnTo>
                    <a:pt x="4476" y="11450"/>
                  </a:lnTo>
                  <a:cubicBezTo>
                    <a:pt x="4468" y="11449"/>
                    <a:pt x="4461" y="11449"/>
                    <a:pt x="4454" y="11449"/>
                  </a:cubicBezTo>
                  <a:cubicBezTo>
                    <a:pt x="4236" y="11449"/>
                    <a:pt x="4236" y="11884"/>
                    <a:pt x="4454" y="11884"/>
                  </a:cubicBezTo>
                  <a:cubicBezTo>
                    <a:pt x="4461" y="11884"/>
                    <a:pt x="4468" y="11883"/>
                    <a:pt x="4476" y="11882"/>
                  </a:cubicBezTo>
                  <a:lnTo>
                    <a:pt x="4476" y="12253"/>
                  </a:lnTo>
                  <a:cubicBezTo>
                    <a:pt x="4468" y="12252"/>
                    <a:pt x="4461" y="12251"/>
                    <a:pt x="4454" y="12251"/>
                  </a:cubicBezTo>
                  <a:cubicBezTo>
                    <a:pt x="4236" y="12251"/>
                    <a:pt x="4236" y="12686"/>
                    <a:pt x="4454" y="12686"/>
                  </a:cubicBezTo>
                  <a:cubicBezTo>
                    <a:pt x="4461" y="12686"/>
                    <a:pt x="4468" y="12686"/>
                    <a:pt x="4476" y="12685"/>
                  </a:cubicBezTo>
                  <a:lnTo>
                    <a:pt x="4476" y="12962"/>
                  </a:lnTo>
                  <a:cubicBezTo>
                    <a:pt x="4476" y="13240"/>
                    <a:pt x="4661" y="13487"/>
                    <a:pt x="4939" y="13580"/>
                  </a:cubicBezTo>
                  <a:cubicBezTo>
                    <a:pt x="5031" y="14104"/>
                    <a:pt x="5463" y="14505"/>
                    <a:pt x="6019" y="14505"/>
                  </a:cubicBezTo>
                  <a:lnTo>
                    <a:pt x="7685" y="14505"/>
                  </a:lnTo>
                  <a:cubicBezTo>
                    <a:pt x="8210" y="14505"/>
                    <a:pt x="8673" y="14104"/>
                    <a:pt x="8735" y="13580"/>
                  </a:cubicBezTo>
                  <a:cubicBezTo>
                    <a:pt x="9012" y="13487"/>
                    <a:pt x="9198" y="13240"/>
                    <a:pt x="9198" y="12962"/>
                  </a:cubicBezTo>
                  <a:lnTo>
                    <a:pt x="9198" y="12685"/>
                  </a:lnTo>
                  <a:lnTo>
                    <a:pt x="9228" y="12685"/>
                  </a:lnTo>
                  <a:cubicBezTo>
                    <a:pt x="9475" y="12654"/>
                    <a:pt x="9475" y="12283"/>
                    <a:pt x="9228" y="12253"/>
                  </a:cubicBezTo>
                  <a:lnTo>
                    <a:pt x="9198" y="12253"/>
                  </a:lnTo>
                  <a:lnTo>
                    <a:pt x="9198" y="11882"/>
                  </a:lnTo>
                  <a:lnTo>
                    <a:pt x="9228" y="11882"/>
                  </a:lnTo>
                  <a:cubicBezTo>
                    <a:pt x="9475" y="11820"/>
                    <a:pt x="9475" y="11481"/>
                    <a:pt x="9228" y="11450"/>
                  </a:cubicBezTo>
                  <a:lnTo>
                    <a:pt x="9198" y="11450"/>
                  </a:lnTo>
                  <a:lnTo>
                    <a:pt x="9198" y="10925"/>
                  </a:lnTo>
                  <a:cubicBezTo>
                    <a:pt x="9753" y="10833"/>
                    <a:pt x="10154" y="10339"/>
                    <a:pt x="10154" y="9784"/>
                  </a:cubicBezTo>
                  <a:lnTo>
                    <a:pt x="10154" y="9753"/>
                  </a:lnTo>
                  <a:cubicBezTo>
                    <a:pt x="10154" y="9352"/>
                    <a:pt x="10309" y="8950"/>
                    <a:pt x="10586" y="8673"/>
                  </a:cubicBezTo>
                  <a:cubicBezTo>
                    <a:pt x="11481" y="7716"/>
                    <a:pt x="11975" y="6450"/>
                    <a:pt x="11975" y="5123"/>
                  </a:cubicBezTo>
                  <a:cubicBezTo>
                    <a:pt x="11975" y="3920"/>
                    <a:pt x="11543" y="2747"/>
                    <a:pt x="10772" y="1821"/>
                  </a:cubicBezTo>
                  <a:cubicBezTo>
                    <a:pt x="10726" y="1775"/>
                    <a:pt x="10673" y="1756"/>
                    <a:pt x="10621" y="1756"/>
                  </a:cubicBezTo>
                  <a:cubicBezTo>
                    <a:pt x="10462" y="1756"/>
                    <a:pt x="10316" y="1936"/>
                    <a:pt x="10432" y="2099"/>
                  </a:cubicBezTo>
                  <a:cubicBezTo>
                    <a:pt x="11975" y="3920"/>
                    <a:pt x="11913" y="6636"/>
                    <a:pt x="10247" y="8364"/>
                  </a:cubicBezTo>
                  <a:cubicBezTo>
                    <a:pt x="9877" y="8734"/>
                    <a:pt x="9691" y="9228"/>
                    <a:pt x="9691" y="9753"/>
                  </a:cubicBezTo>
                  <a:cubicBezTo>
                    <a:pt x="9691" y="10154"/>
                    <a:pt x="9383" y="10493"/>
                    <a:pt x="8951" y="10493"/>
                  </a:cubicBezTo>
                  <a:lnTo>
                    <a:pt x="4723" y="10493"/>
                  </a:lnTo>
                  <a:cubicBezTo>
                    <a:pt x="4291" y="10493"/>
                    <a:pt x="3951" y="10154"/>
                    <a:pt x="3951" y="9753"/>
                  </a:cubicBezTo>
                  <a:cubicBezTo>
                    <a:pt x="3982" y="9228"/>
                    <a:pt x="3797" y="8734"/>
                    <a:pt x="3426" y="8364"/>
                  </a:cubicBezTo>
                  <a:cubicBezTo>
                    <a:pt x="1729" y="6574"/>
                    <a:pt x="1729" y="3766"/>
                    <a:pt x="3396" y="1945"/>
                  </a:cubicBezTo>
                  <a:cubicBezTo>
                    <a:pt x="4317" y="938"/>
                    <a:pt x="5586" y="422"/>
                    <a:pt x="6861" y="422"/>
                  </a:cubicBezTo>
                  <a:cubicBezTo>
                    <a:pt x="7893" y="422"/>
                    <a:pt x="8928" y="761"/>
                    <a:pt x="9784" y="1451"/>
                  </a:cubicBezTo>
                  <a:cubicBezTo>
                    <a:pt x="9825" y="1480"/>
                    <a:pt x="9867" y="1493"/>
                    <a:pt x="9907" y="1493"/>
                  </a:cubicBezTo>
                  <a:cubicBezTo>
                    <a:pt x="10078" y="1493"/>
                    <a:pt x="10212" y="1262"/>
                    <a:pt x="10062" y="1111"/>
                  </a:cubicBezTo>
                  <a:cubicBezTo>
                    <a:pt x="9167" y="402"/>
                    <a:pt x="8056" y="0"/>
                    <a:pt x="6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44" name="Google Shape;12744;p86"/>
            <p:cNvGrpSpPr/>
            <p:nvPr/>
          </p:nvGrpSpPr>
          <p:grpSpPr>
            <a:xfrm>
              <a:off x="6355250" y="4215575"/>
              <a:ext cx="152075" cy="146425"/>
              <a:chOff x="6355250" y="4215575"/>
              <a:chExt cx="152075" cy="146425"/>
            </a:xfrm>
          </p:grpSpPr>
          <p:sp>
            <p:nvSpPr>
              <p:cNvPr id="12745" name="Google Shape;12745;p86"/>
              <p:cNvSpPr/>
              <p:nvPr/>
            </p:nvSpPr>
            <p:spPr>
              <a:xfrm>
                <a:off x="6368900" y="4215575"/>
                <a:ext cx="125000" cy="124075"/>
              </a:xfrm>
              <a:custGeom>
                <a:rect b="b" l="l" r="r" t="t"/>
                <a:pathLst>
                  <a:path extrusionOk="0" h="4963" w="5000">
                    <a:moveTo>
                      <a:pt x="2531" y="703"/>
                    </a:moveTo>
                    <a:lnTo>
                      <a:pt x="3025" y="1783"/>
                    </a:lnTo>
                    <a:cubicBezTo>
                      <a:pt x="3056" y="1845"/>
                      <a:pt x="3117" y="1907"/>
                      <a:pt x="3179" y="1907"/>
                    </a:cubicBezTo>
                    <a:lnTo>
                      <a:pt x="4352" y="2092"/>
                    </a:lnTo>
                    <a:lnTo>
                      <a:pt x="3488" y="2956"/>
                    </a:lnTo>
                    <a:cubicBezTo>
                      <a:pt x="3457" y="2987"/>
                      <a:pt x="3426" y="3079"/>
                      <a:pt x="3426" y="3141"/>
                    </a:cubicBezTo>
                    <a:lnTo>
                      <a:pt x="3642" y="4345"/>
                    </a:lnTo>
                    <a:lnTo>
                      <a:pt x="2624" y="3789"/>
                    </a:lnTo>
                    <a:cubicBezTo>
                      <a:pt x="2593" y="3758"/>
                      <a:pt x="2554" y="3743"/>
                      <a:pt x="2516" y="3743"/>
                    </a:cubicBezTo>
                    <a:cubicBezTo>
                      <a:pt x="2477" y="3743"/>
                      <a:pt x="2438" y="3758"/>
                      <a:pt x="2407" y="3789"/>
                    </a:cubicBezTo>
                    <a:lnTo>
                      <a:pt x="1420" y="4345"/>
                    </a:lnTo>
                    <a:lnTo>
                      <a:pt x="1605" y="3141"/>
                    </a:lnTo>
                    <a:cubicBezTo>
                      <a:pt x="1605" y="3079"/>
                      <a:pt x="1574" y="2987"/>
                      <a:pt x="1543" y="2956"/>
                    </a:cubicBezTo>
                    <a:lnTo>
                      <a:pt x="710" y="2092"/>
                    </a:lnTo>
                    <a:lnTo>
                      <a:pt x="1852" y="1907"/>
                    </a:lnTo>
                    <a:cubicBezTo>
                      <a:pt x="1945" y="1876"/>
                      <a:pt x="1975" y="1845"/>
                      <a:pt x="2006" y="1783"/>
                    </a:cubicBezTo>
                    <a:lnTo>
                      <a:pt x="2531" y="703"/>
                    </a:lnTo>
                    <a:close/>
                    <a:moveTo>
                      <a:pt x="2516" y="1"/>
                    </a:moveTo>
                    <a:cubicBezTo>
                      <a:pt x="2438" y="1"/>
                      <a:pt x="2361" y="39"/>
                      <a:pt x="2315" y="117"/>
                    </a:cubicBezTo>
                    <a:lnTo>
                      <a:pt x="1667" y="1505"/>
                    </a:lnTo>
                    <a:lnTo>
                      <a:pt x="216" y="1721"/>
                    </a:lnTo>
                    <a:cubicBezTo>
                      <a:pt x="62" y="1752"/>
                      <a:pt x="0" y="1968"/>
                      <a:pt x="124" y="2092"/>
                    </a:cubicBezTo>
                    <a:lnTo>
                      <a:pt x="1173" y="3172"/>
                    </a:lnTo>
                    <a:lnTo>
                      <a:pt x="926" y="4715"/>
                    </a:lnTo>
                    <a:cubicBezTo>
                      <a:pt x="902" y="4857"/>
                      <a:pt x="1006" y="4962"/>
                      <a:pt x="1125" y="4962"/>
                    </a:cubicBezTo>
                    <a:cubicBezTo>
                      <a:pt x="1161" y="4962"/>
                      <a:pt x="1199" y="4953"/>
                      <a:pt x="1235" y="4931"/>
                    </a:cubicBezTo>
                    <a:lnTo>
                      <a:pt x="2531" y="4221"/>
                    </a:lnTo>
                    <a:lnTo>
                      <a:pt x="3827" y="4931"/>
                    </a:lnTo>
                    <a:cubicBezTo>
                      <a:pt x="3863" y="4953"/>
                      <a:pt x="3899" y="4962"/>
                      <a:pt x="3933" y="4962"/>
                    </a:cubicBezTo>
                    <a:cubicBezTo>
                      <a:pt x="4045" y="4962"/>
                      <a:pt x="4136" y="4857"/>
                      <a:pt x="4136" y="4715"/>
                    </a:cubicBezTo>
                    <a:lnTo>
                      <a:pt x="3889" y="3172"/>
                    </a:lnTo>
                    <a:lnTo>
                      <a:pt x="4938" y="2092"/>
                    </a:lnTo>
                    <a:cubicBezTo>
                      <a:pt x="5000" y="2030"/>
                      <a:pt x="5000" y="1937"/>
                      <a:pt x="4969" y="1876"/>
                    </a:cubicBezTo>
                    <a:cubicBezTo>
                      <a:pt x="4969" y="1783"/>
                      <a:pt x="4876" y="1752"/>
                      <a:pt x="4815" y="1721"/>
                    </a:cubicBezTo>
                    <a:lnTo>
                      <a:pt x="3364" y="1505"/>
                    </a:lnTo>
                    <a:lnTo>
                      <a:pt x="2716" y="117"/>
                    </a:lnTo>
                    <a:cubicBezTo>
                      <a:pt x="2670" y="39"/>
                      <a:pt x="2593" y="1"/>
                      <a:pt x="25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86"/>
              <p:cNvSpPr/>
              <p:nvPr/>
            </p:nvSpPr>
            <p:spPr>
              <a:xfrm>
                <a:off x="6426750" y="4338075"/>
                <a:ext cx="10825" cy="23925"/>
              </a:xfrm>
              <a:custGeom>
                <a:rect b="b" l="l" r="r" t="t"/>
                <a:pathLst>
                  <a:path extrusionOk="0" h="957" w="433">
                    <a:moveTo>
                      <a:pt x="205" y="0"/>
                    </a:moveTo>
                    <a:cubicBezTo>
                      <a:pt x="109" y="0"/>
                      <a:pt x="16" y="62"/>
                      <a:pt x="1" y="185"/>
                    </a:cubicBezTo>
                    <a:lnTo>
                      <a:pt x="1" y="772"/>
                    </a:lnTo>
                    <a:cubicBezTo>
                      <a:pt x="16" y="895"/>
                      <a:pt x="109" y="957"/>
                      <a:pt x="205" y="957"/>
                    </a:cubicBezTo>
                    <a:cubicBezTo>
                      <a:pt x="302" y="957"/>
                      <a:pt x="402" y="895"/>
                      <a:pt x="433" y="772"/>
                    </a:cubicBezTo>
                    <a:lnTo>
                      <a:pt x="433" y="185"/>
                    </a:lnTo>
                    <a:cubicBezTo>
                      <a:pt x="402" y="62"/>
                      <a:pt x="302" y="0"/>
                      <a:pt x="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86"/>
              <p:cNvSpPr/>
              <p:nvPr/>
            </p:nvSpPr>
            <p:spPr>
              <a:xfrm>
                <a:off x="6355250" y="4297175"/>
                <a:ext cx="25775" cy="14725"/>
              </a:xfrm>
              <a:custGeom>
                <a:rect b="b" l="l" r="r" t="t"/>
                <a:pathLst>
                  <a:path extrusionOk="0" h="589" w="1031">
                    <a:moveTo>
                      <a:pt x="731" y="0"/>
                    </a:moveTo>
                    <a:lnTo>
                      <a:pt x="207" y="186"/>
                    </a:lnTo>
                    <a:cubicBezTo>
                      <a:pt x="0" y="274"/>
                      <a:pt x="104" y="589"/>
                      <a:pt x="330" y="589"/>
                    </a:cubicBezTo>
                    <a:cubicBezTo>
                      <a:pt x="340" y="589"/>
                      <a:pt x="350" y="588"/>
                      <a:pt x="361" y="587"/>
                    </a:cubicBezTo>
                    <a:lnTo>
                      <a:pt x="855" y="402"/>
                    </a:lnTo>
                    <a:cubicBezTo>
                      <a:pt x="1030" y="285"/>
                      <a:pt x="956" y="29"/>
                      <a:pt x="764" y="29"/>
                    </a:cubicBezTo>
                    <a:cubicBezTo>
                      <a:pt x="754" y="29"/>
                      <a:pt x="743" y="30"/>
                      <a:pt x="731" y="31"/>
                    </a:cubicBezTo>
                    <a:lnTo>
                      <a:pt x="73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86"/>
              <p:cNvSpPr/>
              <p:nvPr/>
            </p:nvSpPr>
            <p:spPr>
              <a:xfrm>
                <a:off x="6481000" y="4297125"/>
                <a:ext cx="26325" cy="14900"/>
              </a:xfrm>
              <a:custGeom>
                <a:rect b="b" l="l" r="r" t="t"/>
                <a:pathLst>
                  <a:path extrusionOk="0" h="596" w="1053">
                    <a:moveTo>
                      <a:pt x="298" y="0"/>
                    </a:moveTo>
                    <a:cubicBezTo>
                      <a:pt x="103" y="0"/>
                      <a:pt x="1" y="257"/>
                      <a:pt x="176" y="404"/>
                    </a:cubicBezTo>
                    <a:lnTo>
                      <a:pt x="701" y="589"/>
                    </a:lnTo>
                    <a:cubicBezTo>
                      <a:pt x="720" y="594"/>
                      <a:pt x="738" y="596"/>
                      <a:pt x="755" y="596"/>
                    </a:cubicBezTo>
                    <a:cubicBezTo>
                      <a:pt x="965" y="596"/>
                      <a:pt x="1053" y="273"/>
                      <a:pt x="825" y="188"/>
                    </a:cubicBezTo>
                    <a:lnTo>
                      <a:pt x="331" y="2"/>
                    </a:lnTo>
                    <a:cubicBezTo>
                      <a:pt x="320" y="1"/>
                      <a:pt x="309"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86"/>
              <p:cNvSpPr/>
              <p:nvPr/>
            </p:nvSpPr>
            <p:spPr>
              <a:xfrm>
                <a:off x="6461475" y="4217300"/>
                <a:ext cx="24300" cy="22800"/>
              </a:xfrm>
              <a:custGeom>
                <a:rect b="b" l="l" r="r" t="t"/>
                <a:pathLst>
                  <a:path extrusionOk="0" h="912" w="972">
                    <a:moveTo>
                      <a:pt x="655" y="0"/>
                    </a:moveTo>
                    <a:cubicBezTo>
                      <a:pt x="599" y="0"/>
                      <a:pt x="542" y="23"/>
                      <a:pt x="494" y="78"/>
                    </a:cubicBezTo>
                    <a:lnTo>
                      <a:pt x="124" y="572"/>
                    </a:lnTo>
                    <a:cubicBezTo>
                      <a:pt x="1" y="696"/>
                      <a:pt x="93" y="912"/>
                      <a:pt x="278" y="912"/>
                    </a:cubicBezTo>
                    <a:cubicBezTo>
                      <a:pt x="340" y="912"/>
                      <a:pt x="402" y="881"/>
                      <a:pt x="433" y="819"/>
                    </a:cubicBezTo>
                    <a:lnTo>
                      <a:pt x="834" y="356"/>
                    </a:lnTo>
                    <a:cubicBezTo>
                      <a:pt x="972" y="195"/>
                      <a:pt x="819"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86"/>
              <p:cNvSpPr/>
              <p:nvPr/>
            </p:nvSpPr>
            <p:spPr>
              <a:xfrm>
                <a:off x="6380875" y="4218825"/>
                <a:ext cx="22775" cy="21275"/>
              </a:xfrm>
              <a:custGeom>
                <a:rect b="b" l="l" r="r" t="t"/>
                <a:pathLst>
                  <a:path extrusionOk="0" h="851" w="911">
                    <a:moveTo>
                      <a:pt x="291" y="1"/>
                    </a:moveTo>
                    <a:cubicBezTo>
                      <a:pt x="136" y="1"/>
                      <a:pt x="1" y="196"/>
                      <a:pt x="139" y="357"/>
                    </a:cubicBezTo>
                    <a:lnTo>
                      <a:pt x="478" y="758"/>
                    </a:lnTo>
                    <a:cubicBezTo>
                      <a:pt x="509" y="789"/>
                      <a:pt x="571" y="820"/>
                      <a:pt x="632" y="820"/>
                    </a:cubicBezTo>
                    <a:lnTo>
                      <a:pt x="632" y="851"/>
                    </a:lnTo>
                    <a:cubicBezTo>
                      <a:pt x="817" y="851"/>
                      <a:pt x="910" y="635"/>
                      <a:pt x="787" y="511"/>
                    </a:cubicBezTo>
                    <a:lnTo>
                      <a:pt x="447" y="79"/>
                    </a:lnTo>
                    <a:cubicBezTo>
                      <a:pt x="400" y="24"/>
                      <a:pt x="344" y="1"/>
                      <a:pt x="2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751" name="Google Shape;12751;p86"/>
          <p:cNvGrpSpPr/>
          <p:nvPr/>
        </p:nvGrpSpPr>
        <p:grpSpPr>
          <a:xfrm>
            <a:off x="7721032" y="3422728"/>
            <a:ext cx="362650" cy="361875"/>
            <a:chOff x="4755600" y="2463975"/>
            <a:chExt cx="362650" cy="361875"/>
          </a:xfrm>
        </p:grpSpPr>
        <p:sp>
          <p:nvSpPr>
            <p:cNvPr id="12752" name="Google Shape;12752;p86"/>
            <p:cNvSpPr/>
            <p:nvPr/>
          </p:nvSpPr>
          <p:spPr>
            <a:xfrm>
              <a:off x="4755600" y="2463975"/>
              <a:ext cx="362650" cy="361875"/>
            </a:xfrm>
            <a:custGeom>
              <a:rect b="b" l="l" r="r" t="t"/>
              <a:pathLst>
                <a:path extrusionOk="0" h="14475" w="14506">
                  <a:moveTo>
                    <a:pt x="5061" y="4044"/>
                  </a:moveTo>
                  <a:cubicBezTo>
                    <a:pt x="5185" y="4044"/>
                    <a:pt x="5277" y="4136"/>
                    <a:pt x="5247" y="4260"/>
                  </a:cubicBezTo>
                  <a:lnTo>
                    <a:pt x="5247" y="8364"/>
                  </a:lnTo>
                  <a:cubicBezTo>
                    <a:pt x="5277" y="8488"/>
                    <a:pt x="5185" y="8580"/>
                    <a:pt x="5061" y="8580"/>
                  </a:cubicBezTo>
                  <a:lnTo>
                    <a:pt x="5000" y="8580"/>
                  </a:lnTo>
                  <a:lnTo>
                    <a:pt x="5000" y="7840"/>
                  </a:lnTo>
                  <a:cubicBezTo>
                    <a:pt x="5000" y="7716"/>
                    <a:pt x="4907" y="7624"/>
                    <a:pt x="4784" y="7624"/>
                  </a:cubicBezTo>
                  <a:lnTo>
                    <a:pt x="4321" y="7593"/>
                  </a:lnTo>
                  <a:lnTo>
                    <a:pt x="4321" y="4260"/>
                  </a:lnTo>
                  <a:cubicBezTo>
                    <a:pt x="4321" y="4136"/>
                    <a:pt x="4413" y="4044"/>
                    <a:pt x="4537" y="4044"/>
                  </a:cubicBezTo>
                  <a:close/>
                  <a:moveTo>
                    <a:pt x="14073" y="10000"/>
                  </a:moveTo>
                  <a:lnTo>
                    <a:pt x="14073" y="10710"/>
                  </a:lnTo>
                  <a:cubicBezTo>
                    <a:pt x="14073" y="11080"/>
                    <a:pt x="13765" y="11358"/>
                    <a:pt x="13394" y="11358"/>
                  </a:cubicBezTo>
                  <a:lnTo>
                    <a:pt x="5000" y="11358"/>
                  </a:lnTo>
                  <a:lnTo>
                    <a:pt x="5000" y="10000"/>
                  </a:lnTo>
                  <a:close/>
                  <a:moveTo>
                    <a:pt x="9135" y="11790"/>
                  </a:moveTo>
                  <a:lnTo>
                    <a:pt x="9135" y="13148"/>
                  </a:lnTo>
                  <a:lnTo>
                    <a:pt x="7376" y="13148"/>
                  </a:lnTo>
                  <a:lnTo>
                    <a:pt x="7376" y="11790"/>
                  </a:lnTo>
                  <a:close/>
                  <a:moveTo>
                    <a:pt x="10555" y="13580"/>
                  </a:moveTo>
                  <a:cubicBezTo>
                    <a:pt x="10678" y="13580"/>
                    <a:pt x="10802" y="13673"/>
                    <a:pt x="10802" y="13827"/>
                  </a:cubicBezTo>
                  <a:cubicBezTo>
                    <a:pt x="10802" y="13950"/>
                    <a:pt x="10678" y="14043"/>
                    <a:pt x="10555" y="14043"/>
                  </a:cubicBezTo>
                  <a:lnTo>
                    <a:pt x="5926" y="14043"/>
                  </a:lnTo>
                  <a:cubicBezTo>
                    <a:pt x="5648" y="14012"/>
                    <a:pt x="5648" y="13611"/>
                    <a:pt x="5926" y="13580"/>
                  </a:cubicBezTo>
                  <a:close/>
                  <a:moveTo>
                    <a:pt x="11500" y="1"/>
                  </a:moveTo>
                  <a:cubicBezTo>
                    <a:pt x="11442" y="1"/>
                    <a:pt x="11388" y="32"/>
                    <a:pt x="11357" y="93"/>
                  </a:cubicBezTo>
                  <a:lnTo>
                    <a:pt x="9968" y="1667"/>
                  </a:lnTo>
                  <a:cubicBezTo>
                    <a:pt x="9845" y="1822"/>
                    <a:pt x="9938" y="2038"/>
                    <a:pt x="10123" y="2038"/>
                  </a:cubicBezTo>
                  <a:lnTo>
                    <a:pt x="10647" y="2038"/>
                  </a:lnTo>
                  <a:lnTo>
                    <a:pt x="10647" y="2593"/>
                  </a:lnTo>
                  <a:lnTo>
                    <a:pt x="5339" y="2593"/>
                  </a:lnTo>
                  <a:cubicBezTo>
                    <a:pt x="5061" y="2593"/>
                    <a:pt x="5061" y="3025"/>
                    <a:pt x="5339" y="3025"/>
                  </a:cubicBezTo>
                  <a:lnTo>
                    <a:pt x="10647" y="3025"/>
                  </a:lnTo>
                  <a:lnTo>
                    <a:pt x="10647" y="8426"/>
                  </a:lnTo>
                  <a:cubicBezTo>
                    <a:pt x="10647" y="8735"/>
                    <a:pt x="10894" y="9012"/>
                    <a:pt x="11203" y="9012"/>
                  </a:cubicBezTo>
                  <a:lnTo>
                    <a:pt x="11851" y="9012"/>
                  </a:lnTo>
                  <a:cubicBezTo>
                    <a:pt x="12160" y="9012"/>
                    <a:pt x="12407" y="8735"/>
                    <a:pt x="12407" y="8426"/>
                  </a:cubicBezTo>
                  <a:lnTo>
                    <a:pt x="12407" y="7778"/>
                  </a:lnTo>
                  <a:cubicBezTo>
                    <a:pt x="12391" y="7655"/>
                    <a:pt x="12299" y="7593"/>
                    <a:pt x="12206" y="7593"/>
                  </a:cubicBezTo>
                  <a:cubicBezTo>
                    <a:pt x="12113" y="7593"/>
                    <a:pt x="12021" y="7655"/>
                    <a:pt x="12005" y="7778"/>
                  </a:cubicBezTo>
                  <a:lnTo>
                    <a:pt x="12005" y="8426"/>
                  </a:lnTo>
                  <a:cubicBezTo>
                    <a:pt x="12005" y="8519"/>
                    <a:pt x="11944" y="8580"/>
                    <a:pt x="11851" y="8580"/>
                  </a:cubicBezTo>
                  <a:lnTo>
                    <a:pt x="11203" y="8580"/>
                  </a:lnTo>
                  <a:cubicBezTo>
                    <a:pt x="11110" y="8580"/>
                    <a:pt x="11049" y="8519"/>
                    <a:pt x="11049" y="8426"/>
                  </a:cubicBezTo>
                  <a:lnTo>
                    <a:pt x="11049" y="1822"/>
                  </a:lnTo>
                  <a:cubicBezTo>
                    <a:pt x="11049" y="1698"/>
                    <a:pt x="10956" y="1606"/>
                    <a:pt x="10833" y="1606"/>
                  </a:cubicBezTo>
                  <a:lnTo>
                    <a:pt x="10617" y="1606"/>
                  </a:lnTo>
                  <a:lnTo>
                    <a:pt x="11512" y="556"/>
                  </a:lnTo>
                  <a:lnTo>
                    <a:pt x="12437" y="1606"/>
                  </a:lnTo>
                  <a:lnTo>
                    <a:pt x="12191" y="1606"/>
                  </a:lnTo>
                  <a:cubicBezTo>
                    <a:pt x="12067" y="1606"/>
                    <a:pt x="11975" y="1698"/>
                    <a:pt x="11975" y="1822"/>
                  </a:cubicBezTo>
                  <a:lnTo>
                    <a:pt x="11975" y="6698"/>
                  </a:lnTo>
                  <a:cubicBezTo>
                    <a:pt x="11990" y="6821"/>
                    <a:pt x="12083" y="6883"/>
                    <a:pt x="12175" y="6883"/>
                  </a:cubicBezTo>
                  <a:cubicBezTo>
                    <a:pt x="12268" y="6883"/>
                    <a:pt x="12360" y="6821"/>
                    <a:pt x="12376" y="6698"/>
                  </a:cubicBezTo>
                  <a:lnTo>
                    <a:pt x="12376" y="3025"/>
                  </a:lnTo>
                  <a:lnTo>
                    <a:pt x="13394" y="3025"/>
                  </a:lnTo>
                  <a:cubicBezTo>
                    <a:pt x="13765" y="3025"/>
                    <a:pt x="14042" y="3303"/>
                    <a:pt x="14042" y="3673"/>
                  </a:cubicBezTo>
                  <a:lnTo>
                    <a:pt x="14042" y="9568"/>
                  </a:lnTo>
                  <a:lnTo>
                    <a:pt x="5000" y="9568"/>
                  </a:lnTo>
                  <a:lnTo>
                    <a:pt x="5000" y="9012"/>
                  </a:lnTo>
                  <a:lnTo>
                    <a:pt x="5061" y="9012"/>
                  </a:lnTo>
                  <a:cubicBezTo>
                    <a:pt x="5401" y="9012"/>
                    <a:pt x="5679" y="8735"/>
                    <a:pt x="5679" y="8364"/>
                  </a:cubicBezTo>
                  <a:lnTo>
                    <a:pt x="5679" y="4260"/>
                  </a:lnTo>
                  <a:cubicBezTo>
                    <a:pt x="5679" y="3889"/>
                    <a:pt x="5401" y="3612"/>
                    <a:pt x="5061" y="3612"/>
                  </a:cubicBezTo>
                  <a:lnTo>
                    <a:pt x="4537" y="3612"/>
                  </a:lnTo>
                  <a:cubicBezTo>
                    <a:pt x="4166" y="3612"/>
                    <a:pt x="3889" y="3889"/>
                    <a:pt x="3889" y="4260"/>
                  </a:cubicBezTo>
                  <a:lnTo>
                    <a:pt x="3889" y="7624"/>
                  </a:lnTo>
                  <a:lnTo>
                    <a:pt x="2438" y="7624"/>
                  </a:lnTo>
                  <a:lnTo>
                    <a:pt x="2438" y="3673"/>
                  </a:lnTo>
                  <a:cubicBezTo>
                    <a:pt x="2438" y="3303"/>
                    <a:pt x="2716" y="3025"/>
                    <a:pt x="3086" y="3025"/>
                  </a:cubicBezTo>
                  <a:lnTo>
                    <a:pt x="4228" y="3025"/>
                  </a:lnTo>
                  <a:cubicBezTo>
                    <a:pt x="4506" y="3025"/>
                    <a:pt x="4506" y="2593"/>
                    <a:pt x="4228" y="2593"/>
                  </a:cubicBezTo>
                  <a:lnTo>
                    <a:pt x="3086" y="2593"/>
                  </a:lnTo>
                  <a:cubicBezTo>
                    <a:pt x="2469" y="2593"/>
                    <a:pt x="2006" y="3087"/>
                    <a:pt x="2006" y="3673"/>
                  </a:cubicBezTo>
                  <a:lnTo>
                    <a:pt x="2006" y="7624"/>
                  </a:lnTo>
                  <a:lnTo>
                    <a:pt x="216" y="7624"/>
                  </a:lnTo>
                  <a:cubicBezTo>
                    <a:pt x="93" y="7624"/>
                    <a:pt x="0" y="7716"/>
                    <a:pt x="0" y="7840"/>
                  </a:cubicBezTo>
                  <a:lnTo>
                    <a:pt x="0" y="14290"/>
                  </a:lnTo>
                  <a:cubicBezTo>
                    <a:pt x="0" y="14382"/>
                    <a:pt x="93" y="14475"/>
                    <a:pt x="216" y="14475"/>
                  </a:cubicBezTo>
                  <a:lnTo>
                    <a:pt x="895" y="14475"/>
                  </a:lnTo>
                  <a:cubicBezTo>
                    <a:pt x="1173" y="14475"/>
                    <a:pt x="1173" y="14074"/>
                    <a:pt x="895" y="14074"/>
                  </a:cubicBezTo>
                  <a:lnTo>
                    <a:pt x="432" y="14074"/>
                  </a:lnTo>
                  <a:lnTo>
                    <a:pt x="432" y="8056"/>
                  </a:lnTo>
                  <a:lnTo>
                    <a:pt x="4599" y="8056"/>
                  </a:lnTo>
                  <a:lnTo>
                    <a:pt x="4599" y="14074"/>
                  </a:lnTo>
                  <a:lnTo>
                    <a:pt x="1975" y="14074"/>
                  </a:lnTo>
                  <a:cubicBezTo>
                    <a:pt x="1698" y="14074"/>
                    <a:pt x="1698" y="14475"/>
                    <a:pt x="1975" y="14475"/>
                  </a:cubicBezTo>
                  <a:lnTo>
                    <a:pt x="4784" y="14475"/>
                  </a:lnTo>
                  <a:cubicBezTo>
                    <a:pt x="4907" y="14475"/>
                    <a:pt x="5000" y="14382"/>
                    <a:pt x="5000" y="14290"/>
                  </a:cubicBezTo>
                  <a:lnTo>
                    <a:pt x="5000" y="11790"/>
                  </a:lnTo>
                  <a:lnTo>
                    <a:pt x="6975" y="11790"/>
                  </a:lnTo>
                  <a:lnTo>
                    <a:pt x="6975" y="13179"/>
                  </a:lnTo>
                  <a:lnTo>
                    <a:pt x="5926" y="13179"/>
                  </a:lnTo>
                  <a:cubicBezTo>
                    <a:pt x="5123" y="13241"/>
                    <a:pt x="5123" y="14413"/>
                    <a:pt x="5926" y="14475"/>
                  </a:cubicBezTo>
                  <a:lnTo>
                    <a:pt x="10555" y="14475"/>
                  </a:lnTo>
                  <a:cubicBezTo>
                    <a:pt x="11388" y="14413"/>
                    <a:pt x="11388" y="13241"/>
                    <a:pt x="10555" y="13179"/>
                  </a:cubicBezTo>
                  <a:lnTo>
                    <a:pt x="9567" y="13179"/>
                  </a:lnTo>
                  <a:lnTo>
                    <a:pt x="9567" y="11790"/>
                  </a:lnTo>
                  <a:lnTo>
                    <a:pt x="13425" y="11790"/>
                  </a:lnTo>
                  <a:cubicBezTo>
                    <a:pt x="14011" y="11790"/>
                    <a:pt x="14505" y="11296"/>
                    <a:pt x="14505" y="10710"/>
                  </a:cubicBezTo>
                  <a:lnTo>
                    <a:pt x="14505" y="3673"/>
                  </a:lnTo>
                  <a:cubicBezTo>
                    <a:pt x="14505" y="3087"/>
                    <a:pt x="14011" y="2593"/>
                    <a:pt x="13425" y="2593"/>
                  </a:cubicBezTo>
                  <a:lnTo>
                    <a:pt x="12407" y="2593"/>
                  </a:lnTo>
                  <a:lnTo>
                    <a:pt x="12407" y="2038"/>
                  </a:lnTo>
                  <a:lnTo>
                    <a:pt x="12870" y="2038"/>
                  </a:lnTo>
                  <a:cubicBezTo>
                    <a:pt x="13055" y="2007"/>
                    <a:pt x="13147" y="1822"/>
                    <a:pt x="13055" y="1667"/>
                  </a:cubicBezTo>
                  <a:lnTo>
                    <a:pt x="11666" y="93"/>
                  </a:lnTo>
                  <a:cubicBezTo>
                    <a:pt x="11620" y="32"/>
                    <a:pt x="11558" y="1"/>
                    <a:pt x="11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86"/>
            <p:cNvSpPr/>
            <p:nvPr/>
          </p:nvSpPr>
          <p:spPr>
            <a:xfrm>
              <a:off x="4909125" y="2599000"/>
              <a:ext cx="45550" cy="90300"/>
            </a:xfrm>
            <a:custGeom>
              <a:rect b="b" l="l" r="r" t="t"/>
              <a:pathLst>
                <a:path extrusionOk="0" h="3612" w="1822">
                  <a:moveTo>
                    <a:pt x="1143" y="464"/>
                  </a:moveTo>
                  <a:cubicBezTo>
                    <a:pt x="1266" y="464"/>
                    <a:pt x="1359" y="556"/>
                    <a:pt x="1359" y="649"/>
                  </a:cubicBezTo>
                  <a:lnTo>
                    <a:pt x="1359" y="2963"/>
                  </a:lnTo>
                  <a:cubicBezTo>
                    <a:pt x="1359" y="3087"/>
                    <a:pt x="1266" y="3179"/>
                    <a:pt x="1143" y="3179"/>
                  </a:cubicBezTo>
                  <a:lnTo>
                    <a:pt x="649" y="3179"/>
                  </a:lnTo>
                  <a:cubicBezTo>
                    <a:pt x="525" y="3179"/>
                    <a:pt x="433" y="3087"/>
                    <a:pt x="433" y="2963"/>
                  </a:cubicBezTo>
                  <a:lnTo>
                    <a:pt x="433" y="649"/>
                  </a:lnTo>
                  <a:cubicBezTo>
                    <a:pt x="433" y="556"/>
                    <a:pt x="494" y="464"/>
                    <a:pt x="618" y="464"/>
                  </a:cubicBezTo>
                  <a:close/>
                  <a:moveTo>
                    <a:pt x="649" y="1"/>
                  </a:moveTo>
                  <a:cubicBezTo>
                    <a:pt x="278" y="1"/>
                    <a:pt x="1" y="278"/>
                    <a:pt x="1" y="618"/>
                  </a:cubicBezTo>
                  <a:lnTo>
                    <a:pt x="1" y="2933"/>
                  </a:lnTo>
                  <a:cubicBezTo>
                    <a:pt x="1" y="3303"/>
                    <a:pt x="278" y="3611"/>
                    <a:pt x="649" y="3611"/>
                  </a:cubicBezTo>
                  <a:lnTo>
                    <a:pt x="1143" y="3611"/>
                  </a:lnTo>
                  <a:cubicBezTo>
                    <a:pt x="1513" y="3611"/>
                    <a:pt x="1791" y="3334"/>
                    <a:pt x="1791" y="2963"/>
                  </a:cubicBezTo>
                  <a:lnTo>
                    <a:pt x="1791" y="649"/>
                  </a:lnTo>
                  <a:cubicBezTo>
                    <a:pt x="1821" y="309"/>
                    <a:pt x="1513" y="1"/>
                    <a:pt x="11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86"/>
            <p:cNvSpPr/>
            <p:nvPr/>
          </p:nvSpPr>
          <p:spPr>
            <a:xfrm>
              <a:off x="4964675" y="2565825"/>
              <a:ext cx="44775" cy="123475"/>
            </a:xfrm>
            <a:custGeom>
              <a:rect b="b" l="l" r="r" t="t"/>
              <a:pathLst>
                <a:path extrusionOk="0" h="4939" w="1791">
                  <a:moveTo>
                    <a:pt x="1173" y="402"/>
                  </a:moveTo>
                  <a:cubicBezTo>
                    <a:pt x="1297" y="402"/>
                    <a:pt x="1359" y="494"/>
                    <a:pt x="1359" y="618"/>
                  </a:cubicBezTo>
                  <a:lnTo>
                    <a:pt x="1359" y="4290"/>
                  </a:lnTo>
                  <a:cubicBezTo>
                    <a:pt x="1389" y="4414"/>
                    <a:pt x="1297" y="4506"/>
                    <a:pt x="1173" y="4506"/>
                  </a:cubicBezTo>
                  <a:lnTo>
                    <a:pt x="649" y="4506"/>
                  </a:lnTo>
                  <a:cubicBezTo>
                    <a:pt x="525" y="4506"/>
                    <a:pt x="433" y="4414"/>
                    <a:pt x="433" y="4290"/>
                  </a:cubicBezTo>
                  <a:lnTo>
                    <a:pt x="433" y="618"/>
                  </a:lnTo>
                  <a:cubicBezTo>
                    <a:pt x="433" y="494"/>
                    <a:pt x="525" y="402"/>
                    <a:pt x="649" y="402"/>
                  </a:cubicBezTo>
                  <a:close/>
                  <a:moveTo>
                    <a:pt x="649" y="1"/>
                  </a:moveTo>
                  <a:cubicBezTo>
                    <a:pt x="278" y="1"/>
                    <a:pt x="1" y="278"/>
                    <a:pt x="1" y="618"/>
                  </a:cubicBezTo>
                  <a:lnTo>
                    <a:pt x="1" y="4290"/>
                  </a:lnTo>
                  <a:cubicBezTo>
                    <a:pt x="1" y="4661"/>
                    <a:pt x="278" y="4938"/>
                    <a:pt x="649" y="4938"/>
                  </a:cubicBezTo>
                  <a:lnTo>
                    <a:pt x="1173" y="4938"/>
                  </a:lnTo>
                  <a:cubicBezTo>
                    <a:pt x="1513" y="4938"/>
                    <a:pt x="1791" y="4661"/>
                    <a:pt x="1791" y="4290"/>
                  </a:cubicBezTo>
                  <a:lnTo>
                    <a:pt x="1791" y="618"/>
                  </a:lnTo>
                  <a:cubicBezTo>
                    <a:pt x="1791" y="278"/>
                    <a:pt x="1513" y="1"/>
                    <a:pt x="1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86"/>
            <p:cNvSpPr/>
            <p:nvPr/>
          </p:nvSpPr>
          <p:spPr>
            <a:xfrm>
              <a:off x="4777975" y="2679250"/>
              <a:ext cx="90275" cy="79400"/>
            </a:xfrm>
            <a:custGeom>
              <a:rect b="b" l="l" r="r" t="t"/>
              <a:pathLst>
                <a:path extrusionOk="0" h="3176" w="3611">
                  <a:moveTo>
                    <a:pt x="1605" y="401"/>
                  </a:moveTo>
                  <a:cubicBezTo>
                    <a:pt x="2191" y="401"/>
                    <a:pt x="2685" y="803"/>
                    <a:pt x="2778" y="1389"/>
                  </a:cubicBezTo>
                  <a:lnTo>
                    <a:pt x="2407" y="1389"/>
                  </a:lnTo>
                  <a:cubicBezTo>
                    <a:pt x="2315" y="1019"/>
                    <a:pt x="1975" y="772"/>
                    <a:pt x="1605" y="772"/>
                  </a:cubicBezTo>
                  <a:cubicBezTo>
                    <a:pt x="1512" y="772"/>
                    <a:pt x="1451" y="772"/>
                    <a:pt x="1358" y="803"/>
                  </a:cubicBezTo>
                  <a:lnTo>
                    <a:pt x="1173" y="494"/>
                  </a:lnTo>
                  <a:cubicBezTo>
                    <a:pt x="1296" y="432"/>
                    <a:pt x="1451" y="401"/>
                    <a:pt x="1605" y="401"/>
                  </a:cubicBezTo>
                  <a:close/>
                  <a:moveTo>
                    <a:pt x="1605" y="1173"/>
                  </a:moveTo>
                  <a:cubicBezTo>
                    <a:pt x="2036" y="1224"/>
                    <a:pt x="1717" y="1899"/>
                    <a:pt x="1436" y="1899"/>
                  </a:cubicBezTo>
                  <a:cubicBezTo>
                    <a:pt x="1374" y="1899"/>
                    <a:pt x="1315" y="1867"/>
                    <a:pt x="1265" y="1790"/>
                  </a:cubicBezTo>
                  <a:cubicBezTo>
                    <a:pt x="1204" y="1729"/>
                    <a:pt x="1204" y="1667"/>
                    <a:pt x="1204" y="1574"/>
                  </a:cubicBezTo>
                  <a:cubicBezTo>
                    <a:pt x="1204" y="1451"/>
                    <a:pt x="1265" y="1327"/>
                    <a:pt x="1389" y="1235"/>
                  </a:cubicBezTo>
                  <a:cubicBezTo>
                    <a:pt x="1451" y="1204"/>
                    <a:pt x="1512" y="1173"/>
                    <a:pt x="1605" y="1173"/>
                  </a:cubicBezTo>
                  <a:close/>
                  <a:moveTo>
                    <a:pt x="803" y="710"/>
                  </a:moveTo>
                  <a:lnTo>
                    <a:pt x="988" y="1019"/>
                  </a:lnTo>
                  <a:cubicBezTo>
                    <a:pt x="864" y="1173"/>
                    <a:pt x="772" y="1389"/>
                    <a:pt x="772" y="1574"/>
                  </a:cubicBezTo>
                  <a:cubicBezTo>
                    <a:pt x="772" y="1636"/>
                    <a:pt x="772" y="1729"/>
                    <a:pt x="803" y="1790"/>
                  </a:cubicBezTo>
                  <a:lnTo>
                    <a:pt x="494" y="1945"/>
                  </a:lnTo>
                  <a:cubicBezTo>
                    <a:pt x="432" y="1821"/>
                    <a:pt x="432" y="1698"/>
                    <a:pt x="432" y="1574"/>
                  </a:cubicBezTo>
                  <a:cubicBezTo>
                    <a:pt x="432" y="1235"/>
                    <a:pt x="556" y="926"/>
                    <a:pt x="803" y="710"/>
                  </a:cubicBezTo>
                  <a:close/>
                  <a:moveTo>
                    <a:pt x="2778" y="1821"/>
                  </a:moveTo>
                  <a:cubicBezTo>
                    <a:pt x="2654" y="2377"/>
                    <a:pt x="2160" y="2778"/>
                    <a:pt x="1605" y="2778"/>
                  </a:cubicBezTo>
                  <a:lnTo>
                    <a:pt x="1605" y="2747"/>
                  </a:lnTo>
                  <a:cubicBezTo>
                    <a:pt x="1235" y="2747"/>
                    <a:pt x="926" y="2593"/>
                    <a:pt x="679" y="2315"/>
                  </a:cubicBezTo>
                  <a:lnTo>
                    <a:pt x="1019" y="2161"/>
                  </a:lnTo>
                  <a:cubicBezTo>
                    <a:pt x="1173" y="2315"/>
                    <a:pt x="1389" y="2407"/>
                    <a:pt x="1605" y="2407"/>
                  </a:cubicBezTo>
                  <a:cubicBezTo>
                    <a:pt x="1975" y="2407"/>
                    <a:pt x="2315" y="2161"/>
                    <a:pt x="2407" y="1821"/>
                  </a:cubicBezTo>
                  <a:close/>
                  <a:moveTo>
                    <a:pt x="1605" y="0"/>
                  </a:moveTo>
                  <a:cubicBezTo>
                    <a:pt x="1296" y="0"/>
                    <a:pt x="1019" y="62"/>
                    <a:pt x="772" y="247"/>
                  </a:cubicBezTo>
                  <a:cubicBezTo>
                    <a:pt x="278" y="525"/>
                    <a:pt x="0" y="1050"/>
                    <a:pt x="0" y="1574"/>
                  </a:cubicBezTo>
                  <a:cubicBezTo>
                    <a:pt x="0" y="1852"/>
                    <a:pt x="93" y="2130"/>
                    <a:pt x="216" y="2346"/>
                  </a:cubicBezTo>
                  <a:cubicBezTo>
                    <a:pt x="516" y="2898"/>
                    <a:pt x="1065" y="3176"/>
                    <a:pt x="1617" y="3176"/>
                  </a:cubicBezTo>
                  <a:cubicBezTo>
                    <a:pt x="2146" y="3176"/>
                    <a:pt x="2677" y="2921"/>
                    <a:pt x="2994" y="2407"/>
                  </a:cubicBezTo>
                  <a:cubicBezTo>
                    <a:pt x="3611" y="1327"/>
                    <a:pt x="2839" y="0"/>
                    <a:pt x="16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86"/>
            <p:cNvSpPr/>
            <p:nvPr/>
          </p:nvSpPr>
          <p:spPr>
            <a:xfrm>
              <a:off x="4782600" y="2770275"/>
              <a:ext cx="70225" cy="10850"/>
            </a:xfrm>
            <a:custGeom>
              <a:rect b="b" l="l" r="r" t="t"/>
              <a:pathLst>
                <a:path extrusionOk="0" h="434" w="2809">
                  <a:moveTo>
                    <a:pt x="309" y="1"/>
                  </a:moveTo>
                  <a:cubicBezTo>
                    <a:pt x="0" y="1"/>
                    <a:pt x="0" y="433"/>
                    <a:pt x="309" y="433"/>
                  </a:cubicBezTo>
                  <a:lnTo>
                    <a:pt x="2531" y="433"/>
                  </a:lnTo>
                  <a:cubicBezTo>
                    <a:pt x="2809" y="433"/>
                    <a:pt x="2809" y="1"/>
                    <a:pt x="2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86"/>
            <p:cNvSpPr/>
            <p:nvPr/>
          </p:nvSpPr>
          <p:spPr>
            <a:xfrm>
              <a:off x="4782600" y="2791125"/>
              <a:ext cx="68675" cy="10825"/>
            </a:xfrm>
            <a:custGeom>
              <a:rect b="b" l="l" r="r" t="t"/>
              <a:pathLst>
                <a:path extrusionOk="0" h="433" w="2747">
                  <a:moveTo>
                    <a:pt x="309" y="0"/>
                  </a:moveTo>
                  <a:cubicBezTo>
                    <a:pt x="0" y="0"/>
                    <a:pt x="0" y="432"/>
                    <a:pt x="309" y="432"/>
                  </a:cubicBezTo>
                  <a:lnTo>
                    <a:pt x="2531" y="432"/>
                  </a:lnTo>
                  <a:cubicBezTo>
                    <a:pt x="2654" y="432"/>
                    <a:pt x="2747" y="340"/>
                    <a:pt x="2747" y="216"/>
                  </a:cubicBezTo>
                  <a:cubicBezTo>
                    <a:pt x="2747" y="93"/>
                    <a:pt x="2654" y="0"/>
                    <a:pt x="2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8" name="Google Shape;12758;p86"/>
          <p:cNvGrpSpPr/>
          <p:nvPr/>
        </p:nvGrpSpPr>
        <p:grpSpPr>
          <a:xfrm>
            <a:off x="6260460" y="3456049"/>
            <a:ext cx="363425" cy="308650"/>
            <a:chOff x="3252625" y="2490975"/>
            <a:chExt cx="363425" cy="308650"/>
          </a:xfrm>
        </p:grpSpPr>
        <p:sp>
          <p:nvSpPr>
            <p:cNvPr id="12759" name="Google Shape;12759;p86"/>
            <p:cNvSpPr/>
            <p:nvPr/>
          </p:nvSpPr>
          <p:spPr>
            <a:xfrm>
              <a:off x="3252625" y="2490975"/>
              <a:ext cx="363425" cy="308650"/>
            </a:xfrm>
            <a:custGeom>
              <a:rect b="b" l="l" r="r" t="t"/>
              <a:pathLst>
                <a:path extrusionOk="0" h="12346" w="14537">
                  <a:moveTo>
                    <a:pt x="13055" y="4075"/>
                  </a:moveTo>
                  <a:lnTo>
                    <a:pt x="14011" y="5093"/>
                  </a:lnTo>
                  <a:lnTo>
                    <a:pt x="13055" y="6142"/>
                  </a:lnTo>
                  <a:lnTo>
                    <a:pt x="13055" y="5896"/>
                  </a:lnTo>
                  <a:cubicBezTo>
                    <a:pt x="13055" y="5772"/>
                    <a:pt x="12962" y="5680"/>
                    <a:pt x="12839" y="5680"/>
                  </a:cubicBezTo>
                  <a:lnTo>
                    <a:pt x="9876" y="5680"/>
                  </a:lnTo>
                  <a:cubicBezTo>
                    <a:pt x="9629" y="5217"/>
                    <a:pt x="9259" y="4815"/>
                    <a:pt x="8796" y="4538"/>
                  </a:cubicBezTo>
                  <a:lnTo>
                    <a:pt x="12839" y="4538"/>
                  </a:lnTo>
                  <a:cubicBezTo>
                    <a:pt x="12962" y="4538"/>
                    <a:pt x="13055" y="4445"/>
                    <a:pt x="13055" y="4322"/>
                  </a:cubicBezTo>
                  <a:lnTo>
                    <a:pt x="13055" y="4075"/>
                  </a:lnTo>
                  <a:close/>
                  <a:moveTo>
                    <a:pt x="7280" y="5755"/>
                  </a:moveTo>
                  <a:cubicBezTo>
                    <a:pt x="7478" y="5755"/>
                    <a:pt x="7678" y="5827"/>
                    <a:pt x="7839" y="5988"/>
                  </a:cubicBezTo>
                  <a:cubicBezTo>
                    <a:pt x="8333" y="6513"/>
                    <a:pt x="7963" y="7377"/>
                    <a:pt x="7253" y="7377"/>
                  </a:cubicBezTo>
                  <a:cubicBezTo>
                    <a:pt x="6821" y="7377"/>
                    <a:pt x="6450" y="7007"/>
                    <a:pt x="6450" y="6544"/>
                  </a:cubicBezTo>
                  <a:cubicBezTo>
                    <a:pt x="6471" y="6065"/>
                    <a:pt x="6871" y="5755"/>
                    <a:pt x="7280" y="5755"/>
                  </a:cubicBezTo>
                  <a:close/>
                  <a:moveTo>
                    <a:pt x="11666" y="2840"/>
                  </a:moveTo>
                  <a:lnTo>
                    <a:pt x="11666" y="4136"/>
                  </a:lnTo>
                  <a:lnTo>
                    <a:pt x="7160" y="4136"/>
                  </a:lnTo>
                  <a:cubicBezTo>
                    <a:pt x="5092" y="4229"/>
                    <a:pt x="3734" y="6328"/>
                    <a:pt x="4475" y="8241"/>
                  </a:cubicBezTo>
                  <a:lnTo>
                    <a:pt x="2870" y="8241"/>
                  </a:lnTo>
                  <a:lnTo>
                    <a:pt x="2870" y="2840"/>
                  </a:lnTo>
                  <a:close/>
                  <a:moveTo>
                    <a:pt x="7253" y="4507"/>
                  </a:moveTo>
                  <a:cubicBezTo>
                    <a:pt x="8703" y="4507"/>
                    <a:pt x="9876" y="5710"/>
                    <a:pt x="9845" y="7192"/>
                  </a:cubicBezTo>
                  <a:cubicBezTo>
                    <a:pt x="9845" y="7809"/>
                    <a:pt x="9629" y="8395"/>
                    <a:pt x="9228" y="8889"/>
                  </a:cubicBezTo>
                  <a:cubicBezTo>
                    <a:pt x="9135" y="8519"/>
                    <a:pt x="8919" y="8179"/>
                    <a:pt x="8642" y="7932"/>
                  </a:cubicBezTo>
                  <a:cubicBezTo>
                    <a:pt x="8456" y="7747"/>
                    <a:pt x="8240" y="7624"/>
                    <a:pt x="8024" y="7531"/>
                  </a:cubicBezTo>
                  <a:cubicBezTo>
                    <a:pt x="8919" y="6791"/>
                    <a:pt x="8425" y="5340"/>
                    <a:pt x="7253" y="5340"/>
                  </a:cubicBezTo>
                  <a:cubicBezTo>
                    <a:pt x="6080" y="5340"/>
                    <a:pt x="5555" y="6791"/>
                    <a:pt x="6481" y="7531"/>
                  </a:cubicBezTo>
                  <a:cubicBezTo>
                    <a:pt x="5895" y="7778"/>
                    <a:pt x="5432" y="8272"/>
                    <a:pt x="5278" y="8889"/>
                  </a:cubicBezTo>
                  <a:cubicBezTo>
                    <a:pt x="4876" y="8426"/>
                    <a:pt x="4660" y="7809"/>
                    <a:pt x="4660" y="7192"/>
                  </a:cubicBezTo>
                  <a:cubicBezTo>
                    <a:pt x="4599" y="5710"/>
                    <a:pt x="5771" y="4507"/>
                    <a:pt x="7253" y="4507"/>
                  </a:cubicBezTo>
                  <a:close/>
                  <a:moveTo>
                    <a:pt x="7346" y="7806"/>
                  </a:moveTo>
                  <a:cubicBezTo>
                    <a:pt x="7739" y="7806"/>
                    <a:pt x="8078" y="7984"/>
                    <a:pt x="8364" y="8241"/>
                  </a:cubicBezTo>
                  <a:cubicBezTo>
                    <a:pt x="8642" y="8488"/>
                    <a:pt x="8827" y="8858"/>
                    <a:pt x="8888" y="9229"/>
                  </a:cubicBezTo>
                  <a:cubicBezTo>
                    <a:pt x="8425" y="9599"/>
                    <a:pt x="7839" y="9815"/>
                    <a:pt x="7253" y="9815"/>
                  </a:cubicBezTo>
                  <a:cubicBezTo>
                    <a:pt x="6666" y="9815"/>
                    <a:pt x="6111" y="9599"/>
                    <a:pt x="5648" y="9229"/>
                  </a:cubicBezTo>
                  <a:cubicBezTo>
                    <a:pt x="5741" y="8395"/>
                    <a:pt x="6450" y="7809"/>
                    <a:pt x="7253" y="7809"/>
                  </a:cubicBezTo>
                  <a:cubicBezTo>
                    <a:pt x="7284" y="7807"/>
                    <a:pt x="7315" y="7806"/>
                    <a:pt x="7346" y="7806"/>
                  </a:cubicBezTo>
                  <a:close/>
                  <a:moveTo>
                    <a:pt x="11697" y="6112"/>
                  </a:moveTo>
                  <a:lnTo>
                    <a:pt x="11666" y="10772"/>
                  </a:lnTo>
                  <a:cubicBezTo>
                    <a:pt x="11666" y="11389"/>
                    <a:pt x="11172" y="11914"/>
                    <a:pt x="10524" y="11914"/>
                  </a:cubicBezTo>
                  <a:lnTo>
                    <a:pt x="4012" y="11914"/>
                  </a:lnTo>
                  <a:cubicBezTo>
                    <a:pt x="3364" y="11914"/>
                    <a:pt x="2870" y="11389"/>
                    <a:pt x="2870" y="10772"/>
                  </a:cubicBezTo>
                  <a:lnTo>
                    <a:pt x="2870" y="10247"/>
                  </a:lnTo>
                  <a:lnTo>
                    <a:pt x="3734" y="10247"/>
                  </a:lnTo>
                  <a:cubicBezTo>
                    <a:pt x="4012" y="10216"/>
                    <a:pt x="4012" y="9815"/>
                    <a:pt x="3734" y="9815"/>
                  </a:cubicBezTo>
                  <a:lnTo>
                    <a:pt x="1698" y="9815"/>
                  </a:lnTo>
                  <a:cubicBezTo>
                    <a:pt x="1574" y="9815"/>
                    <a:pt x="1482" y="9908"/>
                    <a:pt x="1482" y="10031"/>
                  </a:cubicBezTo>
                  <a:lnTo>
                    <a:pt x="1482" y="10278"/>
                  </a:lnTo>
                  <a:lnTo>
                    <a:pt x="556" y="9229"/>
                  </a:lnTo>
                  <a:lnTo>
                    <a:pt x="1482" y="8210"/>
                  </a:lnTo>
                  <a:lnTo>
                    <a:pt x="1482" y="8457"/>
                  </a:lnTo>
                  <a:cubicBezTo>
                    <a:pt x="1482" y="8581"/>
                    <a:pt x="1574" y="8673"/>
                    <a:pt x="1698" y="8673"/>
                  </a:cubicBezTo>
                  <a:lnTo>
                    <a:pt x="4660" y="8673"/>
                  </a:lnTo>
                  <a:cubicBezTo>
                    <a:pt x="4907" y="9136"/>
                    <a:pt x="5308" y="9537"/>
                    <a:pt x="5771" y="9815"/>
                  </a:cubicBezTo>
                  <a:lnTo>
                    <a:pt x="4784" y="9815"/>
                  </a:lnTo>
                  <a:cubicBezTo>
                    <a:pt x="4506" y="9815"/>
                    <a:pt x="4506" y="10247"/>
                    <a:pt x="4784" y="10247"/>
                  </a:cubicBezTo>
                  <a:lnTo>
                    <a:pt x="7376" y="10247"/>
                  </a:lnTo>
                  <a:cubicBezTo>
                    <a:pt x="9012" y="10155"/>
                    <a:pt x="10308" y="8827"/>
                    <a:pt x="10277" y="7192"/>
                  </a:cubicBezTo>
                  <a:cubicBezTo>
                    <a:pt x="10277" y="6821"/>
                    <a:pt x="10215" y="6451"/>
                    <a:pt x="10092" y="6112"/>
                  </a:cubicBezTo>
                  <a:close/>
                  <a:moveTo>
                    <a:pt x="4012" y="1"/>
                  </a:moveTo>
                  <a:cubicBezTo>
                    <a:pt x="3148" y="1"/>
                    <a:pt x="2438" y="711"/>
                    <a:pt x="2438" y="1575"/>
                  </a:cubicBezTo>
                  <a:lnTo>
                    <a:pt x="2438" y="8241"/>
                  </a:lnTo>
                  <a:lnTo>
                    <a:pt x="1883" y="8241"/>
                  </a:lnTo>
                  <a:lnTo>
                    <a:pt x="1883" y="7686"/>
                  </a:lnTo>
                  <a:cubicBezTo>
                    <a:pt x="1903" y="7543"/>
                    <a:pt x="1790" y="7455"/>
                    <a:pt x="1675" y="7455"/>
                  </a:cubicBezTo>
                  <a:cubicBezTo>
                    <a:pt x="1615" y="7455"/>
                    <a:pt x="1555" y="7479"/>
                    <a:pt x="1512" y="7531"/>
                  </a:cubicBezTo>
                  <a:lnTo>
                    <a:pt x="62" y="9105"/>
                  </a:lnTo>
                  <a:cubicBezTo>
                    <a:pt x="0" y="9167"/>
                    <a:pt x="0" y="9290"/>
                    <a:pt x="62" y="9383"/>
                  </a:cubicBezTo>
                  <a:lnTo>
                    <a:pt x="1512" y="10957"/>
                  </a:lnTo>
                  <a:cubicBezTo>
                    <a:pt x="1555" y="11010"/>
                    <a:pt x="1615" y="11034"/>
                    <a:pt x="1675" y="11034"/>
                  </a:cubicBezTo>
                  <a:cubicBezTo>
                    <a:pt x="1790" y="11034"/>
                    <a:pt x="1903" y="10945"/>
                    <a:pt x="1883" y="10803"/>
                  </a:cubicBezTo>
                  <a:lnTo>
                    <a:pt x="1883" y="10247"/>
                  </a:lnTo>
                  <a:lnTo>
                    <a:pt x="2438" y="10247"/>
                  </a:lnTo>
                  <a:lnTo>
                    <a:pt x="2438" y="10772"/>
                  </a:lnTo>
                  <a:cubicBezTo>
                    <a:pt x="2438" y="11636"/>
                    <a:pt x="3148" y="12346"/>
                    <a:pt x="4012" y="12346"/>
                  </a:cubicBezTo>
                  <a:lnTo>
                    <a:pt x="10524" y="12346"/>
                  </a:lnTo>
                  <a:cubicBezTo>
                    <a:pt x="11388" y="12346"/>
                    <a:pt x="12098" y="11636"/>
                    <a:pt x="12098" y="10772"/>
                  </a:cubicBezTo>
                  <a:lnTo>
                    <a:pt x="12098" y="6112"/>
                  </a:lnTo>
                  <a:lnTo>
                    <a:pt x="12654" y="6112"/>
                  </a:lnTo>
                  <a:lnTo>
                    <a:pt x="12654" y="6698"/>
                  </a:lnTo>
                  <a:cubicBezTo>
                    <a:pt x="12654" y="6818"/>
                    <a:pt x="12745" y="6899"/>
                    <a:pt x="12851" y="6899"/>
                  </a:cubicBezTo>
                  <a:cubicBezTo>
                    <a:pt x="12908" y="6899"/>
                    <a:pt x="12970" y="6876"/>
                    <a:pt x="13024" y="6821"/>
                  </a:cubicBezTo>
                  <a:lnTo>
                    <a:pt x="14444" y="5247"/>
                  </a:lnTo>
                  <a:cubicBezTo>
                    <a:pt x="14536" y="5186"/>
                    <a:pt x="14536" y="5062"/>
                    <a:pt x="14444" y="4970"/>
                  </a:cubicBezTo>
                  <a:lnTo>
                    <a:pt x="13024" y="3396"/>
                  </a:lnTo>
                  <a:cubicBezTo>
                    <a:pt x="12975" y="3357"/>
                    <a:pt x="12921" y="3340"/>
                    <a:pt x="12869" y="3340"/>
                  </a:cubicBezTo>
                  <a:cubicBezTo>
                    <a:pt x="12755" y="3340"/>
                    <a:pt x="12654" y="3423"/>
                    <a:pt x="12654" y="3550"/>
                  </a:cubicBezTo>
                  <a:lnTo>
                    <a:pt x="12654" y="4136"/>
                  </a:lnTo>
                  <a:lnTo>
                    <a:pt x="12129" y="4136"/>
                  </a:lnTo>
                  <a:lnTo>
                    <a:pt x="12129" y="1575"/>
                  </a:lnTo>
                  <a:cubicBezTo>
                    <a:pt x="12129" y="711"/>
                    <a:pt x="11419" y="1"/>
                    <a:pt x="10524" y="1"/>
                  </a:cubicBezTo>
                  <a:lnTo>
                    <a:pt x="9999" y="1"/>
                  </a:lnTo>
                  <a:cubicBezTo>
                    <a:pt x="9722" y="1"/>
                    <a:pt x="9722" y="402"/>
                    <a:pt x="9999" y="402"/>
                  </a:cubicBezTo>
                  <a:lnTo>
                    <a:pt x="10524" y="402"/>
                  </a:lnTo>
                  <a:cubicBezTo>
                    <a:pt x="11172" y="402"/>
                    <a:pt x="11697" y="927"/>
                    <a:pt x="11697" y="1575"/>
                  </a:cubicBezTo>
                  <a:lnTo>
                    <a:pt x="11697" y="2408"/>
                  </a:lnTo>
                  <a:lnTo>
                    <a:pt x="2870" y="2408"/>
                  </a:lnTo>
                  <a:lnTo>
                    <a:pt x="2870" y="1575"/>
                  </a:lnTo>
                  <a:cubicBezTo>
                    <a:pt x="2870" y="927"/>
                    <a:pt x="3364" y="402"/>
                    <a:pt x="4012" y="402"/>
                  </a:cubicBezTo>
                  <a:lnTo>
                    <a:pt x="8858" y="402"/>
                  </a:lnTo>
                  <a:cubicBezTo>
                    <a:pt x="9135" y="402"/>
                    <a:pt x="9135" y="1"/>
                    <a:pt x="8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86"/>
            <p:cNvSpPr/>
            <p:nvPr/>
          </p:nvSpPr>
          <p:spPr>
            <a:xfrm>
              <a:off x="3350600" y="2518000"/>
              <a:ext cx="23950" cy="20325"/>
            </a:xfrm>
            <a:custGeom>
              <a:rect b="b" l="l" r="r" t="t"/>
              <a:pathLst>
                <a:path extrusionOk="0" h="813" w="958">
                  <a:moveTo>
                    <a:pt x="402" y="0"/>
                  </a:moveTo>
                  <a:cubicBezTo>
                    <a:pt x="186" y="0"/>
                    <a:pt x="1" y="185"/>
                    <a:pt x="1" y="401"/>
                  </a:cubicBezTo>
                  <a:cubicBezTo>
                    <a:pt x="1" y="648"/>
                    <a:pt x="193" y="813"/>
                    <a:pt x="394" y="813"/>
                  </a:cubicBezTo>
                  <a:cubicBezTo>
                    <a:pt x="494" y="813"/>
                    <a:pt x="597" y="772"/>
                    <a:pt x="680" y="679"/>
                  </a:cubicBezTo>
                  <a:cubicBezTo>
                    <a:pt x="957" y="432"/>
                    <a:pt x="772" y="0"/>
                    <a:pt x="4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86"/>
            <p:cNvSpPr/>
            <p:nvPr/>
          </p:nvSpPr>
          <p:spPr>
            <a:xfrm>
              <a:off x="3386875" y="2518000"/>
              <a:ext cx="23925" cy="20325"/>
            </a:xfrm>
            <a:custGeom>
              <a:rect b="b" l="l" r="r" t="t"/>
              <a:pathLst>
                <a:path extrusionOk="0" h="813" w="957">
                  <a:moveTo>
                    <a:pt x="401" y="0"/>
                  </a:moveTo>
                  <a:cubicBezTo>
                    <a:pt x="185" y="0"/>
                    <a:pt x="0" y="185"/>
                    <a:pt x="0" y="401"/>
                  </a:cubicBezTo>
                  <a:cubicBezTo>
                    <a:pt x="0" y="648"/>
                    <a:pt x="192" y="813"/>
                    <a:pt x="403" y="813"/>
                  </a:cubicBezTo>
                  <a:cubicBezTo>
                    <a:pt x="508" y="813"/>
                    <a:pt x="617" y="772"/>
                    <a:pt x="710" y="679"/>
                  </a:cubicBezTo>
                  <a:cubicBezTo>
                    <a:pt x="957" y="432"/>
                    <a:pt x="772" y="0"/>
                    <a:pt x="4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86"/>
            <p:cNvSpPr/>
            <p:nvPr/>
          </p:nvSpPr>
          <p:spPr>
            <a:xfrm>
              <a:off x="3423125" y="2518000"/>
              <a:ext cx="23950" cy="20325"/>
            </a:xfrm>
            <a:custGeom>
              <a:rect b="b" l="l" r="r" t="t"/>
              <a:pathLst>
                <a:path extrusionOk="0" h="813" w="958">
                  <a:moveTo>
                    <a:pt x="433" y="0"/>
                  </a:moveTo>
                  <a:cubicBezTo>
                    <a:pt x="186" y="0"/>
                    <a:pt x="1" y="185"/>
                    <a:pt x="1" y="401"/>
                  </a:cubicBezTo>
                  <a:cubicBezTo>
                    <a:pt x="1" y="648"/>
                    <a:pt x="206" y="813"/>
                    <a:pt x="417" y="813"/>
                  </a:cubicBezTo>
                  <a:cubicBezTo>
                    <a:pt x="522" y="813"/>
                    <a:pt x="628" y="772"/>
                    <a:pt x="710" y="679"/>
                  </a:cubicBezTo>
                  <a:cubicBezTo>
                    <a:pt x="957" y="432"/>
                    <a:pt x="772" y="0"/>
                    <a:pt x="4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3" name="Google Shape;12763;p86"/>
          <p:cNvGrpSpPr/>
          <p:nvPr/>
        </p:nvGrpSpPr>
        <p:grpSpPr>
          <a:xfrm>
            <a:off x="5484006" y="3425128"/>
            <a:ext cx="362650" cy="357075"/>
            <a:chOff x="2498825" y="2466475"/>
            <a:chExt cx="362650" cy="357075"/>
          </a:xfrm>
        </p:grpSpPr>
        <p:sp>
          <p:nvSpPr>
            <p:cNvPr id="12764" name="Google Shape;12764;p86"/>
            <p:cNvSpPr/>
            <p:nvPr/>
          </p:nvSpPr>
          <p:spPr>
            <a:xfrm>
              <a:off x="2498825" y="2466475"/>
              <a:ext cx="362650" cy="357075"/>
            </a:xfrm>
            <a:custGeom>
              <a:rect b="b" l="l" r="r" t="t"/>
              <a:pathLst>
                <a:path extrusionOk="0" h="14283" w="14506">
                  <a:moveTo>
                    <a:pt x="12606" y="422"/>
                  </a:moveTo>
                  <a:cubicBezTo>
                    <a:pt x="12715" y="422"/>
                    <a:pt x="12828" y="454"/>
                    <a:pt x="12931" y="518"/>
                  </a:cubicBezTo>
                  <a:cubicBezTo>
                    <a:pt x="13024" y="580"/>
                    <a:pt x="13086" y="703"/>
                    <a:pt x="13116" y="827"/>
                  </a:cubicBezTo>
                  <a:cubicBezTo>
                    <a:pt x="13147" y="981"/>
                    <a:pt x="13116" y="1104"/>
                    <a:pt x="13024" y="1228"/>
                  </a:cubicBezTo>
                  <a:lnTo>
                    <a:pt x="12623" y="1783"/>
                  </a:lnTo>
                  <a:lnTo>
                    <a:pt x="11789" y="1197"/>
                  </a:lnTo>
                  <a:lnTo>
                    <a:pt x="12221" y="611"/>
                  </a:lnTo>
                  <a:cubicBezTo>
                    <a:pt x="12311" y="485"/>
                    <a:pt x="12454" y="422"/>
                    <a:pt x="12606" y="422"/>
                  </a:cubicBezTo>
                  <a:close/>
                  <a:moveTo>
                    <a:pt x="11542" y="1536"/>
                  </a:moveTo>
                  <a:lnTo>
                    <a:pt x="12376" y="2123"/>
                  </a:lnTo>
                  <a:lnTo>
                    <a:pt x="9567" y="6011"/>
                  </a:lnTo>
                  <a:lnTo>
                    <a:pt x="8734" y="5425"/>
                  </a:lnTo>
                  <a:lnTo>
                    <a:pt x="11542" y="1536"/>
                  </a:lnTo>
                  <a:close/>
                  <a:moveTo>
                    <a:pt x="8641" y="5888"/>
                  </a:moveTo>
                  <a:lnTo>
                    <a:pt x="9166" y="6258"/>
                  </a:lnTo>
                  <a:lnTo>
                    <a:pt x="8641" y="6444"/>
                  </a:lnTo>
                  <a:lnTo>
                    <a:pt x="8641" y="5888"/>
                  </a:lnTo>
                  <a:close/>
                  <a:moveTo>
                    <a:pt x="9691" y="3388"/>
                  </a:moveTo>
                  <a:lnTo>
                    <a:pt x="8271" y="5363"/>
                  </a:lnTo>
                  <a:cubicBezTo>
                    <a:pt x="8240" y="5394"/>
                    <a:pt x="8240" y="5425"/>
                    <a:pt x="8240" y="5487"/>
                  </a:cubicBezTo>
                  <a:lnTo>
                    <a:pt x="8209" y="6752"/>
                  </a:lnTo>
                  <a:cubicBezTo>
                    <a:pt x="8209" y="6853"/>
                    <a:pt x="8312" y="6954"/>
                    <a:pt x="8417" y="6954"/>
                  </a:cubicBezTo>
                  <a:cubicBezTo>
                    <a:pt x="8441" y="6954"/>
                    <a:pt x="8465" y="6949"/>
                    <a:pt x="8487" y="6937"/>
                  </a:cubicBezTo>
                  <a:lnTo>
                    <a:pt x="9691" y="6505"/>
                  </a:lnTo>
                  <a:cubicBezTo>
                    <a:pt x="9722" y="6505"/>
                    <a:pt x="9753" y="6474"/>
                    <a:pt x="9783" y="6444"/>
                  </a:cubicBezTo>
                  <a:lnTo>
                    <a:pt x="10864" y="4962"/>
                  </a:lnTo>
                  <a:lnTo>
                    <a:pt x="10864" y="7493"/>
                  </a:lnTo>
                  <a:cubicBezTo>
                    <a:pt x="10864" y="8110"/>
                    <a:pt x="10370" y="8604"/>
                    <a:pt x="9783" y="8604"/>
                  </a:cubicBezTo>
                  <a:cubicBezTo>
                    <a:pt x="9475" y="8604"/>
                    <a:pt x="9475" y="9036"/>
                    <a:pt x="9783" y="9036"/>
                  </a:cubicBezTo>
                  <a:cubicBezTo>
                    <a:pt x="10617" y="9036"/>
                    <a:pt x="11296" y="8357"/>
                    <a:pt x="11296" y="7493"/>
                  </a:cubicBezTo>
                  <a:lnTo>
                    <a:pt x="11296" y="6567"/>
                  </a:lnTo>
                  <a:lnTo>
                    <a:pt x="12684" y="6567"/>
                  </a:lnTo>
                  <a:lnTo>
                    <a:pt x="12684" y="12523"/>
                  </a:lnTo>
                  <a:lnTo>
                    <a:pt x="1852" y="12492"/>
                  </a:lnTo>
                  <a:lnTo>
                    <a:pt x="1852" y="6567"/>
                  </a:lnTo>
                  <a:lnTo>
                    <a:pt x="3148" y="6567"/>
                  </a:lnTo>
                  <a:lnTo>
                    <a:pt x="3148" y="7493"/>
                  </a:lnTo>
                  <a:cubicBezTo>
                    <a:pt x="3148" y="8264"/>
                    <a:pt x="3704" y="8912"/>
                    <a:pt x="4475" y="9005"/>
                  </a:cubicBezTo>
                  <a:lnTo>
                    <a:pt x="4475" y="10610"/>
                  </a:lnTo>
                  <a:cubicBezTo>
                    <a:pt x="4444" y="10702"/>
                    <a:pt x="4506" y="10795"/>
                    <a:pt x="4599" y="10826"/>
                  </a:cubicBezTo>
                  <a:lnTo>
                    <a:pt x="4660" y="10826"/>
                  </a:lnTo>
                  <a:cubicBezTo>
                    <a:pt x="4722" y="10826"/>
                    <a:pt x="4784" y="10795"/>
                    <a:pt x="4815" y="10764"/>
                  </a:cubicBezTo>
                  <a:lnTo>
                    <a:pt x="6574" y="9005"/>
                  </a:lnTo>
                  <a:lnTo>
                    <a:pt x="8703" y="9005"/>
                  </a:lnTo>
                  <a:cubicBezTo>
                    <a:pt x="8981" y="9005"/>
                    <a:pt x="8981" y="8573"/>
                    <a:pt x="8703" y="8573"/>
                  </a:cubicBezTo>
                  <a:lnTo>
                    <a:pt x="6481" y="8573"/>
                  </a:lnTo>
                  <a:cubicBezTo>
                    <a:pt x="6419" y="8573"/>
                    <a:pt x="6358" y="8604"/>
                    <a:pt x="6327" y="8635"/>
                  </a:cubicBezTo>
                  <a:lnTo>
                    <a:pt x="4876" y="10085"/>
                  </a:lnTo>
                  <a:lnTo>
                    <a:pt x="4876" y="8820"/>
                  </a:lnTo>
                  <a:cubicBezTo>
                    <a:pt x="4876" y="8696"/>
                    <a:pt x="4784" y="8604"/>
                    <a:pt x="4660" y="8604"/>
                  </a:cubicBezTo>
                  <a:cubicBezTo>
                    <a:pt x="4043" y="8604"/>
                    <a:pt x="3549" y="8110"/>
                    <a:pt x="3549" y="7493"/>
                  </a:cubicBezTo>
                  <a:lnTo>
                    <a:pt x="3549" y="4468"/>
                  </a:lnTo>
                  <a:cubicBezTo>
                    <a:pt x="3580" y="3882"/>
                    <a:pt x="4043" y="3388"/>
                    <a:pt x="4660" y="3388"/>
                  </a:cubicBezTo>
                  <a:close/>
                  <a:moveTo>
                    <a:pt x="12808" y="5641"/>
                  </a:moveTo>
                  <a:cubicBezTo>
                    <a:pt x="13209" y="5641"/>
                    <a:pt x="13518" y="5950"/>
                    <a:pt x="13518" y="6351"/>
                  </a:cubicBezTo>
                  <a:lnTo>
                    <a:pt x="13518" y="12523"/>
                  </a:lnTo>
                  <a:lnTo>
                    <a:pt x="13116" y="12492"/>
                  </a:lnTo>
                  <a:lnTo>
                    <a:pt x="13116" y="6320"/>
                  </a:lnTo>
                  <a:cubicBezTo>
                    <a:pt x="13116" y="6227"/>
                    <a:pt x="13024" y="6135"/>
                    <a:pt x="12900" y="6135"/>
                  </a:cubicBezTo>
                  <a:lnTo>
                    <a:pt x="11296" y="6135"/>
                  </a:lnTo>
                  <a:lnTo>
                    <a:pt x="11296" y="5641"/>
                  </a:lnTo>
                  <a:close/>
                  <a:moveTo>
                    <a:pt x="7963" y="12924"/>
                  </a:moveTo>
                  <a:cubicBezTo>
                    <a:pt x="7963" y="13079"/>
                    <a:pt x="7870" y="13202"/>
                    <a:pt x="7716" y="13202"/>
                  </a:cubicBezTo>
                  <a:lnTo>
                    <a:pt x="6821" y="13202"/>
                  </a:lnTo>
                  <a:cubicBezTo>
                    <a:pt x="6666" y="13202"/>
                    <a:pt x="6574" y="13079"/>
                    <a:pt x="6574" y="12924"/>
                  </a:cubicBezTo>
                  <a:close/>
                  <a:moveTo>
                    <a:pt x="12643" y="1"/>
                  </a:moveTo>
                  <a:cubicBezTo>
                    <a:pt x="12364" y="1"/>
                    <a:pt x="12079" y="124"/>
                    <a:pt x="11882" y="395"/>
                  </a:cubicBezTo>
                  <a:lnTo>
                    <a:pt x="9999" y="2987"/>
                  </a:lnTo>
                  <a:lnTo>
                    <a:pt x="4660" y="2987"/>
                  </a:lnTo>
                  <a:cubicBezTo>
                    <a:pt x="3827" y="2987"/>
                    <a:pt x="3148" y="3666"/>
                    <a:pt x="3148" y="4499"/>
                  </a:cubicBezTo>
                  <a:lnTo>
                    <a:pt x="3148" y="5209"/>
                  </a:lnTo>
                  <a:lnTo>
                    <a:pt x="1728" y="5209"/>
                  </a:lnTo>
                  <a:cubicBezTo>
                    <a:pt x="1080" y="5209"/>
                    <a:pt x="556" y="5734"/>
                    <a:pt x="556" y="6382"/>
                  </a:cubicBezTo>
                  <a:lnTo>
                    <a:pt x="556" y="10147"/>
                  </a:lnTo>
                  <a:cubicBezTo>
                    <a:pt x="556" y="10286"/>
                    <a:pt x="664" y="10355"/>
                    <a:pt x="772" y="10355"/>
                  </a:cubicBezTo>
                  <a:cubicBezTo>
                    <a:pt x="880" y="10355"/>
                    <a:pt x="988" y="10286"/>
                    <a:pt x="988" y="10147"/>
                  </a:cubicBezTo>
                  <a:lnTo>
                    <a:pt x="988" y="6351"/>
                  </a:lnTo>
                  <a:cubicBezTo>
                    <a:pt x="988" y="5950"/>
                    <a:pt x="1296" y="5610"/>
                    <a:pt x="1698" y="5610"/>
                  </a:cubicBezTo>
                  <a:lnTo>
                    <a:pt x="3117" y="5610"/>
                  </a:lnTo>
                  <a:lnTo>
                    <a:pt x="3117" y="6135"/>
                  </a:lnTo>
                  <a:lnTo>
                    <a:pt x="1605" y="6135"/>
                  </a:lnTo>
                  <a:cubicBezTo>
                    <a:pt x="1512" y="6135"/>
                    <a:pt x="1389" y="6227"/>
                    <a:pt x="1389" y="6351"/>
                  </a:cubicBezTo>
                  <a:lnTo>
                    <a:pt x="1389" y="12523"/>
                  </a:lnTo>
                  <a:lnTo>
                    <a:pt x="988" y="12523"/>
                  </a:lnTo>
                  <a:lnTo>
                    <a:pt x="988" y="11258"/>
                  </a:lnTo>
                  <a:cubicBezTo>
                    <a:pt x="988" y="11104"/>
                    <a:pt x="880" y="11026"/>
                    <a:pt x="772" y="11026"/>
                  </a:cubicBezTo>
                  <a:cubicBezTo>
                    <a:pt x="664" y="11026"/>
                    <a:pt x="556" y="11104"/>
                    <a:pt x="556" y="11258"/>
                  </a:cubicBezTo>
                  <a:lnTo>
                    <a:pt x="556" y="12523"/>
                  </a:lnTo>
                  <a:lnTo>
                    <a:pt x="216" y="12523"/>
                  </a:lnTo>
                  <a:cubicBezTo>
                    <a:pt x="93" y="12523"/>
                    <a:pt x="0" y="12616"/>
                    <a:pt x="0" y="12739"/>
                  </a:cubicBezTo>
                  <a:lnTo>
                    <a:pt x="0" y="13233"/>
                  </a:lnTo>
                  <a:cubicBezTo>
                    <a:pt x="0" y="13819"/>
                    <a:pt x="463" y="14282"/>
                    <a:pt x="1049" y="14282"/>
                  </a:cubicBezTo>
                  <a:lnTo>
                    <a:pt x="11604" y="14282"/>
                  </a:lnTo>
                  <a:cubicBezTo>
                    <a:pt x="11882" y="14282"/>
                    <a:pt x="11882" y="13881"/>
                    <a:pt x="11604" y="13881"/>
                  </a:cubicBezTo>
                  <a:lnTo>
                    <a:pt x="1049" y="13881"/>
                  </a:lnTo>
                  <a:cubicBezTo>
                    <a:pt x="710" y="13881"/>
                    <a:pt x="432" y="13603"/>
                    <a:pt x="432" y="13233"/>
                  </a:cubicBezTo>
                  <a:lnTo>
                    <a:pt x="432" y="12924"/>
                  </a:lnTo>
                  <a:lnTo>
                    <a:pt x="6142" y="12924"/>
                  </a:lnTo>
                  <a:cubicBezTo>
                    <a:pt x="6142" y="13326"/>
                    <a:pt x="6450" y="13634"/>
                    <a:pt x="6821" y="13634"/>
                  </a:cubicBezTo>
                  <a:lnTo>
                    <a:pt x="7685" y="13634"/>
                  </a:lnTo>
                  <a:cubicBezTo>
                    <a:pt x="8086" y="13634"/>
                    <a:pt x="8395" y="13326"/>
                    <a:pt x="8395" y="12924"/>
                  </a:cubicBezTo>
                  <a:lnTo>
                    <a:pt x="14073" y="12924"/>
                  </a:lnTo>
                  <a:lnTo>
                    <a:pt x="14073" y="13233"/>
                  </a:lnTo>
                  <a:cubicBezTo>
                    <a:pt x="14073" y="13603"/>
                    <a:pt x="13795" y="13881"/>
                    <a:pt x="13456" y="13881"/>
                  </a:cubicBezTo>
                  <a:lnTo>
                    <a:pt x="12808" y="13881"/>
                  </a:lnTo>
                  <a:cubicBezTo>
                    <a:pt x="12530" y="13881"/>
                    <a:pt x="12530" y="14282"/>
                    <a:pt x="12808" y="14282"/>
                  </a:cubicBezTo>
                  <a:lnTo>
                    <a:pt x="13456" y="14282"/>
                  </a:lnTo>
                  <a:cubicBezTo>
                    <a:pt x="14011" y="14282"/>
                    <a:pt x="14505" y="13819"/>
                    <a:pt x="14505" y="13233"/>
                  </a:cubicBezTo>
                  <a:lnTo>
                    <a:pt x="14505" y="12739"/>
                  </a:lnTo>
                  <a:cubicBezTo>
                    <a:pt x="14505" y="12616"/>
                    <a:pt x="14382" y="12523"/>
                    <a:pt x="14289" y="12523"/>
                  </a:cubicBezTo>
                  <a:lnTo>
                    <a:pt x="13950" y="12523"/>
                  </a:lnTo>
                  <a:lnTo>
                    <a:pt x="13950" y="6351"/>
                  </a:lnTo>
                  <a:cubicBezTo>
                    <a:pt x="13950" y="5703"/>
                    <a:pt x="13425" y="5178"/>
                    <a:pt x="12777" y="5178"/>
                  </a:cubicBezTo>
                  <a:lnTo>
                    <a:pt x="11296" y="5178"/>
                  </a:lnTo>
                  <a:lnTo>
                    <a:pt x="11296" y="4345"/>
                  </a:lnTo>
                  <a:lnTo>
                    <a:pt x="12684" y="2431"/>
                  </a:lnTo>
                  <a:cubicBezTo>
                    <a:pt x="12746" y="2493"/>
                    <a:pt x="12777" y="2555"/>
                    <a:pt x="12777" y="2648"/>
                  </a:cubicBezTo>
                  <a:cubicBezTo>
                    <a:pt x="12808" y="2802"/>
                    <a:pt x="12777" y="2925"/>
                    <a:pt x="12684" y="3049"/>
                  </a:cubicBezTo>
                  <a:lnTo>
                    <a:pt x="11789" y="4283"/>
                  </a:lnTo>
                  <a:cubicBezTo>
                    <a:pt x="11702" y="4459"/>
                    <a:pt x="11832" y="4619"/>
                    <a:pt x="11971" y="4619"/>
                  </a:cubicBezTo>
                  <a:cubicBezTo>
                    <a:pt x="12027" y="4619"/>
                    <a:pt x="12084" y="4592"/>
                    <a:pt x="12129" y="4530"/>
                  </a:cubicBezTo>
                  <a:lnTo>
                    <a:pt x="13055" y="3296"/>
                  </a:lnTo>
                  <a:cubicBezTo>
                    <a:pt x="13302" y="2925"/>
                    <a:pt x="13271" y="2401"/>
                    <a:pt x="12962" y="2061"/>
                  </a:cubicBezTo>
                  <a:lnTo>
                    <a:pt x="13394" y="1475"/>
                  </a:lnTo>
                  <a:cubicBezTo>
                    <a:pt x="13549" y="1259"/>
                    <a:pt x="13610" y="1012"/>
                    <a:pt x="13549" y="765"/>
                  </a:cubicBezTo>
                  <a:cubicBezTo>
                    <a:pt x="13474" y="282"/>
                    <a:pt x="13065" y="1"/>
                    <a:pt x="12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86"/>
            <p:cNvSpPr/>
            <p:nvPr/>
          </p:nvSpPr>
          <p:spPr>
            <a:xfrm>
              <a:off x="2618400" y="2629875"/>
              <a:ext cx="69475" cy="10825"/>
            </a:xfrm>
            <a:custGeom>
              <a:rect b="b" l="l" r="r" t="t"/>
              <a:pathLst>
                <a:path extrusionOk="0" h="433" w="2779">
                  <a:moveTo>
                    <a:pt x="217" y="0"/>
                  </a:moveTo>
                  <a:cubicBezTo>
                    <a:pt x="93" y="0"/>
                    <a:pt x="1" y="93"/>
                    <a:pt x="1" y="216"/>
                  </a:cubicBezTo>
                  <a:cubicBezTo>
                    <a:pt x="1" y="309"/>
                    <a:pt x="93" y="432"/>
                    <a:pt x="217" y="432"/>
                  </a:cubicBezTo>
                  <a:lnTo>
                    <a:pt x="2562" y="432"/>
                  </a:lnTo>
                  <a:cubicBezTo>
                    <a:pt x="2686" y="432"/>
                    <a:pt x="2778" y="309"/>
                    <a:pt x="2778" y="216"/>
                  </a:cubicBezTo>
                  <a:cubicBezTo>
                    <a:pt x="2778" y="93"/>
                    <a:pt x="2686" y="0"/>
                    <a:pt x="2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86"/>
            <p:cNvSpPr/>
            <p:nvPr/>
          </p:nvSpPr>
          <p:spPr>
            <a:xfrm>
              <a:off x="2616875" y="2592050"/>
              <a:ext cx="72550" cy="10825"/>
            </a:xfrm>
            <a:custGeom>
              <a:rect b="b" l="l" r="r" t="t"/>
              <a:pathLst>
                <a:path extrusionOk="0" h="433" w="2902">
                  <a:moveTo>
                    <a:pt x="278" y="1"/>
                  </a:moveTo>
                  <a:cubicBezTo>
                    <a:pt x="0" y="1"/>
                    <a:pt x="0" y="433"/>
                    <a:pt x="278" y="433"/>
                  </a:cubicBezTo>
                  <a:lnTo>
                    <a:pt x="2623" y="433"/>
                  </a:lnTo>
                  <a:cubicBezTo>
                    <a:pt x="2901" y="433"/>
                    <a:pt x="2901" y="1"/>
                    <a:pt x="26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7" name="Google Shape;12767;p86"/>
          <p:cNvGrpSpPr/>
          <p:nvPr/>
        </p:nvGrpSpPr>
        <p:grpSpPr>
          <a:xfrm>
            <a:off x="4764469" y="3424466"/>
            <a:ext cx="361900" cy="358400"/>
            <a:chOff x="1741150" y="2466500"/>
            <a:chExt cx="361900" cy="358400"/>
          </a:xfrm>
        </p:grpSpPr>
        <p:sp>
          <p:nvSpPr>
            <p:cNvPr id="12768" name="Google Shape;12768;p86"/>
            <p:cNvSpPr/>
            <p:nvPr/>
          </p:nvSpPr>
          <p:spPr>
            <a:xfrm>
              <a:off x="1741150" y="2466500"/>
              <a:ext cx="88000" cy="358400"/>
            </a:xfrm>
            <a:custGeom>
              <a:rect b="b" l="l" r="r" t="t"/>
              <a:pathLst>
                <a:path extrusionOk="0" h="14336" w="3520">
                  <a:moveTo>
                    <a:pt x="1744" y="301"/>
                  </a:moveTo>
                  <a:cubicBezTo>
                    <a:pt x="1922" y="301"/>
                    <a:pt x="2099" y="424"/>
                    <a:pt x="2069" y="671"/>
                  </a:cubicBezTo>
                  <a:lnTo>
                    <a:pt x="2069" y="2276"/>
                  </a:lnTo>
                  <a:lnTo>
                    <a:pt x="1420" y="2276"/>
                  </a:lnTo>
                  <a:lnTo>
                    <a:pt x="1420" y="671"/>
                  </a:lnTo>
                  <a:cubicBezTo>
                    <a:pt x="1390" y="424"/>
                    <a:pt x="1567" y="301"/>
                    <a:pt x="1744" y="301"/>
                  </a:cubicBezTo>
                  <a:close/>
                  <a:moveTo>
                    <a:pt x="2069" y="6288"/>
                  </a:moveTo>
                  <a:lnTo>
                    <a:pt x="2069" y="13633"/>
                  </a:lnTo>
                  <a:cubicBezTo>
                    <a:pt x="2099" y="13880"/>
                    <a:pt x="1922" y="14004"/>
                    <a:pt x="1744" y="14004"/>
                  </a:cubicBezTo>
                  <a:cubicBezTo>
                    <a:pt x="1567" y="14004"/>
                    <a:pt x="1390" y="13880"/>
                    <a:pt x="1420" y="13633"/>
                  </a:cubicBezTo>
                  <a:lnTo>
                    <a:pt x="1420" y="6288"/>
                  </a:lnTo>
                  <a:close/>
                  <a:moveTo>
                    <a:pt x="1744" y="0"/>
                  </a:moveTo>
                  <a:cubicBezTo>
                    <a:pt x="1320" y="0"/>
                    <a:pt x="896" y="224"/>
                    <a:pt x="988" y="671"/>
                  </a:cubicBezTo>
                  <a:lnTo>
                    <a:pt x="988" y="2276"/>
                  </a:lnTo>
                  <a:lnTo>
                    <a:pt x="865" y="2276"/>
                  </a:lnTo>
                  <a:cubicBezTo>
                    <a:pt x="371" y="2276"/>
                    <a:pt x="1" y="2677"/>
                    <a:pt x="1" y="3171"/>
                  </a:cubicBezTo>
                  <a:lnTo>
                    <a:pt x="1" y="5455"/>
                  </a:lnTo>
                  <a:cubicBezTo>
                    <a:pt x="1" y="5918"/>
                    <a:pt x="371" y="6319"/>
                    <a:pt x="865" y="6319"/>
                  </a:cubicBezTo>
                  <a:lnTo>
                    <a:pt x="988" y="6319"/>
                  </a:lnTo>
                  <a:lnTo>
                    <a:pt x="988" y="13664"/>
                  </a:lnTo>
                  <a:cubicBezTo>
                    <a:pt x="896" y="14112"/>
                    <a:pt x="1320" y="14335"/>
                    <a:pt x="1744" y="14335"/>
                  </a:cubicBezTo>
                  <a:cubicBezTo>
                    <a:pt x="2169" y="14335"/>
                    <a:pt x="2593" y="14112"/>
                    <a:pt x="2501" y="13664"/>
                  </a:cubicBezTo>
                  <a:lnTo>
                    <a:pt x="2501" y="6319"/>
                  </a:lnTo>
                  <a:lnTo>
                    <a:pt x="2624" y="6319"/>
                  </a:lnTo>
                  <a:cubicBezTo>
                    <a:pt x="3087" y="6319"/>
                    <a:pt x="3488" y="5918"/>
                    <a:pt x="3488" y="5455"/>
                  </a:cubicBezTo>
                  <a:lnTo>
                    <a:pt x="3488" y="4930"/>
                  </a:lnTo>
                  <a:cubicBezTo>
                    <a:pt x="3488" y="4791"/>
                    <a:pt x="3388" y="4722"/>
                    <a:pt x="3288" y="4722"/>
                  </a:cubicBezTo>
                  <a:cubicBezTo>
                    <a:pt x="3187" y="4722"/>
                    <a:pt x="3087" y="4791"/>
                    <a:pt x="3087" y="4930"/>
                  </a:cubicBezTo>
                  <a:lnTo>
                    <a:pt x="3087" y="5424"/>
                  </a:lnTo>
                  <a:cubicBezTo>
                    <a:pt x="3087" y="5671"/>
                    <a:pt x="2871" y="5887"/>
                    <a:pt x="2624" y="5887"/>
                  </a:cubicBezTo>
                  <a:lnTo>
                    <a:pt x="865" y="5887"/>
                  </a:lnTo>
                  <a:cubicBezTo>
                    <a:pt x="618" y="5887"/>
                    <a:pt x="433" y="5671"/>
                    <a:pt x="433" y="5424"/>
                  </a:cubicBezTo>
                  <a:lnTo>
                    <a:pt x="433" y="3140"/>
                  </a:lnTo>
                  <a:cubicBezTo>
                    <a:pt x="433" y="2893"/>
                    <a:pt x="649" y="2677"/>
                    <a:pt x="896" y="2677"/>
                  </a:cubicBezTo>
                  <a:lnTo>
                    <a:pt x="2624" y="2677"/>
                  </a:lnTo>
                  <a:cubicBezTo>
                    <a:pt x="2902" y="2677"/>
                    <a:pt x="3087" y="2893"/>
                    <a:pt x="3087" y="3140"/>
                  </a:cubicBezTo>
                  <a:lnTo>
                    <a:pt x="3087" y="3758"/>
                  </a:lnTo>
                  <a:cubicBezTo>
                    <a:pt x="3087" y="3896"/>
                    <a:pt x="3195" y="3966"/>
                    <a:pt x="3303" y="3966"/>
                  </a:cubicBezTo>
                  <a:cubicBezTo>
                    <a:pt x="3411" y="3966"/>
                    <a:pt x="3519" y="3896"/>
                    <a:pt x="3519" y="3758"/>
                  </a:cubicBezTo>
                  <a:lnTo>
                    <a:pt x="3519" y="3140"/>
                  </a:lnTo>
                  <a:cubicBezTo>
                    <a:pt x="3519" y="2647"/>
                    <a:pt x="3118" y="2276"/>
                    <a:pt x="2624" y="2276"/>
                  </a:cubicBezTo>
                  <a:lnTo>
                    <a:pt x="2501" y="2276"/>
                  </a:lnTo>
                  <a:lnTo>
                    <a:pt x="2501" y="671"/>
                  </a:lnTo>
                  <a:cubicBezTo>
                    <a:pt x="2593" y="224"/>
                    <a:pt x="2169" y="0"/>
                    <a:pt x="17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86"/>
            <p:cNvSpPr/>
            <p:nvPr/>
          </p:nvSpPr>
          <p:spPr>
            <a:xfrm>
              <a:off x="1761225" y="2554975"/>
              <a:ext cx="46300" cy="10100"/>
            </a:xfrm>
            <a:custGeom>
              <a:rect b="b" l="l" r="r" t="t"/>
              <a:pathLst>
                <a:path extrusionOk="0" h="404" w="1852">
                  <a:moveTo>
                    <a:pt x="1602" y="1"/>
                  </a:moveTo>
                  <a:cubicBezTo>
                    <a:pt x="1593" y="1"/>
                    <a:pt x="1584" y="1"/>
                    <a:pt x="1574" y="3"/>
                  </a:cubicBezTo>
                  <a:lnTo>
                    <a:pt x="278" y="3"/>
                  </a:lnTo>
                  <a:cubicBezTo>
                    <a:pt x="0" y="3"/>
                    <a:pt x="0" y="404"/>
                    <a:pt x="278" y="404"/>
                  </a:cubicBezTo>
                  <a:lnTo>
                    <a:pt x="1574" y="404"/>
                  </a:lnTo>
                  <a:cubicBezTo>
                    <a:pt x="1842" y="404"/>
                    <a:pt x="1852" y="1"/>
                    <a:pt x="1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86"/>
            <p:cNvSpPr/>
            <p:nvPr/>
          </p:nvSpPr>
          <p:spPr>
            <a:xfrm>
              <a:off x="1761225" y="2582025"/>
              <a:ext cx="46300" cy="10825"/>
            </a:xfrm>
            <a:custGeom>
              <a:rect b="b" l="l" r="r" t="t"/>
              <a:pathLst>
                <a:path extrusionOk="0" h="433" w="1852">
                  <a:moveTo>
                    <a:pt x="278" y="1"/>
                  </a:moveTo>
                  <a:cubicBezTo>
                    <a:pt x="0" y="1"/>
                    <a:pt x="0" y="433"/>
                    <a:pt x="278" y="433"/>
                  </a:cubicBezTo>
                  <a:lnTo>
                    <a:pt x="1574" y="433"/>
                  </a:lnTo>
                  <a:cubicBezTo>
                    <a:pt x="1852" y="433"/>
                    <a:pt x="1852" y="1"/>
                    <a:pt x="15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86"/>
            <p:cNvSpPr/>
            <p:nvPr/>
          </p:nvSpPr>
          <p:spPr>
            <a:xfrm>
              <a:off x="1832200" y="2466500"/>
              <a:ext cx="87975" cy="357625"/>
            </a:xfrm>
            <a:custGeom>
              <a:rect b="b" l="l" r="r" t="t"/>
              <a:pathLst>
                <a:path extrusionOk="0" h="14305" w="3519">
                  <a:moveTo>
                    <a:pt x="2624" y="9899"/>
                  </a:moveTo>
                  <a:cubicBezTo>
                    <a:pt x="2871" y="9899"/>
                    <a:pt x="3087" y="10115"/>
                    <a:pt x="3087" y="10362"/>
                  </a:cubicBezTo>
                  <a:lnTo>
                    <a:pt x="3087" y="12646"/>
                  </a:lnTo>
                  <a:cubicBezTo>
                    <a:pt x="3087" y="12893"/>
                    <a:pt x="2871" y="13078"/>
                    <a:pt x="2624" y="13078"/>
                  </a:cubicBezTo>
                  <a:lnTo>
                    <a:pt x="895" y="13078"/>
                  </a:lnTo>
                  <a:cubicBezTo>
                    <a:pt x="618" y="13078"/>
                    <a:pt x="433" y="12893"/>
                    <a:pt x="433" y="12646"/>
                  </a:cubicBezTo>
                  <a:lnTo>
                    <a:pt x="433" y="10362"/>
                  </a:lnTo>
                  <a:cubicBezTo>
                    <a:pt x="433" y="10115"/>
                    <a:pt x="618" y="9899"/>
                    <a:pt x="895" y="9899"/>
                  </a:cubicBezTo>
                  <a:close/>
                  <a:moveTo>
                    <a:pt x="2099" y="13510"/>
                  </a:moveTo>
                  <a:lnTo>
                    <a:pt x="2099" y="13633"/>
                  </a:lnTo>
                  <a:cubicBezTo>
                    <a:pt x="2115" y="13880"/>
                    <a:pt x="1937" y="14004"/>
                    <a:pt x="1760" y="14004"/>
                  </a:cubicBezTo>
                  <a:cubicBezTo>
                    <a:pt x="1582" y="14004"/>
                    <a:pt x="1405" y="13880"/>
                    <a:pt x="1420" y="13633"/>
                  </a:cubicBezTo>
                  <a:lnTo>
                    <a:pt x="1420" y="13510"/>
                  </a:lnTo>
                  <a:close/>
                  <a:moveTo>
                    <a:pt x="1744" y="0"/>
                  </a:moveTo>
                  <a:cubicBezTo>
                    <a:pt x="1320" y="0"/>
                    <a:pt x="895" y="224"/>
                    <a:pt x="988" y="671"/>
                  </a:cubicBezTo>
                  <a:lnTo>
                    <a:pt x="988" y="9467"/>
                  </a:lnTo>
                  <a:lnTo>
                    <a:pt x="865" y="9467"/>
                  </a:lnTo>
                  <a:cubicBezTo>
                    <a:pt x="402" y="9467"/>
                    <a:pt x="0" y="9868"/>
                    <a:pt x="0" y="10362"/>
                  </a:cubicBezTo>
                  <a:lnTo>
                    <a:pt x="0" y="12646"/>
                  </a:lnTo>
                  <a:cubicBezTo>
                    <a:pt x="0" y="13109"/>
                    <a:pt x="402" y="13510"/>
                    <a:pt x="865" y="13510"/>
                  </a:cubicBezTo>
                  <a:lnTo>
                    <a:pt x="988" y="13510"/>
                  </a:lnTo>
                  <a:lnTo>
                    <a:pt x="988" y="13633"/>
                  </a:lnTo>
                  <a:cubicBezTo>
                    <a:pt x="895" y="14081"/>
                    <a:pt x="1320" y="14305"/>
                    <a:pt x="1744" y="14305"/>
                  </a:cubicBezTo>
                  <a:cubicBezTo>
                    <a:pt x="2169" y="14305"/>
                    <a:pt x="2593" y="14081"/>
                    <a:pt x="2500" y="13633"/>
                  </a:cubicBezTo>
                  <a:lnTo>
                    <a:pt x="2500" y="13510"/>
                  </a:lnTo>
                  <a:lnTo>
                    <a:pt x="2624" y="13510"/>
                  </a:lnTo>
                  <a:cubicBezTo>
                    <a:pt x="3118" y="13510"/>
                    <a:pt x="3519" y="13109"/>
                    <a:pt x="3519" y="12646"/>
                  </a:cubicBezTo>
                  <a:lnTo>
                    <a:pt x="3519" y="10362"/>
                  </a:lnTo>
                  <a:cubicBezTo>
                    <a:pt x="3519" y="9868"/>
                    <a:pt x="3118" y="9467"/>
                    <a:pt x="2624" y="9467"/>
                  </a:cubicBezTo>
                  <a:lnTo>
                    <a:pt x="2500" y="9467"/>
                  </a:lnTo>
                  <a:lnTo>
                    <a:pt x="2500" y="2863"/>
                  </a:lnTo>
                  <a:cubicBezTo>
                    <a:pt x="2500" y="2708"/>
                    <a:pt x="2400" y="2631"/>
                    <a:pt x="2300" y="2631"/>
                  </a:cubicBezTo>
                  <a:cubicBezTo>
                    <a:pt x="2199" y="2631"/>
                    <a:pt x="2099" y="2708"/>
                    <a:pt x="2099" y="2863"/>
                  </a:cubicBezTo>
                  <a:lnTo>
                    <a:pt x="2099" y="9467"/>
                  </a:lnTo>
                  <a:lnTo>
                    <a:pt x="1420" y="9467"/>
                  </a:lnTo>
                  <a:lnTo>
                    <a:pt x="1420" y="671"/>
                  </a:lnTo>
                  <a:cubicBezTo>
                    <a:pt x="1389" y="424"/>
                    <a:pt x="1567" y="301"/>
                    <a:pt x="1744" y="301"/>
                  </a:cubicBezTo>
                  <a:cubicBezTo>
                    <a:pt x="1922" y="301"/>
                    <a:pt x="2099" y="424"/>
                    <a:pt x="2068" y="671"/>
                  </a:cubicBezTo>
                  <a:lnTo>
                    <a:pt x="2068" y="1628"/>
                  </a:lnTo>
                  <a:cubicBezTo>
                    <a:pt x="2068" y="1782"/>
                    <a:pt x="2176" y="1860"/>
                    <a:pt x="2284" y="1860"/>
                  </a:cubicBezTo>
                  <a:cubicBezTo>
                    <a:pt x="2392" y="1860"/>
                    <a:pt x="2500" y="1782"/>
                    <a:pt x="2500" y="1628"/>
                  </a:cubicBezTo>
                  <a:lnTo>
                    <a:pt x="2500" y="671"/>
                  </a:lnTo>
                  <a:cubicBezTo>
                    <a:pt x="2593" y="224"/>
                    <a:pt x="2169" y="0"/>
                    <a:pt x="17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86"/>
            <p:cNvSpPr/>
            <p:nvPr/>
          </p:nvSpPr>
          <p:spPr>
            <a:xfrm>
              <a:off x="1853025" y="2734800"/>
              <a:ext cx="46325" cy="10825"/>
            </a:xfrm>
            <a:custGeom>
              <a:rect b="b" l="l" r="r" t="t"/>
              <a:pathLst>
                <a:path extrusionOk="0" h="433" w="1853">
                  <a:moveTo>
                    <a:pt x="279" y="0"/>
                  </a:moveTo>
                  <a:cubicBezTo>
                    <a:pt x="1" y="0"/>
                    <a:pt x="1" y="432"/>
                    <a:pt x="279" y="432"/>
                  </a:cubicBezTo>
                  <a:lnTo>
                    <a:pt x="1575" y="432"/>
                  </a:lnTo>
                  <a:cubicBezTo>
                    <a:pt x="1852" y="432"/>
                    <a:pt x="1852" y="0"/>
                    <a:pt x="15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86"/>
            <p:cNvSpPr/>
            <p:nvPr/>
          </p:nvSpPr>
          <p:spPr>
            <a:xfrm>
              <a:off x="1853025" y="2763300"/>
              <a:ext cx="46325" cy="10100"/>
            </a:xfrm>
            <a:custGeom>
              <a:rect b="b" l="l" r="r" t="t"/>
              <a:pathLst>
                <a:path extrusionOk="0" h="404" w="1853">
                  <a:moveTo>
                    <a:pt x="1602" y="1"/>
                  </a:moveTo>
                  <a:cubicBezTo>
                    <a:pt x="1594" y="1"/>
                    <a:pt x="1584" y="1"/>
                    <a:pt x="1575" y="2"/>
                  </a:cubicBezTo>
                  <a:lnTo>
                    <a:pt x="279" y="2"/>
                  </a:lnTo>
                  <a:cubicBezTo>
                    <a:pt x="1" y="2"/>
                    <a:pt x="1" y="403"/>
                    <a:pt x="279" y="403"/>
                  </a:cubicBezTo>
                  <a:lnTo>
                    <a:pt x="1575" y="403"/>
                  </a:lnTo>
                  <a:cubicBezTo>
                    <a:pt x="1843" y="403"/>
                    <a:pt x="1852" y="1"/>
                    <a:pt x="1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86"/>
            <p:cNvSpPr/>
            <p:nvPr/>
          </p:nvSpPr>
          <p:spPr>
            <a:xfrm>
              <a:off x="1924025" y="2466500"/>
              <a:ext cx="87200" cy="356475"/>
            </a:xfrm>
            <a:custGeom>
              <a:rect b="b" l="l" r="r" t="t"/>
              <a:pathLst>
                <a:path extrusionOk="0" h="14259" w="3488">
                  <a:moveTo>
                    <a:pt x="1744" y="347"/>
                  </a:moveTo>
                  <a:cubicBezTo>
                    <a:pt x="1906" y="347"/>
                    <a:pt x="2068" y="455"/>
                    <a:pt x="2068" y="671"/>
                  </a:cubicBezTo>
                  <a:lnTo>
                    <a:pt x="2068" y="5702"/>
                  </a:lnTo>
                  <a:lnTo>
                    <a:pt x="1420" y="5702"/>
                  </a:lnTo>
                  <a:lnTo>
                    <a:pt x="1420" y="671"/>
                  </a:lnTo>
                  <a:cubicBezTo>
                    <a:pt x="1420" y="455"/>
                    <a:pt x="1582" y="347"/>
                    <a:pt x="1744" y="347"/>
                  </a:cubicBezTo>
                  <a:close/>
                  <a:moveTo>
                    <a:pt x="2068" y="9714"/>
                  </a:moveTo>
                  <a:lnTo>
                    <a:pt x="2068" y="13633"/>
                  </a:lnTo>
                  <a:cubicBezTo>
                    <a:pt x="2068" y="13849"/>
                    <a:pt x="1906" y="13957"/>
                    <a:pt x="1744" y="13957"/>
                  </a:cubicBezTo>
                  <a:cubicBezTo>
                    <a:pt x="1582" y="13957"/>
                    <a:pt x="1420" y="13849"/>
                    <a:pt x="1420" y="13633"/>
                  </a:cubicBezTo>
                  <a:lnTo>
                    <a:pt x="1420" y="9714"/>
                  </a:lnTo>
                  <a:close/>
                  <a:moveTo>
                    <a:pt x="1744" y="0"/>
                  </a:moveTo>
                  <a:cubicBezTo>
                    <a:pt x="1319" y="0"/>
                    <a:pt x="895" y="224"/>
                    <a:pt x="988" y="671"/>
                  </a:cubicBezTo>
                  <a:lnTo>
                    <a:pt x="988" y="5702"/>
                  </a:lnTo>
                  <a:lnTo>
                    <a:pt x="864" y="5702"/>
                  </a:lnTo>
                  <a:cubicBezTo>
                    <a:pt x="370" y="5702"/>
                    <a:pt x="0" y="6072"/>
                    <a:pt x="0" y="6566"/>
                  </a:cubicBezTo>
                  <a:lnTo>
                    <a:pt x="0" y="8850"/>
                  </a:lnTo>
                  <a:cubicBezTo>
                    <a:pt x="0" y="9344"/>
                    <a:pt x="370" y="9745"/>
                    <a:pt x="864" y="9745"/>
                  </a:cubicBezTo>
                  <a:lnTo>
                    <a:pt x="988" y="9745"/>
                  </a:lnTo>
                  <a:lnTo>
                    <a:pt x="988" y="13633"/>
                  </a:lnTo>
                  <a:cubicBezTo>
                    <a:pt x="1065" y="14050"/>
                    <a:pt x="1404" y="14258"/>
                    <a:pt x="1744" y="14258"/>
                  </a:cubicBezTo>
                  <a:cubicBezTo>
                    <a:pt x="2083" y="14258"/>
                    <a:pt x="2423" y="14050"/>
                    <a:pt x="2500" y="13633"/>
                  </a:cubicBezTo>
                  <a:lnTo>
                    <a:pt x="2500" y="9714"/>
                  </a:lnTo>
                  <a:lnTo>
                    <a:pt x="2623" y="9714"/>
                  </a:lnTo>
                  <a:cubicBezTo>
                    <a:pt x="3117" y="9714"/>
                    <a:pt x="3487" y="9313"/>
                    <a:pt x="3487" y="8819"/>
                  </a:cubicBezTo>
                  <a:lnTo>
                    <a:pt x="3487" y="8263"/>
                  </a:lnTo>
                  <a:cubicBezTo>
                    <a:pt x="3487" y="8124"/>
                    <a:pt x="3379" y="8055"/>
                    <a:pt x="3275" y="8055"/>
                  </a:cubicBezTo>
                  <a:cubicBezTo>
                    <a:pt x="3171" y="8055"/>
                    <a:pt x="3071" y="8124"/>
                    <a:pt x="3086" y="8263"/>
                  </a:cubicBezTo>
                  <a:lnTo>
                    <a:pt x="3086" y="8819"/>
                  </a:lnTo>
                  <a:cubicBezTo>
                    <a:pt x="3086" y="9066"/>
                    <a:pt x="2870" y="9282"/>
                    <a:pt x="2623" y="9282"/>
                  </a:cubicBezTo>
                  <a:lnTo>
                    <a:pt x="864" y="9282"/>
                  </a:lnTo>
                  <a:cubicBezTo>
                    <a:pt x="617" y="9282"/>
                    <a:pt x="401" y="9066"/>
                    <a:pt x="401" y="8819"/>
                  </a:cubicBezTo>
                  <a:lnTo>
                    <a:pt x="401" y="6535"/>
                  </a:lnTo>
                  <a:cubicBezTo>
                    <a:pt x="401" y="6288"/>
                    <a:pt x="617" y="6072"/>
                    <a:pt x="864" y="6072"/>
                  </a:cubicBezTo>
                  <a:lnTo>
                    <a:pt x="2623" y="6072"/>
                  </a:lnTo>
                  <a:cubicBezTo>
                    <a:pt x="2870" y="6072"/>
                    <a:pt x="3086" y="6288"/>
                    <a:pt x="3086" y="6535"/>
                  </a:cubicBezTo>
                  <a:lnTo>
                    <a:pt x="3086" y="7091"/>
                  </a:lnTo>
                  <a:cubicBezTo>
                    <a:pt x="3086" y="7229"/>
                    <a:pt x="3187" y="7299"/>
                    <a:pt x="3287" y="7299"/>
                  </a:cubicBezTo>
                  <a:cubicBezTo>
                    <a:pt x="3387" y="7299"/>
                    <a:pt x="3487" y="7229"/>
                    <a:pt x="3487" y="7091"/>
                  </a:cubicBezTo>
                  <a:lnTo>
                    <a:pt x="3487" y="6535"/>
                  </a:lnTo>
                  <a:cubicBezTo>
                    <a:pt x="3487" y="6041"/>
                    <a:pt x="3086" y="5671"/>
                    <a:pt x="2623" y="5671"/>
                  </a:cubicBezTo>
                  <a:lnTo>
                    <a:pt x="2500" y="5671"/>
                  </a:lnTo>
                  <a:lnTo>
                    <a:pt x="2500" y="671"/>
                  </a:lnTo>
                  <a:cubicBezTo>
                    <a:pt x="2592" y="224"/>
                    <a:pt x="2168" y="0"/>
                    <a:pt x="17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86"/>
            <p:cNvSpPr/>
            <p:nvPr/>
          </p:nvSpPr>
          <p:spPr>
            <a:xfrm>
              <a:off x="1944850" y="2639125"/>
              <a:ext cx="45550" cy="10825"/>
            </a:xfrm>
            <a:custGeom>
              <a:rect b="b" l="l" r="r" t="t"/>
              <a:pathLst>
                <a:path extrusionOk="0" h="433" w="1822">
                  <a:moveTo>
                    <a:pt x="278" y="0"/>
                  </a:moveTo>
                  <a:cubicBezTo>
                    <a:pt x="0" y="0"/>
                    <a:pt x="0" y="433"/>
                    <a:pt x="278" y="433"/>
                  </a:cubicBezTo>
                  <a:lnTo>
                    <a:pt x="1543" y="433"/>
                  </a:lnTo>
                  <a:cubicBezTo>
                    <a:pt x="1821" y="433"/>
                    <a:pt x="1821" y="0"/>
                    <a:pt x="1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86"/>
            <p:cNvSpPr/>
            <p:nvPr/>
          </p:nvSpPr>
          <p:spPr>
            <a:xfrm>
              <a:off x="1944850" y="2666900"/>
              <a:ext cx="45550" cy="10825"/>
            </a:xfrm>
            <a:custGeom>
              <a:rect b="b" l="l" r="r" t="t"/>
              <a:pathLst>
                <a:path extrusionOk="0" h="433" w="1822">
                  <a:moveTo>
                    <a:pt x="278" y="0"/>
                  </a:moveTo>
                  <a:cubicBezTo>
                    <a:pt x="0" y="0"/>
                    <a:pt x="0" y="433"/>
                    <a:pt x="278" y="433"/>
                  </a:cubicBezTo>
                  <a:lnTo>
                    <a:pt x="1543" y="433"/>
                  </a:lnTo>
                  <a:cubicBezTo>
                    <a:pt x="1821" y="433"/>
                    <a:pt x="1821" y="0"/>
                    <a:pt x="1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86"/>
            <p:cNvSpPr/>
            <p:nvPr/>
          </p:nvSpPr>
          <p:spPr>
            <a:xfrm>
              <a:off x="2015050" y="2466500"/>
              <a:ext cx="88000" cy="357625"/>
            </a:xfrm>
            <a:custGeom>
              <a:rect b="b" l="l" r="r" t="t"/>
              <a:pathLst>
                <a:path extrusionOk="0" h="14305" w="3520">
                  <a:moveTo>
                    <a:pt x="1775" y="347"/>
                  </a:moveTo>
                  <a:cubicBezTo>
                    <a:pt x="1937" y="347"/>
                    <a:pt x="2099" y="455"/>
                    <a:pt x="2099" y="671"/>
                  </a:cubicBezTo>
                  <a:lnTo>
                    <a:pt x="2099" y="764"/>
                  </a:lnTo>
                  <a:lnTo>
                    <a:pt x="1451" y="764"/>
                  </a:lnTo>
                  <a:lnTo>
                    <a:pt x="1451" y="671"/>
                  </a:lnTo>
                  <a:cubicBezTo>
                    <a:pt x="1451" y="455"/>
                    <a:pt x="1613" y="347"/>
                    <a:pt x="1775" y="347"/>
                  </a:cubicBezTo>
                  <a:close/>
                  <a:moveTo>
                    <a:pt x="2655" y="1165"/>
                  </a:moveTo>
                  <a:cubicBezTo>
                    <a:pt x="2902" y="1165"/>
                    <a:pt x="3087" y="1381"/>
                    <a:pt x="3087" y="1628"/>
                  </a:cubicBezTo>
                  <a:lnTo>
                    <a:pt x="3087" y="3912"/>
                  </a:lnTo>
                  <a:cubicBezTo>
                    <a:pt x="3087" y="4159"/>
                    <a:pt x="2902" y="4375"/>
                    <a:pt x="2655" y="4375"/>
                  </a:cubicBezTo>
                  <a:lnTo>
                    <a:pt x="896" y="4375"/>
                  </a:lnTo>
                  <a:cubicBezTo>
                    <a:pt x="649" y="4375"/>
                    <a:pt x="433" y="4159"/>
                    <a:pt x="433" y="3912"/>
                  </a:cubicBezTo>
                  <a:lnTo>
                    <a:pt x="433" y="1628"/>
                  </a:lnTo>
                  <a:cubicBezTo>
                    <a:pt x="433" y="1381"/>
                    <a:pt x="649" y="1165"/>
                    <a:pt x="896" y="1165"/>
                  </a:cubicBezTo>
                  <a:close/>
                  <a:moveTo>
                    <a:pt x="1764" y="0"/>
                  </a:moveTo>
                  <a:cubicBezTo>
                    <a:pt x="1343" y="0"/>
                    <a:pt x="927" y="224"/>
                    <a:pt x="1019" y="671"/>
                  </a:cubicBezTo>
                  <a:lnTo>
                    <a:pt x="1019" y="764"/>
                  </a:lnTo>
                  <a:lnTo>
                    <a:pt x="896" y="764"/>
                  </a:lnTo>
                  <a:cubicBezTo>
                    <a:pt x="402" y="764"/>
                    <a:pt x="1" y="1134"/>
                    <a:pt x="1" y="1628"/>
                  </a:cubicBezTo>
                  <a:lnTo>
                    <a:pt x="1" y="3912"/>
                  </a:lnTo>
                  <a:cubicBezTo>
                    <a:pt x="1" y="4406"/>
                    <a:pt x="402" y="4807"/>
                    <a:pt x="896" y="4807"/>
                  </a:cubicBezTo>
                  <a:lnTo>
                    <a:pt x="1019" y="4807"/>
                  </a:lnTo>
                  <a:lnTo>
                    <a:pt x="1019" y="13633"/>
                  </a:lnTo>
                  <a:cubicBezTo>
                    <a:pt x="927" y="14081"/>
                    <a:pt x="1343" y="14305"/>
                    <a:pt x="1764" y="14305"/>
                  </a:cubicBezTo>
                  <a:cubicBezTo>
                    <a:pt x="2184" y="14305"/>
                    <a:pt x="2609" y="14081"/>
                    <a:pt x="2531" y="13633"/>
                  </a:cubicBezTo>
                  <a:lnTo>
                    <a:pt x="2531" y="12677"/>
                  </a:lnTo>
                  <a:cubicBezTo>
                    <a:pt x="2516" y="12522"/>
                    <a:pt x="2408" y="12445"/>
                    <a:pt x="2304" y="12445"/>
                  </a:cubicBezTo>
                  <a:cubicBezTo>
                    <a:pt x="2200" y="12445"/>
                    <a:pt x="2099" y="12522"/>
                    <a:pt x="2099" y="12677"/>
                  </a:cubicBezTo>
                  <a:lnTo>
                    <a:pt x="2099" y="13633"/>
                  </a:lnTo>
                  <a:cubicBezTo>
                    <a:pt x="2099" y="13849"/>
                    <a:pt x="1930" y="13957"/>
                    <a:pt x="1760" y="13957"/>
                  </a:cubicBezTo>
                  <a:cubicBezTo>
                    <a:pt x="1590" y="13957"/>
                    <a:pt x="1420" y="13849"/>
                    <a:pt x="1420" y="13633"/>
                  </a:cubicBezTo>
                  <a:lnTo>
                    <a:pt x="1420" y="4776"/>
                  </a:lnTo>
                  <a:lnTo>
                    <a:pt x="2099" y="4776"/>
                  </a:lnTo>
                  <a:lnTo>
                    <a:pt x="2099" y="11504"/>
                  </a:lnTo>
                  <a:cubicBezTo>
                    <a:pt x="2099" y="11643"/>
                    <a:pt x="2207" y="11712"/>
                    <a:pt x="2315" y="11712"/>
                  </a:cubicBezTo>
                  <a:cubicBezTo>
                    <a:pt x="2423" y="11712"/>
                    <a:pt x="2531" y="11643"/>
                    <a:pt x="2531" y="11504"/>
                  </a:cubicBezTo>
                  <a:lnTo>
                    <a:pt x="2531" y="4776"/>
                  </a:lnTo>
                  <a:lnTo>
                    <a:pt x="2624" y="4776"/>
                  </a:lnTo>
                  <a:cubicBezTo>
                    <a:pt x="3118" y="4776"/>
                    <a:pt x="3519" y="4375"/>
                    <a:pt x="3519" y="3912"/>
                  </a:cubicBezTo>
                  <a:lnTo>
                    <a:pt x="3519" y="1628"/>
                  </a:lnTo>
                  <a:cubicBezTo>
                    <a:pt x="3519" y="1134"/>
                    <a:pt x="3118" y="733"/>
                    <a:pt x="2624" y="733"/>
                  </a:cubicBezTo>
                  <a:lnTo>
                    <a:pt x="2531" y="733"/>
                  </a:lnTo>
                  <a:lnTo>
                    <a:pt x="2531" y="671"/>
                  </a:lnTo>
                  <a:cubicBezTo>
                    <a:pt x="2609" y="224"/>
                    <a:pt x="2184" y="0"/>
                    <a:pt x="17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86"/>
            <p:cNvSpPr/>
            <p:nvPr/>
          </p:nvSpPr>
          <p:spPr>
            <a:xfrm>
              <a:off x="2035900" y="2516450"/>
              <a:ext cx="46300" cy="10825"/>
            </a:xfrm>
            <a:custGeom>
              <a:rect b="b" l="l" r="r" t="t"/>
              <a:pathLst>
                <a:path extrusionOk="0" h="433" w="1852">
                  <a:moveTo>
                    <a:pt x="278" y="0"/>
                  </a:moveTo>
                  <a:cubicBezTo>
                    <a:pt x="0" y="0"/>
                    <a:pt x="0" y="432"/>
                    <a:pt x="278" y="432"/>
                  </a:cubicBezTo>
                  <a:lnTo>
                    <a:pt x="1574" y="432"/>
                  </a:lnTo>
                  <a:cubicBezTo>
                    <a:pt x="1852" y="432"/>
                    <a:pt x="1852" y="0"/>
                    <a:pt x="15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86"/>
            <p:cNvSpPr/>
            <p:nvPr/>
          </p:nvSpPr>
          <p:spPr>
            <a:xfrm>
              <a:off x="2035900" y="2544225"/>
              <a:ext cx="46300" cy="10100"/>
            </a:xfrm>
            <a:custGeom>
              <a:rect b="b" l="l" r="r" t="t"/>
              <a:pathLst>
                <a:path extrusionOk="0" h="404" w="1852">
                  <a:moveTo>
                    <a:pt x="278" y="0"/>
                  </a:moveTo>
                  <a:cubicBezTo>
                    <a:pt x="10" y="0"/>
                    <a:pt x="0" y="403"/>
                    <a:pt x="250" y="403"/>
                  </a:cubicBezTo>
                  <a:cubicBezTo>
                    <a:pt x="259" y="403"/>
                    <a:pt x="268" y="403"/>
                    <a:pt x="278" y="402"/>
                  </a:cubicBezTo>
                  <a:lnTo>
                    <a:pt x="1574" y="402"/>
                  </a:lnTo>
                  <a:cubicBezTo>
                    <a:pt x="1852" y="402"/>
                    <a:pt x="1852" y="0"/>
                    <a:pt x="15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0" name="Google Shape;12780;p86"/>
          <p:cNvGrpSpPr/>
          <p:nvPr/>
        </p:nvGrpSpPr>
        <p:grpSpPr>
          <a:xfrm>
            <a:off x="3225806" y="3422591"/>
            <a:ext cx="364200" cy="362150"/>
            <a:chOff x="7731450" y="1904575"/>
            <a:chExt cx="364200" cy="362150"/>
          </a:xfrm>
        </p:grpSpPr>
        <p:sp>
          <p:nvSpPr>
            <p:cNvPr id="12781" name="Google Shape;12781;p86"/>
            <p:cNvSpPr/>
            <p:nvPr/>
          </p:nvSpPr>
          <p:spPr>
            <a:xfrm>
              <a:off x="7776975" y="2157675"/>
              <a:ext cx="75625" cy="71650"/>
            </a:xfrm>
            <a:custGeom>
              <a:rect b="b" l="l" r="r" t="t"/>
              <a:pathLst>
                <a:path extrusionOk="0" h="2866" w="3025">
                  <a:moveTo>
                    <a:pt x="1728" y="1235"/>
                  </a:moveTo>
                  <a:lnTo>
                    <a:pt x="1667" y="1605"/>
                  </a:lnTo>
                  <a:lnTo>
                    <a:pt x="1266" y="1605"/>
                  </a:lnTo>
                  <a:lnTo>
                    <a:pt x="1327" y="1235"/>
                  </a:lnTo>
                  <a:close/>
                  <a:moveTo>
                    <a:pt x="1276" y="0"/>
                  </a:moveTo>
                  <a:cubicBezTo>
                    <a:pt x="1189" y="0"/>
                    <a:pt x="1107" y="49"/>
                    <a:pt x="1080" y="155"/>
                  </a:cubicBezTo>
                  <a:lnTo>
                    <a:pt x="988" y="803"/>
                  </a:lnTo>
                  <a:lnTo>
                    <a:pt x="278" y="803"/>
                  </a:lnTo>
                  <a:cubicBezTo>
                    <a:pt x="0" y="803"/>
                    <a:pt x="0" y="1235"/>
                    <a:pt x="278" y="1235"/>
                  </a:cubicBezTo>
                  <a:lnTo>
                    <a:pt x="926" y="1235"/>
                  </a:lnTo>
                  <a:lnTo>
                    <a:pt x="833" y="1605"/>
                  </a:lnTo>
                  <a:lnTo>
                    <a:pt x="278" y="1605"/>
                  </a:lnTo>
                  <a:cubicBezTo>
                    <a:pt x="0" y="1605"/>
                    <a:pt x="0" y="2038"/>
                    <a:pt x="278" y="2038"/>
                  </a:cubicBezTo>
                  <a:lnTo>
                    <a:pt x="772" y="2038"/>
                  </a:lnTo>
                  <a:lnTo>
                    <a:pt x="679" y="2624"/>
                  </a:lnTo>
                  <a:cubicBezTo>
                    <a:pt x="662" y="2778"/>
                    <a:pt x="778" y="2866"/>
                    <a:pt x="895" y="2866"/>
                  </a:cubicBezTo>
                  <a:cubicBezTo>
                    <a:pt x="989" y="2866"/>
                    <a:pt x="1084" y="2809"/>
                    <a:pt x="1111" y="2686"/>
                  </a:cubicBezTo>
                  <a:lnTo>
                    <a:pt x="1204" y="2038"/>
                  </a:lnTo>
                  <a:lnTo>
                    <a:pt x="1605" y="2038"/>
                  </a:lnTo>
                  <a:lnTo>
                    <a:pt x="1512" y="2624"/>
                  </a:lnTo>
                  <a:cubicBezTo>
                    <a:pt x="1495" y="2763"/>
                    <a:pt x="1604" y="2843"/>
                    <a:pt x="1714" y="2843"/>
                  </a:cubicBezTo>
                  <a:cubicBezTo>
                    <a:pt x="1800" y="2843"/>
                    <a:pt x="1887" y="2794"/>
                    <a:pt x="1914" y="2686"/>
                  </a:cubicBezTo>
                  <a:lnTo>
                    <a:pt x="2037" y="2038"/>
                  </a:lnTo>
                  <a:lnTo>
                    <a:pt x="2747" y="2038"/>
                  </a:lnTo>
                  <a:cubicBezTo>
                    <a:pt x="3025" y="2038"/>
                    <a:pt x="3025" y="1605"/>
                    <a:pt x="2747" y="1605"/>
                  </a:cubicBezTo>
                  <a:lnTo>
                    <a:pt x="2099" y="1605"/>
                  </a:lnTo>
                  <a:lnTo>
                    <a:pt x="2161" y="1235"/>
                  </a:lnTo>
                  <a:lnTo>
                    <a:pt x="2747" y="1235"/>
                  </a:lnTo>
                  <a:cubicBezTo>
                    <a:pt x="3025" y="1235"/>
                    <a:pt x="3025" y="803"/>
                    <a:pt x="2747" y="803"/>
                  </a:cubicBezTo>
                  <a:lnTo>
                    <a:pt x="2222" y="803"/>
                  </a:lnTo>
                  <a:lnTo>
                    <a:pt x="2315" y="248"/>
                  </a:lnTo>
                  <a:cubicBezTo>
                    <a:pt x="2332" y="89"/>
                    <a:pt x="2219" y="0"/>
                    <a:pt x="2106" y="0"/>
                  </a:cubicBezTo>
                  <a:cubicBezTo>
                    <a:pt x="2023" y="0"/>
                    <a:pt x="1940" y="49"/>
                    <a:pt x="1914" y="155"/>
                  </a:cubicBezTo>
                  <a:lnTo>
                    <a:pt x="1790" y="803"/>
                  </a:lnTo>
                  <a:lnTo>
                    <a:pt x="1420" y="803"/>
                  </a:lnTo>
                  <a:lnTo>
                    <a:pt x="1512" y="248"/>
                  </a:lnTo>
                  <a:cubicBezTo>
                    <a:pt x="1512" y="89"/>
                    <a:pt x="1391" y="0"/>
                    <a:pt x="1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86"/>
            <p:cNvSpPr/>
            <p:nvPr/>
          </p:nvSpPr>
          <p:spPr>
            <a:xfrm>
              <a:off x="7731450" y="1933150"/>
              <a:ext cx="118075" cy="114225"/>
            </a:xfrm>
            <a:custGeom>
              <a:rect b="b" l="l" r="r" t="t"/>
              <a:pathLst>
                <a:path extrusionOk="0" h="4569" w="4723">
                  <a:moveTo>
                    <a:pt x="2253" y="433"/>
                  </a:moveTo>
                  <a:cubicBezTo>
                    <a:pt x="3889" y="433"/>
                    <a:pt x="4722" y="2408"/>
                    <a:pt x="3580" y="3581"/>
                  </a:cubicBezTo>
                  <a:cubicBezTo>
                    <a:pt x="3241" y="3951"/>
                    <a:pt x="2747" y="4136"/>
                    <a:pt x="2253" y="4136"/>
                  </a:cubicBezTo>
                  <a:cubicBezTo>
                    <a:pt x="1235" y="4136"/>
                    <a:pt x="402" y="3303"/>
                    <a:pt x="402" y="2285"/>
                  </a:cubicBezTo>
                  <a:cubicBezTo>
                    <a:pt x="402" y="1791"/>
                    <a:pt x="587" y="1328"/>
                    <a:pt x="957" y="988"/>
                  </a:cubicBezTo>
                  <a:cubicBezTo>
                    <a:pt x="1297" y="649"/>
                    <a:pt x="1759" y="433"/>
                    <a:pt x="2253" y="433"/>
                  </a:cubicBezTo>
                  <a:close/>
                  <a:moveTo>
                    <a:pt x="2253" y="1"/>
                  </a:moveTo>
                  <a:cubicBezTo>
                    <a:pt x="1019" y="1"/>
                    <a:pt x="0" y="1019"/>
                    <a:pt x="0" y="2285"/>
                  </a:cubicBezTo>
                  <a:cubicBezTo>
                    <a:pt x="0" y="3550"/>
                    <a:pt x="1019" y="4568"/>
                    <a:pt x="2253" y="4568"/>
                  </a:cubicBezTo>
                  <a:cubicBezTo>
                    <a:pt x="3519" y="4568"/>
                    <a:pt x="4537" y="3550"/>
                    <a:pt x="4537" y="2285"/>
                  </a:cubicBezTo>
                  <a:cubicBezTo>
                    <a:pt x="4537" y="1019"/>
                    <a:pt x="3519" y="1"/>
                    <a:pt x="22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86"/>
            <p:cNvSpPr/>
            <p:nvPr/>
          </p:nvSpPr>
          <p:spPr>
            <a:xfrm>
              <a:off x="7756900" y="1967875"/>
              <a:ext cx="61750" cy="52500"/>
            </a:xfrm>
            <a:custGeom>
              <a:rect b="b" l="l" r="r" t="t"/>
              <a:pathLst>
                <a:path extrusionOk="0" h="2100" w="2470">
                  <a:moveTo>
                    <a:pt x="1694" y="394"/>
                  </a:moveTo>
                  <a:cubicBezTo>
                    <a:pt x="1717" y="394"/>
                    <a:pt x="1739" y="397"/>
                    <a:pt x="1760" y="402"/>
                  </a:cubicBezTo>
                  <a:cubicBezTo>
                    <a:pt x="1945" y="433"/>
                    <a:pt x="2069" y="618"/>
                    <a:pt x="2038" y="772"/>
                  </a:cubicBezTo>
                  <a:cubicBezTo>
                    <a:pt x="2038" y="1112"/>
                    <a:pt x="1852" y="1328"/>
                    <a:pt x="1266" y="1667"/>
                  </a:cubicBezTo>
                  <a:cubicBezTo>
                    <a:pt x="680" y="1328"/>
                    <a:pt x="464" y="1112"/>
                    <a:pt x="464" y="803"/>
                  </a:cubicBezTo>
                  <a:cubicBezTo>
                    <a:pt x="464" y="618"/>
                    <a:pt x="556" y="464"/>
                    <a:pt x="741" y="402"/>
                  </a:cubicBezTo>
                  <a:lnTo>
                    <a:pt x="711" y="402"/>
                  </a:lnTo>
                  <a:cubicBezTo>
                    <a:pt x="732" y="397"/>
                    <a:pt x="754" y="394"/>
                    <a:pt x="776" y="394"/>
                  </a:cubicBezTo>
                  <a:cubicBezTo>
                    <a:pt x="884" y="394"/>
                    <a:pt x="999" y="454"/>
                    <a:pt x="1050" y="556"/>
                  </a:cubicBezTo>
                  <a:cubicBezTo>
                    <a:pt x="1096" y="633"/>
                    <a:pt x="1174" y="672"/>
                    <a:pt x="1251" y="672"/>
                  </a:cubicBezTo>
                  <a:cubicBezTo>
                    <a:pt x="1328" y="672"/>
                    <a:pt x="1405" y="633"/>
                    <a:pt x="1451" y="556"/>
                  </a:cubicBezTo>
                  <a:cubicBezTo>
                    <a:pt x="1477" y="454"/>
                    <a:pt x="1587" y="394"/>
                    <a:pt x="1694" y="394"/>
                  </a:cubicBezTo>
                  <a:close/>
                  <a:moveTo>
                    <a:pt x="587" y="1"/>
                  </a:moveTo>
                  <a:cubicBezTo>
                    <a:pt x="248" y="93"/>
                    <a:pt x="1" y="433"/>
                    <a:pt x="1" y="803"/>
                  </a:cubicBezTo>
                  <a:cubicBezTo>
                    <a:pt x="1" y="1081"/>
                    <a:pt x="124" y="1328"/>
                    <a:pt x="340" y="1544"/>
                  </a:cubicBezTo>
                  <a:cubicBezTo>
                    <a:pt x="556" y="1760"/>
                    <a:pt x="834" y="1945"/>
                    <a:pt x="1143" y="2099"/>
                  </a:cubicBezTo>
                  <a:lnTo>
                    <a:pt x="1143" y="2068"/>
                  </a:lnTo>
                  <a:cubicBezTo>
                    <a:pt x="1174" y="2084"/>
                    <a:pt x="1212" y="2092"/>
                    <a:pt x="1251" y="2092"/>
                  </a:cubicBezTo>
                  <a:cubicBezTo>
                    <a:pt x="1289" y="2092"/>
                    <a:pt x="1328" y="2084"/>
                    <a:pt x="1359" y="2068"/>
                  </a:cubicBezTo>
                  <a:cubicBezTo>
                    <a:pt x="2038" y="1729"/>
                    <a:pt x="2470" y="1359"/>
                    <a:pt x="2470" y="772"/>
                  </a:cubicBezTo>
                  <a:cubicBezTo>
                    <a:pt x="2470" y="402"/>
                    <a:pt x="2192" y="62"/>
                    <a:pt x="1852" y="1"/>
                  </a:cubicBezTo>
                  <a:cubicBezTo>
                    <a:pt x="1652" y="93"/>
                    <a:pt x="1436" y="140"/>
                    <a:pt x="1220" y="140"/>
                  </a:cubicBezTo>
                  <a:cubicBezTo>
                    <a:pt x="1004" y="140"/>
                    <a:pt x="788" y="93"/>
                    <a:pt x="5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86"/>
            <p:cNvSpPr/>
            <p:nvPr/>
          </p:nvSpPr>
          <p:spPr>
            <a:xfrm>
              <a:off x="7954425" y="2178500"/>
              <a:ext cx="102650" cy="88225"/>
            </a:xfrm>
            <a:custGeom>
              <a:rect b="b" l="l" r="r" t="t"/>
              <a:pathLst>
                <a:path extrusionOk="0" h="3529" w="4106">
                  <a:moveTo>
                    <a:pt x="2333" y="421"/>
                  </a:moveTo>
                  <a:cubicBezTo>
                    <a:pt x="3028" y="421"/>
                    <a:pt x="3704" y="969"/>
                    <a:pt x="3704" y="1791"/>
                  </a:cubicBezTo>
                  <a:cubicBezTo>
                    <a:pt x="3673" y="2501"/>
                    <a:pt x="3087" y="3118"/>
                    <a:pt x="2346" y="3118"/>
                  </a:cubicBezTo>
                  <a:lnTo>
                    <a:pt x="2346" y="3087"/>
                  </a:lnTo>
                  <a:cubicBezTo>
                    <a:pt x="1173" y="3087"/>
                    <a:pt x="556" y="1637"/>
                    <a:pt x="1420" y="803"/>
                  </a:cubicBezTo>
                  <a:cubicBezTo>
                    <a:pt x="1684" y="539"/>
                    <a:pt x="2011" y="421"/>
                    <a:pt x="2333" y="421"/>
                  </a:cubicBezTo>
                  <a:close/>
                  <a:moveTo>
                    <a:pt x="2346" y="1"/>
                  </a:moveTo>
                  <a:cubicBezTo>
                    <a:pt x="772" y="1"/>
                    <a:pt x="0" y="1914"/>
                    <a:pt x="1111" y="3025"/>
                  </a:cubicBezTo>
                  <a:cubicBezTo>
                    <a:pt x="1469" y="3373"/>
                    <a:pt x="1907" y="3529"/>
                    <a:pt x="2336" y="3529"/>
                  </a:cubicBezTo>
                  <a:cubicBezTo>
                    <a:pt x="3239" y="3529"/>
                    <a:pt x="4105" y="2837"/>
                    <a:pt x="4105" y="1791"/>
                  </a:cubicBezTo>
                  <a:cubicBezTo>
                    <a:pt x="4105" y="822"/>
                    <a:pt x="3362" y="31"/>
                    <a:pt x="2401" y="31"/>
                  </a:cubicBezTo>
                  <a:cubicBezTo>
                    <a:pt x="2383" y="31"/>
                    <a:pt x="2364" y="31"/>
                    <a:pt x="2346" y="32"/>
                  </a:cubicBezTo>
                  <a:lnTo>
                    <a:pt x="234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86"/>
            <p:cNvSpPr/>
            <p:nvPr/>
          </p:nvSpPr>
          <p:spPr>
            <a:xfrm>
              <a:off x="7989925" y="2201075"/>
              <a:ext cx="47075" cy="43625"/>
            </a:xfrm>
            <a:custGeom>
              <a:rect b="b" l="l" r="r" t="t"/>
              <a:pathLst>
                <a:path extrusionOk="0" h="1745" w="1883">
                  <a:moveTo>
                    <a:pt x="926" y="1"/>
                  </a:moveTo>
                  <a:cubicBezTo>
                    <a:pt x="818" y="1"/>
                    <a:pt x="710" y="70"/>
                    <a:pt x="710" y="209"/>
                  </a:cubicBezTo>
                  <a:lnTo>
                    <a:pt x="710" y="641"/>
                  </a:lnTo>
                  <a:lnTo>
                    <a:pt x="278" y="641"/>
                  </a:lnTo>
                  <a:cubicBezTo>
                    <a:pt x="0" y="641"/>
                    <a:pt x="0" y="1073"/>
                    <a:pt x="278" y="1073"/>
                  </a:cubicBezTo>
                  <a:lnTo>
                    <a:pt x="710" y="1073"/>
                  </a:lnTo>
                  <a:lnTo>
                    <a:pt x="710" y="1536"/>
                  </a:lnTo>
                  <a:cubicBezTo>
                    <a:pt x="710" y="1675"/>
                    <a:pt x="818" y="1744"/>
                    <a:pt x="926" y="1744"/>
                  </a:cubicBezTo>
                  <a:cubicBezTo>
                    <a:pt x="1034" y="1744"/>
                    <a:pt x="1142" y="1675"/>
                    <a:pt x="1142" y="1536"/>
                  </a:cubicBezTo>
                  <a:lnTo>
                    <a:pt x="1142" y="1073"/>
                  </a:lnTo>
                  <a:lnTo>
                    <a:pt x="1605" y="1073"/>
                  </a:lnTo>
                  <a:cubicBezTo>
                    <a:pt x="1883" y="1073"/>
                    <a:pt x="1883" y="641"/>
                    <a:pt x="1605" y="641"/>
                  </a:cubicBezTo>
                  <a:lnTo>
                    <a:pt x="1142" y="641"/>
                  </a:lnTo>
                  <a:lnTo>
                    <a:pt x="1142" y="209"/>
                  </a:lnTo>
                  <a:cubicBezTo>
                    <a:pt x="1142" y="70"/>
                    <a:pt x="1034" y="1"/>
                    <a:pt x="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86"/>
            <p:cNvSpPr/>
            <p:nvPr/>
          </p:nvSpPr>
          <p:spPr>
            <a:xfrm>
              <a:off x="7739900" y="1904575"/>
              <a:ext cx="355750" cy="358650"/>
            </a:xfrm>
            <a:custGeom>
              <a:rect b="b" l="l" r="r" t="t"/>
              <a:pathLst>
                <a:path extrusionOk="0" h="14346" w="14230">
                  <a:moveTo>
                    <a:pt x="8489" y="5372"/>
                  </a:moveTo>
                  <a:cubicBezTo>
                    <a:pt x="8890" y="5804"/>
                    <a:pt x="9384" y="6113"/>
                    <a:pt x="9939" y="6298"/>
                  </a:cubicBezTo>
                  <a:lnTo>
                    <a:pt x="9939" y="9230"/>
                  </a:lnTo>
                  <a:cubicBezTo>
                    <a:pt x="9939" y="9600"/>
                    <a:pt x="9631" y="9878"/>
                    <a:pt x="9260" y="9878"/>
                  </a:cubicBezTo>
                  <a:lnTo>
                    <a:pt x="8705" y="9878"/>
                  </a:lnTo>
                  <a:cubicBezTo>
                    <a:pt x="8643" y="9878"/>
                    <a:pt x="8581" y="9909"/>
                    <a:pt x="8551" y="9940"/>
                  </a:cubicBezTo>
                  <a:lnTo>
                    <a:pt x="7563" y="10742"/>
                  </a:lnTo>
                  <a:lnTo>
                    <a:pt x="7563" y="10094"/>
                  </a:lnTo>
                  <a:cubicBezTo>
                    <a:pt x="7563" y="9970"/>
                    <a:pt x="7470" y="9878"/>
                    <a:pt x="7347" y="9878"/>
                  </a:cubicBezTo>
                  <a:lnTo>
                    <a:pt x="4724" y="9878"/>
                  </a:lnTo>
                  <a:cubicBezTo>
                    <a:pt x="4353" y="9878"/>
                    <a:pt x="4045" y="9600"/>
                    <a:pt x="4045" y="9230"/>
                  </a:cubicBezTo>
                  <a:lnTo>
                    <a:pt x="4045" y="6051"/>
                  </a:lnTo>
                  <a:cubicBezTo>
                    <a:pt x="4045" y="5681"/>
                    <a:pt x="4353" y="5372"/>
                    <a:pt x="4724" y="5372"/>
                  </a:cubicBezTo>
                  <a:close/>
                  <a:moveTo>
                    <a:pt x="11008" y="0"/>
                  </a:moveTo>
                  <a:cubicBezTo>
                    <a:pt x="10971" y="0"/>
                    <a:pt x="10933" y="1"/>
                    <a:pt x="10896" y="2"/>
                  </a:cubicBezTo>
                  <a:cubicBezTo>
                    <a:pt x="10587" y="2"/>
                    <a:pt x="10310" y="33"/>
                    <a:pt x="10032" y="125"/>
                  </a:cubicBezTo>
                  <a:cubicBezTo>
                    <a:pt x="9803" y="183"/>
                    <a:pt x="9866" y="533"/>
                    <a:pt x="10099" y="533"/>
                  </a:cubicBezTo>
                  <a:cubicBezTo>
                    <a:pt x="10117" y="533"/>
                    <a:pt x="10136" y="531"/>
                    <a:pt x="10155" y="527"/>
                  </a:cubicBezTo>
                  <a:cubicBezTo>
                    <a:pt x="10404" y="455"/>
                    <a:pt x="10655" y="421"/>
                    <a:pt x="10902" y="421"/>
                  </a:cubicBezTo>
                  <a:cubicBezTo>
                    <a:pt x="12034" y="421"/>
                    <a:pt x="13089" y="1140"/>
                    <a:pt x="13519" y="2255"/>
                  </a:cubicBezTo>
                  <a:cubicBezTo>
                    <a:pt x="14013" y="3613"/>
                    <a:pt x="13427" y="5125"/>
                    <a:pt x="12100" y="5742"/>
                  </a:cubicBezTo>
                  <a:cubicBezTo>
                    <a:pt x="11659" y="5956"/>
                    <a:pt x="11229" y="6051"/>
                    <a:pt x="10824" y="6051"/>
                  </a:cubicBezTo>
                  <a:cubicBezTo>
                    <a:pt x="8416" y="6051"/>
                    <a:pt x="6879" y="2702"/>
                    <a:pt x="9230" y="959"/>
                  </a:cubicBezTo>
                  <a:cubicBezTo>
                    <a:pt x="9385" y="829"/>
                    <a:pt x="9258" y="591"/>
                    <a:pt x="9085" y="591"/>
                  </a:cubicBezTo>
                  <a:cubicBezTo>
                    <a:pt x="9052" y="591"/>
                    <a:pt x="9017" y="599"/>
                    <a:pt x="8983" y="619"/>
                  </a:cubicBezTo>
                  <a:cubicBezTo>
                    <a:pt x="8149" y="1236"/>
                    <a:pt x="7656" y="2193"/>
                    <a:pt x="7656" y="3212"/>
                  </a:cubicBezTo>
                  <a:cubicBezTo>
                    <a:pt x="7656" y="3829"/>
                    <a:pt x="7841" y="4446"/>
                    <a:pt x="8180" y="4940"/>
                  </a:cubicBezTo>
                  <a:lnTo>
                    <a:pt x="4724" y="4940"/>
                  </a:lnTo>
                  <a:cubicBezTo>
                    <a:pt x="4106" y="4940"/>
                    <a:pt x="3644" y="5434"/>
                    <a:pt x="3644" y="6051"/>
                  </a:cubicBezTo>
                  <a:lnTo>
                    <a:pt x="3644" y="8828"/>
                  </a:lnTo>
                  <a:cubicBezTo>
                    <a:pt x="3418" y="8774"/>
                    <a:pt x="3195" y="8748"/>
                    <a:pt x="2977" y="8748"/>
                  </a:cubicBezTo>
                  <a:cubicBezTo>
                    <a:pt x="1344" y="8748"/>
                    <a:pt x="0" y="10199"/>
                    <a:pt x="218" y="11915"/>
                  </a:cubicBezTo>
                  <a:cubicBezTo>
                    <a:pt x="404" y="13358"/>
                    <a:pt x="1644" y="14345"/>
                    <a:pt x="2984" y="14345"/>
                  </a:cubicBezTo>
                  <a:cubicBezTo>
                    <a:pt x="3421" y="14345"/>
                    <a:pt x="3867" y="14241"/>
                    <a:pt x="4292" y="14013"/>
                  </a:cubicBezTo>
                  <a:cubicBezTo>
                    <a:pt x="4504" y="13907"/>
                    <a:pt x="4397" y="13618"/>
                    <a:pt x="4205" y="13618"/>
                  </a:cubicBezTo>
                  <a:cubicBezTo>
                    <a:pt x="4174" y="13618"/>
                    <a:pt x="4141" y="13626"/>
                    <a:pt x="4106" y="13643"/>
                  </a:cubicBezTo>
                  <a:cubicBezTo>
                    <a:pt x="3745" y="13828"/>
                    <a:pt x="3364" y="13914"/>
                    <a:pt x="2992" y="13914"/>
                  </a:cubicBezTo>
                  <a:cubicBezTo>
                    <a:pt x="1937" y="13914"/>
                    <a:pt x="955" y="13218"/>
                    <a:pt x="681" y="12100"/>
                  </a:cubicBezTo>
                  <a:cubicBezTo>
                    <a:pt x="310" y="10618"/>
                    <a:pt x="1452" y="9168"/>
                    <a:pt x="2995" y="9168"/>
                  </a:cubicBezTo>
                  <a:cubicBezTo>
                    <a:pt x="3211" y="9168"/>
                    <a:pt x="3427" y="9199"/>
                    <a:pt x="3644" y="9261"/>
                  </a:cubicBezTo>
                  <a:cubicBezTo>
                    <a:pt x="3674" y="9847"/>
                    <a:pt x="4137" y="10310"/>
                    <a:pt x="4755" y="10310"/>
                  </a:cubicBezTo>
                  <a:lnTo>
                    <a:pt x="5032" y="10310"/>
                  </a:lnTo>
                  <a:cubicBezTo>
                    <a:pt x="5557" y="11174"/>
                    <a:pt x="5464" y="12316"/>
                    <a:pt x="4785" y="13087"/>
                  </a:cubicBezTo>
                  <a:cubicBezTo>
                    <a:pt x="4669" y="13250"/>
                    <a:pt x="4816" y="13430"/>
                    <a:pt x="4974" y="13430"/>
                  </a:cubicBezTo>
                  <a:cubicBezTo>
                    <a:pt x="5026" y="13430"/>
                    <a:pt x="5079" y="13411"/>
                    <a:pt x="5125" y="13365"/>
                  </a:cubicBezTo>
                  <a:cubicBezTo>
                    <a:pt x="5835" y="12501"/>
                    <a:pt x="5989" y="11297"/>
                    <a:pt x="5495" y="10310"/>
                  </a:cubicBezTo>
                  <a:lnTo>
                    <a:pt x="7131" y="10310"/>
                  </a:lnTo>
                  <a:lnTo>
                    <a:pt x="7131" y="11205"/>
                  </a:lnTo>
                  <a:cubicBezTo>
                    <a:pt x="7131" y="11317"/>
                    <a:pt x="7244" y="11396"/>
                    <a:pt x="7354" y="11396"/>
                  </a:cubicBezTo>
                  <a:cubicBezTo>
                    <a:pt x="7395" y="11396"/>
                    <a:pt x="7436" y="11385"/>
                    <a:pt x="7470" y="11359"/>
                  </a:cubicBezTo>
                  <a:lnTo>
                    <a:pt x="8767" y="10310"/>
                  </a:lnTo>
                  <a:lnTo>
                    <a:pt x="9260" y="10310"/>
                  </a:lnTo>
                  <a:cubicBezTo>
                    <a:pt x="9878" y="10310"/>
                    <a:pt x="10341" y="9816"/>
                    <a:pt x="10371" y="9199"/>
                  </a:cubicBezTo>
                  <a:lnTo>
                    <a:pt x="10371" y="6390"/>
                  </a:lnTo>
                  <a:cubicBezTo>
                    <a:pt x="10526" y="6421"/>
                    <a:pt x="10711" y="6421"/>
                    <a:pt x="10896" y="6421"/>
                  </a:cubicBezTo>
                  <a:cubicBezTo>
                    <a:pt x="10933" y="6423"/>
                    <a:pt x="10971" y="6423"/>
                    <a:pt x="11008" y="6423"/>
                  </a:cubicBezTo>
                  <a:cubicBezTo>
                    <a:pt x="12778" y="6423"/>
                    <a:pt x="14229" y="4995"/>
                    <a:pt x="14229" y="3212"/>
                  </a:cubicBezTo>
                  <a:cubicBezTo>
                    <a:pt x="14229" y="1428"/>
                    <a:pt x="12778" y="0"/>
                    <a:pt x="110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86"/>
            <p:cNvSpPr/>
            <p:nvPr/>
          </p:nvSpPr>
          <p:spPr>
            <a:xfrm>
              <a:off x="7965225" y="1933425"/>
              <a:ext cx="94150" cy="93900"/>
            </a:xfrm>
            <a:custGeom>
              <a:rect b="b" l="l" r="r" t="t"/>
              <a:pathLst>
                <a:path extrusionOk="0" h="3756" w="3766">
                  <a:moveTo>
                    <a:pt x="865" y="1749"/>
                  </a:moveTo>
                  <a:lnTo>
                    <a:pt x="865" y="3230"/>
                  </a:lnTo>
                  <a:lnTo>
                    <a:pt x="433" y="3230"/>
                  </a:lnTo>
                  <a:lnTo>
                    <a:pt x="433" y="1749"/>
                  </a:lnTo>
                  <a:close/>
                  <a:moveTo>
                    <a:pt x="2223" y="515"/>
                  </a:moveTo>
                  <a:cubicBezTo>
                    <a:pt x="2284" y="823"/>
                    <a:pt x="2223" y="1132"/>
                    <a:pt x="2068" y="1410"/>
                  </a:cubicBezTo>
                  <a:cubicBezTo>
                    <a:pt x="2006" y="1564"/>
                    <a:pt x="2130" y="1718"/>
                    <a:pt x="2253" y="1718"/>
                  </a:cubicBezTo>
                  <a:lnTo>
                    <a:pt x="3272" y="1718"/>
                  </a:lnTo>
                  <a:cubicBezTo>
                    <a:pt x="3303" y="1718"/>
                    <a:pt x="3334" y="1718"/>
                    <a:pt x="3334" y="1749"/>
                  </a:cubicBezTo>
                  <a:lnTo>
                    <a:pt x="3334" y="3261"/>
                  </a:lnTo>
                  <a:cubicBezTo>
                    <a:pt x="3334" y="3292"/>
                    <a:pt x="3303" y="3292"/>
                    <a:pt x="3272" y="3292"/>
                  </a:cubicBezTo>
                  <a:lnTo>
                    <a:pt x="1790" y="3292"/>
                  </a:lnTo>
                  <a:cubicBezTo>
                    <a:pt x="1605" y="3292"/>
                    <a:pt x="1420" y="3230"/>
                    <a:pt x="1266" y="3107"/>
                  </a:cubicBezTo>
                  <a:lnTo>
                    <a:pt x="1266" y="1934"/>
                  </a:lnTo>
                  <a:lnTo>
                    <a:pt x="1914" y="1224"/>
                  </a:lnTo>
                  <a:cubicBezTo>
                    <a:pt x="2068" y="1008"/>
                    <a:pt x="2192" y="792"/>
                    <a:pt x="2223" y="515"/>
                  </a:cubicBezTo>
                  <a:close/>
                  <a:moveTo>
                    <a:pt x="2198" y="0"/>
                  </a:moveTo>
                  <a:cubicBezTo>
                    <a:pt x="2005" y="0"/>
                    <a:pt x="1821" y="134"/>
                    <a:pt x="1821" y="360"/>
                  </a:cubicBezTo>
                  <a:lnTo>
                    <a:pt x="1821" y="329"/>
                  </a:lnTo>
                  <a:cubicBezTo>
                    <a:pt x="1821" y="545"/>
                    <a:pt x="1729" y="761"/>
                    <a:pt x="1605" y="916"/>
                  </a:cubicBezTo>
                  <a:lnTo>
                    <a:pt x="1204" y="1379"/>
                  </a:lnTo>
                  <a:cubicBezTo>
                    <a:pt x="1173" y="1348"/>
                    <a:pt x="1111" y="1317"/>
                    <a:pt x="1081" y="1317"/>
                  </a:cubicBezTo>
                  <a:lnTo>
                    <a:pt x="217" y="1317"/>
                  </a:lnTo>
                  <a:cubicBezTo>
                    <a:pt x="93" y="1317"/>
                    <a:pt x="0" y="1410"/>
                    <a:pt x="0" y="1533"/>
                  </a:cubicBezTo>
                  <a:lnTo>
                    <a:pt x="0" y="3477"/>
                  </a:lnTo>
                  <a:cubicBezTo>
                    <a:pt x="0" y="3570"/>
                    <a:pt x="93" y="3662"/>
                    <a:pt x="217" y="3662"/>
                  </a:cubicBezTo>
                  <a:lnTo>
                    <a:pt x="1081" y="3662"/>
                  </a:lnTo>
                  <a:cubicBezTo>
                    <a:pt x="1142" y="3662"/>
                    <a:pt x="1173" y="3662"/>
                    <a:pt x="1235" y="3601"/>
                  </a:cubicBezTo>
                  <a:cubicBezTo>
                    <a:pt x="1389" y="3693"/>
                    <a:pt x="1574" y="3755"/>
                    <a:pt x="1790" y="3755"/>
                  </a:cubicBezTo>
                  <a:lnTo>
                    <a:pt x="3303" y="3755"/>
                  </a:lnTo>
                  <a:cubicBezTo>
                    <a:pt x="3550" y="3755"/>
                    <a:pt x="3766" y="3508"/>
                    <a:pt x="3766" y="3261"/>
                  </a:cubicBezTo>
                  <a:lnTo>
                    <a:pt x="3766" y="1780"/>
                  </a:lnTo>
                  <a:cubicBezTo>
                    <a:pt x="3766" y="1502"/>
                    <a:pt x="3550" y="1317"/>
                    <a:pt x="3303" y="1317"/>
                  </a:cubicBezTo>
                  <a:lnTo>
                    <a:pt x="2593" y="1317"/>
                  </a:lnTo>
                  <a:cubicBezTo>
                    <a:pt x="2747" y="947"/>
                    <a:pt x="2716" y="515"/>
                    <a:pt x="2531" y="175"/>
                  </a:cubicBezTo>
                  <a:cubicBezTo>
                    <a:pt x="2447" y="55"/>
                    <a:pt x="2321" y="0"/>
                    <a:pt x="21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86"/>
            <p:cNvSpPr/>
            <p:nvPr/>
          </p:nvSpPr>
          <p:spPr>
            <a:xfrm>
              <a:off x="7942075" y="2075125"/>
              <a:ext cx="25500" cy="10825"/>
            </a:xfrm>
            <a:custGeom>
              <a:rect b="b" l="l" r="r" t="t"/>
              <a:pathLst>
                <a:path extrusionOk="0" h="433" w="1020">
                  <a:moveTo>
                    <a:pt x="186" y="0"/>
                  </a:moveTo>
                  <a:cubicBezTo>
                    <a:pt x="93" y="0"/>
                    <a:pt x="1" y="93"/>
                    <a:pt x="1" y="216"/>
                  </a:cubicBezTo>
                  <a:cubicBezTo>
                    <a:pt x="1" y="340"/>
                    <a:pt x="93" y="433"/>
                    <a:pt x="186" y="433"/>
                  </a:cubicBezTo>
                  <a:lnTo>
                    <a:pt x="741" y="433"/>
                  </a:lnTo>
                  <a:cubicBezTo>
                    <a:pt x="1019" y="433"/>
                    <a:pt x="1019" y="0"/>
                    <a:pt x="7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86"/>
            <p:cNvSpPr/>
            <p:nvPr/>
          </p:nvSpPr>
          <p:spPr>
            <a:xfrm>
              <a:off x="7861075" y="2075125"/>
              <a:ext cx="62500" cy="10825"/>
            </a:xfrm>
            <a:custGeom>
              <a:rect b="b" l="l" r="r" t="t"/>
              <a:pathLst>
                <a:path extrusionOk="0" h="433" w="2500">
                  <a:moveTo>
                    <a:pt x="309" y="0"/>
                  </a:moveTo>
                  <a:cubicBezTo>
                    <a:pt x="0" y="0"/>
                    <a:pt x="0" y="433"/>
                    <a:pt x="309" y="433"/>
                  </a:cubicBezTo>
                  <a:lnTo>
                    <a:pt x="2222" y="433"/>
                  </a:lnTo>
                  <a:cubicBezTo>
                    <a:pt x="2500" y="433"/>
                    <a:pt x="2500"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86"/>
            <p:cNvSpPr/>
            <p:nvPr/>
          </p:nvSpPr>
          <p:spPr>
            <a:xfrm>
              <a:off x="7861075" y="2108300"/>
              <a:ext cx="28550" cy="10825"/>
            </a:xfrm>
            <a:custGeom>
              <a:rect b="b" l="l" r="r" t="t"/>
              <a:pathLst>
                <a:path extrusionOk="0" h="433" w="1142">
                  <a:moveTo>
                    <a:pt x="309" y="1"/>
                  </a:moveTo>
                  <a:cubicBezTo>
                    <a:pt x="0" y="1"/>
                    <a:pt x="0" y="433"/>
                    <a:pt x="309" y="433"/>
                  </a:cubicBezTo>
                  <a:lnTo>
                    <a:pt x="833" y="433"/>
                  </a:lnTo>
                  <a:cubicBezTo>
                    <a:pt x="1142" y="433"/>
                    <a:pt x="1142" y="1"/>
                    <a:pt x="8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86"/>
            <p:cNvSpPr/>
            <p:nvPr/>
          </p:nvSpPr>
          <p:spPr>
            <a:xfrm>
              <a:off x="7905825" y="2108300"/>
              <a:ext cx="61750" cy="10825"/>
            </a:xfrm>
            <a:custGeom>
              <a:rect b="b" l="l" r="r" t="t"/>
              <a:pathLst>
                <a:path extrusionOk="0" h="433" w="2470">
                  <a:moveTo>
                    <a:pt x="278" y="1"/>
                  </a:moveTo>
                  <a:cubicBezTo>
                    <a:pt x="0" y="1"/>
                    <a:pt x="0" y="433"/>
                    <a:pt x="278" y="433"/>
                  </a:cubicBezTo>
                  <a:lnTo>
                    <a:pt x="2191" y="433"/>
                  </a:lnTo>
                  <a:cubicBezTo>
                    <a:pt x="2469" y="433"/>
                    <a:pt x="2469"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2" name="Google Shape;12792;p86"/>
          <p:cNvGrpSpPr/>
          <p:nvPr/>
        </p:nvGrpSpPr>
        <p:grpSpPr>
          <a:xfrm>
            <a:off x="2502775" y="3422728"/>
            <a:ext cx="361125" cy="361875"/>
            <a:chOff x="6986125" y="1904625"/>
            <a:chExt cx="361125" cy="361875"/>
          </a:xfrm>
        </p:grpSpPr>
        <p:sp>
          <p:nvSpPr>
            <p:cNvPr id="12793" name="Google Shape;12793;p86"/>
            <p:cNvSpPr/>
            <p:nvPr/>
          </p:nvSpPr>
          <p:spPr>
            <a:xfrm>
              <a:off x="6986125" y="1904625"/>
              <a:ext cx="361125" cy="361875"/>
            </a:xfrm>
            <a:custGeom>
              <a:rect b="b" l="l" r="r" t="t"/>
              <a:pathLst>
                <a:path extrusionOk="0" h="14475" w="14445">
                  <a:moveTo>
                    <a:pt x="7346" y="432"/>
                  </a:moveTo>
                  <a:lnTo>
                    <a:pt x="402" y="7407"/>
                  </a:lnTo>
                  <a:lnTo>
                    <a:pt x="402" y="5154"/>
                  </a:lnTo>
                  <a:lnTo>
                    <a:pt x="5124" y="432"/>
                  </a:lnTo>
                  <a:close/>
                  <a:moveTo>
                    <a:pt x="12592" y="432"/>
                  </a:moveTo>
                  <a:cubicBezTo>
                    <a:pt x="12994" y="432"/>
                    <a:pt x="13302" y="741"/>
                    <a:pt x="13333" y="1173"/>
                  </a:cubicBezTo>
                  <a:lnTo>
                    <a:pt x="13333" y="2531"/>
                  </a:lnTo>
                  <a:cubicBezTo>
                    <a:pt x="13302" y="2531"/>
                    <a:pt x="13302" y="2531"/>
                    <a:pt x="13271" y="2562"/>
                  </a:cubicBezTo>
                  <a:lnTo>
                    <a:pt x="8117" y="7715"/>
                  </a:lnTo>
                  <a:lnTo>
                    <a:pt x="680" y="7715"/>
                  </a:lnTo>
                  <a:lnTo>
                    <a:pt x="7963" y="432"/>
                  </a:lnTo>
                  <a:close/>
                  <a:moveTo>
                    <a:pt x="13333" y="3086"/>
                  </a:moveTo>
                  <a:lnTo>
                    <a:pt x="13333" y="6790"/>
                  </a:lnTo>
                  <a:lnTo>
                    <a:pt x="10926" y="6790"/>
                  </a:lnTo>
                  <a:cubicBezTo>
                    <a:pt x="10401" y="6790"/>
                    <a:pt x="9969" y="7191"/>
                    <a:pt x="9877" y="7715"/>
                  </a:cubicBezTo>
                  <a:lnTo>
                    <a:pt x="8704" y="7715"/>
                  </a:lnTo>
                  <a:lnTo>
                    <a:pt x="13333" y="3086"/>
                  </a:lnTo>
                  <a:close/>
                  <a:moveTo>
                    <a:pt x="13364" y="7222"/>
                  </a:moveTo>
                  <a:cubicBezTo>
                    <a:pt x="13673" y="7222"/>
                    <a:pt x="13919" y="7407"/>
                    <a:pt x="14012" y="7715"/>
                  </a:cubicBezTo>
                  <a:lnTo>
                    <a:pt x="10309" y="7715"/>
                  </a:lnTo>
                  <a:cubicBezTo>
                    <a:pt x="10370" y="7407"/>
                    <a:pt x="10617" y="7222"/>
                    <a:pt x="10926" y="7222"/>
                  </a:cubicBezTo>
                  <a:close/>
                  <a:moveTo>
                    <a:pt x="9877" y="8148"/>
                  </a:moveTo>
                  <a:lnTo>
                    <a:pt x="9877" y="9752"/>
                  </a:lnTo>
                  <a:lnTo>
                    <a:pt x="1143" y="9752"/>
                  </a:lnTo>
                  <a:cubicBezTo>
                    <a:pt x="711" y="9752"/>
                    <a:pt x="402" y="9413"/>
                    <a:pt x="402" y="8981"/>
                  </a:cubicBezTo>
                  <a:lnTo>
                    <a:pt x="402" y="8148"/>
                  </a:lnTo>
                  <a:close/>
                  <a:moveTo>
                    <a:pt x="12901" y="8148"/>
                  </a:moveTo>
                  <a:lnTo>
                    <a:pt x="10278" y="10740"/>
                  </a:lnTo>
                  <a:lnTo>
                    <a:pt x="10278" y="8148"/>
                  </a:lnTo>
                  <a:close/>
                  <a:moveTo>
                    <a:pt x="7840" y="10154"/>
                  </a:moveTo>
                  <a:lnTo>
                    <a:pt x="7840" y="11697"/>
                  </a:lnTo>
                  <a:lnTo>
                    <a:pt x="5865" y="11697"/>
                  </a:lnTo>
                  <a:lnTo>
                    <a:pt x="5865" y="10154"/>
                  </a:lnTo>
                  <a:close/>
                  <a:moveTo>
                    <a:pt x="9877" y="10154"/>
                  </a:moveTo>
                  <a:lnTo>
                    <a:pt x="9877" y="11882"/>
                  </a:lnTo>
                  <a:cubicBezTo>
                    <a:pt x="9753" y="11789"/>
                    <a:pt x="9599" y="11727"/>
                    <a:pt x="9444" y="11727"/>
                  </a:cubicBezTo>
                  <a:lnTo>
                    <a:pt x="8272" y="11727"/>
                  </a:lnTo>
                  <a:lnTo>
                    <a:pt x="8272" y="10154"/>
                  </a:lnTo>
                  <a:close/>
                  <a:moveTo>
                    <a:pt x="9470" y="12155"/>
                  </a:moveTo>
                  <a:cubicBezTo>
                    <a:pt x="9848" y="12155"/>
                    <a:pt x="9857" y="12746"/>
                    <a:pt x="9444" y="12746"/>
                  </a:cubicBezTo>
                  <a:lnTo>
                    <a:pt x="4291" y="12746"/>
                  </a:lnTo>
                  <a:cubicBezTo>
                    <a:pt x="4281" y="12747"/>
                    <a:pt x="4271" y="12747"/>
                    <a:pt x="4261" y="12747"/>
                  </a:cubicBezTo>
                  <a:cubicBezTo>
                    <a:pt x="3868" y="12747"/>
                    <a:pt x="3868" y="12158"/>
                    <a:pt x="4261" y="12158"/>
                  </a:cubicBezTo>
                  <a:cubicBezTo>
                    <a:pt x="4271" y="12158"/>
                    <a:pt x="4281" y="12159"/>
                    <a:pt x="4291" y="12160"/>
                  </a:cubicBezTo>
                  <a:lnTo>
                    <a:pt x="9414" y="12160"/>
                  </a:lnTo>
                  <a:cubicBezTo>
                    <a:pt x="9433" y="12157"/>
                    <a:pt x="9452" y="12155"/>
                    <a:pt x="9470" y="12155"/>
                  </a:cubicBezTo>
                  <a:close/>
                  <a:moveTo>
                    <a:pt x="14074" y="8148"/>
                  </a:moveTo>
                  <a:lnTo>
                    <a:pt x="14074" y="10400"/>
                  </a:lnTo>
                  <a:lnTo>
                    <a:pt x="14012" y="10431"/>
                  </a:lnTo>
                  <a:lnTo>
                    <a:pt x="11481" y="12931"/>
                  </a:lnTo>
                  <a:lnTo>
                    <a:pt x="10339" y="12931"/>
                  </a:lnTo>
                  <a:lnTo>
                    <a:pt x="10339" y="11326"/>
                  </a:lnTo>
                  <a:cubicBezTo>
                    <a:pt x="10370" y="11326"/>
                    <a:pt x="10401" y="11295"/>
                    <a:pt x="10401" y="11295"/>
                  </a:cubicBezTo>
                  <a:lnTo>
                    <a:pt x="13549" y="8148"/>
                  </a:lnTo>
                  <a:close/>
                  <a:moveTo>
                    <a:pt x="14012" y="13363"/>
                  </a:moveTo>
                  <a:lnTo>
                    <a:pt x="14012" y="13425"/>
                  </a:lnTo>
                  <a:cubicBezTo>
                    <a:pt x="14012" y="13795"/>
                    <a:pt x="13734" y="14073"/>
                    <a:pt x="13395" y="14073"/>
                  </a:cubicBezTo>
                  <a:lnTo>
                    <a:pt x="10957" y="14073"/>
                  </a:lnTo>
                  <a:cubicBezTo>
                    <a:pt x="10586" y="14073"/>
                    <a:pt x="10309" y="13795"/>
                    <a:pt x="10309" y="13425"/>
                  </a:cubicBezTo>
                  <a:lnTo>
                    <a:pt x="10309" y="13363"/>
                  </a:lnTo>
                  <a:close/>
                  <a:moveTo>
                    <a:pt x="1143" y="0"/>
                  </a:moveTo>
                  <a:cubicBezTo>
                    <a:pt x="495" y="0"/>
                    <a:pt x="1" y="525"/>
                    <a:pt x="1" y="1173"/>
                  </a:cubicBezTo>
                  <a:lnTo>
                    <a:pt x="1" y="8981"/>
                  </a:lnTo>
                  <a:cubicBezTo>
                    <a:pt x="1" y="9629"/>
                    <a:pt x="495" y="10154"/>
                    <a:pt x="1143" y="10154"/>
                  </a:cubicBezTo>
                  <a:lnTo>
                    <a:pt x="5463" y="10154"/>
                  </a:lnTo>
                  <a:lnTo>
                    <a:pt x="5463" y="11697"/>
                  </a:lnTo>
                  <a:lnTo>
                    <a:pt x="4291" y="11697"/>
                  </a:lnTo>
                  <a:cubicBezTo>
                    <a:pt x="4271" y="11695"/>
                    <a:pt x="4252" y="11695"/>
                    <a:pt x="4233" y="11695"/>
                  </a:cubicBezTo>
                  <a:cubicBezTo>
                    <a:pt x="3300" y="11695"/>
                    <a:pt x="3291" y="13120"/>
                    <a:pt x="4206" y="13120"/>
                  </a:cubicBezTo>
                  <a:cubicBezTo>
                    <a:pt x="4233" y="13120"/>
                    <a:pt x="4261" y="13119"/>
                    <a:pt x="4291" y="13116"/>
                  </a:cubicBezTo>
                  <a:lnTo>
                    <a:pt x="9444" y="13116"/>
                  </a:lnTo>
                  <a:cubicBezTo>
                    <a:pt x="9599" y="13116"/>
                    <a:pt x="9753" y="13085"/>
                    <a:pt x="9877" y="12993"/>
                  </a:cubicBezTo>
                  <a:lnTo>
                    <a:pt x="9877" y="13394"/>
                  </a:lnTo>
                  <a:cubicBezTo>
                    <a:pt x="9877" y="13980"/>
                    <a:pt x="10370" y="14474"/>
                    <a:pt x="10957" y="14474"/>
                  </a:cubicBezTo>
                  <a:lnTo>
                    <a:pt x="13395" y="14474"/>
                  </a:lnTo>
                  <a:cubicBezTo>
                    <a:pt x="13981" y="14474"/>
                    <a:pt x="14444" y="13980"/>
                    <a:pt x="14444" y="13394"/>
                  </a:cubicBezTo>
                  <a:lnTo>
                    <a:pt x="14444" y="12622"/>
                  </a:lnTo>
                  <a:cubicBezTo>
                    <a:pt x="14444" y="12484"/>
                    <a:pt x="14344" y="12414"/>
                    <a:pt x="14244" y="12414"/>
                  </a:cubicBezTo>
                  <a:cubicBezTo>
                    <a:pt x="14143" y="12414"/>
                    <a:pt x="14043" y="12484"/>
                    <a:pt x="14043" y="12622"/>
                  </a:cubicBezTo>
                  <a:lnTo>
                    <a:pt x="14043" y="12931"/>
                  </a:lnTo>
                  <a:lnTo>
                    <a:pt x="12068" y="12931"/>
                  </a:lnTo>
                  <a:lnTo>
                    <a:pt x="14012" y="10956"/>
                  </a:lnTo>
                  <a:lnTo>
                    <a:pt x="14012" y="11419"/>
                  </a:lnTo>
                  <a:cubicBezTo>
                    <a:pt x="14012" y="11542"/>
                    <a:pt x="14105" y="11635"/>
                    <a:pt x="14228" y="11635"/>
                  </a:cubicBezTo>
                  <a:cubicBezTo>
                    <a:pt x="14352" y="11635"/>
                    <a:pt x="14444" y="11542"/>
                    <a:pt x="14444" y="11419"/>
                  </a:cubicBezTo>
                  <a:lnTo>
                    <a:pt x="14444" y="7870"/>
                  </a:lnTo>
                  <a:cubicBezTo>
                    <a:pt x="14444" y="7438"/>
                    <a:pt x="14166" y="7036"/>
                    <a:pt x="13765" y="6882"/>
                  </a:cubicBezTo>
                  <a:lnTo>
                    <a:pt x="13765" y="1173"/>
                  </a:lnTo>
                  <a:cubicBezTo>
                    <a:pt x="13765" y="525"/>
                    <a:pt x="13241" y="0"/>
                    <a:pt x="12592" y="0"/>
                  </a:cubicBezTo>
                  <a:lnTo>
                    <a:pt x="3457" y="0"/>
                  </a:lnTo>
                  <a:cubicBezTo>
                    <a:pt x="3149" y="0"/>
                    <a:pt x="3149" y="432"/>
                    <a:pt x="3457" y="432"/>
                  </a:cubicBezTo>
                  <a:lnTo>
                    <a:pt x="4537" y="432"/>
                  </a:lnTo>
                  <a:lnTo>
                    <a:pt x="402" y="4568"/>
                  </a:lnTo>
                  <a:lnTo>
                    <a:pt x="402" y="1173"/>
                  </a:lnTo>
                  <a:cubicBezTo>
                    <a:pt x="402" y="741"/>
                    <a:pt x="711" y="401"/>
                    <a:pt x="1143" y="401"/>
                  </a:cubicBezTo>
                  <a:lnTo>
                    <a:pt x="2038" y="401"/>
                  </a:lnTo>
                  <a:cubicBezTo>
                    <a:pt x="2254" y="339"/>
                    <a:pt x="2254" y="62"/>
                    <a:pt x="2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86"/>
            <p:cNvSpPr/>
            <p:nvPr/>
          </p:nvSpPr>
          <p:spPr>
            <a:xfrm>
              <a:off x="7278550" y="2241000"/>
              <a:ext cx="23175" cy="10825"/>
            </a:xfrm>
            <a:custGeom>
              <a:rect b="b" l="l" r="r" t="t"/>
              <a:pathLst>
                <a:path extrusionOk="0" h="433" w="927">
                  <a:moveTo>
                    <a:pt x="216" y="1"/>
                  </a:moveTo>
                  <a:cubicBezTo>
                    <a:pt x="93" y="1"/>
                    <a:pt x="0" y="93"/>
                    <a:pt x="0" y="217"/>
                  </a:cubicBezTo>
                  <a:cubicBezTo>
                    <a:pt x="0" y="340"/>
                    <a:pt x="93" y="433"/>
                    <a:pt x="216" y="433"/>
                  </a:cubicBezTo>
                  <a:lnTo>
                    <a:pt x="741" y="433"/>
                  </a:lnTo>
                  <a:cubicBezTo>
                    <a:pt x="834" y="433"/>
                    <a:pt x="926" y="340"/>
                    <a:pt x="926" y="217"/>
                  </a:cubicBezTo>
                  <a:cubicBezTo>
                    <a:pt x="926" y="93"/>
                    <a:pt x="834" y="1"/>
                    <a:pt x="7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5" name="Google Shape;12795;p86"/>
          <p:cNvGrpSpPr/>
          <p:nvPr/>
        </p:nvGrpSpPr>
        <p:grpSpPr>
          <a:xfrm>
            <a:off x="1074163" y="3975874"/>
            <a:ext cx="362650" cy="361875"/>
            <a:chOff x="4755600" y="1904625"/>
            <a:chExt cx="362650" cy="361875"/>
          </a:xfrm>
        </p:grpSpPr>
        <p:sp>
          <p:nvSpPr>
            <p:cNvPr id="12796" name="Google Shape;12796;p86"/>
            <p:cNvSpPr/>
            <p:nvPr/>
          </p:nvSpPr>
          <p:spPr>
            <a:xfrm>
              <a:off x="4847400" y="1904625"/>
              <a:ext cx="177475" cy="148150"/>
            </a:xfrm>
            <a:custGeom>
              <a:rect b="b" l="l" r="r" t="t"/>
              <a:pathLst>
                <a:path extrusionOk="0" h="5926" w="7099">
                  <a:moveTo>
                    <a:pt x="5834" y="432"/>
                  </a:moveTo>
                  <a:cubicBezTo>
                    <a:pt x="6296" y="432"/>
                    <a:pt x="6698" y="802"/>
                    <a:pt x="6698" y="1265"/>
                  </a:cubicBezTo>
                  <a:lnTo>
                    <a:pt x="6698" y="1512"/>
                  </a:lnTo>
                  <a:lnTo>
                    <a:pt x="6235" y="1512"/>
                  </a:lnTo>
                  <a:cubicBezTo>
                    <a:pt x="5957" y="1512"/>
                    <a:pt x="5957" y="1913"/>
                    <a:pt x="6235" y="1913"/>
                  </a:cubicBezTo>
                  <a:lnTo>
                    <a:pt x="6698" y="1913"/>
                  </a:lnTo>
                  <a:lnTo>
                    <a:pt x="6698" y="4629"/>
                  </a:lnTo>
                  <a:cubicBezTo>
                    <a:pt x="6698" y="5092"/>
                    <a:pt x="6296" y="5463"/>
                    <a:pt x="5834" y="5463"/>
                  </a:cubicBezTo>
                  <a:lnTo>
                    <a:pt x="1297" y="5463"/>
                  </a:lnTo>
                  <a:cubicBezTo>
                    <a:pt x="834" y="5463"/>
                    <a:pt x="464" y="5092"/>
                    <a:pt x="464" y="4629"/>
                  </a:cubicBezTo>
                  <a:lnTo>
                    <a:pt x="464" y="1944"/>
                  </a:lnTo>
                  <a:lnTo>
                    <a:pt x="5124" y="1944"/>
                  </a:lnTo>
                  <a:cubicBezTo>
                    <a:pt x="5401" y="1913"/>
                    <a:pt x="5401" y="1512"/>
                    <a:pt x="5124" y="1512"/>
                  </a:cubicBezTo>
                  <a:lnTo>
                    <a:pt x="464" y="1512"/>
                  </a:lnTo>
                  <a:lnTo>
                    <a:pt x="464" y="1265"/>
                  </a:lnTo>
                  <a:cubicBezTo>
                    <a:pt x="464" y="802"/>
                    <a:pt x="834" y="432"/>
                    <a:pt x="1297" y="432"/>
                  </a:cubicBezTo>
                  <a:close/>
                  <a:moveTo>
                    <a:pt x="1297" y="0"/>
                  </a:moveTo>
                  <a:cubicBezTo>
                    <a:pt x="587" y="0"/>
                    <a:pt x="1" y="556"/>
                    <a:pt x="32" y="1265"/>
                  </a:cubicBezTo>
                  <a:lnTo>
                    <a:pt x="32" y="4629"/>
                  </a:lnTo>
                  <a:cubicBezTo>
                    <a:pt x="32" y="5339"/>
                    <a:pt x="587" y="5895"/>
                    <a:pt x="1297" y="5895"/>
                  </a:cubicBezTo>
                  <a:lnTo>
                    <a:pt x="1297" y="5925"/>
                  </a:lnTo>
                  <a:lnTo>
                    <a:pt x="5834" y="5925"/>
                  </a:lnTo>
                  <a:cubicBezTo>
                    <a:pt x="6543" y="5925"/>
                    <a:pt x="7099" y="5339"/>
                    <a:pt x="7099" y="4629"/>
                  </a:cubicBezTo>
                  <a:lnTo>
                    <a:pt x="7099" y="1265"/>
                  </a:lnTo>
                  <a:cubicBezTo>
                    <a:pt x="7099" y="556"/>
                    <a:pt x="6543" y="0"/>
                    <a:pt x="5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86"/>
            <p:cNvSpPr/>
            <p:nvPr/>
          </p:nvSpPr>
          <p:spPr>
            <a:xfrm>
              <a:off x="4871325" y="1923900"/>
              <a:ext cx="14675" cy="10825"/>
            </a:xfrm>
            <a:custGeom>
              <a:rect b="b" l="l" r="r" t="t"/>
              <a:pathLst>
                <a:path extrusionOk="0" h="433" w="587">
                  <a:moveTo>
                    <a:pt x="278" y="1"/>
                  </a:moveTo>
                  <a:cubicBezTo>
                    <a:pt x="0" y="1"/>
                    <a:pt x="0" y="433"/>
                    <a:pt x="278" y="433"/>
                  </a:cubicBezTo>
                  <a:cubicBezTo>
                    <a:pt x="587" y="433"/>
                    <a:pt x="587" y="1"/>
                    <a:pt x="2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86"/>
            <p:cNvSpPr/>
            <p:nvPr/>
          </p:nvSpPr>
          <p:spPr>
            <a:xfrm>
              <a:off x="4889075" y="1923900"/>
              <a:ext cx="13125" cy="10825"/>
            </a:xfrm>
            <a:custGeom>
              <a:rect b="b" l="l" r="r" t="t"/>
              <a:pathLst>
                <a:path extrusionOk="0" h="433" w="525">
                  <a:moveTo>
                    <a:pt x="278" y="1"/>
                  </a:moveTo>
                  <a:cubicBezTo>
                    <a:pt x="0" y="1"/>
                    <a:pt x="0" y="433"/>
                    <a:pt x="278" y="433"/>
                  </a:cubicBezTo>
                  <a:cubicBezTo>
                    <a:pt x="525" y="402"/>
                    <a:pt x="525" y="31"/>
                    <a:pt x="2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86"/>
            <p:cNvSpPr/>
            <p:nvPr/>
          </p:nvSpPr>
          <p:spPr>
            <a:xfrm>
              <a:off x="4906825" y="1923900"/>
              <a:ext cx="13900" cy="10825"/>
            </a:xfrm>
            <a:custGeom>
              <a:rect b="b" l="l" r="r" t="t"/>
              <a:pathLst>
                <a:path extrusionOk="0" h="433" w="556">
                  <a:moveTo>
                    <a:pt x="278" y="1"/>
                  </a:moveTo>
                  <a:cubicBezTo>
                    <a:pt x="0" y="1"/>
                    <a:pt x="0" y="433"/>
                    <a:pt x="278" y="433"/>
                  </a:cubicBezTo>
                  <a:cubicBezTo>
                    <a:pt x="556" y="433"/>
                    <a:pt x="556" y="1"/>
                    <a:pt x="2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86"/>
            <p:cNvSpPr/>
            <p:nvPr/>
          </p:nvSpPr>
          <p:spPr>
            <a:xfrm>
              <a:off x="4755600" y="2177750"/>
              <a:ext cx="106500" cy="88750"/>
            </a:xfrm>
            <a:custGeom>
              <a:rect b="b" l="l" r="r" t="t"/>
              <a:pathLst>
                <a:path extrusionOk="0" h="3550" w="4260">
                  <a:moveTo>
                    <a:pt x="3395" y="432"/>
                  </a:moveTo>
                  <a:cubicBezTo>
                    <a:pt x="3611" y="432"/>
                    <a:pt x="3765" y="617"/>
                    <a:pt x="3765" y="833"/>
                  </a:cubicBezTo>
                  <a:lnTo>
                    <a:pt x="3765" y="864"/>
                  </a:lnTo>
                  <a:lnTo>
                    <a:pt x="432" y="864"/>
                  </a:lnTo>
                  <a:lnTo>
                    <a:pt x="432" y="833"/>
                  </a:lnTo>
                  <a:cubicBezTo>
                    <a:pt x="432" y="617"/>
                    <a:pt x="617" y="432"/>
                    <a:pt x="833" y="432"/>
                  </a:cubicBezTo>
                  <a:close/>
                  <a:moveTo>
                    <a:pt x="833" y="0"/>
                  </a:moveTo>
                  <a:cubicBezTo>
                    <a:pt x="370" y="0"/>
                    <a:pt x="0" y="370"/>
                    <a:pt x="0" y="833"/>
                  </a:cubicBezTo>
                  <a:lnTo>
                    <a:pt x="0" y="2716"/>
                  </a:lnTo>
                  <a:cubicBezTo>
                    <a:pt x="0" y="3179"/>
                    <a:pt x="370" y="3549"/>
                    <a:pt x="833" y="3549"/>
                  </a:cubicBezTo>
                  <a:lnTo>
                    <a:pt x="3395" y="3549"/>
                  </a:lnTo>
                  <a:cubicBezTo>
                    <a:pt x="3858" y="3549"/>
                    <a:pt x="4228" y="3179"/>
                    <a:pt x="4228" y="2716"/>
                  </a:cubicBezTo>
                  <a:cubicBezTo>
                    <a:pt x="4228" y="2577"/>
                    <a:pt x="4120" y="2508"/>
                    <a:pt x="4012" y="2508"/>
                  </a:cubicBezTo>
                  <a:cubicBezTo>
                    <a:pt x="3904" y="2508"/>
                    <a:pt x="3796" y="2577"/>
                    <a:pt x="3796" y="2716"/>
                  </a:cubicBezTo>
                  <a:cubicBezTo>
                    <a:pt x="3796" y="2932"/>
                    <a:pt x="3611" y="3117"/>
                    <a:pt x="3426" y="3117"/>
                  </a:cubicBezTo>
                  <a:lnTo>
                    <a:pt x="833" y="3117"/>
                  </a:lnTo>
                  <a:cubicBezTo>
                    <a:pt x="617" y="3117"/>
                    <a:pt x="463" y="2932"/>
                    <a:pt x="463" y="2716"/>
                  </a:cubicBezTo>
                  <a:lnTo>
                    <a:pt x="463" y="1265"/>
                  </a:lnTo>
                  <a:lnTo>
                    <a:pt x="3827" y="1265"/>
                  </a:lnTo>
                  <a:lnTo>
                    <a:pt x="3827" y="1728"/>
                  </a:lnTo>
                  <a:cubicBezTo>
                    <a:pt x="3827" y="1867"/>
                    <a:pt x="3935" y="1937"/>
                    <a:pt x="4043" y="1937"/>
                  </a:cubicBezTo>
                  <a:cubicBezTo>
                    <a:pt x="4151" y="1937"/>
                    <a:pt x="4259" y="1867"/>
                    <a:pt x="4259" y="1728"/>
                  </a:cubicBezTo>
                  <a:lnTo>
                    <a:pt x="4259" y="833"/>
                  </a:lnTo>
                  <a:cubicBezTo>
                    <a:pt x="4259" y="370"/>
                    <a:pt x="3889" y="0"/>
                    <a:pt x="34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86"/>
            <p:cNvSpPr/>
            <p:nvPr/>
          </p:nvSpPr>
          <p:spPr>
            <a:xfrm>
              <a:off x="4883675" y="2177750"/>
              <a:ext cx="106500" cy="88750"/>
            </a:xfrm>
            <a:custGeom>
              <a:rect b="b" l="l" r="r" t="t"/>
              <a:pathLst>
                <a:path extrusionOk="0" h="3550" w="4260">
                  <a:moveTo>
                    <a:pt x="3395" y="432"/>
                  </a:moveTo>
                  <a:cubicBezTo>
                    <a:pt x="3611" y="432"/>
                    <a:pt x="3765" y="617"/>
                    <a:pt x="3765" y="833"/>
                  </a:cubicBezTo>
                  <a:lnTo>
                    <a:pt x="3765" y="864"/>
                  </a:lnTo>
                  <a:lnTo>
                    <a:pt x="432" y="864"/>
                  </a:lnTo>
                  <a:lnTo>
                    <a:pt x="432" y="833"/>
                  </a:lnTo>
                  <a:cubicBezTo>
                    <a:pt x="432" y="617"/>
                    <a:pt x="617" y="432"/>
                    <a:pt x="833" y="432"/>
                  </a:cubicBezTo>
                  <a:close/>
                  <a:moveTo>
                    <a:pt x="833" y="0"/>
                  </a:moveTo>
                  <a:cubicBezTo>
                    <a:pt x="371" y="0"/>
                    <a:pt x="0" y="370"/>
                    <a:pt x="0" y="833"/>
                  </a:cubicBezTo>
                  <a:lnTo>
                    <a:pt x="0" y="2716"/>
                  </a:lnTo>
                  <a:cubicBezTo>
                    <a:pt x="0" y="3179"/>
                    <a:pt x="371" y="3549"/>
                    <a:pt x="833" y="3549"/>
                  </a:cubicBezTo>
                  <a:lnTo>
                    <a:pt x="1173" y="3549"/>
                  </a:lnTo>
                  <a:cubicBezTo>
                    <a:pt x="1420" y="3487"/>
                    <a:pt x="1451" y="3117"/>
                    <a:pt x="1173" y="3117"/>
                  </a:cubicBezTo>
                  <a:lnTo>
                    <a:pt x="833" y="3117"/>
                  </a:lnTo>
                  <a:cubicBezTo>
                    <a:pt x="617" y="3117"/>
                    <a:pt x="463" y="2963"/>
                    <a:pt x="463" y="2747"/>
                  </a:cubicBezTo>
                  <a:lnTo>
                    <a:pt x="463" y="1265"/>
                  </a:lnTo>
                  <a:lnTo>
                    <a:pt x="3827" y="1265"/>
                  </a:lnTo>
                  <a:lnTo>
                    <a:pt x="3827" y="2716"/>
                  </a:lnTo>
                  <a:cubicBezTo>
                    <a:pt x="3827" y="2932"/>
                    <a:pt x="3642" y="3117"/>
                    <a:pt x="3426" y="3117"/>
                  </a:cubicBezTo>
                  <a:lnTo>
                    <a:pt x="2284" y="3117"/>
                  </a:lnTo>
                  <a:cubicBezTo>
                    <a:pt x="2037" y="3148"/>
                    <a:pt x="2037" y="3487"/>
                    <a:pt x="2284" y="3518"/>
                  </a:cubicBezTo>
                  <a:lnTo>
                    <a:pt x="3426" y="3518"/>
                  </a:lnTo>
                  <a:cubicBezTo>
                    <a:pt x="3889" y="3518"/>
                    <a:pt x="4259" y="3148"/>
                    <a:pt x="4259" y="2716"/>
                  </a:cubicBezTo>
                  <a:lnTo>
                    <a:pt x="4259" y="833"/>
                  </a:lnTo>
                  <a:cubicBezTo>
                    <a:pt x="4259" y="370"/>
                    <a:pt x="3889" y="0"/>
                    <a:pt x="34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86"/>
            <p:cNvSpPr/>
            <p:nvPr/>
          </p:nvSpPr>
          <p:spPr>
            <a:xfrm>
              <a:off x="5012525" y="2177750"/>
              <a:ext cx="105725" cy="88750"/>
            </a:xfrm>
            <a:custGeom>
              <a:rect b="b" l="l" r="r" t="t"/>
              <a:pathLst>
                <a:path extrusionOk="0" h="3550" w="4229">
                  <a:moveTo>
                    <a:pt x="3364" y="432"/>
                  </a:moveTo>
                  <a:cubicBezTo>
                    <a:pt x="3580" y="432"/>
                    <a:pt x="3765" y="617"/>
                    <a:pt x="3765" y="833"/>
                  </a:cubicBezTo>
                  <a:lnTo>
                    <a:pt x="3765" y="864"/>
                  </a:lnTo>
                  <a:lnTo>
                    <a:pt x="401" y="864"/>
                  </a:lnTo>
                  <a:lnTo>
                    <a:pt x="401" y="833"/>
                  </a:lnTo>
                  <a:cubicBezTo>
                    <a:pt x="401" y="617"/>
                    <a:pt x="586" y="432"/>
                    <a:pt x="803" y="432"/>
                  </a:cubicBezTo>
                  <a:close/>
                  <a:moveTo>
                    <a:pt x="803" y="0"/>
                  </a:moveTo>
                  <a:cubicBezTo>
                    <a:pt x="370" y="0"/>
                    <a:pt x="0" y="370"/>
                    <a:pt x="0" y="833"/>
                  </a:cubicBezTo>
                  <a:lnTo>
                    <a:pt x="0" y="1728"/>
                  </a:lnTo>
                  <a:cubicBezTo>
                    <a:pt x="0" y="1867"/>
                    <a:pt x="100" y="1937"/>
                    <a:pt x="201" y="1937"/>
                  </a:cubicBezTo>
                  <a:cubicBezTo>
                    <a:pt x="301" y="1937"/>
                    <a:pt x="401" y="1867"/>
                    <a:pt x="401" y="1728"/>
                  </a:cubicBezTo>
                  <a:lnTo>
                    <a:pt x="401" y="1265"/>
                  </a:lnTo>
                  <a:lnTo>
                    <a:pt x="3765" y="1265"/>
                  </a:lnTo>
                  <a:lnTo>
                    <a:pt x="3765" y="2716"/>
                  </a:lnTo>
                  <a:cubicBezTo>
                    <a:pt x="3765" y="2932"/>
                    <a:pt x="3611" y="3117"/>
                    <a:pt x="3395" y="3117"/>
                  </a:cubicBezTo>
                  <a:lnTo>
                    <a:pt x="833" y="3117"/>
                  </a:lnTo>
                  <a:cubicBezTo>
                    <a:pt x="617" y="3117"/>
                    <a:pt x="432" y="2932"/>
                    <a:pt x="432" y="2716"/>
                  </a:cubicBezTo>
                  <a:cubicBezTo>
                    <a:pt x="432" y="2577"/>
                    <a:pt x="324" y="2508"/>
                    <a:pt x="216" y="2508"/>
                  </a:cubicBezTo>
                  <a:cubicBezTo>
                    <a:pt x="108" y="2508"/>
                    <a:pt x="0" y="2577"/>
                    <a:pt x="0" y="2716"/>
                  </a:cubicBezTo>
                  <a:cubicBezTo>
                    <a:pt x="0" y="3179"/>
                    <a:pt x="370" y="3549"/>
                    <a:pt x="833" y="3549"/>
                  </a:cubicBezTo>
                  <a:lnTo>
                    <a:pt x="3395" y="3549"/>
                  </a:lnTo>
                  <a:cubicBezTo>
                    <a:pt x="3858" y="3549"/>
                    <a:pt x="4228" y="3179"/>
                    <a:pt x="4228" y="2716"/>
                  </a:cubicBezTo>
                  <a:lnTo>
                    <a:pt x="4228" y="833"/>
                  </a:lnTo>
                  <a:cubicBezTo>
                    <a:pt x="4228" y="370"/>
                    <a:pt x="3858" y="0"/>
                    <a:pt x="3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86"/>
            <p:cNvSpPr/>
            <p:nvPr/>
          </p:nvSpPr>
          <p:spPr>
            <a:xfrm>
              <a:off x="4805750" y="2068375"/>
              <a:ext cx="261575" cy="87025"/>
            </a:xfrm>
            <a:custGeom>
              <a:rect b="b" l="l" r="r" t="t"/>
              <a:pathLst>
                <a:path extrusionOk="0" h="3481" w="10463">
                  <a:moveTo>
                    <a:pt x="5247" y="0"/>
                  </a:moveTo>
                  <a:cubicBezTo>
                    <a:pt x="5139" y="0"/>
                    <a:pt x="5031" y="70"/>
                    <a:pt x="5031" y="209"/>
                  </a:cubicBezTo>
                  <a:lnTo>
                    <a:pt x="5031" y="1443"/>
                  </a:lnTo>
                  <a:lnTo>
                    <a:pt x="864" y="1443"/>
                  </a:lnTo>
                  <a:cubicBezTo>
                    <a:pt x="370" y="1443"/>
                    <a:pt x="0" y="1814"/>
                    <a:pt x="0" y="2307"/>
                  </a:cubicBezTo>
                  <a:lnTo>
                    <a:pt x="0" y="3264"/>
                  </a:lnTo>
                  <a:cubicBezTo>
                    <a:pt x="0" y="3357"/>
                    <a:pt x="93" y="3480"/>
                    <a:pt x="216" y="3480"/>
                  </a:cubicBezTo>
                  <a:cubicBezTo>
                    <a:pt x="340" y="3480"/>
                    <a:pt x="432" y="3388"/>
                    <a:pt x="432" y="3264"/>
                  </a:cubicBezTo>
                  <a:lnTo>
                    <a:pt x="432" y="2307"/>
                  </a:lnTo>
                  <a:cubicBezTo>
                    <a:pt x="432" y="2060"/>
                    <a:pt x="617" y="1875"/>
                    <a:pt x="864" y="1875"/>
                  </a:cubicBezTo>
                  <a:lnTo>
                    <a:pt x="5031" y="1875"/>
                  </a:lnTo>
                  <a:lnTo>
                    <a:pt x="5031" y="3264"/>
                  </a:lnTo>
                  <a:cubicBezTo>
                    <a:pt x="5031" y="3403"/>
                    <a:pt x="5139" y="3472"/>
                    <a:pt x="5247" y="3472"/>
                  </a:cubicBezTo>
                  <a:cubicBezTo>
                    <a:pt x="5355" y="3472"/>
                    <a:pt x="5463" y="3403"/>
                    <a:pt x="5463" y="3264"/>
                  </a:cubicBezTo>
                  <a:lnTo>
                    <a:pt x="5463" y="1875"/>
                  </a:lnTo>
                  <a:lnTo>
                    <a:pt x="9629" y="1875"/>
                  </a:lnTo>
                  <a:cubicBezTo>
                    <a:pt x="9845" y="1875"/>
                    <a:pt x="10061" y="2060"/>
                    <a:pt x="10061" y="2307"/>
                  </a:cubicBezTo>
                  <a:lnTo>
                    <a:pt x="10061" y="3264"/>
                  </a:lnTo>
                  <a:cubicBezTo>
                    <a:pt x="10061" y="3403"/>
                    <a:pt x="10161" y="3472"/>
                    <a:pt x="10262" y="3472"/>
                  </a:cubicBezTo>
                  <a:cubicBezTo>
                    <a:pt x="10362" y="3472"/>
                    <a:pt x="10462" y="3403"/>
                    <a:pt x="10462" y="3264"/>
                  </a:cubicBezTo>
                  <a:lnTo>
                    <a:pt x="10462" y="2307"/>
                  </a:lnTo>
                  <a:cubicBezTo>
                    <a:pt x="10462" y="1814"/>
                    <a:pt x="10092" y="1443"/>
                    <a:pt x="9629" y="1443"/>
                  </a:cubicBezTo>
                  <a:lnTo>
                    <a:pt x="5463" y="1443"/>
                  </a:lnTo>
                  <a:lnTo>
                    <a:pt x="5463" y="209"/>
                  </a:lnTo>
                  <a:cubicBezTo>
                    <a:pt x="5463" y="70"/>
                    <a:pt x="5355" y="0"/>
                    <a:pt x="52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4" name="Google Shape;12804;p86"/>
          <p:cNvGrpSpPr/>
          <p:nvPr/>
        </p:nvGrpSpPr>
        <p:grpSpPr>
          <a:xfrm>
            <a:off x="3974963" y="3975636"/>
            <a:ext cx="363400" cy="362350"/>
            <a:chOff x="2499600" y="1904400"/>
            <a:chExt cx="363400" cy="362350"/>
          </a:xfrm>
        </p:grpSpPr>
        <p:sp>
          <p:nvSpPr>
            <p:cNvPr id="12805" name="Google Shape;12805;p86"/>
            <p:cNvSpPr/>
            <p:nvPr/>
          </p:nvSpPr>
          <p:spPr>
            <a:xfrm>
              <a:off x="2499600" y="1904400"/>
              <a:ext cx="316350" cy="362350"/>
            </a:xfrm>
            <a:custGeom>
              <a:rect b="b" l="l" r="r" t="t"/>
              <a:pathLst>
                <a:path extrusionOk="0" h="14494" w="12654">
                  <a:moveTo>
                    <a:pt x="11110" y="4546"/>
                  </a:moveTo>
                  <a:cubicBezTo>
                    <a:pt x="12067" y="4546"/>
                    <a:pt x="12067" y="5996"/>
                    <a:pt x="11110" y="5996"/>
                  </a:cubicBezTo>
                  <a:lnTo>
                    <a:pt x="11079" y="5996"/>
                  </a:lnTo>
                  <a:lnTo>
                    <a:pt x="11079" y="4546"/>
                  </a:lnTo>
                  <a:close/>
                  <a:moveTo>
                    <a:pt x="1212" y="3371"/>
                  </a:moveTo>
                  <a:cubicBezTo>
                    <a:pt x="1229" y="3371"/>
                    <a:pt x="1247" y="3372"/>
                    <a:pt x="1265" y="3373"/>
                  </a:cubicBezTo>
                  <a:lnTo>
                    <a:pt x="1265" y="7107"/>
                  </a:lnTo>
                  <a:cubicBezTo>
                    <a:pt x="741" y="7015"/>
                    <a:pt x="401" y="6737"/>
                    <a:pt x="401" y="6336"/>
                  </a:cubicBezTo>
                  <a:lnTo>
                    <a:pt x="401" y="6305"/>
                  </a:lnTo>
                  <a:lnTo>
                    <a:pt x="401" y="4175"/>
                  </a:lnTo>
                  <a:cubicBezTo>
                    <a:pt x="431" y="3730"/>
                    <a:pt x="774" y="3371"/>
                    <a:pt x="1212" y="3371"/>
                  </a:cubicBezTo>
                  <a:close/>
                  <a:moveTo>
                    <a:pt x="2222" y="3373"/>
                  </a:moveTo>
                  <a:lnTo>
                    <a:pt x="2222" y="7107"/>
                  </a:lnTo>
                  <a:lnTo>
                    <a:pt x="1697" y="7107"/>
                  </a:lnTo>
                  <a:lnTo>
                    <a:pt x="1697" y="3373"/>
                  </a:lnTo>
                  <a:close/>
                  <a:moveTo>
                    <a:pt x="4043" y="3373"/>
                  </a:moveTo>
                  <a:lnTo>
                    <a:pt x="4043" y="7107"/>
                  </a:lnTo>
                  <a:lnTo>
                    <a:pt x="2623" y="7107"/>
                  </a:lnTo>
                  <a:lnTo>
                    <a:pt x="2623" y="3373"/>
                  </a:lnTo>
                  <a:close/>
                  <a:moveTo>
                    <a:pt x="8857" y="1182"/>
                  </a:moveTo>
                  <a:lnTo>
                    <a:pt x="8857" y="9360"/>
                  </a:lnTo>
                  <a:lnTo>
                    <a:pt x="4475" y="7169"/>
                  </a:lnTo>
                  <a:lnTo>
                    <a:pt x="4475" y="3342"/>
                  </a:lnTo>
                  <a:lnTo>
                    <a:pt x="8857" y="1182"/>
                  </a:lnTo>
                  <a:close/>
                  <a:moveTo>
                    <a:pt x="10444" y="1"/>
                  </a:moveTo>
                  <a:cubicBezTo>
                    <a:pt x="10348" y="1"/>
                    <a:pt x="10249" y="23"/>
                    <a:pt x="10154" y="71"/>
                  </a:cubicBezTo>
                  <a:lnTo>
                    <a:pt x="4321" y="2941"/>
                  </a:lnTo>
                  <a:lnTo>
                    <a:pt x="1234" y="2941"/>
                  </a:lnTo>
                  <a:cubicBezTo>
                    <a:pt x="556" y="2941"/>
                    <a:pt x="0" y="3496"/>
                    <a:pt x="0" y="4175"/>
                  </a:cubicBezTo>
                  <a:lnTo>
                    <a:pt x="0" y="6305"/>
                  </a:lnTo>
                  <a:cubicBezTo>
                    <a:pt x="0" y="6644"/>
                    <a:pt x="154" y="6984"/>
                    <a:pt x="432" y="7200"/>
                  </a:cubicBezTo>
                  <a:cubicBezTo>
                    <a:pt x="710" y="7416"/>
                    <a:pt x="1080" y="7539"/>
                    <a:pt x="1481" y="7539"/>
                  </a:cubicBezTo>
                  <a:lnTo>
                    <a:pt x="2222" y="7539"/>
                  </a:lnTo>
                  <a:lnTo>
                    <a:pt x="1420" y="9916"/>
                  </a:lnTo>
                  <a:cubicBezTo>
                    <a:pt x="1420" y="10058"/>
                    <a:pt x="1540" y="10147"/>
                    <a:pt x="1649" y="10147"/>
                  </a:cubicBezTo>
                  <a:cubicBezTo>
                    <a:pt x="1705" y="10147"/>
                    <a:pt x="1758" y="10123"/>
                    <a:pt x="1790" y="10070"/>
                  </a:cubicBezTo>
                  <a:lnTo>
                    <a:pt x="2654" y="7539"/>
                  </a:lnTo>
                  <a:lnTo>
                    <a:pt x="4043" y="7539"/>
                  </a:lnTo>
                  <a:lnTo>
                    <a:pt x="4043" y="13187"/>
                  </a:lnTo>
                  <a:cubicBezTo>
                    <a:pt x="4043" y="13717"/>
                    <a:pt x="3606" y="14073"/>
                    <a:pt x="3152" y="14073"/>
                  </a:cubicBezTo>
                  <a:cubicBezTo>
                    <a:pt x="2945" y="14073"/>
                    <a:pt x="2735" y="13999"/>
                    <a:pt x="2562" y="13835"/>
                  </a:cubicBezTo>
                  <a:lnTo>
                    <a:pt x="1451" y="12817"/>
                  </a:lnTo>
                  <a:cubicBezTo>
                    <a:pt x="1204" y="12601"/>
                    <a:pt x="1111" y="12261"/>
                    <a:pt x="1173" y="11953"/>
                  </a:cubicBezTo>
                  <a:lnTo>
                    <a:pt x="1420" y="11243"/>
                  </a:lnTo>
                  <a:cubicBezTo>
                    <a:pt x="1420" y="11107"/>
                    <a:pt x="1310" y="11020"/>
                    <a:pt x="1198" y="11020"/>
                  </a:cubicBezTo>
                  <a:cubicBezTo>
                    <a:pt x="1132" y="11020"/>
                    <a:pt x="1064" y="11050"/>
                    <a:pt x="1018" y="11119"/>
                  </a:cubicBezTo>
                  <a:lnTo>
                    <a:pt x="802" y="11829"/>
                  </a:lnTo>
                  <a:cubicBezTo>
                    <a:pt x="648" y="12292"/>
                    <a:pt x="802" y="12786"/>
                    <a:pt x="1173" y="13125"/>
                  </a:cubicBezTo>
                  <a:lnTo>
                    <a:pt x="2315" y="14144"/>
                  </a:lnTo>
                  <a:cubicBezTo>
                    <a:pt x="2576" y="14385"/>
                    <a:pt x="2885" y="14494"/>
                    <a:pt x="3187" y="14494"/>
                  </a:cubicBezTo>
                  <a:cubicBezTo>
                    <a:pt x="3852" y="14494"/>
                    <a:pt x="4485" y="13971"/>
                    <a:pt x="4506" y="13187"/>
                  </a:cubicBezTo>
                  <a:lnTo>
                    <a:pt x="4506" y="7663"/>
                  </a:lnTo>
                  <a:lnTo>
                    <a:pt x="10154" y="10440"/>
                  </a:lnTo>
                  <a:cubicBezTo>
                    <a:pt x="10250" y="10489"/>
                    <a:pt x="10350" y="10511"/>
                    <a:pt x="10446" y="10511"/>
                  </a:cubicBezTo>
                  <a:cubicBezTo>
                    <a:pt x="10782" y="10511"/>
                    <a:pt x="11079" y="10244"/>
                    <a:pt x="11079" y="9885"/>
                  </a:cubicBezTo>
                  <a:lnTo>
                    <a:pt x="11079" y="6397"/>
                  </a:lnTo>
                  <a:lnTo>
                    <a:pt x="11110" y="6397"/>
                  </a:lnTo>
                  <a:cubicBezTo>
                    <a:pt x="12653" y="6397"/>
                    <a:pt x="12653" y="4083"/>
                    <a:pt x="11110" y="4083"/>
                  </a:cubicBezTo>
                  <a:lnTo>
                    <a:pt x="11110" y="4114"/>
                  </a:lnTo>
                  <a:lnTo>
                    <a:pt x="11079" y="4114"/>
                  </a:lnTo>
                  <a:lnTo>
                    <a:pt x="11079" y="2571"/>
                  </a:lnTo>
                  <a:cubicBezTo>
                    <a:pt x="11079" y="2432"/>
                    <a:pt x="10971" y="2362"/>
                    <a:pt x="10863" y="2362"/>
                  </a:cubicBezTo>
                  <a:cubicBezTo>
                    <a:pt x="10755" y="2362"/>
                    <a:pt x="10647" y="2432"/>
                    <a:pt x="10647" y="2571"/>
                  </a:cubicBezTo>
                  <a:lnTo>
                    <a:pt x="10647" y="9885"/>
                  </a:lnTo>
                  <a:cubicBezTo>
                    <a:pt x="10647" y="10002"/>
                    <a:pt x="10558" y="10102"/>
                    <a:pt x="10447" y="10102"/>
                  </a:cubicBezTo>
                  <a:cubicBezTo>
                    <a:pt x="10412" y="10102"/>
                    <a:pt x="10376" y="10092"/>
                    <a:pt x="10339" y="10070"/>
                  </a:cubicBezTo>
                  <a:lnTo>
                    <a:pt x="9289" y="9576"/>
                  </a:lnTo>
                  <a:lnTo>
                    <a:pt x="9289" y="966"/>
                  </a:lnTo>
                  <a:lnTo>
                    <a:pt x="10339" y="441"/>
                  </a:lnTo>
                  <a:cubicBezTo>
                    <a:pt x="10371" y="428"/>
                    <a:pt x="10403" y="422"/>
                    <a:pt x="10434" y="422"/>
                  </a:cubicBezTo>
                  <a:cubicBezTo>
                    <a:pt x="10551" y="422"/>
                    <a:pt x="10647" y="511"/>
                    <a:pt x="10647" y="657"/>
                  </a:cubicBezTo>
                  <a:lnTo>
                    <a:pt x="10647" y="1336"/>
                  </a:lnTo>
                  <a:cubicBezTo>
                    <a:pt x="10647" y="1475"/>
                    <a:pt x="10755" y="1544"/>
                    <a:pt x="10863" y="1544"/>
                  </a:cubicBezTo>
                  <a:cubicBezTo>
                    <a:pt x="10971" y="1544"/>
                    <a:pt x="11079" y="1475"/>
                    <a:pt x="11079" y="1336"/>
                  </a:cubicBezTo>
                  <a:lnTo>
                    <a:pt x="11079" y="657"/>
                  </a:lnTo>
                  <a:cubicBezTo>
                    <a:pt x="11079" y="273"/>
                    <a:pt x="10780" y="1"/>
                    <a:pt x="104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86"/>
            <p:cNvSpPr/>
            <p:nvPr/>
          </p:nvSpPr>
          <p:spPr>
            <a:xfrm>
              <a:off x="2819000" y="2030375"/>
              <a:ext cx="44000" cy="10825"/>
            </a:xfrm>
            <a:custGeom>
              <a:rect b="b" l="l" r="r" t="t"/>
              <a:pathLst>
                <a:path extrusionOk="0" h="433" w="1760">
                  <a:moveTo>
                    <a:pt x="309" y="0"/>
                  </a:moveTo>
                  <a:cubicBezTo>
                    <a:pt x="1" y="0"/>
                    <a:pt x="1" y="433"/>
                    <a:pt x="309" y="433"/>
                  </a:cubicBezTo>
                  <a:lnTo>
                    <a:pt x="1482" y="433"/>
                  </a:lnTo>
                  <a:cubicBezTo>
                    <a:pt x="1760" y="433"/>
                    <a:pt x="1760" y="0"/>
                    <a:pt x="1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86"/>
            <p:cNvSpPr/>
            <p:nvPr/>
          </p:nvSpPr>
          <p:spPr>
            <a:xfrm>
              <a:off x="2802275" y="1973275"/>
              <a:ext cx="39875" cy="32500"/>
            </a:xfrm>
            <a:custGeom>
              <a:rect b="b" l="l" r="r" t="t"/>
              <a:pathLst>
                <a:path extrusionOk="0" h="1300" w="1595">
                  <a:moveTo>
                    <a:pt x="1276" y="1"/>
                  </a:moveTo>
                  <a:cubicBezTo>
                    <a:pt x="1239" y="1"/>
                    <a:pt x="1201" y="10"/>
                    <a:pt x="1164" y="32"/>
                  </a:cubicBezTo>
                  <a:lnTo>
                    <a:pt x="176" y="927"/>
                  </a:lnTo>
                  <a:cubicBezTo>
                    <a:pt x="0" y="1044"/>
                    <a:pt x="75" y="1299"/>
                    <a:pt x="267" y="1299"/>
                  </a:cubicBezTo>
                  <a:cubicBezTo>
                    <a:pt x="277" y="1299"/>
                    <a:pt x="288" y="1299"/>
                    <a:pt x="299" y="1297"/>
                  </a:cubicBezTo>
                  <a:cubicBezTo>
                    <a:pt x="361" y="1297"/>
                    <a:pt x="423" y="1266"/>
                    <a:pt x="454" y="1235"/>
                  </a:cubicBezTo>
                  <a:lnTo>
                    <a:pt x="1441" y="371"/>
                  </a:lnTo>
                  <a:cubicBezTo>
                    <a:pt x="1595" y="218"/>
                    <a:pt x="1452" y="1"/>
                    <a:pt x="12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86"/>
            <p:cNvSpPr/>
            <p:nvPr/>
          </p:nvSpPr>
          <p:spPr>
            <a:xfrm>
              <a:off x="2802900" y="2066575"/>
              <a:ext cx="39650" cy="32375"/>
            </a:xfrm>
            <a:custGeom>
              <a:rect b="b" l="l" r="r" t="t"/>
              <a:pathLst>
                <a:path extrusionOk="0" h="1295" w="1586">
                  <a:moveTo>
                    <a:pt x="308" y="1"/>
                  </a:moveTo>
                  <a:cubicBezTo>
                    <a:pt x="136" y="1"/>
                    <a:pt x="0" y="197"/>
                    <a:pt x="151" y="373"/>
                  </a:cubicBezTo>
                  <a:lnTo>
                    <a:pt x="1139" y="1237"/>
                  </a:lnTo>
                  <a:cubicBezTo>
                    <a:pt x="1185" y="1278"/>
                    <a:pt x="1235" y="1295"/>
                    <a:pt x="1282" y="1295"/>
                  </a:cubicBezTo>
                  <a:cubicBezTo>
                    <a:pt x="1452" y="1295"/>
                    <a:pt x="1586" y="1074"/>
                    <a:pt x="1416" y="929"/>
                  </a:cubicBezTo>
                  <a:lnTo>
                    <a:pt x="429" y="34"/>
                  </a:lnTo>
                  <a:cubicBezTo>
                    <a:pt x="389" y="11"/>
                    <a:pt x="348" y="1"/>
                    <a:pt x="3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9" name="Google Shape;12809;p86"/>
          <p:cNvGrpSpPr/>
          <p:nvPr/>
        </p:nvGrpSpPr>
        <p:grpSpPr>
          <a:xfrm>
            <a:off x="4790706" y="3975474"/>
            <a:ext cx="309425" cy="362675"/>
            <a:chOff x="4781825" y="4140750"/>
            <a:chExt cx="309425" cy="362675"/>
          </a:xfrm>
        </p:grpSpPr>
        <p:sp>
          <p:nvSpPr>
            <p:cNvPr id="12810" name="Google Shape;12810;p86"/>
            <p:cNvSpPr/>
            <p:nvPr/>
          </p:nvSpPr>
          <p:spPr>
            <a:xfrm>
              <a:off x="4781825" y="4208450"/>
              <a:ext cx="309425" cy="294975"/>
            </a:xfrm>
            <a:custGeom>
              <a:rect b="b" l="l" r="r" t="t"/>
              <a:pathLst>
                <a:path extrusionOk="0" h="11799" w="12377">
                  <a:moveTo>
                    <a:pt x="11666" y="432"/>
                  </a:moveTo>
                  <a:cubicBezTo>
                    <a:pt x="11851" y="432"/>
                    <a:pt x="11975" y="556"/>
                    <a:pt x="11975" y="710"/>
                  </a:cubicBezTo>
                  <a:lnTo>
                    <a:pt x="11975" y="2253"/>
                  </a:lnTo>
                  <a:lnTo>
                    <a:pt x="9043" y="2253"/>
                  </a:lnTo>
                  <a:lnTo>
                    <a:pt x="9043" y="710"/>
                  </a:lnTo>
                  <a:cubicBezTo>
                    <a:pt x="9043" y="556"/>
                    <a:pt x="9197" y="432"/>
                    <a:pt x="9352" y="432"/>
                  </a:cubicBezTo>
                  <a:close/>
                  <a:moveTo>
                    <a:pt x="710" y="0"/>
                  </a:moveTo>
                  <a:cubicBezTo>
                    <a:pt x="309" y="0"/>
                    <a:pt x="0" y="309"/>
                    <a:pt x="0" y="710"/>
                  </a:cubicBezTo>
                  <a:lnTo>
                    <a:pt x="0" y="5586"/>
                  </a:lnTo>
                  <a:cubicBezTo>
                    <a:pt x="0" y="9125"/>
                    <a:pt x="2897" y="11799"/>
                    <a:pt x="6176" y="11799"/>
                  </a:cubicBezTo>
                  <a:cubicBezTo>
                    <a:pt x="6815" y="11799"/>
                    <a:pt x="7468" y="11697"/>
                    <a:pt x="8117" y="11481"/>
                  </a:cubicBezTo>
                  <a:cubicBezTo>
                    <a:pt x="8293" y="11364"/>
                    <a:pt x="8219" y="11108"/>
                    <a:pt x="8026" y="11108"/>
                  </a:cubicBezTo>
                  <a:cubicBezTo>
                    <a:pt x="8016" y="11108"/>
                    <a:pt x="8005" y="11109"/>
                    <a:pt x="7994" y="11111"/>
                  </a:cubicBezTo>
                  <a:cubicBezTo>
                    <a:pt x="7395" y="11304"/>
                    <a:pt x="6794" y="11394"/>
                    <a:pt x="6207" y="11394"/>
                  </a:cubicBezTo>
                  <a:cubicBezTo>
                    <a:pt x="3131" y="11394"/>
                    <a:pt x="432" y="8908"/>
                    <a:pt x="432" y="5617"/>
                  </a:cubicBezTo>
                  <a:lnTo>
                    <a:pt x="432" y="2716"/>
                  </a:lnTo>
                  <a:lnTo>
                    <a:pt x="1914" y="2716"/>
                  </a:lnTo>
                  <a:cubicBezTo>
                    <a:pt x="2222" y="2716"/>
                    <a:pt x="2222" y="2284"/>
                    <a:pt x="1914" y="2284"/>
                  </a:cubicBezTo>
                  <a:lnTo>
                    <a:pt x="432" y="2284"/>
                  </a:lnTo>
                  <a:lnTo>
                    <a:pt x="432" y="741"/>
                  </a:lnTo>
                  <a:cubicBezTo>
                    <a:pt x="402" y="556"/>
                    <a:pt x="556" y="432"/>
                    <a:pt x="710" y="432"/>
                  </a:cubicBezTo>
                  <a:lnTo>
                    <a:pt x="3025" y="432"/>
                  </a:lnTo>
                  <a:cubicBezTo>
                    <a:pt x="3179" y="432"/>
                    <a:pt x="3303" y="556"/>
                    <a:pt x="3333" y="710"/>
                  </a:cubicBezTo>
                  <a:lnTo>
                    <a:pt x="3333" y="2253"/>
                  </a:lnTo>
                  <a:lnTo>
                    <a:pt x="2963" y="2253"/>
                  </a:lnTo>
                  <a:cubicBezTo>
                    <a:pt x="2655" y="2253"/>
                    <a:pt x="2655" y="2685"/>
                    <a:pt x="2963" y="2685"/>
                  </a:cubicBezTo>
                  <a:lnTo>
                    <a:pt x="3333" y="2685"/>
                  </a:lnTo>
                  <a:lnTo>
                    <a:pt x="3333" y="5586"/>
                  </a:lnTo>
                  <a:cubicBezTo>
                    <a:pt x="3333" y="7191"/>
                    <a:pt x="4630" y="8456"/>
                    <a:pt x="6204" y="8456"/>
                  </a:cubicBezTo>
                  <a:cubicBezTo>
                    <a:pt x="7778" y="8426"/>
                    <a:pt x="9043" y="7129"/>
                    <a:pt x="9043" y="5555"/>
                  </a:cubicBezTo>
                  <a:lnTo>
                    <a:pt x="9043" y="2685"/>
                  </a:lnTo>
                  <a:lnTo>
                    <a:pt x="11944" y="2685"/>
                  </a:lnTo>
                  <a:lnTo>
                    <a:pt x="11944" y="5586"/>
                  </a:lnTo>
                  <a:cubicBezTo>
                    <a:pt x="11944" y="7716"/>
                    <a:pt x="10771" y="9691"/>
                    <a:pt x="8919" y="10679"/>
                  </a:cubicBezTo>
                  <a:cubicBezTo>
                    <a:pt x="8680" y="10811"/>
                    <a:pt x="8807" y="11105"/>
                    <a:pt x="9005" y="11105"/>
                  </a:cubicBezTo>
                  <a:cubicBezTo>
                    <a:pt x="9037" y="11105"/>
                    <a:pt x="9070" y="11097"/>
                    <a:pt x="9105" y="11080"/>
                  </a:cubicBezTo>
                  <a:cubicBezTo>
                    <a:pt x="11111" y="10000"/>
                    <a:pt x="12376" y="7901"/>
                    <a:pt x="12376" y="5617"/>
                  </a:cubicBezTo>
                  <a:lnTo>
                    <a:pt x="12376" y="710"/>
                  </a:lnTo>
                  <a:cubicBezTo>
                    <a:pt x="12376" y="309"/>
                    <a:pt x="12067" y="0"/>
                    <a:pt x="11666" y="0"/>
                  </a:cubicBezTo>
                  <a:lnTo>
                    <a:pt x="9352" y="0"/>
                  </a:lnTo>
                  <a:cubicBezTo>
                    <a:pt x="8950" y="0"/>
                    <a:pt x="8642" y="309"/>
                    <a:pt x="8642" y="710"/>
                  </a:cubicBezTo>
                  <a:lnTo>
                    <a:pt x="8642" y="5555"/>
                  </a:lnTo>
                  <a:cubicBezTo>
                    <a:pt x="8642" y="6913"/>
                    <a:pt x="7562" y="7994"/>
                    <a:pt x="6235" y="8024"/>
                  </a:cubicBezTo>
                  <a:cubicBezTo>
                    <a:pt x="4877" y="8024"/>
                    <a:pt x="3766" y="6944"/>
                    <a:pt x="3766" y="5586"/>
                  </a:cubicBezTo>
                  <a:lnTo>
                    <a:pt x="3766" y="710"/>
                  </a:lnTo>
                  <a:cubicBezTo>
                    <a:pt x="3766" y="309"/>
                    <a:pt x="3426"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86"/>
            <p:cNvSpPr/>
            <p:nvPr/>
          </p:nvSpPr>
          <p:spPr>
            <a:xfrm>
              <a:off x="4929200" y="4434725"/>
              <a:ext cx="97825" cy="43025"/>
            </a:xfrm>
            <a:custGeom>
              <a:rect b="b" l="l" r="r" t="t"/>
              <a:pathLst>
                <a:path extrusionOk="0" h="1721" w="3913">
                  <a:moveTo>
                    <a:pt x="3619" y="0"/>
                  </a:moveTo>
                  <a:cubicBezTo>
                    <a:pt x="3576" y="0"/>
                    <a:pt x="3531" y="16"/>
                    <a:pt x="3487" y="54"/>
                  </a:cubicBezTo>
                  <a:lnTo>
                    <a:pt x="3457" y="54"/>
                  </a:lnTo>
                  <a:cubicBezTo>
                    <a:pt x="2592" y="856"/>
                    <a:pt x="1481" y="1288"/>
                    <a:pt x="309" y="1288"/>
                  </a:cubicBezTo>
                  <a:cubicBezTo>
                    <a:pt x="0" y="1288"/>
                    <a:pt x="0" y="1720"/>
                    <a:pt x="309" y="1720"/>
                  </a:cubicBezTo>
                  <a:cubicBezTo>
                    <a:pt x="1574" y="1720"/>
                    <a:pt x="2808" y="1226"/>
                    <a:pt x="3765" y="393"/>
                  </a:cubicBezTo>
                  <a:cubicBezTo>
                    <a:pt x="3913" y="246"/>
                    <a:pt x="3786" y="0"/>
                    <a:pt x="36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86"/>
            <p:cNvSpPr/>
            <p:nvPr/>
          </p:nvSpPr>
          <p:spPr>
            <a:xfrm>
              <a:off x="4799575" y="4163300"/>
              <a:ext cx="10050" cy="28200"/>
            </a:xfrm>
            <a:custGeom>
              <a:rect b="b" l="l" r="r" t="t"/>
              <a:pathLst>
                <a:path extrusionOk="0" h="1128" w="402">
                  <a:moveTo>
                    <a:pt x="201" y="1"/>
                  </a:moveTo>
                  <a:cubicBezTo>
                    <a:pt x="101" y="1"/>
                    <a:pt x="0" y="78"/>
                    <a:pt x="0" y="232"/>
                  </a:cubicBezTo>
                  <a:lnTo>
                    <a:pt x="0" y="911"/>
                  </a:lnTo>
                  <a:cubicBezTo>
                    <a:pt x="0" y="1035"/>
                    <a:pt x="93" y="1127"/>
                    <a:pt x="185" y="1127"/>
                  </a:cubicBezTo>
                  <a:cubicBezTo>
                    <a:pt x="309" y="1127"/>
                    <a:pt x="401" y="1035"/>
                    <a:pt x="401" y="911"/>
                  </a:cubicBezTo>
                  <a:lnTo>
                    <a:pt x="401" y="232"/>
                  </a:lnTo>
                  <a:cubicBezTo>
                    <a:pt x="401" y="78"/>
                    <a:pt x="301"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86"/>
            <p:cNvSpPr/>
            <p:nvPr/>
          </p:nvSpPr>
          <p:spPr>
            <a:xfrm>
              <a:off x="4823475" y="4140750"/>
              <a:ext cx="10075" cy="50750"/>
            </a:xfrm>
            <a:custGeom>
              <a:rect b="b" l="l" r="r" t="t"/>
              <a:pathLst>
                <a:path extrusionOk="0" h="2030" w="403">
                  <a:moveTo>
                    <a:pt x="202" y="0"/>
                  </a:moveTo>
                  <a:cubicBezTo>
                    <a:pt x="101" y="0"/>
                    <a:pt x="1" y="70"/>
                    <a:pt x="1" y="209"/>
                  </a:cubicBezTo>
                  <a:lnTo>
                    <a:pt x="1" y="1813"/>
                  </a:lnTo>
                  <a:cubicBezTo>
                    <a:pt x="1" y="1937"/>
                    <a:pt x="94" y="2029"/>
                    <a:pt x="217" y="2029"/>
                  </a:cubicBezTo>
                  <a:cubicBezTo>
                    <a:pt x="310" y="2029"/>
                    <a:pt x="402" y="1937"/>
                    <a:pt x="402" y="1813"/>
                  </a:cubicBezTo>
                  <a:lnTo>
                    <a:pt x="402" y="209"/>
                  </a:lnTo>
                  <a:cubicBezTo>
                    <a:pt x="402" y="70"/>
                    <a:pt x="30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86"/>
            <p:cNvSpPr/>
            <p:nvPr/>
          </p:nvSpPr>
          <p:spPr>
            <a:xfrm>
              <a:off x="4847400" y="4163300"/>
              <a:ext cx="10050" cy="28200"/>
            </a:xfrm>
            <a:custGeom>
              <a:rect b="b" l="l" r="r" t="t"/>
              <a:pathLst>
                <a:path extrusionOk="0" h="1128" w="402">
                  <a:moveTo>
                    <a:pt x="201" y="1"/>
                  </a:moveTo>
                  <a:cubicBezTo>
                    <a:pt x="101" y="1"/>
                    <a:pt x="1" y="78"/>
                    <a:pt x="1" y="232"/>
                  </a:cubicBezTo>
                  <a:lnTo>
                    <a:pt x="1" y="911"/>
                  </a:lnTo>
                  <a:cubicBezTo>
                    <a:pt x="1" y="1035"/>
                    <a:pt x="93" y="1127"/>
                    <a:pt x="217" y="1127"/>
                  </a:cubicBezTo>
                  <a:cubicBezTo>
                    <a:pt x="309" y="1127"/>
                    <a:pt x="402" y="1035"/>
                    <a:pt x="402" y="911"/>
                  </a:cubicBezTo>
                  <a:lnTo>
                    <a:pt x="402" y="232"/>
                  </a:lnTo>
                  <a:cubicBezTo>
                    <a:pt x="402" y="78"/>
                    <a:pt x="302"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86"/>
            <p:cNvSpPr/>
            <p:nvPr/>
          </p:nvSpPr>
          <p:spPr>
            <a:xfrm>
              <a:off x="5014825" y="4163300"/>
              <a:ext cx="10825" cy="28200"/>
            </a:xfrm>
            <a:custGeom>
              <a:rect b="b" l="l" r="r" t="t"/>
              <a:pathLst>
                <a:path extrusionOk="0" h="1128" w="433">
                  <a:moveTo>
                    <a:pt x="217" y="1"/>
                  </a:moveTo>
                  <a:cubicBezTo>
                    <a:pt x="109" y="1"/>
                    <a:pt x="1" y="78"/>
                    <a:pt x="1" y="232"/>
                  </a:cubicBezTo>
                  <a:lnTo>
                    <a:pt x="1" y="911"/>
                  </a:lnTo>
                  <a:cubicBezTo>
                    <a:pt x="1" y="1035"/>
                    <a:pt x="93" y="1127"/>
                    <a:pt x="217" y="1127"/>
                  </a:cubicBezTo>
                  <a:cubicBezTo>
                    <a:pt x="340" y="1127"/>
                    <a:pt x="433" y="1035"/>
                    <a:pt x="433" y="911"/>
                  </a:cubicBezTo>
                  <a:lnTo>
                    <a:pt x="433" y="232"/>
                  </a:lnTo>
                  <a:cubicBezTo>
                    <a:pt x="433" y="78"/>
                    <a:pt x="325"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86"/>
            <p:cNvSpPr/>
            <p:nvPr/>
          </p:nvSpPr>
          <p:spPr>
            <a:xfrm>
              <a:off x="5038750" y="4140750"/>
              <a:ext cx="10825" cy="50750"/>
            </a:xfrm>
            <a:custGeom>
              <a:rect b="b" l="l" r="r" t="t"/>
              <a:pathLst>
                <a:path extrusionOk="0" h="2030" w="433">
                  <a:moveTo>
                    <a:pt x="216" y="0"/>
                  </a:moveTo>
                  <a:cubicBezTo>
                    <a:pt x="108" y="0"/>
                    <a:pt x="0" y="70"/>
                    <a:pt x="0" y="209"/>
                  </a:cubicBezTo>
                  <a:lnTo>
                    <a:pt x="0" y="1813"/>
                  </a:lnTo>
                  <a:cubicBezTo>
                    <a:pt x="0" y="1937"/>
                    <a:pt x="93" y="2029"/>
                    <a:pt x="216" y="2029"/>
                  </a:cubicBezTo>
                  <a:cubicBezTo>
                    <a:pt x="340" y="2029"/>
                    <a:pt x="432" y="1937"/>
                    <a:pt x="432" y="1813"/>
                  </a:cubicBezTo>
                  <a:lnTo>
                    <a:pt x="432" y="209"/>
                  </a:lnTo>
                  <a:cubicBezTo>
                    <a:pt x="432" y="70"/>
                    <a:pt x="324" y="0"/>
                    <a:pt x="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86"/>
            <p:cNvSpPr/>
            <p:nvPr/>
          </p:nvSpPr>
          <p:spPr>
            <a:xfrm>
              <a:off x="5062675" y="4163300"/>
              <a:ext cx="10825" cy="28200"/>
            </a:xfrm>
            <a:custGeom>
              <a:rect b="b" l="l" r="r" t="t"/>
              <a:pathLst>
                <a:path extrusionOk="0" h="1128" w="433">
                  <a:moveTo>
                    <a:pt x="216" y="1"/>
                  </a:moveTo>
                  <a:cubicBezTo>
                    <a:pt x="108" y="1"/>
                    <a:pt x="0" y="78"/>
                    <a:pt x="0" y="232"/>
                  </a:cubicBezTo>
                  <a:lnTo>
                    <a:pt x="0" y="911"/>
                  </a:lnTo>
                  <a:cubicBezTo>
                    <a:pt x="0" y="1035"/>
                    <a:pt x="93" y="1127"/>
                    <a:pt x="216" y="1127"/>
                  </a:cubicBezTo>
                  <a:cubicBezTo>
                    <a:pt x="340" y="1127"/>
                    <a:pt x="432" y="1035"/>
                    <a:pt x="432" y="911"/>
                  </a:cubicBezTo>
                  <a:lnTo>
                    <a:pt x="432" y="232"/>
                  </a:lnTo>
                  <a:cubicBezTo>
                    <a:pt x="432" y="78"/>
                    <a:pt x="324" y="1"/>
                    <a:pt x="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8" name="Google Shape;12818;p86"/>
          <p:cNvGrpSpPr/>
          <p:nvPr/>
        </p:nvGrpSpPr>
        <p:grpSpPr>
          <a:xfrm>
            <a:off x="7023275" y="3975874"/>
            <a:ext cx="315575" cy="361875"/>
            <a:chOff x="4028025" y="4141325"/>
            <a:chExt cx="315575" cy="361875"/>
          </a:xfrm>
        </p:grpSpPr>
        <p:sp>
          <p:nvSpPr>
            <p:cNvPr id="12819" name="Google Shape;12819;p86"/>
            <p:cNvSpPr/>
            <p:nvPr/>
          </p:nvSpPr>
          <p:spPr>
            <a:xfrm>
              <a:off x="4068150" y="4193775"/>
              <a:ext cx="129625" cy="10850"/>
            </a:xfrm>
            <a:custGeom>
              <a:rect b="b" l="l" r="r" t="t"/>
              <a:pathLst>
                <a:path extrusionOk="0" h="434" w="5185">
                  <a:moveTo>
                    <a:pt x="309" y="1"/>
                  </a:moveTo>
                  <a:cubicBezTo>
                    <a:pt x="0" y="1"/>
                    <a:pt x="0" y="433"/>
                    <a:pt x="309" y="433"/>
                  </a:cubicBezTo>
                  <a:lnTo>
                    <a:pt x="4907" y="433"/>
                  </a:lnTo>
                  <a:cubicBezTo>
                    <a:pt x="5185" y="433"/>
                    <a:pt x="5185" y="1"/>
                    <a:pt x="49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86"/>
            <p:cNvSpPr/>
            <p:nvPr/>
          </p:nvSpPr>
          <p:spPr>
            <a:xfrm>
              <a:off x="4068150" y="4234675"/>
              <a:ext cx="129625" cy="10825"/>
            </a:xfrm>
            <a:custGeom>
              <a:rect b="b" l="l" r="r" t="t"/>
              <a:pathLst>
                <a:path extrusionOk="0" h="433" w="5185">
                  <a:moveTo>
                    <a:pt x="309" y="1"/>
                  </a:moveTo>
                  <a:cubicBezTo>
                    <a:pt x="0" y="1"/>
                    <a:pt x="0" y="433"/>
                    <a:pt x="309" y="433"/>
                  </a:cubicBezTo>
                  <a:lnTo>
                    <a:pt x="4907" y="433"/>
                  </a:lnTo>
                  <a:cubicBezTo>
                    <a:pt x="5185" y="433"/>
                    <a:pt x="5185" y="1"/>
                    <a:pt x="49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86"/>
            <p:cNvSpPr/>
            <p:nvPr/>
          </p:nvSpPr>
          <p:spPr>
            <a:xfrm>
              <a:off x="4070450" y="4275575"/>
              <a:ext cx="182125" cy="92600"/>
            </a:xfrm>
            <a:custGeom>
              <a:rect b="b" l="l" r="r" t="t"/>
              <a:pathLst>
                <a:path extrusionOk="0" h="3704" w="7285">
                  <a:moveTo>
                    <a:pt x="6883" y="432"/>
                  </a:moveTo>
                  <a:lnTo>
                    <a:pt x="6883" y="2963"/>
                  </a:lnTo>
                  <a:lnTo>
                    <a:pt x="4846" y="926"/>
                  </a:lnTo>
                  <a:cubicBezTo>
                    <a:pt x="4800" y="880"/>
                    <a:pt x="4738" y="857"/>
                    <a:pt x="4680" y="857"/>
                  </a:cubicBezTo>
                  <a:cubicBezTo>
                    <a:pt x="4622" y="857"/>
                    <a:pt x="4568" y="880"/>
                    <a:pt x="4537" y="926"/>
                  </a:cubicBezTo>
                  <a:lnTo>
                    <a:pt x="2686" y="2778"/>
                  </a:lnTo>
                  <a:lnTo>
                    <a:pt x="1822" y="1883"/>
                  </a:lnTo>
                  <a:cubicBezTo>
                    <a:pt x="1791" y="1852"/>
                    <a:pt x="1737" y="1837"/>
                    <a:pt x="1683" y="1837"/>
                  </a:cubicBezTo>
                  <a:cubicBezTo>
                    <a:pt x="1629" y="1837"/>
                    <a:pt x="1575" y="1852"/>
                    <a:pt x="1544" y="1883"/>
                  </a:cubicBezTo>
                  <a:lnTo>
                    <a:pt x="433" y="2994"/>
                  </a:lnTo>
                  <a:lnTo>
                    <a:pt x="433" y="463"/>
                  </a:lnTo>
                  <a:lnTo>
                    <a:pt x="6883" y="432"/>
                  </a:lnTo>
                  <a:close/>
                  <a:moveTo>
                    <a:pt x="1667" y="2346"/>
                  </a:moveTo>
                  <a:lnTo>
                    <a:pt x="2624" y="3303"/>
                  </a:lnTo>
                  <a:lnTo>
                    <a:pt x="711" y="3303"/>
                  </a:lnTo>
                  <a:lnTo>
                    <a:pt x="1667" y="2346"/>
                  </a:lnTo>
                  <a:close/>
                  <a:moveTo>
                    <a:pt x="4692" y="1358"/>
                  </a:moveTo>
                  <a:lnTo>
                    <a:pt x="6605" y="3303"/>
                  </a:lnTo>
                  <a:lnTo>
                    <a:pt x="3241" y="3303"/>
                  </a:lnTo>
                  <a:lnTo>
                    <a:pt x="2994" y="3056"/>
                  </a:lnTo>
                  <a:lnTo>
                    <a:pt x="4692" y="1358"/>
                  </a:lnTo>
                  <a:close/>
                  <a:moveTo>
                    <a:pt x="217" y="0"/>
                  </a:moveTo>
                  <a:cubicBezTo>
                    <a:pt x="93" y="0"/>
                    <a:pt x="1" y="93"/>
                    <a:pt x="1" y="216"/>
                  </a:cubicBezTo>
                  <a:lnTo>
                    <a:pt x="1" y="3519"/>
                  </a:lnTo>
                  <a:cubicBezTo>
                    <a:pt x="1" y="3611"/>
                    <a:pt x="93" y="3704"/>
                    <a:pt x="217" y="3704"/>
                  </a:cubicBezTo>
                  <a:lnTo>
                    <a:pt x="7068" y="3704"/>
                  </a:lnTo>
                  <a:cubicBezTo>
                    <a:pt x="7192" y="3704"/>
                    <a:pt x="7284" y="3611"/>
                    <a:pt x="7284" y="3519"/>
                  </a:cubicBezTo>
                  <a:lnTo>
                    <a:pt x="7284" y="216"/>
                  </a:lnTo>
                  <a:cubicBezTo>
                    <a:pt x="7284" y="93"/>
                    <a:pt x="7192" y="0"/>
                    <a:pt x="70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86"/>
            <p:cNvSpPr/>
            <p:nvPr/>
          </p:nvSpPr>
          <p:spPr>
            <a:xfrm>
              <a:off x="4068150" y="4399025"/>
              <a:ext cx="186725" cy="10825"/>
            </a:xfrm>
            <a:custGeom>
              <a:rect b="b" l="l" r="r" t="t"/>
              <a:pathLst>
                <a:path extrusionOk="0" h="433" w="7469">
                  <a:moveTo>
                    <a:pt x="309" y="0"/>
                  </a:moveTo>
                  <a:cubicBezTo>
                    <a:pt x="0" y="0"/>
                    <a:pt x="0" y="432"/>
                    <a:pt x="309" y="432"/>
                  </a:cubicBezTo>
                  <a:lnTo>
                    <a:pt x="7160" y="432"/>
                  </a:lnTo>
                  <a:cubicBezTo>
                    <a:pt x="7469" y="432"/>
                    <a:pt x="7469" y="0"/>
                    <a:pt x="7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86"/>
            <p:cNvSpPr/>
            <p:nvPr/>
          </p:nvSpPr>
          <p:spPr>
            <a:xfrm>
              <a:off x="4069675" y="4439900"/>
              <a:ext cx="183675" cy="10825"/>
            </a:xfrm>
            <a:custGeom>
              <a:rect b="b" l="l" r="r" t="t"/>
              <a:pathLst>
                <a:path extrusionOk="0" h="433" w="7347">
                  <a:moveTo>
                    <a:pt x="248" y="1"/>
                  </a:moveTo>
                  <a:cubicBezTo>
                    <a:pt x="1" y="32"/>
                    <a:pt x="1" y="402"/>
                    <a:pt x="248" y="433"/>
                  </a:cubicBezTo>
                  <a:lnTo>
                    <a:pt x="7099" y="433"/>
                  </a:lnTo>
                  <a:cubicBezTo>
                    <a:pt x="7346" y="402"/>
                    <a:pt x="7346" y="32"/>
                    <a:pt x="7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86"/>
            <p:cNvSpPr/>
            <p:nvPr/>
          </p:nvSpPr>
          <p:spPr>
            <a:xfrm>
              <a:off x="4123700" y="4294800"/>
              <a:ext cx="33200" cy="28625"/>
            </a:xfrm>
            <a:custGeom>
              <a:rect b="b" l="l" r="r" t="t"/>
              <a:pathLst>
                <a:path extrusionOk="0" h="1145" w="1328">
                  <a:moveTo>
                    <a:pt x="587" y="435"/>
                  </a:moveTo>
                  <a:cubicBezTo>
                    <a:pt x="648" y="435"/>
                    <a:pt x="710" y="497"/>
                    <a:pt x="710" y="558"/>
                  </a:cubicBezTo>
                  <a:cubicBezTo>
                    <a:pt x="710" y="666"/>
                    <a:pt x="641" y="720"/>
                    <a:pt x="571" y="720"/>
                  </a:cubicBezTo>
                  <a:cubicBezTo>
                    <a:pt x="502" y="720"/>
                    <a:pt x="432" y="666"/>
                    <a:pt x="432" y="558"/>
                  </a:cubicBezTo>
                  <a:cubicBezTo>
                    <a:pt x="432" y="497"/>
                    <a:pt x="494" y="435"/>
                    <a:pt x="587" y="435"/>
                  </a:cubicBezTo>
                  <a:close/>
                  <a:moveTo>
                    <a:pt x="586" y="0"/>
                  </a:moveTo>
                  <a:cubicBezTo>
                    <a:pt x="287" y="0"/>
                    <a:pt x="0" y="222"/>
                    <a:pt x="0" y="558"/>
                  </a:cubicBezTo>
                  <a:cubicBezTo>
                    <a:pt x="0" y="898"/>
                    <a:pt x="278" y="1145"/>
                    <a:pt x="587" y="1145"/>
                  </a:cubicBezTo>
                  <a:cubicBezTo>
                    <a:pt x="1080" y="1145"/>
                    <a:pt x="1327" y="528"/>
                    <a:pt x="988" y="157"/>
                  </a:cubicBezTo>
                  <a:cubicBezTo>
                    <a:pt x="870" y="49"/>
                    <a:pt x="726" y="0"/>
                    <a:pt x="5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86"/>
            <p:cNvSpPr/>
            <p:nvPr/>
          </p:nvSpPr>
          <p:spPr>
            <a:xfrm>
              <a:off x="4028025" y="4141325"/>
              <a:ext cx="315575" cy="361875"/>
            </a:xfrm>
            <a:custGeom>
              <a:rect b="b" l="l" r="r" t="t"/>
              <a:pathLst>
                <a:path extrusionOk="0" h="14475" w="12623">
                  <a:moveTo>
                    <a:pt x="8271" y="772"/>
                  </a:moveTo>
                  <a:lnTo>
                    <a:pt x="10061" y="2778"/>
                  </a:lnTo>
                  <a:lnTo>
                    <a:pt x="9043" y="2778"/>
                  </a:lnTo>
                  <a:cubicBezTo>
                    <a:pt x="8642" y="2778"/>
                    <a:pt x="8271" y="2438"/>
                    <a:pt x="8271" y="2006"/>
                  </a:cubicBezTo>
                  <a:lnTo>
                    <a:pt x="8271" y="772"/>
                  </a:lnTo>
                  <a:close/>
                  <a:moveTo>
                    <a:pt x="10851" y="4679"/>
                  </a:moveTo>
                  <a:cubicBezTo>
                    <a:pt x="10874" y="4679"/>
                    <a:pt x="10898" y="4682"/>
                    <a:pt x="10925" y="4691"/>
                  </a:cubicBezTo>
                  <a:cubicBezTo>
                    <a:pt x="11049" y="4691"/>
                    <a:pt x="11172" y="4722"/>
                    <a:pt x="11265" y="4815"/>
                  </a:cubicBezTo>
                  <a:cubicBezTo>
                    <a:pt x="11358" y="4907"/>
                    <a:pt x="11419" y="5031"/>
                    <a:pt x="11419" y="5185"/>
                  </a:cubicBezTo>
                  <a:lnTo>
                    <a:pt x="11419" y="5895"/>
                  </a:lnTo>
                  <a:lnTo>
                    <a:pt x="10432" y="5895"/>
                  </a:lnTo>
                  <a:lnTo>
                    <a:pt x="10432" y="5185"/>
                  </a:lnTo>
                  <a:cubicBezTo>
                    <a:pt x="10401" y="5031"/>
                    <a:pt x="10463" y="4907"/>
                    <a:pt x="10555" y="4815"/>
                  </a:cubicBezTo>
                  <a:cubicBezTo>
                    <a:pt x="10586" y="4815"/>
                    <a:pt x="10586" y="4784"/>
                    <a:pt x="10617" y="4784"/>
                  </a:cubicBezTo>
                  <a:cubicBezTo>
                    <a:pt x="10648" y="4753"/>
                    <a:pt x="10679" y="4753"/>
                    <a:pt x="10709" y="4722"/>
                  </a:cubicBezTo>
                  <a:cubicBezTo>
                    <a:pt x="10753" y="4700"/>
                    <a:pt x="10797" y="4679"/>
                    <a:pt x="10851" y="4679"/>
                  </a:cubicBezTo>
                  <a:close/>
                  <a:moveTo>
                    <a:pt x="11234" y="11543"/>
                  </a:moveTo>
                  <a:lnTo>
                    <a:pt x="10925" y="11975"/>
                  </a:lnTo>
                  <a:lnTo>
                    <a:pt x="10617" y="11543"/>
                  </a:lnTo>
                  <a:close/>
                  <a:moveTo>
                    <a:pt x="1204" y="0"/>
                  </a:moveTo>
                  <a:cubicBezTo>
                    <a:pt x="556" y="0"/>
                    <a:pt x="0" y="525"/>
                    <a:pt x="0" y="1204"/>
                  </a:cubicBezTo>
                  <a:lnTo>
                    <a:pt x="0" y="13271"/>
                  </a:lnTo>
                  <a:cubicBezTo>
                    <a:pt x="0" y="13919"/>
                    <a:pt x="525" y="14475"/>
                    <a:pt x="1204" y="14475"/>
                  </a:cubicBezTo>
                  <a:lnTo>
                    <a:pt x="9537" y="14475"/>
                  </a:lnTo>
                  <a:cubicBezTo>
                    <a:pt x="10185" y="14475"/>
                    <a:pt x="10740" y="13919"/>
                    <a:pt x="10740" y="13271"/>
                  </a:cubicBezTo>
                  <a:lnTo>
                    <a:pt x="10740" y="12499"/>
                  </a:lnTo>
                  <a:cubicBezTo>
                    <a:pt x="10783" y="12542"/>
                    <a:pt x="10840" y="12565"/>
                    <a:pt x="10897" y="12565"/>
                  </a:cubicBezTo>
                  <a:cubicBezTo>
                    <a:pt x="10963" y="12565"/>
                    <a:pt x="11030" y="12535"/>
                    <a:pt x="11080" y="12469"/>
                  </a:cubicBezTo>
                  <a:lnTo>
                    <a:pt x="11790" y="11419"/>
                  </a:lnTo>
                  <a:cubicBezTo>
                    <a:pt x="11790" y="11388"/>
                    <a:pt x="11820" y="11358"/>
                    <a:pt x="11820" y="11327"/>
                  </a:cubicBezTo>
                  <a:lnTo>
                    <a:pt x="11820" y="6358"/>
                  </a:lnTo>
                  <a:cubicBezTo>
                    <a:pt x="12036" y="6420"/>
                    <a:pt x="12160" y="6636"/>
                    <a:pt x="12160" y="6852"/>
                  </a:cubicBezTo>
                  <a:lnTo>
                    <a:pt x="12160" y="8395"/>
                  </a:lnTo>
                  <a:cubicBezTo>
                    <a:pt x="12160" y="8534"/>
                    <a:pt x="12268" y="8603"/>
                    <a:pt x="12376" y="8603"/>
                  </a:cubicBezTo>
                  <a:cubicBezTo>
                    <a:pt x="12484" y="8603"/>
                    <a:pt x="12592" y="8534"/>
                    <a:pt x="12592" y="8395"/>
                  </a:cubicBezTo>
                  <a:lnTo>
                    <a:pt x="12623" y="6852"/>
                  </a:lnTo>
                  <a:cubicBezTo>
                    <a:pt x="12623" y="6389"/>
                    <a:pt x="12283" y="5988"/>
                    <a:pt x="11851" y="5895"/>
                  </a:cubicBezTo>
                  <a:lnTo>
                    <a:pt x="11851" y="5185"/>
                  </a:lnTo>
                  <a:cubicBezTo>
                    <a:pt x="11823" y="4652"/>
                    <a:pt x="11413" y="4247"/>
                    <a:pt x="10921" y="4247"/>
                  </a:cubicBezTo>
                  <a:cubicBezTo>
                    <a:pt x="10872" y="4247"/>
                    <a:pt x="10822" y="4251"/>
                    <a:pt x="10771" y="4259"/>
                  </a:cubicBezTo>
                  <a:lnTo>
                    <a:pt x="10771" y="2994"/>
                  </a:lnTo>
                  <a:cubicBezTo>
                    <a:pt x="10740" y="2932"/>
                    <a:pt x="10740" y="2901"/>
                    <a:pt x="10709" y="2840"/>
                  </a:cubicBezTo>
                  <a:lnTo>
                    <a:pt x="8240" y="62"/>
                  </a:lnTo>
                  <a:cubicBezTo>
                    <a:pt x="8210" y="31"/>
                    <a:pt x="8148" y="0"/>
                    <a:pt x="8086" y="0"/>
                  </a:cubicBezTo>
                  <a:lnTo>
                    <a:pt x="3519" y="0"/>
                  </a:lnTo>
                  <a:cubicBezTo>
                    <a:pt x="3241" y="0"/>
                    <a:pt x="3241" y="402"/>
                    <a:pt x="3519" y="402"/>
                  </a:cubicBezTo>
                  <a:lnTo>
                    <a:pt x="7870" y="402"/>
                  </a:lnTo>
                  <a:lnTo>
                    <a:pt x="7870" y="2006"/>
                  </a:lnTo>
                  <a:cubicBezTo>
                    <a:pt x="7870" y="2654"/>
                    <a:pt x="8395" y="3210"/>
                    <a:pt x="9074" y="3210"/>
                  </a:cubicBezTo>
                  <a:lnTo>
                    <a:pt x="10339" y="3210"/>
                  </a:lnTo>
                  <a:lnTo>
                    <a:pt x="10339" y="4444"/>
                  </a:lnTo>
                  <a:lnTo>
                    <a:pt x="10247" y="4537"/>
                  </a:lnTo>
                  <a:cubicBezTo>
                    <a:pt x="10092" y="4691"/>
                    <a:pt x="9969" y="4938"/>
                    <a:pt x="9969" y="5185"/>
                  </a:cubicBezTo>
                  <a:lnTo>
                    <a:pt x="9969" y="9290"/>
                  </a:lnTo>
                  <a:cubicBezTo>
                    <a:pt x="9969" y="9429"/>
                    <a:pt x="10077" y="9498"/>
                    <a:pt x="10185" y="9498"/>
                  </a:cubicBezTo>
                  <a:cubicBezTo>
                    <a:pt x="10293" y="9498"/>
                    <a:pt x="10401" y="9429"/>
                    <a:pt x="10401" y="9290"/>
                  </a:cubicBezTo>
                  <a:lnTo>
                    <a:pt x="10401" y="6327"/>
                  </a:lnTo>
                  <a:lnTo>
                    <a:pt x="11419" y="6327"/>
                  </a:lnTo>
                  <a:lnTo>
                    <a:pt x="11419" y="11111"/>
                  </a:lnTo>
                  <a:lnTo>
                    <a:pt x="10432" y="11111"/>
                  </a:lnTo>
                  <a:lnTo>
                    <a:pt x="10432" y="10555"/>
                  </a:lnTo>
                  <a:cubicBezTo>
                    <a:pt x="10432" y="10416"/>
                    <a:pt x="10324" y="10347"/>
                    <a:pt x="10216" y="10347"/>
                  </a:cubicBezTo>
                  <a:cubicBezTo>
                    <a:pt x="10108" y="10347"/>
                    <a:pt x="10000" y="10416"/>
                    <a:pt x="10000" y="10555"/>
                  </a:cubicBezTo>
                  <a:lnTo>
                    <a:pt x="10000" y="11327"/>
                  </a:lnTo>
                  <a:cubicBezTo>
                    <a:pt x="10000" y="11388"/>
                    <a:pt x="10000" y="11419"/>
                    <a:pt x="10030" y="11450"/>
                  </a:cubicBezTo>
                  <a:lnTo>
                    <a:pt x="10339" y="11913"/>
                  </a:lnTo>
                  <a:cubicBezTo>
                    <a:pt x="10339" y="11944"/>
                    <a:pt x="10339" y="11944"/>
                    <a:pt x="10339" y="11975"/>
                  </a:cubicBezTo>
                  <a:lnTo>
                    <a:pt x="10339" y="13302"/>
                  </a:lnTo>
                  <a:cubicBezTo>
                    <a:pt x="10339" y="13703"/>
                    <a:pt x="10000" y="14073"/>
                    <a:pt x="9568" y="14073"/>
                  </a:cubicBezTo>
                  <a:lnTo>
                    <a:pt x="1204" y="14073"/>
                  </a:lnTo>
                  <a:cubicBezTo>
                    <a:pt x="803" y="14073"/>
                    <a:pt x="432" y="13703"/>
                    <a:pt x="432" y="13302"/>
                  </a:cubicBezTo>
                  <a:lnTo>
                    <a:pt x="432" y="1204"/>
                  </a:lnTo>
                  <a:cubicBezTo>
                    <a:pt x="432" y="772"/>
                    <a:pt x="803" y="432"/>
                    <a:pt x="1204" y="432"/>
                  </a:cubicBezTo>
                  <a:lnTo>
                    <a:pt x="2253" y="432"/>
                  </a:lnTo>
                  <a:cubicBezTo>
                    <a:pt x="2531" y="432"/>
                    <a:pt x="2531" y="0"/>
                    <a:pt x="22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6" name="Google Shape;12826;p86"/>
          <p:cNvGrpSpPr/>
          <p:nvPr/>
        </p:nvGrpSpPr>
        <p:grpSpPr>
          <a:xfrm>
            <a:off x="5475906" y="3975886"/>
            <a:ext cx="378850" cy="361850"/>
            <a:chOff x="1727275" y="1904650"/>
            <a:chExt cx="378850" cy="361850"/>
          </a:xfrm>
        </p:grpSpPr>
        <p:sp>
          <p:nvSpPr>
            <p:cNvPr id="12827" name="Google Shape;12827;p86"/>
            <p:cNvSpPr/>
            <p:nvPr/>
          </p:nvSpPr>
          <p:spPr>
            <a:xfrm>
              <a:off x="1822950" y="1927750"/>
              <a:ext cx="145850" cy="110150"/>
            </a:xfrm>
            <a:custGeom>
              <a:rect b="b" l="l" r="r" t="t"/>
              <a:pathLst>
                <a:path extrusionOk="0" h="4406" w="5834">
                  <a:moveTo>
                    <a:pt x="3364" y="1"/>
                  </a:moveTo>
                  <a:cubicBezTo>
                    <a:pt x="1080" y="1"/>
                    <a:pt x="0" y="2809"/>
                    <a:pt x="1698" y="4352"/>
                  </a:cubicBezTo>
                  <a:cubicBezTo>
                    <a:pt x="1741" y="4390"/>
                    <a:pt x="1788" y="4406"/>
                    <a:pt x="1832" y="4406"/>
                  </a:cubicBezTo>
                  <a:cubicBezTo>
                    <a:pt x="2006" y="4406"/>
                    <a:pt x="2147" y="4160"/>
                    <a:pt x="1975" y="4013"/>
                  </a:cubicBezTo>
                  <a:cubicBezTo>
                    <a:pt x="864" y="3025"/>
                    <a:pt x="1142" y="1204"/>
                    <a:pt x="2500" y="587"/>
                  </a:cubicBezTo>
                  <a:cubicBezTo>
                    <a:pt x="2778" y="470"/>
                    <a:pt x="3060" y="416"/>
                    <a:pt x="3335" y="416"/>
                  </a:cubicBezTo>
                  <a:cubicBezTo>
                    <a:pt x="4434" y="416"/>
                    <a:pt x="5407" y="1285"/>
                    <a:pt x="5432" y="2470"/>
                  </a:cubicBezTo>
                  <a:cubicBezTo>
                    <a:pt x="5432" y="3056"/>
                    <a:pt x="5185" y="3612"/>
                    <a:pt x="4753" y="4013"/>
                  </a:cubicBezTo>
                  <a:cubicBezTo>
                    <a:pt x="4581" y="4160"/>
                    <a:pt x="4722" y="4406"/>
                    <a:pt x="4896" y="4406"/>
                  </a:cubicBezTo>
                  <a:cubicBezTo>
                    <a:pt x="4940" y="4406"/>
                    <a:pt x="4987" y="4390"/>
                    <a:pt x="5031" y="4352"/>
                  </a:cubicBezTo>
                  <a:cubicBezTo>
                    <a:pt x="5555" y="3859"/>
                    <a:pt x="5833" y="3210"/>
                    <a:pt x="5833" y="2501"/>
                  </a:cubicBezTo>
                  <a:cubicBezTo>
                    <a:pt x="5833" y="1112"/>
                    <a:pt x="4722" y="1"/>
                    <a:pt x="33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86"/>
            <p:cNvSpPr/>
            <p:nvPr/>
          </p:nvSpPr>
          <p:spPr>
            <a:xfrm>
              <a:off x="1727275" y="1904650"/>
              <a:ext cx="378850" cy="361850"/>
            </a:xfrm>
            <a:custGeom>
              <a:rect b="b" l="l" r="r" t="t"/>
              <a:pathLst>
                <a:path extrusionOk="0" h="14474" w="15154">
                  <a:moveTo>
                    <a:pt x="14073" y="2869"/>
                  </a:moveTo>
                  <a:cubicBezTo>
                    <a:pt x="14567" y="2900"/>
                    <a:pt x="14783" y="3517"/>
                    <a:pt x="14413" y="3826"/>
                  </a:cubicBezTo>
                  <a:cubicBezTo>
                    <a:pt x="14337" y="3902"/>
                    <a:pt x="14219" y="3957"/>
                    <a:pt x="14110" y="3957"/>
                  </a:cubicBezTo>
                  <a:cubicBezTo>
                    <a:pt x="14087" y="3957"/>
                    <a:pt x="14064" y="3955"/>
                    <a:pt x="14042" y="3949"/>
                  </a:cubicBezTo>
                  <a:cubicBezTo>
                    <a:pt x="13888" y="3949"/>
                    <a:pt x="13734" y="3888"/>
                    <a:pt x="13641" y="3764"/>
                  </a:cubicBezTo>
                  <a:cubicBezTo>
                    <a:pt x="13456" y="3548"/>
                    <a:pt x="13456" y="3209"/>
                    <a:pt x="13703" y="2993"/>
                  </a:cubicBezTo>
                  <a:cubicBezTo>
                    <a:pt x="13796" y="2900"/>
                    <a:pt x="13950" y="2869"/>
                    <a:pt x="14073" y="2869"/>
                  </a:cubicBezTo>
                  <a:close/>
                  <a:moveTo>
                    <a:pt x="7195" y="430"/>
                  </a:moveTo>
                  <a:cubicBezTo>
                    <a:pt x="10505" y="430"/>
                    <a:pt x="11368" y="5037"/>
                    <a:pt x="8240" y="6202"/>
                  </a:cubicBezTo>
                  <a:lnTo>
                    <a:pt x="8240" y="4412"/>
                  </a:lnTo>
                  <a:cubicBezTo>
                    <a:pt x="8240" y="3733"/>
                    <a:pt x="7739" y="3394"/>
                    <a:pt x="7237" y="3394"/>
                  </a:cubicBezTo>
                  <a:cubicBezTo>
                    <a:pt x="6736" y="3394"/>
                    <a:pt x="6234" y="3733"/>
                    <a:pt x="6234" y="4412"/>
                  </a:cubicBezTo>
                  <a:lnTo>
                    <a:pt x="6234" y="6233"/>
                  </a:lnTo>
                  <a:cubicBezTo>
                    <a:pt x="3056" y="5153"/>
                    <a:pt x="3796" y="493"/>
                    <a:pt x="7129" y="431"/>
                  </a:cubicBezTo>
                  <a:cubicBezTo>
                    <a:pt x="7151" y="431"/>
                    <a:pt x="7173" y="430"/>
                    <a:pt x="7195" y="430"/>
                  </a:cubicBezTo>
                  <a:close/>
                  <a:moveTo>
                    <a:pt x="1958" y="7720"/>
                  </a:moveTo>
                  <a:cubicBezTo>
                    <a:pt x="2469" y="7720"/>
                    <a:pt x="2963" y="8128"/>
                    <a:pt x="2963" y="8733"/>
                  </a:cubicBezTo>
                  <a:cubicBezTo>
                    <a:pt x="2963" y="9288"/>
                    <a:pt x="2531" y="9720"/>
                    <a:pt x="1975" y="9720"/>
                  </a:cubicBezTo>
                  <a:cubicBezTo>
                    <a:pt x="1080" y="9720"/>
                    <a:pt x="618" y="8640"/>
                    <a:pt x="1266" y="8023"/>
                  </a:cubicBezTo>
                  <a:cubicBezTo>
                    <a:pt x="1465" y="7813"/>
                    <a:pt x="1714" y="7720"/>
                    <a:pt x="1958" y="7720"/>
                  </a:cubicBezTo>
                  <a:close/>
                  <a:moveTo>
                    <a:pt x="7196" y="1"/>
                  </a:moveTo>
                  <a:cubicBezTo>
                    <a:pt x="6755" y="1"/>
                    <a:pt x="6304" y="88"/>
                    <a:pt x="5864" y="277"/>
                  </a:cubicBezTo>
                  <a:cubicBezTo>
                    <a:pt x="3704" y="1172"/>
                    <a:pt x="3086" y="3980"/>
                    <a:pt x="4660" y="5708"/>
                  </a:cubicBezTo>
                  <a:lnTo>
                    <a:pt x="2809" y="7591"/>
                  </a:lnTo>
                  <a:cubicBezTo>
                    <a:pt x="2562" y="7406"/>
                    <a:pt x="2253" y="7282"/>
                    <a:pt x="1975" y="7282"/>
                  </a:cubicBezTo>
                  <a:cubicBezTo>
                    <a:pt x="463" y="7313"/>
                    <a:pt x="0" y="9319"/>
                    <a:pt x="1327" y="9998"/>
                  </a:cubicBezTo>
                  <a:cubicBezTo>
                    <a:pt x="1546" y="10110"/>
                    <a:pt x="1765" y="10160"/>
                    <a:pt x="1975" y="10160"/>
                  </a:cubicBezTo>
                  <a:cubicBezTo>
                    <a:pt x="3040" y="10160"/>
                    <a:pt x="3865" y="8874"/>
                    <a:pt x="3117" y="7869"/>
                  </a:cubicBezTo>
                  <a:lnTo>
                    <a:pt x="5000" y="6017"/>
                  </a:lnTo>
                  <a:cubicBezTo>
                    <a:pt x="5339" y="6326"/>
                    <a:pt x="5771" y="6542"/>
                    <a:pt x="6234" y="6696"/>
                  </a:cubicBezTo>
                  <a:lnTo>
                    <a:pt x="6234" y="10307"/>
                  </a:lnTo>
                  <a:cubicBezTo>
                    <a:pt x="6111" y="10276"/>
                    <a:pt x="5987" y="10245"/>
                    <a:pt x="5864" y="10245"/>
                  </a:cubicBezTo>
                  <a:cubicBezTo>
                    <a:pt x="5617" y="10245"/>
                    <a:pt x="5339" y="10369"/>
                    <a:pt x="5154" y="10554"/>
                  </a:cubicBezTo>
                  <a:cubicBezTo>
                    <a:pt x="4969" y="10739"/>
                    <a:pt x="4876" y="10955"/>
                    <a:pt x="4846" y="11233"/>
                  </a:cubicBezTo>
                  <a:cubicBezTo>
                    <a:pt x="4722" y="12745"/>
                    <a:pt x="6018" y="13825"/>
                    <a:pt x="6605" y="14226"/>
                  </a:cubicBezTo>
                  <a:cubicBezTo>
                    <a:pt x="6790" y="14381"/>
                    <a:pt x="7006" y="14442"/>
                    <a:pt x="7222" y="14473"/>
                  </a:cubicBezTo>
                  <a:lnTo>
                    <a:pt x="10030" y="14473"/>
                  </a:lnTo>
                  <a:cubicBezTo>
                    <a:pt x="10308" y="14473"/>
                    <a:pt x="10308" y="14041"/>
                    <a:pt x="10030" y="14041"/>
                  </a:cubicBezTo>
                  <a:lnTo>
                    <a:pt x="7253" y="14041"/>
                  </a:lnTo>
                  <a:cubicBezTo>
                    <a:pt x="7099" y="14041"/>
                    <a:pt x="6975" y="13979"/>
                    <a:pt x="6852" y="13887"/>
                  </a:cubicBezTo>
                  <a:cubicBezTo>
                    <a:pt x="6358" y="13516"/>
                    <a:pt x="5185" y="12560"/>
                    <a:pt x="5278" y="11264"/>
                  </a:cubicBezTo>
                  <a:cubicBezTo>
                    <a:pt x="5278" y="11109"/>
                    <a:pt x="5339" y="10955"/>
                    <a:pt x="5463" y="10862"/>
                  </a:cubicBezTo>
                  <a:cubicBezTo>
                    <a:pt x="5555" y="10739"/>
                    <a:pt x="5710" y="10677"/>
                    <a:pt x="5833" y="10677"/>
                  </a:cubicBezTo>
                  <a:cubicBezTo>
                    <a:pt x="5987" y="10677"/>
                    <a:pt x="6142" y="10739"/>
                    <a:pt x="6265" y="10862"/>
                  </a:cubicBezTo>
                  <a:cubicBezTo>
                    <a:pt x="6296" y="10893"/>
                    <a:pt x="6358" y="10924"/>
                    <a:pt x="6420" y="10924"/>
                  </a:cubicBezTo>
                  <a:cubicBezTo>
                    <a:pt x="6543" y="10924"/>
                    <a:pt x="6636" y="10831"/>
                    <a:pt x="6636" y="10708"/>
                  </a:cubicBezTo>
                  <a:lnTo>
                    <a:pt x="6636" y="4412"/>
                  </a:lnTo>
                  <a:cubicBezTo>
                    <a:pt x="6682" y="4073"/>
                    <a:pt x="6944" y="3903"/>
                    <a:pt x="7207" y="3903"/>
                  </a:cubicBezTo>
                  <a:cubicBezTo>
                    <a:pt x="7469" y="3903"/>
                    <a:pt x="7731" y="4073"/>
                    <a:pt x="7777" y="4412"/>
                  </a:cubicBezTo>
                  <a:lnTo>
                    <a:pt x="7777" y="9751"/>
                  </a:lnTo>
                  <a:cubicBezTo>
                    <a:pt x="7777" y="9890"/>
                    <a:pt x="7885" y="9960"/>
                    <a:pt x="7994" y="9960"/>
                  </a:cubicBezTo>
                  <a:cubicBezTo>
                    <a:pt x="8102" y="9960"/>
                    <a:pt x="8210" y="9890"/>
                    <a:pt x="8210" y="9751"/>
                  </a:cubicBezTo>
                  <a:lnTo>
                    <a:pt x="8210" y="8332"/>
                  </a:lnTo>
                  <a:cubicBezTo>
                    <a:pt x="8179" y="7961"/>
                    <a:pt x="8456" y="7653"/>
                    <a:pt x="8827" y="7653"/>
                  </a:cubicBezTo>
                  <a:cubicBezTo>
                    <a:pt x="9135" y="7653"/>
                    <a:pt x="9413" y="7900"/>
                    <a:pt x="9413" y="8239"/>
                  </a:cubicBezTo>
                  <a:lnTo>
                    <a:pt x="9413" y="9751"/>
                  </a:lnTo>
                  <a:cubicBezTo>
                    <a:pt x="9413" y="9890"/>
                    <a:pt x="9513" y="9960"/>
                    <a:pt x="9614" y="9960"/>
                  </a:cubicBezTo>
                  <a:cubicBezTo>
                    <a:pt x="9714" y="9960"/>
                    <a:pt x="9814" y="9890"/>
                    <a:pt x="9814" y="9751"/>
                  </a:cubicBezTo>
                  <a:lnTo>
                    <a:pt x="9814" y="8301"/>
                  </a:lnTo>
                  <a:cubicBezTo>
                    <a:pt x="9814" y="7961"/>
                    <a:pt x="10092" y="7653"/>
                    <a:pt x="10432" y="7653"/>
                  </a:cubicBezTo>
                  <a:cubicBezTo>
                    <a:pt x="10771" y="7653"/>
                    <a:pt x="11049" y="7961"/>
                    <a:pt x="11018" y="8301"/>
                  </a:cubicBezTo>
                  <a:lnTo>
                    <a:pt x="11018" y="9751"/>
                  </a:lnTo>
                  <a:cubicBezTo>
                    <a:pt x="11018" y="9875"/>
                    <a:pt x="11111" y="9967"/>
                    <a:pt x="11234" y="9967"/>
                  </a:cubicBezTo>
                  <a:cubicBezTo>
                    <a:pt x="11357" y="9967"/>
                    <a:pt x="11450" y="9875"/>
                    <a:pt x="11450" y="9751"/>
                  </a:cubicBezTo>
                  <a:lnTo>
                    <a:pt x="11450" y="8270"/>
                  </a:lnTo>
                  <a:cubicBezTo>
                    <a:pt x="11450" y="7930"/>
                    <a:pt x="11697" y="7653"/>
                    <a:pt x="12036" y="7653"/>
                  </a:cubicBezTo>
                  <a:cubicBezTo>
                    <a:pt x="12191" y="7653"/>
                    <a:pt x="12345" y="7684"/>
                    <a:pt x="12438" y="7807"/>
                  </a:cubicBezTo>
                  <a:cubicBezTo>
                    <a:pt x="12561" y="7930"/>
                    <a:pt x="12623" y="8085"/>
                    <a:pt x="12623" y="8239"/>
                  </a:cubicBezTo>
                  <a:lnTo>
                    <a:pt x="12623" y="12004"/>
                  </a:lnTo>
                  <a:cubicBezTo>
                    <a:pt x="12623" y="12652"/>
                    <a:pt x="12407" y="13300"/>
                    <a:pt x="12006" y="13794"/>
                  </a:cubicBezTo>
                  <a:cubicBezTo>
                    <a:pt x="11882" y="13949"/>
                    <a:pt x="11697" y="14041"/>
                    <a:pt x="11481" y="14072"/>
                  </a:cubicBezTo>
                  <a:cubicBezTo>
                    <a:pt x="11471" y="14071"/>
                    <a:pt x="11462" y="14070"/>
                    <a:pt x="11453" y="14070"/>
                  </a:cubicBezTo>
                  <a:cubicBezTo>
                    <a:pt x="11203" y="14070"/>
                    <a:pt x="11213" y="14473"/>
                    <a:pt x="11481" y="14473"/>
                  </a:cubicBezTo>
                  <a:cubicBezTo>
                    <a:pt x="11820" y="14473"/>
                    <a:pt x="12129" y="14319"/>
                    <a:pt x="12345" y="14072"/>
                  </a:cubicBezTo>
                  <a:cubicBezTo>
                    <a:pt x="12808" y="13486"/>
                    <a:pt x="13055" y="12745"/>
                    <a:pt x="13055" y="12004"/>
                  </a:cubicBezTo>
                  <a:lnTo>
                    <a:pt x="13055" y="8239"/>
                  </a:lnTo>
                  <a:cubicBezTo>
                    <a:pt x="13055" y="7961"/>
                    <a:pt x="12931" y="7684"/>
                    <a:pt x="12746" y="7498"/>
                  </a:cubicBezTo>
                  <a:cubicBezTo>
                    <a:pt x="12552" y="7332"/>
                    <a:pt x="12334" y="7216"/>
                    <a:pt x="12091" y="7216"/>
                  </a:cubicBezTo>
                  <a:cubicBezTo>
                    <a:pt x="12063" y="7216"/>
                    <a:pt x="12034" y="7217"/>
                    <a:pt x="12006" y="7221"/>
                  </a:cubicBezTo>
                  <a:cubicBezTo>
                    <a:pt x="11697" y="7221"/>
                    <a:pt x="11419" y="7375"/>
                    <a:pt x="11234" y="7622"/>
                  </a:cubicBezTo>
                  <a:cubicBezTo>
                    <a:pt x="11033" y="7344"/>
                    <a:pt x="10725" y="7205"/>
                    <a:pt x="10416" y="7205"/>
                  </a:cubicBezTo>
                  <a:cubicBezTo>
                    <a:pt x="10108" y="7205"/>
                    <a:pt x="9799" y="7344"/>
                    <a:pt x="9598" y="7622"/>
                  </a:cubicBezTo>
                  <a:cubicBezTo>
                    <a:pt x="9415" y="7346"/>
                    <a:pt x="9110" y="7202"/>
                    <a:pt x="8803" y="7202"/>
                  </a:cubicBezTo>
                  <a:cubicBezTo>
                    <a:pt x="8594" y="7202"/>
                    <a:pt x="8384" y="7269"/>
                    <a:pt x="8210" y="7406"/>
                  </a:cubicBezTo>
                  <a:lnTo>
                    <a:pt x="8210" y="6634"/>
                  </a:lnTo>
                  <a:cubicBezTo>
                    <a:pt x="8858" y="6418"/>
                    <a:pt x="9444" y="6017"/>
                    <a:pt x="9845" y="5462"/>
                  </a:cubicBezTo>
                  <a:cubicBezTo>
                    <a:pt x="10277" y="4906"/>
                    <a:pt x="10493" y="4258"/>
                    <a:pt x="10555" y="3610"/>
                  </a:cubicBezTo>
                  <a:lnTo>
                    <a:pt x="13055" y="3610"/>
                  </a:lnTo>
                  <a:cubicBezTo>
                    <a:pt x="13117" y="3764"/>
                    <a:pt x="13209" y="3918"/>
                    <a:pt x="13333" y="4042"/>
                  </a:cubicBezTo>
                  <a:cubicBezTo>
                    <a:pt x="13487" y="4258"/>
                    <a:pt x="13734" y="4351"/>
                    <a:pt x="14012" y="4381"/>
                  </a:cubicBezTo>
                  <a:cubicBezTo>
                    <a:pt x="14043" y="4385"/>
                    <a:pt x="14074" y="4387"/>
                    <a:pt x="14106" y="4387"/>
                  </a:cubicBezTo>
                  <a:cubicBezTo>
                    <a:pt x="14320" y="4387"/>
                    <a:pt x="14529" y="4296"/>
                    <a:pt x="14691" y="4134"/>
                  </a:cubicBezTo>
                  <a:cubicBezTo>
                    <a:pt x="15092" y="3795"/>
                    <a:pt x="15153" y="3178"/>
                    <a:pt x="14814" y="2777"/>
                  </a:cubicBezTo>
                  <a:cubicBezTo>
                    <a:pt x="14629" y="2591"/>
                    <a:pt x="14382" y="2468"/>
                    <a:pt x="14135" y="2437"/>
                  </a:cubicBezTo>
                  <a:cubicBezTo>
                    <a:pt x="14114" y="2436"/>
                    <a:pt x="14093" y="2435"/>
                    <a:pt x="14073" y="2435"/>
                  </a:cubicBezTo>
                  <a:cubicBezTo>
                    <a:pt x="13605" y="2435"/>
                    <a:pt x="13205" y="2765"/>
                    <a:pt x="13117" y="3209"/>
                  </a:cubicBezTo>
                  <a:lnTo>
                    <a:pt x="10586" y="3209"/>
                  </a:lnTo>
                  <a:cubicBezTo>
                    <a:pt x="10488" y="1340"/>
                    <a:pt x="8921" y="1"/>
                    <a:pt x="7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9" name="Google Shape;12829;p86"/>
          <p:cNvGrpSpPr/>
          <p:nvPr/>
        </p:nvGrpSpPr>
        <p:grpSpPr>
          <a:xfrm>
            <a:off x="2529788" y="3975486"/>
            <a:ext cx="307100" cy="362650"/>
            <a:chOff x="5533300" y="4140550"/>
            <a:chExt cx="307100" cy="362650"/>
          </a:xfrm>
        </p:grpSpPr>
        <p:sp>
          <p:nvSpPr>
            <p:cNvPr id="12830" name="Google Shape;12830;p86"/>
            <p:cNvSpPr/>
            <p:nvPr/>
          </p:nvSpPr>
          <p:spPr>
            <a:xfrm>
              <a:off x="5698425" y="4326500"/>
              <a:ext cx="109575" cy="93200"/>
            </a:xfrm>
            <a:custGeom>
              <a:rect b="b" l="l" r="r" t="t"/>
              <a:pathLst>
                <a:path extrusionOk="0" h="3728" w="4383">
                  <a:moveTo>
                    <a:pt x="2510" y="1424"/>
                  </a:moveTo>
                  <a:cubicBezTo>
                    <a:pt x="2582" y="1424"/>
                    <a:pt x="2656" y="1452"/>
                    <a:pt x="2716" y="1512"/>
                  </a:cubicBezTo>
                  <a:cubicBezTo>
                    <a:pt x="2932" y="1728"/>
                    <a:pt x="2778" y="2037"/>
                    <a:pt x="2500" y="2037"/>
                  </a:cubicBezTo>
                  <a:cubicBezTo>
                    <a:pt x="2346" y="2037"/>
                    <a:pt x="2222" y="1883"/>
                    <a:pt x="2222" y="1728"/>
                  </a:cubicBezTo>
                  <a:cubicBezTo>
                    <a:pt x="2222" y="1541"/>
                    <a:pt x="2362" y="1424"/>
                    <a:pt x="2510" y="1424"/>
                  </a:cubicBezTo>
                  <a:close/>
                  <a:moveTo>
                    <a:pt x="2500" y="463"/>
                  </a:moveTo>
                  <a:cubicBezTo>
                    <a:pt x="3735" y="463"/>
                    <a:pt x="4383" y="1883"/>
                    <a:pt x="3580" y="2778"/>
                  </a:cubicBezTo>
                  <a:lnTo>
                    <a:pt x="3580" y="2809"/>
                  </a:lnTo>
                  <a:cubicBezTo>
                    <a:pt x="3488" y="2531"/>
                    <a:pt x="3303" y="2315"/>
                    <a:pt x="3086" y="2191"/>
                  </a:cubicBezTo>
                  <a:cubicBezTo>
                    <a:pt x="3179" y="2068"/>
                    <a:pt x="3241" y="1883"/>
                    <a:pt x="3241" y="1728"/>
                  </a:cubicBezTo>
                  <a:cubicBezTo>
                    <a:pt x="3272" y="1204"/>
                    <a:pt x="2894" y="941"/>
                    <a:pt x="2516" y="941"/>
                  </a:cubicBezTo>
                  <a:cubicBezTo>
                    <a:pt x="2137" y="941"/>
                    <a:pt x="1759" y="1204"/>
                    <a:pt x="1790" y="1728"/>
                  </a:cubicBezTo>
                  <a:cubicBezTo>
                    <a:pt x="1790" y="1883"/>
                    <a:pt x="1852" y="2068"/>
                    <a:pt x="1945" y="2191"/>
                  </a:cubicBezTo>
                  <a:cubicBezTo>
                    <a:pt x="1729" y="2315"/>
                    <a:pt x="1543" y="2531"/>
                    <a:pt x="1451" y="2778"/>
                  </a:cubicBezTo>
                  <a:cubicBezTo>
                    <a:pt x="648" y="1883"/>
                    <a:pt x="1297" y="463"/>
                    <a:pt x="2500" y="463"/>
                  </a:cubicBezTo>
                  <a:close/>
                  <a:moveTo>
                    <a:pt x="2500" y="2438"/>
                  </a:moveTo>
                  <a:cubicBezTo>
                    <a:pt x="2832" y="2438"/>
                    <a:pt x="3164" y="2654"/>
                    <a:pt x="3210" y="3086"/>
                  </a:cubicBezTo>
                  <a:cubicBezTo>
                    <a:pt x="2994" y="3210"/>
                    <a:pt x="2778" y="3272"/>
                    <a:pt x="2531" y="3272"/>
                  </a:cubicBezTo>
                  <a:cubicBezTo>
                    <a:pt x="2253" y="3272"/>
                    <a:pt x="2006" y="3210"/>
                    <a:pt x="1790" y="3086"/>
                  </a:cubicBezTo>
                  <a:cubicBezTo>
                    <a:pt x="1837" y="2654"/>
                    <a:pt x="2168" y="2438"/>
                    <a:pt x="2500" y="2438"/>
                  </a:cubicBezTo>
                  <a:close/>
                  <a:moveTo>
                    <a:pt x="2531" y="0"/>
                  </a:moveTo>
                  <a:cubicBezTo>
                    <a:pt x="864" y="0"/>
                    <a:pt x="0" y="1975"/>
                    <a:pt x="1173" y="3179"/>
                  </a:cubicBezTo>
                  <a:cubicBezTo>
                    <a:pt x="1552" y="3557"/>
                    <a:pt x="2017" y="3727"/>
                    <a:pt x="2474" y="3727"/>
                  </a:cubicBezTo>
                  <a:cubicBezTo>
                    <a:pt x="3432" y="3727"/>
                    <a:pt x="4352" y="2981"/>
                    <a:pt x="4352" y="1852"/>
                  </a:cubicBezTo>
                  <a:cubicBezTo>
                    <a:pt x="4352" y="833"/>
                    <a:pt x="3549" y="0"/>
                    <a:pt x="2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86"/>
            <p:cNvSpPr/>
            <p:nvPr/>
          </p:nvSpPr>
          <p:spPr>
            <a:xfrm>
              <a:off x="5533300" y="4140550"/>
              <a:ext cx="307100" cy="362650"/>
            </a:xfrm>
            <a:custGeom>
              <a:rect b="b" l="l" r="r" t="t"/>
              <a:pathLst>
                <a:path extrusionOk="0" h="14506" w="12284">
                  <a:moveTo>
                    <a:pt x="10988" y="433"/>
                  </a:moveTo>
                  <a:cubicBezTo>
                    <a:pt x="11451" y="433"/>
                    <a:pt x="11852" y="834"/>
                    <a:pt x="11852" y="1328"/>
                  </a:cubicBezTo>
                  <a:lnTo>
                    <a:pt x="11852" y="1698"/>
                  </a:lnTo>
                  <a:lnTo>
                    <a:pt x="402" y="1698"/>
                  </a:lnTo>
                  <a:lnTo>
                    <a:pt x="402" y="1328"/>
                  </a:lnTo>
                  <a:cubicBezTo>
                    <a:pt x="402" y="834"/>
                    <a:pt x="803" y="433"/>
                    <a:pt x="1297" y="433"/>
                  </a:cubicBezTo>
                  <a:close/>
                  <a:moveTo>
                    <a:pt x="1297" y="1"/>
                  </a:moveTo>
                  <a:cubicBezTo>
                    <a:pt x="556" y="1"/>
                    <a:pt x="1" y="587"/>
                    <a:pt x="1" y="1328"/>
                  </a:cubicBezTo>
                  <a:lnTo>
                    <a:pt x="1" y="13179"/>
                  </a:lnTo>
                  <a:cubicBezTo>
                    <a:pt x="1" y="13919"/>
                    <a:pt x="556" y="14506"/>
                    <a:pt x="1297" y="14506"/>
                  </a:cubicBezTo>
                  <a:lnTo>
                    <a:pt x="10988" y="14506"/>
                  </a:lnTo>
                  <a:cubicBezTo>
                    <a:pt x="11698" y="14506"/>
                    <a:pt x="12284" y="13919"/>
                    <a:pt x="12284" y="13179"/>
                  </a:cubicBezTo>
                  <a:lnTo>
                    <a:pt x="12284" y="9845"/>
                  </a:lnTo>
                  <a:cubicBezTo>
                    <a:pt x="12284" y="9707"/>
                    <a:pt x="12176" y="9637"/>
                    <a:pt x="12068" y="9637"/>
                  </a:cubicBezTo>
                  <a:cubicBezTo>
                    <a:pt x="11960" y="9637"/>
                    <a:pt x="11852" y="9707"/>
                    <a:pt x="11852" y="9845"/>
                  </a:cubicBezTo>
                  <a:lnTo>
                    <a:pt x="11852" y="13179"/>
                  </a:lnTo>
                  <a:cubicBezTo>
                    <a:pt x="11852" y="13672"/>
                    <a:pt x="11451" y="14074"/>
                    <a:pt x="10988" y="14074"/>
                  </a:cubicBezTo>
                  <a:lnTo>
                    <a:pt x="1297" y="14074"/>
                  </a:lnTo>
                  <a:cubicBezTo>
                    <a:pt x="803" y="14074"/>
                    <a:pt x="402" y="13672"/>
                    <a:pt x="402" y="13179"/>
                  </a:cubicBezTo>
                  <a:lnTo>
                    <a:pt x="402" y="2161"/>
                  </a:lnTo>
                  <a:lnTo>
                    <a:pt x="11852" y="2161"/>
                  </a:lnTo>
                  <a:lnTo>
                    <a:pt x="11852" y="8734"/>
                  </a:lnTo>
                  <a:cubicBezTo>
                    <a:pt x="11852" y="8858"/>
                    <a:pt x="11944" y="8950"/>
                    <a:pt x="12068" y="8950"/>
                  </a:cubicBezTo>
                  <a:cubicBezTo>
                    <a:pt x="12191" y="8950"/>
                    <a:pt x="12284" y="8827"/>
                    <a:pt x="12284" y="8734"/>
                  </a:cubicBezTo>
                  <a:lnTo>
                    <a:pt x="12284" y="1328"/>
                  </a:lnTo>
                  <a:cubicBezTo>
                    <a:pt x="12284" y="587"/>
                    <a:pt x="11698" y="1"/>
                    <a:pt x="10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86"/>
            <p:cNvSpPr/>
            <p:nvPr/>
          </p:nvSpPr>
          <p:spPr>
            <a:xfrm>
              <a:off x="5558000" y="4163700"/>
              <a:ext cx="13900" cy="10825"/>
            </a:xfrm>
            <a:custGeom>
              <a:rect b="b" l="l" r="r" t="t"/>
              <a:pathLst>
                <a:path extrusionOk="0" h="433" w="556">
                  <a:moveTo>
                    <a:pt x="278" y="0"/>
                  </a:moveTo>
                  <a:cubicBezTo>
                    <a:pt x="0" y="0"/>
                    <a:pt x="0" y="432"/>
                    <a:pt x="278" y="432"/>
                  </a:cubicBezTo>
                  <a:cubicBezTo>
                    <a:pt x="556" y="432"/>
                    <a:pt x="556"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86"/>
            <p:cNvSpPr/>
            <p:nvPr/>
          </p:nvSpPr>
          <p:spPr>
            <a:xfrm>
              <a:off x="5576525" y="4163700"/>
              <a:ext cx="14675" cy="10825"/>
            </a:xfrm>
            <a:custGeom>
              <a:rect b="b" l="l" r="r" t="t"/>
              <a:pathLst>
                <a:path extrusionOk="0" h="433" w="587">
                  <a:moveTo>
                    <a:pt x="309" y="0"/>
                  </a:moveTo>
                  <a:cubicBezTo>
                    <a:pt x="0" y="0"/>
                    <a:pt x="0" y="432"/>
                    <a:pt x="309" y="432"/>
                  </a:cubicBezTo>
                  <a:cubicBezTo>
                    <a:pt x="587" y="432"/>
                    <a:pt x="587" y="0"/>
                    <a:pt x="3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86"/>
            <p:cNvSpPr/>
            <p:nvPr/>
          </p:nvSpPr>
          <p:spPr>
            <a:xfrm>
              <a:off x="5595800" y="4163700"/>
              <a:ext cx="13925" cy="10825"/>
            </a:xfrm>
            <a:custGeom>
              <a:rect b="b" l="l" r="r" t="t"/>
              <a:pathLst>
                <a:path extrusionOk="0" h="433" w="557">
                  <a:moveTo>
                    <a:pt x="278" y="0"/>
                  </a:moveTo>
                  <a:cubicBezTo>
                    <a:pt x="1" y="0"/>
                    <a:pt x="1" y="432"/>
                    <a:pt x="278" y="432"/>
                  </a:cubicBezTo>
                  <a:cubicBezTo>
                    <a:pt x="556" y="432"/>
                    <a:pt x="556"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86"/>
            <p:cNvSpPr/>
            <p:nvPr/>
          </p:nvSpPr>
          <p:spPr>
            <a:xfrm>
              <a:off x="5565725" y="4216350"/>
              <a:ext cx="108800" cy="93200"/>
            </a:xfrm>
            <a:custGeom>
              <a:rect b="b" l="l" r="r" t="t"/>
              <a:pathLst>
                <a:path extrusionOk="0" h="3728" w="4352">
                  <a:moveTo>
                    <a:pt x="1836" y="1397"/>
                  </a:moveTo>
                  <a:cubicBezTo>
                    <a:pt x="1998" y="1397"/>
                    <a:pt x="2160" y="1505"/>
                    <a:pt x="2130" y="1721"/>
                  </a:cubicBezTo>
                  <a:cubicBezTo>
                    <a:pt x="2160" y="1953"/>
                    <a:pt x="1998" y="2068"/>
                    <a:pt x="1836" y="2068"/>
                  </a:cubicBezTo>
                  <a:cubicBezTo>
                    <a:pt x="1674" y="2068"/>
                    <a:pt x="1512" y="1953"/>
                    <a:pt x="1543" y="1721"/>
                  </a:cubicBezTo>
                  <a:cubicBezTo>
                    <a:pt x="1512" y="1505"/>
                    <a:pt x="1674" y="1397"/>
                    <a:pt x="1836" y="1397"/>
                  </a:cubicBezTo>
                  <a:close/>
                  <a:moveTo>
                    <a:pt x="1852" y="425"/>
                  </a:moveTo>
                  <a:cubicBezTo>
                    <a:pt x="2623" y="425"/>
                    <a:pt x="3271" y="1073"/>
                    <a:pt x="3271" y="1876"/>
                  </a:cubicBezTo>
                  <a:cubicBezTo>
                    <a:pt x="3271" y="2215"/>
                    <a:pt x="3148" y="2555"/>
                    <a:pt x="2932" y="2832"/>
                  </a:cubicBezTo>
                  <a:cubicBezTo>
                    <a:pt x="2808" y="2555"/>
                    <a:pt x="2654" y="2338"/>
                    <a:pt x="2407" y="2215"/>
                  </a:cubicBezTo>
                  <a:cubicBezTo>
                    <a:pt x="2500" y="2092"/>
                    <a:pt x="2562" y="1906"/>
                    <a:pt x="2562" y="1752"/>
                  </a:cubicBezTo>
                  <a:cubicBezTo>
                    <a:pt x="2608" y="1227"/>
                    <a:pt x="2230" y="965"/>
                    <a:pt x="1848" y="965"/>
                  </a:cubicBezTo>
                  <a:cubicBezTo>
                    <a:pt x="1466" y="965"/>
                    <a:pt x="1080" y="1227"/>
                    <a:pt x="1111" y="1752"/>
                  </a:cubicBezTo>
                  <a:cubicBezTo>
                    <a:pt x="1111" y="1906"/>
                    <a:pt x="1173" y="2092"/>
                    <a:pt x="1296" y="2215"/>
                  </a:cubicBezTo>
                  <a:cubicBezTo>
                    <a:pt x="1049" y="2338"/>
                    <a:pt x="864" y="2555"/>
                    <a:pt x="772" y="2801"/>
                  </a:cubicBezTo>
                  <a:cubicBezTo>
                    <a:pt x="0" y="1876"/>
                    <a:pt x="648" y="456"/>
                    <a:pt x="1852" y="456"/>
                  </a:cubicBezTo>
                  <a:lnTo>
                    <a:pt x="1852" y="425"/>
                  </a:lnTo>
                  <a:close/>
                  <a:moveTo>
                    <a:pt x="1852" y="2462"/>
                  </a:moveTo>
                  <a:cubicBezTo>
                    <a:pt x="2191" y="2462"/>
                    <a:pt x="2500" y="2740"/>
                    <a:pt x="2562" y="3110"/>
                  </a:cubicBezTo>
                  <a:cubicBezTo>
                    <a:pt x="2330" y="3233"/>
                    <a:pt x="2083" y="3295"/>
                    <a:pt x="1840" y="3295"/>
                  </a:cubicBezTo>
                  <a:cubicBezTo>
                    <a:pt x="1597" y="3295"/>
                    <a:pt x="1358" y="3233"/>
                    <a:pt x="1142" y="3110"/>
                  </a:cubicBezTo>
                  <a:cubicBezTo>
                    <a:pt x="1173" y="2740"/>
                    <a:pt x="1481" y="2462"/>
                    <a:pt x="1852" y="2462"/>
                  </a:cubicBezTo>
                  <a:close/>
                  <a:moveTo>
                    <a:pt x="1878" y="0"/>
                  </a:moveTo>
                  <a:cubicBezTo>
                    <a:pt x="920" y="0"/>
                    <a:pt x="0" y="747"/>
                    <a:pt x="0" y="1876"/>
                  </a:cubicBezTo>
                  <a:cubicBezTo>
                    <a:pt x="0" y="2863"/>
                    <a:pt x="833" y="3696"/>
                    <a:pt x="1852" y="3727"/>
                  </a:cubicBezTo>
                  <a:cubicBezTo>
                    <a:pt x="3487" y="3727"/>
                    <a:pt x="4352" y="1721"/>
                    <a:pt x="3179" y="548"/>
                  </a:cubicBezTo>
                  <a:cubicBezTo>
                    <a:pt x="2800" y="170"/>
                    <a:pt x="2335" y="0"/>
                    <a:pt x="18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86"/>
            <p:cNvSpPr/>
            <p:nvPr/>
          </p:nvSpPr>
          <p:spPr>
            <a:xfrm>
              <a:off x="5561850" y="4436825"/>
              <a:ext cx="250000" cy="35525"/>
            </a:xfrm>
            <a:custGeom>
              <a:rect b="b" l="l" r="r" t="t"/>
              <a:pathLst>
                <a:path extrusionOk="0" h="1421" w="10000">
                  <a:moveTo>
                    <a:pt x="865" y="0"/>
                  </a:moveTo>
                  <a:cubicBezTo>
                    <a:pt x="1" y="62"/>
                    <a:pt x="1" y="1358"/>
                    <a:pt x="865" y="1420"/>
                  </a:cubicBezTo>
                  <a:lnTo>
                    <a:pt x="9105" y="1420"/>
                  </a:lnTo>
                  <a:cubicBezTo>
                    <a:pt x="10000" y="1358"/>
                    <a:pt x="10000" y="62"/>
                    <a:pt x="9105" y="0"/>
                  </a:cubicBezTo>
                  <a:lnTo>
                    <a:pt x="2593" y="0"/>
                  </a:lnTo>
                  <a:cubicBezTo>
                    <a:pt x="2315" y="0"/>
                    <a:pt x="2315" y="433"/>
                    <a:pt x="2593" y="433"/>
                  </a:cubicBezTo>
                  <a:lnTo>
                    <a:pt x="9105" y="433"/>
                  </a:lnTo>
                  <a:cubicBezTo>
                    <a:pt x="9444" y="463"/>
                    <a:pt x="9444" y="957"/>
                    <a:pt x="9105" y="988"/>
                  </a:cubicBezTo>
                  <a:lnTo>
                    <a:pt x="865" y="988"/>
                  </a:lnTo>
                  <a:cubicBezTo>
                    <a:pt x="525" y="957"/>
                    <a:pt x="525" y="463"/>
                    <a:pt x="865" y="433"/>
                  </a:cubicBezTo>
                  <a:lnTo>
                    <a:pt x="1451" y="433"/>
                  </a:lnTo>
                  <a:cubicBezTo>
                    <a:pt x="1729" y="433"/>
                    <a:pt x="1729" y="0"/>
                    <a:pt x="14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86"/>
            <p:cNvSpPr/>
            <p:nvPr/>
          </p:nvSpPr>
          <p:spPr>
            <a:xfrm>
              <a:off x="5662925" y="4220025"/>
              <a:ext cx="144300" cy="86425"/>
            </a:xfrm>
            <a:custGeom>
              <a:rect b="b" l="l" r="r" t="t"/>
              <a:pathLst>
                <a:path extrusionOk="0" h="3457" w="5772">
                  <a:moveTo>
                    <a:pt x="1852" y="0"/>
                  </a:moveTo>
                  <a:cubicBezTo>
                    <a:pt x="1359" y="0"/>
                    <a:pt x="957" y="401"/>
                    <a:pt x="957" y="895"/>
                  </a:cubicBezTo>
                  <a:lnTo>
                    <a:pt x="957" y="988"/>
                  </a:lnTo>
                  <a:lnTo>
                    <a:pt x="278" y="988"/>
                  </a:lnTo>
                  <a:cubicBezTo>
                    <a:pt x="93" y="988"/>
                    <a:pt x="1" y="1204"/>
                    <a:pt x="124" y="1327"/>
                  </a:cubicBezTo>
                  <a:lnTo>
                    <a:pt x="957" y="2315"/>
                  </a:lnTo>
                  <a:lnTo>
                    <a:pt x="957" y="2562"/>
                  </a:lnTo>
                  <a:cubicBezTo>
                    <a:pt x="957" y="3056"/>
                    <a:pt x="1359" y="3457"/>
                    <a:pt x="1852" y="3457"/>
                  </a:cubicBezTo>
                  <a:lnTo>
                    <a:pt x="4877" y="3457"/>
                  </a:lnTo>
                  <a:cubicBezTo>
                    <a:pt x="5371" y="3457"/>
                    <a:pt x="5772" y="3056"/>
                    <a:pt x="5772" y="2562"/>
                  </a:cubicBezTo>
                  <a:lnTo>
                    <a:pt x="5772" y="895"/>
                  </a:lnTo>
                  <a:cubicBezTo>
                    <a:pt x="5772" y="401"/>
                    <a:pt x="5371" y="0"/>
                    <a:pt x="4877" y="0"/>
                  </a:cubicBezTo>
                  <a:lnTo>
                    <a:pt x="4568" y="0"/>
                  </a:lnTo>
                  <a:cubicBezTo>
                    <a:pt x="4290" y="0"/>
                    <a:pt x="4290" y="401"/>
                    <a:pt x="4568" y="401"/>
                  </a:cubicBezTo>
                  <a:lnTo>
                    <a:pt x="4877" y="401"/>
                  </a:lnTo>
                  <a:cubicBezTo>
                    <a:pt x="5124" y="401"/>
                    <a:pt x="5340" y="618"/>
                    <a:pt x="5340" y="895"/>
                  </a:cubicBezTo>
                  <a:lnTo>
                    <a:pt x="5340" y="2562"/>
                  </a:lnTo>
                  <a:cubicBezTo>
                    <a:pt x="5340" y="2809"/>
                    <a:pt x="5124" y="3025"/>
                    <a:pt x="4877" y="3025"/>
                  </a:cubicBezTo>
                  <a:lnTo>
                    <a:pt x="1852" y="3025"/>
                  </a:lnTo>
                  <a:cubicBezTo>
                    <a:pt x="1605" y="3025"/>
                    <a:pt x="1359" y="2809"/>
                    <a:pt x="1359" y="2562"/>
                  </a:cubicBezTo>
                  <a:lnTo>
                    <a:pt x="1359" y="2222"/>
                  </a:lnTo>
                  <a:cubicBezTo>
                    <a:pt x="1359" y="2191"/>
                    <a:pt x="1359" y="2130"/>
                    <a:pt x="1328" y="2099"/>
                  </a:cubicBezTo>
                  <a:lnTo>
                    <a:pt x="741" y="1389"/>
                  </a:lnTo>
                  <a:lnTo>
                    <a:pt x="1173" y="1389"/>
                  </a:lnTo>
                  <a:cubicBezTo>
                    <a:pt x="1183" y="1392"/>
                    <a:pt x="1193" y="1394"/>
                    <a:pt x="1203" y="1394"/>
                  </a:cubicBezTo>
                  <a:cubicBezTo>
                    <a:pt x="1285" y="1394"/>
                    <a:pt x="1359" y="1287"/>
                    <a:pt x="1359" y="1204"/>
                  </a:cubicBezTo>
                  <a:lnTo>
                    <a:pt x="1359" y="895"/>
                  </a:lnTo>
                  <a:cubicBezTo>
                    <a:pt x="1389" y="618"/>
                    <a:pt x="1605" y="401"/>
                    <a:pt x="1852" y="401"/>
                  </a:cubicBezTo>
                  <a:lnTo>
                    <a:pt x="3365" y="401"/>
                  </a:lnTo>
                  <a:cubicBezTo>
                    <a:pt x="3673" y="401"/>
                    <a:pt x="3673" y="0"/>
                    <a:pt x="33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86"/>
            <p:cNvSpPr/>
            <p:nvPr/>
          </p:nvSpPr>
          <p:spPr>
            <a:xfrm>
              <a:off x="5565725" y="4329575"/>
              <a:ext cx="144300" cy="86450"/>
            </a:xfrm>
            <a:custGeom>
              <a:rect b="b" l="l" r="r" t="t"/>
              <a:pathLst>
                <a:path extrusionOk="0" h="3458" w="5772">
                  <a:moveTo>
                    <a:pt x="3920" y="433"/>
                  </a:moveTo>
                  <a:cubicBezTo>
                    <a:pt x="4197" y="433"/>
                    <a:pt x="4413" y="649"/>
                    <a:pt x="4413" y="896"/>
                  </a:cubicBezTo>
                  <a:lnTo>
                    <a:pt x="4413" y="1204"/>
                  </a:lnTo>
                  <a:cubicBezTo>
                    <a:pt x="4413" y="1328"/>
                    <a:pt x="4506" y="1420"/>
                    <a:pt x="4629" y="1420"/>
                  </a:cubicBezTo>
                  <a:lnTo>
                    <a:pt x="5031" y="1420"/>
                  </a:lnTo>
                  <a:lnTo>
                    <a:pt x="4475" y="2161"/>
                  </a:lnTo>
                  <a:cubicBezTo>
                    <a:pt x="4413" y="2192"/>
                    <a:pt x="4413" y="2223"/>
                    <a:pt x="4413" y="2284"/>
                  </a:cubicBezTo>
                  <a:lnTo>
                    <a:pt x="4413" y="2593"/>
                  </a:lnTo>
                  <a:cubicBezTo>
                    <a:pt x="4413" y="2840"/>
                    <a:pt x="4197" y="3056"/>
                    <a:pt x="3920" y="3056"/>
                  </a:cubicBezTo>
                  <a:lnTo>
                    <a:pt x="926" y="3056"/>
                  </a:lnTo>
                  <a:cubicBezTo>
                    <a:pt x="648" y="3056"/>
                    <a:pt x="432" y="2840"/>
                    <a:pt x="432" y="2593"/>
                  </a:cubicBezTo>
                  <a:lnTo>
                    <a:pt x="432" y="896"/>
                  </a:lnTo>
                  <a:cubicBezTo>
                    <a:pt x="432" y="649"/>
                    <a:pt x="648" y="433"/>
                    <a:pt x="926" y="433"/>
                  </a:cubicBezTo>
                  <a:close/>
                  <a:moveTo>
                    <a:pt x="926" y="1"/>
                  </a:moveTo>
                  <a:cubicBezTo>
                    <a:pt x="401" y="1"/>
                    <a:pt x="0" y="402"/>
                    <a:pt x="0" y="896"/>
                  </a:cubicBezTo>
                  <a:lnTo>
                    <a:pt x="0" y="2562"/>
                  </a:lnTo>
                  <a:cubicBezTo>
                    <a:pt x="0" y="3056"/>
                    <a:pt x="401" y="3457"/>
                    <a:pt x="926" y="3457"/>
                  </a:cubicBezTo>
                  <a:lnTo>
                    <a:pt x="3920" y="3457"/>
                  </a:lnTo>
                  <a:cubicBezTo>
                    <a:pt x="4413" y="3457"/>
                    <a:pt x="4815" y="3056"/>
                    <a:pt x="4845" y="2562"/>
                  </a:cubicBezTo>
                  <a:lnTo>
                    <a:pt x="4845" y="2346"/>
                  </a:lnTo>
                  <a:lnTo>
                    <a:pt x="5648" y="1359"/>
                  </a:lnTo>
                  <a:cubicBezTo>
                    <a:pt x="5771" y="1204"/>
                    <a:pt x="5679" y="1019"/>
                    <a:pt x="5493" y="1019"/>
                  </a:cubicBezTo>
                  <a:lnTo>
                    <a:pt x="4845" y="1019"/>
                  </a:lnTo>
                  <a:lnTo>
                    <a:pt x="4845" y="896"/>
                  </a:lnTo>
                  <a:cubicBezTo>
                    <a:pt x="4845" y="402"/>
                    <a:pt x="4444" y="1"/>
                    <a:pt x="3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9" name="Google Shape;12839;p86"/>
          <p:cNvGrpSpPr/>
          <p:nvPr/>
        </p:nvGrpSpPr>
        <p:grpSpPr>
          <a:xfrm>
            <a:off x="3986913" y="1766106"/>
            <a:ext cx="339500" cy="361250"/>
            <a:chOff x="2510400" y="4141325"/>
            <a:chExt cx="339500" cy="361250"/>
          </a:xfrm>
        </p:grpSpPr>
        <p:sp>
          <p:nvSpPr>
            <p:cNvPr id="12840" name="Google Shape;12840;p86"/>
            <p:cNvSpPr/>
            <p:nvPr/>
          </p:nvSpPr>
          <p:spPr>
            <a:xfrm>
              <a:off x="2510400" y="4141325"/>
              <a:ext cx="339500" cy="361250"/>
            </a:xfrm>
            <a:custGeom>
              <a:rect b="b" l="l" r="r" t="t"/>
              <a:pathLst>
                <a:path extrusionOk="0" h="14450" w="13580">
                  <a:moveTo>
                    <a:pt x="7098" y="0"/>
                  </a:moveTo>
                  <a:cubicBezTo>
                    <a:pt x="6203" y="0"/>
                    <a:pt x="5493" y="710"/>
                    <a:pt x="5493" y="1574"/>
                  </a:cubicBezTo>
                  <a:lnTo>
                    <a:pt x="5493" y="3858"/>
                  </a:lnTo>
                  <a:cubicBezTo>
                    <a:pt x="5428" y="3836"/>
                    <a:pt x="5347" y="3814"/>
                    <a:pt x="5273" y="3814"/>
                  </a:cubicBezTo>
                  <a:cubicBezTo>
                    <a:pt x="5242" y="3814"/>
                    <a:pt x="5212" y="3818"/>
                    <a:pt x="5185" y="3827"/>
                  </a:cubicBezTo>
                  <a:lnTo>
                    <a:pt x="1296" y="3827"/>
                  </a:lnTo>
                  <a:cubicBezTo>
                    <a:pt x="586" y="3827"/>
                    <a:pt x="0" y="4383"/>
                    <a:pt x="0" y="5123"/>
                  </a:cubicBezTo>
                  <a:lnTo>
                    <a:pt x="0" y="5556"/>
                  </a:lnTo>
                  <a:cubicBezTo>
                    <a:pt x="0" y="5694"/>
                    <a:pt x="108" y="5764"/>
                    <a:pt x="216" y="5764"/>
                  </a:cubicBezTo>
                  <a:cubicBezTo>
                    <a:pt x="324" y="5764"/>
                    <a:pt x="432" y="5694"/>
                    <a:pt x="432" y="5556"/>
                  </a:cubicBezTo>
                  <a:lnTo>
                    <a:pt x="432" y="5123"/>
                  </a:lnTo>
                  <a:cubicBezTo>
                    <a:pt x="432" y="4630"/>
                    <a:pt x="802" y="4228"/>
                    <a:pt x="1296" y="4228"/>
                  </a:cubicBezTo>
                  <a:lnTo>
                    <a:pt x="5185" y="4228"/>
                  </a:lnTo>
                  <a:cubicBezTo>
                    <a:pt x="5648" y="4228"/>
                    <a:pt x="6049" y="4630"/>
                    <a:pt x="6049" y="5123"/>
                  </a:cubicBezTo>
                  <a:lnTo>
                    <a:pt x="6049" y="7562"/>
                  </a:lnTo>
                  <a:cubicBezTo>
                    <a:pt x="6049" y="7592"/>
                    <a:pt x="6049" y="7623"/>
                    <a:pt x="6049" y="7623"/>
                  </a:cubicBezTo>
                  <a:lnTo>
                    <a:pt x="6049" y="8981"/>
                  </a:lnTo>
                  <a:lnTo>
                    <a:pt x="6049" y="9074"/>
                  </a:lnTo>
                  <a:lnTo>
                    <a:pt x="5617" y="9074"/>
                  </a:lnTo>
                  <a:cubicBezTo>
                    <a:pt x="5597" y="9072"/>
                    <a:pt x="5578" y="9072"/>
                    <a:pt x="5559" y="9072"/>
                  </a:cubicBezTo>
                  <a:cubicBezTo>
                    <a:pt x="5118" y="9072"/>
                    <a:pt x="4719" y="9403"/>
                    <a:pt x="4660" y="9876"/>
                  </a:cubicBezTo>
                  <a:cubicBezTo>
                    <a:pt x="4629" y="9876"/>
                    <a:pt x="4598" y="9876"/>
                    <a:pt x="4598" y="9907"/>
                  </a:cubicBezTo>
                  <a:lnTo>
                    <a:pt x="3642" y="10617"/>
                  </a:lnTo>
                  <a:lnTo>
                    <a:pt x="3642" y="10061"/>
                  </a:lnTo>
                  <a:cubicBezTo>
                    <a:pt x="3642" y="9938"/>
                    <a:pt x="3549" y="9845"/>
                    <a:pt x="3426" y="9845"/>
                  </a:cubicBezTo>
                  <a:lnTo>
                    <a:pt x="1296" y="9845"/>
                  </a:lnTo>
                  <a:cubicBezTo>
                    <a:pt x="802" y="9845"/>
                    <a:pt x="432" y="9444"/>
                    <a:pt x="432" y="8981"/>
                  </a:cubicBezTo>
                  <a:lnTo>
                    <a:pt x="432" y="6852"/>
                  </a:lnTo>
                  <a:cubicBezTo>
                    <a:pt x="432" y="6697"/>
                    <a:pt x="324" y="6620"/>
                    <a:pt x="216" y="6620"/>
                  </a:cubicBezTo>
                  <a:cubicBezTo>
                    <a:pt x="108" y="6620"/>
                    <a:pt x="0" y="6697"/>
                    <a:pt x="0" y="6852"/>
                  </a:cubicBezTo>
                  <a:lnTo>
                    <a:pt x="0" y="8981"/>
                  </a:lnTo>
                  <a:cubicBezTo>
                    <a:pt x="0" y="9691"/>
                    <a:pt x="586" y="10277"/>
                    <a:pt x="1296" y="10277"/>
                  </a:cubicBezTo>
                  <a:lnTo>
                    <a:pt x="3241" y="10277"/>
                  </a:lnTo>
                  <a:lnTo>
                    <a:pt x="3241" y="11049"/>
                  </a:lnTo>
                  <a:cubicBezTo>
                    <a:pt x="3241" y="11159"/>
                    <a:pt x="3335" y="11254"/>
                    <a:pt x="3445" y="11254"/>
                  </a:cubicBezTo>
                  <a:cubicBezTo>
                    <a:pt x="3489" y="11254"/>
                    <a:pt x="3536" y="11238"/>
                    <a:pt x="3580" y="11203"/>
                  </a:cubicBezTo>
                  <a:lnTo>
                    <a:pt x="4629" y="10401"/>
                  </a:lnTo>
                  <a:lnTo>
                    <a:pt x="4629" y="12777"/>
                  </a:lnTo>
                  <a:cubicBezTo>
                    <a:pt x="4629" y="13302"/>
                    <a:pt x="5092" y="13765"/>
                    <a:pt x="5617" y="13765"/>
                  </a:cubicBezTo>
                  <a:lnTo>
                    <a:pt x="6913" y="13765"/>
                  </a:lnTo>
                  <a:lnTo>
                    <a:pt x="6913" y="14259"/>
                  </a:lnTo>
                  <a:cubicBezTo>
                    <a:pt x="6936" y="14370"/>
                    <a:pt x="7039" y="14450"/>
                    <a:pt x="7141" y="14450"/>
                  </a:cubicBezTo>
                  <a:cubicBezTo>
                    <a:pt x="7180" y="14450"/>
                    <a:pt x="7219" y="14438"/>
                    <a:pt x="7253" y="14413"/>
                  </a:cubicBezTo>
                  <a:lnTo>
                    <a:pt x="8117" y="13765"/>
                  </a:lnTo>
                  <a:lnTo>
                    <a:pt x="8395" y="13765"/>
                  </a:lnTo>
                  <a:cubicBezTo>
                    <a:pt x="8919" y="13765"/>
                    <a:pt x="9351" y="13302"/>
                    <a:pt x="9351" y="12777"/>
                  </a:cubicBezTo>
                  <a:lnTo>
                    <a:pt x="9351" y="12376"/>
                  </a:lnTo>
                  <a:cubicBezTo>
                    <a:pt x="9351" y="12237"/>
                    <a:pt x="9251" y="12168"/>
                    <a:pt x="9151" y="12168"/>
                  </a:cubicBezTo>
                  <a:cubicBezTo>
                    <a:pt x="9050" y="12168"/>
                    <a:pt x="8950" y="12237"/>
                    <a:pt x="8950" y="12376"/>
                  </a:cubicBezTo>
                  <a:lnTo>
                    <a:pt x="8950" y="12777"/>
                  </a:lnTo>
                  <a:cubicBezTo>
                    <a:pt x="8950" y="13086"/>
                    <a:pt x="8672" y="13333"/>
                    <a:pt x="8395" y="13333"/>
                  </a:cubicBezTo>
                  <a:lnTo>
                    <a:pt x="8055" y="13333"/>
                  </a:lnTo>
                  <a:cubicBezTo>
                    <a:pt x="7993" y="13333"/>
                    <a:pt x="7962" y="13333"/>
                    <a:pt x="7932" y="13364"/>
                  </a:cubicBezTo>
                  <a:lnTo>
                    <a:pt x="7345" y="13826"/>
                  </a:lnTo>
                  <a:lnTo>
                    <a:pt x="7345" y="13549"/>
                  </a:lnTo>
                  <a:cubicBezTo>
                    <a:pt x="7345" y="13425"/>
                    <a:pt x="7253" y="13333"/>
                    <a:pt x="7129" y="13333"/>
                  </a:cubicBezTo>
                  <a:lnTo>
                    <a:pt x="5617" y="13333"/>
                  </a:lnTo>
                  <a:cubicBezTo>
                    <a:pt x="5308" y="13333"/>
                    <a:pt x="5061" y="13086"/>
                    <a:pt x="5061" y="12777"/>
                  </a:cubicBezTo>
                  <a:lnTo>
                    <a:pt x="5061" y="10030"/>
                  </a:lnTo>
                  <a:cubicBezTo>
                    <a:pt x="5061" y="9722"/>
                    <a:pt x="5308" y="9475"/>
                    <a:pt x="5617" y="9475"/>
                  </a:cubicBezTo>
                  <a:lnTo>
                    <a:pt x="8395" y="9475"/>
                  </a:lnTo>
                  <a:cubicBezTo>
                    <a:pt x="8672" y="9475"/>
                    <a:pt x="8950" y="9722"/>
                    <a:pt x="8950" y="10030"/>
                  </a:cubicBezTo>
                  <a:lnTo>
                    <a:pt x="8950" y="11049"/>
                  </a:lnTo>
                  <a:cubicBezTo>
                    <a:pt x="8950" y="11203"/>
                    <a:pt x="9050" y="11280"/>
                    <a:pt x="9151" y="11280"/>
                  </a:cubicBezTo>
                  <a:cubicBezTo>
                    <a:pt x="9251" y="11280"/>
                    <a:pt x="9351" y="11203"/>
                    <a:pt x="9351" y="11049"/>
                  </a:cubicBezTo>
                  <a:lnTo>
                    <a:pt x="9351" y="10030"/>
                  </a:lnTo>
                  <a:cubicBezTo>
                    <a:pt x="9351" y="9475"/>
                    <a:pt x="8919" y="9043"/>
                    <a:pt x="8364" y="9043"/>
                  </a:cubicBezTo>
                  <a:lnTo>
                    <a:pt x="6481" y="9043"/>
                  </a:lnTo>
                  <a:lnTo>
                    <a:pt x="6481" y="7932"/>
                  </a:lnTo>
                  <a:cubicBezTo>
                    <a:pt x="6666" y="8024"/>
                    <a:pt x="6882" y="8055"/>
                    <a:pt x="7067" y="8055"/>
                  </a:cubicBezTo>
                  <a:lnTo>
                    <a:pt x="9444" y="8055"/>
                  </a:lnTo>
                  <a:lnTo>
                    <a:pt x="9444" y="9105"/>
                  </a:lnTo>
                  <a:cubicBezTo>
                    <a:pt x="9444" y="9215"/>
                    <a:pt x="9554" y="9309"/>
                    <a:pt x="9662" y="9309"/>
                  </a:cubicBezTo>
                  <a:cubicBezTo>
                    <a:pt x="9705" y="9309"/>
                    <a:pt x="9748" y="9294"/>
                    <a:pt x="9783" y="9259"/>
                  </a:cubicBezTo>
                  <a:lnTo>
                    <a:pt x="11357" y="8055"/>
                  </a:lnTo>
                  <a:lnTo>
                    <a:pt x="12005" y="8055"/>
                  </a:lnTo>
                  <a:cubicBezTo>
                    <a:pt x="12869" y="8055"/>
                    <a:pt x="13579" y="7345"/>
                    <a:pt x="13579" y="6481"/>
                  </a:cubicBezTo>
                  <a:lnTo>
                    <a:pt x="13579" y="1574"/>
                  </a:lnTo>
                  <a:cubicBezTo>
                    <a:pt x="13579" y="710"/>
                    <a:pt x="12869" y="0"/>
                    <a:pt x="12005" y="0"/>
                  </a:cubicBezTo>
                  <a:lnTo>
                    <a:pt x="11388" y="0"/>
                  </a:lnTo>
                  <a:cubicBezTo>
                    <a:pt x="11079" y="0"/>
                    <a:pt x="11079" y="432"/>
                    <a:pt x="11388" y="432"/>
                  </a:cubicBezTo>
                  <a:lnTo>
                    <a:pt x="12005" y="432"/>
                  </a:lnTo>
                  <a:cubicBezTo>
                    <a:pt x="12623" y="432"/>
                    <a:pt x="13147" y="926"/>
                    <a:pt x="13147" y="1574"/>
                  </a:cubicBezTo>
                  <a:lnTo>
                    <a:pt x="13147" y="6481"/>
                  </a:lnTo>
                  <a:cubicBezTo>
                    <a:pt x="13147" y="7129"/>
                    <a:pt x="12623" y="7654"/>
                    <a:pt x="12005" y="7654"/>
                  </a:cubicBezTo>
                  <a:lnTo>
                    <a:pt x="11296" y="7654"/>
                  </a:lnTo>
                  <a:cubicBezTo>
                    <a:pt x="11234" y="7654"/>
                    <a:pt x="11203" y="7654"/>
                    <a:pt x="11172" y="7685"/>
                  </a:cubicBezTo>
                  <a:lnTo>
                    <a:pt x="9876" y="8673"/>
                  </a:lnTo>
                  <a:lnTo>
                    <a:pt x="9876" y="7870"/>
                  </a:lnTo>
                  <a:cubicBezTo>
                    <a:pt x="9876" y="7747"/>
                    <a:pt x="9783" y="7654"/>
                    <a:pt x="9660" y="7654"/>
                  </a:cubicBezTo>
                  <a:lnTo>
                    <a:pt x="7098" y="7654"/>
                  </a:lnTo>
                  <a:cubicBezTo>
                    <a:pt x="6882" y="7654"/>
                    <a:pt x="6666" y="7592"/>
                    <a:pt x="6481" y="7500"/>
                  </a:cubicBezTo>
                  <a:lnTo>
                    <a:pt x="6481" y="5123"/>
                  </a:lnTo>
                  <a:cubicBezTo>
                    <a:pt x="6481" y="4691"/>
                    <a:pt x="6265" y="4259"/>
                    <a:pt x="5926" y="4043"/>
                  </a:cubicBezTo>
                  <a:lnTo>
                    <a:pt x="5926" y="1574"/>
                  </a:lnTo>
                  <a:cubicBezTo>
                    <a:pt x="5926" y="926"/>
                    <a:pt x="6419" y="432"/>
                    <a:pt x="7067" y="432"/>
                  </a:cubicBezTo>
                  <a:lnTo>
                    <a:pt x="10030" y="432"/>
                  </a:lnTo>
                  <a:cubicBezTo>
                    <a:pt x="10339" y="432"/>
                    <a:pt x="10339" y="0"/>
                    <a:pt x="100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41" name="Google Shape;12841;p86"/>
            <p:cNvGrpSpPr/>
            <p:nvPr/>
          </p:nvGrpSpPr>
          <p:grpSpPr>
            <a:xfrm>
              <a:off x="2548975" y="4180400"/>
              <a:ext cx="260800" cy="179300"/>
              <a:chOff x="2548975" y="4180400"/>
              <a:chExt cx="260800" cy="179300"/>
            </a:xfrm>
          </p:grpSpPr>
          <p:sp>
            <p:nvSpPr>
              <p:cNvPr id="12842" name="Google Shape;12842;p86"/>
              <p:cNvSpPr/>
              <p:nvPr/>
            </p:nvSpPr>
            <p:spPr>
              <a:xfrm>
                <a:off x="2687075" y="4180400"/>
                <a:ext cx="122700" cy="122200"/>
              </a:xfrm>
              <a:custGeom>
                <a:rect b="b" l="l" r="r" t="t"/>
                <a:pathLst>
                  <a:path extrusionOk="0" h="4888" w="4908">
                    <a:moveTo>
                      <a:pt x="1173" y="2233"/>
                    </a:moveTo>
                    <a:lnTo>
                      <a:pt x="1173" y="4394"/>
                    </a:lnTo>
                    <a:lnTo>
                      <a:pt x="463" y="4394"/>
                    </a:lnTo>
                    <a:lnTo>
                      <a:pt x="463" y="2233"/>
                    </a:lnTo>
                    <a:close/>
                    <a:moveTo>
                      <a:pt x="2901" y="413"/>
                    </a:moveTo>
                    <a:cubicBezTo>
                      <a:pt x="3087" y="752"/>
                      <a:pt x="3087" y="1153"/>
                      <a:pt x="2963" y="1493"/>
                    </a:cubicBezTo>
                    <a:lnTo>
                      <a:pt x="2778" y="1894"/>
                    </a:lnTo>
                    <a:cubicBezTo>
                      <a:pt x="2747" y="1956"/>
                      <a:pt x="2747" y="2017"/>
                      <a:pt x="2778" y="2079"/>
                    </a:cubicBezTo>
                    <a:cubicBezTo>
                      <a:pt x="2809" y="2141"/>
                      <a:pt x="2901" y="2172"/>
                      <a:pt x="2963" y="2172"/>
                    </a:cubicBezTo>
                    <a:lnTo>
                      <a:pt x="4383" y="2203"/>
                    </a:lnTo>
                    <a:cubicBezTo>
                      <a:pt x="4445" y="2203"/>
                      <a:pt x="4475" y="2233"/>
                      <a:pt x="4506" y="2326"/>
                    </a:cubicBezTo>
                    <a:lnTo>
                      <a:pt x="4506" y="2604"/>
                    </a:lnTo>
                    <a:lnTo>
                      <a:pt x="4506" y="4332"/>
                    </a:lnTo>
                    <a:cubicBezTo>
                      <a:pt x="4475" y="4363"/>
                      <a:pt x="4475" y="4394"/>
                      <a:pt x="4445" y="4425"/>
                    </a:cubicBezTo>
                    <a:cubicBezTo>
                      <a:pt x="4445" y="4455"/>
                      <a:pt x="4414" y="4455"/>
                      <a:pt x="4383" y="4486"/>
                    </a:cubicBezTo>
                    <a:lnTo>
                      <a:pt x="2346" y="4486"/>
                    </a:lnTo>
                    <a:cubicBezTo>
                      <a:pt x="2099" y="4455"/>
                      <a:pt x="1852" y="4394"/>
                      <a:pt x="1667" y="4239"/>
                    </a:cubicBezTo>
                    <a:lnTo>
                      <a:pt x="1574" y="4178"/>
                    </a:lnTo>
                    <a:lnTo>
                      <a:pt x="1574" y="2511"/>
                    </a:lnTo>
                    <a:lnTo>
                      <a:pt x="2439" y="1524"/>
                    </a:lnTo>
                    <a:cubicBezTo>
                      <a:pt x="2716" y="1215"/>
                      <a:pt x="2871" y="814"/>
                      <a:pt x="2871" y="413"/>
                    </a:cubicBezTo>
                    <a:close/>
                    <a:moveTo>
                      <a:pt x="2899" y="1"/>
                    </a:moveTo>
                    <a:cubicBezTo>
                      <a:pt x="2662" y="1"/>
                      <a:pt x="2469" y="198"/>
                      <a:pt x="2469" y="443"/>
                    </a:cubicBezTo>
                    <a:cubicBezTo>
                      <a:pt x="2469" y="752"/>
                      <a:pt x="2346" y="1030"/>
                      <a:pt x="2130" y="1246"/>
                    </a:cubicBezTo>
                    <a:lnTo>
                      <a:pt x="1574" y="1894"/>
                    </a:lnTo>
                    <a:cubicBezTo>
                      <a:pt x="1513" y="1832"/>
                      <a:pt x="1451" y="1801"/>
                      <a:pt x="1389" y="1801"/>
                    </a:cubicBezTo>
                    <a:lnTo>
                      <a:pt x="216" y="1801"/>
                    </a:lnTo>
                    <a:cubicBezTo>
                      <a:pt x="93" y="1801"/>
                      <a:pt x="0" y="1894"/>
                      <a:pt x="0" y="2017"/>
                    </a:cubicBezTo>
                    <a:lnTo>
                      <a:pt x="0" y="4579"/>
                    </a:lnTo>
                    <a:cubicBezTo>
                      <a:pt x="0" y="4702"/>
                      <a:pt x="93" y="4795"/>
                      <a:pt x="216" y="4795"/>
                    </a:cubicBezTo>
                    <a:lnTo>
                      <a:pt x="1389" y="4795"/>
                    </a:lnTo>
                    <a:cubicBezTo>
                      <a:pt x="1451" y="4795"/>
                      <a:pt x="1544" y="4764"/>
                      <a:pt x="1574" y="4671"/>
                    </a:cubicBezTo>
                    <a:cubicBezTo>
                      <a:pt x="1821" y="4826"/>
                      <a:pt x="2068" y="4887"/>
                      <a:pt x="2346" y="4887"/>
                    </a:cubicBezTo>
                    <a:lnTo>
                      <a:pt x="4352" y="4887"/>
                    </a:lnTo>
                    <a:cubicBezTo>
                      <a:pt x="4661" y="4887"/>
                      <a:pt x="4907" y="4641"/>
                      <a:pt x="4907" y="4332"/>
                    </a:cubicBezTo>
                    <a:lnTo>
                      <a:pt x="4907" y="2326"/>
                    </a:lnTo>
                    <a:cubicBezTo>
                      <a:pt x="4907" y="2017"/>
                      <a:pt x="4661" y="1770"/>
                      <a:pt x="4352" y="1770"/>
                    </a:cubicBezTo>
                    <a:lnTo>
                      <a:pt x="3303" y="1770"/>
                    </a:lnTo>
                    <a:lnTo>
                      <a:pt x="3364" y="1678"/>
                    </a:lnTo>
                    <a:cubicBezTo>
                      <a:pt x="3550" y="1184"/>
                      <a:pt x="3519" y="659"/>
                      <a:pt x="3272" y="197"/>
                    </a:cubicBezTo>
                    <a:cubicBezTo>
                      <a:pt x="3210" y="104"/>
                      <a:pt x="3117" y="42"/>
                      <a:pt x="2994" y="11"/>
                    </a:cubicBezTo>
                    <a:cubicBezTo>
                      <a:pt x="2962" y="4"/>
                      <a:pt x="2930" y="1"/>
                      <a:pt x="28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86"/>
              <p:cNvSpPr/>
              <p:nvPr/>
            </p:nvSpPr>
            <p:spPr>
              <a:xfrm>
                <a:off x="2548975" y="4277875"/>
                <a:ext cx="85650" cy="81825"/>
              </a:xfrm>
              <a:custGeom>
                <a:rect b="b" l="l" r="r" t="t"/>
                <a:pathLst>
                  <a:path extrusionOk="0" h="3273" w="3426">
                    <a:moveTo>
                      <a:pt x="2006" y="1390"/>
                    </a:moveTo>
                    <a:lnTo>
                      <a:pt x="1914" y="1914"/>
                    </a:lnTo>
                    <a:lnTo>
                      <a:pt x="1389" y="1914"/>
                    </a:lnTo>
                    <a:lnTo>
                      <a:pt x="1482" y="1390"/>
                    </a:lnTo>
                    <a:close/>
                    <a:moveTo>
                      <a:pt x="1512" y="1"/>
                    </a:moveTo>
                    <a:cubicBezTo>
                      <a:pt x="1420" y="1"/>
                      <a:pt x="1296" y="63"/>
                      <a:pt x="1266" y="186"/>
                    </a:cubicBezTo>
                    <a:lnTo>
                      <a:pt x="1142" y="958"/>
                    </a:lnTo>
                    <a:lnTo>
                      <a:pt x="309" y="958"/>
                    </a:lnTo>
                    <a:cubicBezTo>
                      <a:pt x="0" y="958"/>
                      <a:pt x="0" y="1359"/>
                      <a:pt x="309" y="1359"/>
                    </a:cubicBezTo>
                    <a:lnTo>
                      <a:pt x="1080" y="1359"/>
                    </a:lnTo>
                    <a:lnTo>
                      <a:pt x="988" y="1883"/>
                    </a:lnTo>
                    <a:lnTo>
                      <a:pt x="278" y="1914"/>
                    </a:lnTo>
                    <a:cubicBezTo>
                      <a:pt x="0" y="1914"/>
                      <a:pt x="0" y="2316"/>
                      <a:pt x="278" y="2316"/>
                    </a:cubicBezTo>
                    <a:lnTo>
                      <a:pt x="926" y="2316"/>
                    </a:lnTo>
                    <a:lnTo>
                      <a:pt x="803" y="3025"/>
                    </a:lnTo>
                    <a:cubicBezTo>
                      <a:pt x="772" y="3149"/>
                      <a:pt x="864" y="3241"/>
                      <a:pt x="957" y="3272"/>
                    </a:cubicBezTo>
                    <a:lnTo>
                      <a:pt x="1019" y="3272"/>
                    </a:lnTo>
                    <a:cubicBezTo>
                      <a:pt x="1111" y="3272"/>
                      <a:pt x="1204" y="3211"/>
                      <a:pt x="1204" y="3087"/>
                    </a:cubicBezTo>
                    <a:lnTo>
                      <a:pt x="1327" y="2316"/>
                    </a:lnTo>
                    <a:lnTo>
                      <a:pt x="1852" y="2316"/>
                    </a:lnTo>
                    <a:lnTo>
                      <a:pt x="1728" y="3025"/>
                    </a:lnTo>
                    <a:cubicBezTo>
                      <a:pt x="1728" y="3149"/>
                      <a:pt x="1790" y="3241"/>
                      <a:pt x="1914" y="3272"/>
                    </a:cubicBezTo>
                    <a:lnTo>
                      <a:pt x="1944" y="3272"/>
                    </a:lnTo>
                    <a:cubicBezTo>
                      <a:pt x="2037" y="3272"/>
                      <a:pt x="2130" y="3211"/>
                      <a:pt x="2161" y="3087"/>
                    </a:cubicBezTo>
                    <a:lnTo>
                      <a:pt x="2284" y="2316"/>
                    </a:lnTo>
                    <a:lnTo>
                      <a:pt x="3148" y="2316"/>
                    </a:lnTo>
                    <a:cubicBezTo>
                      <a:pt x="3416" y="2316"/>
                      <a:pt x="3426" y="1913"/>
                      <a:pt x="3176" y="1913"/>
                    </a:cubicBezTo>
                    <a:cubicBezTo>
                      <a:pt x="3167" y="1913"/>
                      <a:pt x="3158" y="1913"/>
                      <a:pt x="3148" y="1914"/>
                    </a:cubicBezTo>
                    <a:lnTo>
                      <a:pt x="2377" y="1914"/>
                    </a:lnTo>
                    <a:lnTo>
                      <a:pt x="2438" y="1390"/>
                    </a:lnTo>
                    <a:lnTo>
                      <a:pt x="3148" y="1390"/>
                    </a:lnTo>
                    <a:cubicBezTo>
                      <a:pt x="3426" y="1390"/>
                      <a:pt x="3426" y="958"/>
                      <a:pt x="3148" y="958"/>
                    </a:cubicBezTo>
                    <a:lnTo>
                      <a:pt x="2531" y="958"/>
                    </a:lnTo>
                    <a:lnTo>
                      <a:pt x="2654" y="248"/>
                    </a:lnTo>
                    <a:cubicBezTo>
                      <a:pt x="2654" y="124"/>
                      <a:pt x="2593" y="32"/>
                      <a:pt x="2469" y="1"/>
                    </a:cubicBezTo>
                    <a:cubicBezTo>
                      <a:pt x="2346" y="1"/>
                      <a:pt x="2253" y="63"/>
                      <a:pt x="2222" y="186"/>
                    </a:cubicBezTo>
                    <a:lnTo>
                      <a:pt x="2099" y="958"/>
                    </a:lnTo>
                    <a:lnTo>
                      <a:pt x="1574" y="958"/>
                    </a:lnTo>
                    <a:lnTo>
                      <a:pt x="1698" y="248"/>
                    </a:lnTo>
                    <a:cubicBezTo>
                      <a:pt x="1728" y="124"/>
                      <a:pt x="1636" y="32"/>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44" name="Google Shape;12844;p86"/>
            <p:cNvSpPr/>
            <p:nvPr/>
          </p:nvSpPr>
          <p:spPr>
            <a:xfrm>
              <a:off x="2654675" y="4401500"/>
              <a:ext cx="61750" cy="53100"/>
            </a:xfrm>
            <a:custGeom>
              <a:rect b="b" l="l" r="r" t="t"/>
              <a:pathLst>
                <a:path extrusionOk="0" h="2124" w="2470">
                  <a:moveTo>
                    <a:pt x="772" y="426"/>
                  </a:moveTo>
                  <a:cubicBezTo>
                    <a:pt x="864" y="426"/>
                    <a:pt x="988" y="518"/>
                    <a:pt x="1019" y="611"/>
                  </a:cubicBezTo>
                  <a:cubicBezTo>
                    <a:pt x="1080" y="673"/>
                    <a:pt x="1142" y="734"/>
                    <a:pt x="1235" y="734"/>
                  </a:cubicBezTo>
                  <a:cubicBezTo>
                    <a:pt x="1296" y="734"/>
                    <a:pt x="1389" y="673"/>
                    <a:pt x="1420" y="611"/>
                  </a:cubicBezTo>
                  <a:cubicBezTo>
                    <a:pt x="1471" y="509"/>
                    <a:pt x="1565" y="449"/>
                    <a:pt x="1665" y="449"/>
                  </a:cubicBezTo>
                  <a:cubicBezTo>
                    <a:pt x="1686" y="449"/>
                    <a:pt x="1707" y="451"/>
                    <a:pt x="1729" y="457"/>
                  </a:cubicBezTo>
                  <a:cubicBezTo>
                    <a:pt x="1914" y="488"/>
                    <a:pt x="2037" y="673"/>
                    <a:pt x="2006" y="858"/>
                  </a:cubicBezTo>
                  <a:lnTo>
                    <a:pt x="2006" y="827"/>
                  </a:lnTo>
                  <a:cubicBezTo>
                    <a:pt x="2006" y="1136"/>
                    <a:pt x="1821" y="1383"/>
                    <a:pt x="1235" y="1691"/>
                  </a:cubicBezTo>
                  <a:cubicBezTo>
                    <a:pt x="648" y="1383"/>
                    <a:pt x="432" y="1136"/>
                    <a:pt x="432" y="827"/>
                  </a:cubicBezTo>
                  <a:cubicBezTo>
                    <a:pt x="401" y="642"/>
                    <a:pt x="525" y="488"/>
                    <a:pt x="679" y="426"/>
                  </a:cubicBezTo>
                  <a:close/>
                  <a:moveTo>
                    <a:pt x="1648" y="0"/>
                  </a:moveTo>
                  <a:cubicBezTo>
                    <a:pt x="1492" y="0"/>
                    <a:pt x="1339" y="58"/>
                    <a:pt x="1204" y="148"/>
                  </a:cubicBezTo>
                  <a:lnTo>
                    <a:pt x="1235" y="179"/>
                  </a:lnTo>
                  <a:cubicBezTo>
                    <a:pt x="1097" y="65"/>
                    <a:pt x="926" y="1"/>
                    <a:pt x="759" y="1"/>
                  </a:cubicBezTo>
                  <a:cubicBezTo>
                    <a:pt x="700" y="1"/>
                    <a:pt x="642" y="9"/>
                    <a:pt x="587" y="25"/>
                  </a:cubicBezTo>
                  <a:cubicBezTo>
                    <a:pt x="247" y="117"/>
                    <a:pt x="0" y="457"/>
                    <a:pt x="0" y="827"/>
                  </a:cubicBezTo>
                  <a:cubicBezTo>
                    <a:pt x="0" y="1105"/>
                    <a:pt x="124" y="1352"/>
                    <a:pt x="309" y="1568"/>
                  </a:cubicBezTo>
                  <a:cubicBezTo>
                    <a:pt x="556" y="1784"/>
                    <a:pt x="834" y="1969"/>
                    <a:pt x="1111" y="2123"/>
                  </a:cubicBezTo>
                  <a:lnTo>
                    <a:pt x="1327" y="2123"/>
                  </a:lnTo>
                  <a:cubicBezTo>
                    <a:pt x="2006" y="1753"/>
                    <a:pt x="2438" y="1413"/>
                    <a:pt x="2438" y="827"/>
                  </a:cubicBezTo>
                  <a:cubicBezTo>
                    <a:pt x="2469" y="426"/>
                    <a:pt x="2191" y="86"/>
                    <a:pt x="1821" y="25"/>
                  </a:cubicBezTo>
                  <a:cubicBezTo>
                    <a:pt x="1763" y="8"/>
                    <a:pt x="1705" y="0"/>
                    <a:pt x="16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5" name="Google Shape;12845;p86"/>
          <p:cNvGrpSpPr/>
          <p:nvPr/>
        </p:nvGrpSpPr>
        <p:grpSpPr>
          <a:xfrm>
            <a:off x="1769581" y="3975874"/>
            <a:ext cx="361875" cy="361875"/>
            <a:chOff x="4004875" y="1904625"/>
            <a:chExt cx="361875" cy="361875"/>
          </a:xfrm>
        </p:grpSpPr>
        <p:sp>
          <p:nvSpPr>
            <p:cNvPr id="12846" name="Google Shape;12846;p86"/>
            <p:cNvSpPr/>
            <p:nvPr/>
          </p:nvSpPr>
          <p:spPr>
            <a:xfrm>
              <a:off x="4114425" y="1994900"/>
              <a:ext cx="35050" cy="51675"/>
            </a:xfrm>
            <a:custGeom>
              <a:rect b="b" l="l" r="r" t="t"/>
              <a:pathLst>
                <a:path extrusionOk="0" h="2067" w="1402">
                  <a:moveTo>
                    <a:pt x="1062" y="1"/>
                  </a:moveTo>
                  <a:cubicBezTo>
                    <a:pt x="1017" y="1"/>
                    <a:pt x="969" y="19"/>
                    <a:pt x="927" y="62"/>
                  </a:cubicBezTo>
                  <a:lnTo>
                    <a:pt x="93" y="864"/>
                  </a:lnTo>
                  <a:cubicBezTo>
                    <a:pt x="1" y="957"/>
                    <a:pt x="1" y="1080"/>
                    <a:pt x="93" y="1173"/>
                  </a:cubicBezTo>
                  <a:lnTo>
                    <a:pt x="958" y="2006"/>
                  </a:lnTo>
                  <a:cubicBezTo>
                    <a:pt x="1001" y="2049"/>
                    <a:pt x="1050" y="2067"/>
                    <a:pt x="1099" y="2067"/>
                  </a:cubicBezTo>
                  <a:cubicBezTo>
                    <a:pt x="1258" y="2067"/>
                    <a:pt x="1401" y="1870"/>
                    <a:pt x="1235" y="1728"/>
                  </a:cubicBezTo>
                  <a:lnTo>
                    <a:pt x="556" y="1018"/>
                  </a:lnTo>
                  <a:lnTo>
                    <a:pt x="1205" y="370"/>
                  </a:lnTo>
                  <a:cubicBezTo>
                    <a:pt x="1347" y="204"/>
                    <a:pt x="1215" y="1"/>
                    <a:pt x="1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86"/>
            <p:cNvSpPr/>
            <p:nvPr/>
          </p:nvSpPr>
          <p:spPr>
            <a:xfrm>
              <a:off x="4222750" y="1994900"/>
              <a:ext cx="33675" cy="51675"/>
            </a:xfrm>
            <a:custGeom>
              <a:rect b="b" l="l" r="r" t="t"/>
              <a:pathLst>
                <a:path extrusionOk="0" h="2067" w="1347">
                  <a:moveTo>
                    <a:pt x="297" y="0"/>
                  </a:moveTo>
                  <a:cubicBezTo>
                    <a:pt x="131" y="0"/>
                    <a:pt x="1" y="197"/>
                    <a:pt x="143" y="339"/>
                  </a:cubicBezTo>
                  <a:lnTo>
                    <a:pt x="822" y="1049"/>
                  </a:lnTo>
                  <a:lnTo>
                    <a:pt x="174" y="1697"/>
                  </a:lnTo>
                  <a:cubicBezTo>
                    <a:pt x="31" y="1864"/>
                    <a:pt x="163" y="2067"/>
                    <a:pt x="330" y="2067"/>
                  </a:cubicBezTo>
                  <a:cubicBezTo>
                    <a:pt x="380" y="2067"/>
                    <a:pt x="433" y="2048"/>
                    <a:pt x="482" y="2006"/>
                  </a:cubicBezTo>
                  <a:lnTo>
                    <a:pt x="1285" y="1203"/>
                  </a:lnTo>
                  <a:cubicBezTo>
                    <a:pt x="1346" y="1111"/>
                    <a:pt x="1346" y="987"/>
                    <a:pt x="1285" y="895"/>
                  </a:cubicBezTo>
                  <a:lnTo>
                    <a:pt x="451" y="62"/>
                  </a:lnTo>
                  <a:cubicBezTo>
                    <a:pt x="401" y="19"/>
                    <a:pt x="348" y="0"/>
                    <a:pt x="2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86"/>
            <p:cNvSpPr/>
            <p:nvPr/>
          </p:nvSpPr>
          <p:spPr>
            <a:xfrm>
              <a:off x="4165875" y="1982250"/>
              <a:ext cx="39625" cy="75850"/>
            </a:xfrm>
            <a:custGeom>
              <a:rect b="b" l="l" r="r" t="t"/>
              <a:pathLst>
                <a:path extrusionOk="0" h="3034" w="1585">
                  <a:moveTo>
                    <a:pt x="1357" y="1"/>
                  </a:moveTo>
                  <a:cubicBezTo>
                    <a:pt x="1272" y="1"/>
                    <a:pt x="1176" y="41"/>
                    <a:pt x="1153" y="135"/>
                  </a:cubicBezTo>
                  <a:lnTo>
                    <a:pt x="42" y="2759"/>
                  </a:lnTo>
                  <a:cubicBezTo>
                    <a:pt x="0" y="2923"/>
                    <a:pt x="124" y="3033"/>
                    <a:pt x="247" y="3033"/>
                  </a:cubicBezTo>
                  <a:cubicBezTo>
                    <a:pt x="309" y="3033"/>
                    <a:pt x="371" y="3006"/>
                    <a:pt x="412" y="2944"/>
                  </a:cubicBezTo>
                  <a:lnTo>
                    <a:pt x="1554" y="290"/>
                  </a:lnTo>
                  <a:cubicBezTo>
                    <a:pt x="1585" y="197"/>
                    <a:pt x="1523" y="74"/>
                    <a:pt x="1430" y="12"/>
                  </a:cubicBezTo>
                  <a:cubicBezTo>
                    <a:pt x="1408" y="5"/>
                    <a:pt x="1383" y="1"/>
                    <a:pt x="13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86"/>
            <p:cNvSpPr/>
            <p:nvPr/>
          </p:nvSpPr>
          <p:spPr>
            <a:xfrm>
              <a:off x="4004875" y="1904625"/>
              <a:ext cx="361875" cy="361875"/>
            </a:xfrm>
            <a:custGeom>
              <a:rect b="b" l="l" r="r" t="t"/>
              <a:pathLst>
                <a:path extrusionOk="0" h="14475" w="14475">
                  <a:moveTo>
                    <a:pt x="10833" y="432"/>
                  </a:moveTo>
                  <a:cubicBezTo>
                    <a:pt x="11327" y="432"/>
                    <a:pt x="11728" y="802"/>
                    <a:pt x="11728" y="1296"/>
                  </a:cubicBezTo>
                  <a:lnTo>
                    <a:pt x="11728" y="1636"/>
                  </a:lnTo>
                  <a:lnTo>
                    <a:pt x="2747" y="1636"/>
                  </a:lnTo>
                  <a:lnTo>
                    <a:pt x="2747" y="1296"/>
                  </a:lnTo>
                  <a:cubicBezTo>
                    <a:pt x="2747" y="833"/>
                    <a:pt x="3148" y="432"/>
                    <a:pt x="3642" y="432"/>
                  </a:cubicBezTo>
                  <a:close/>
                  <a:moveTo>
                    <a:pt x="11728" y="2068"/>
                  </a:moveTo>
                  <a:lnTo>
                    <a:pt x="11728" y="6697"/>
                  </a:lnTo>
                  <a:cubicBezTo>
                    <a:pt x="11728" y="7191"/>
                    <a:pt x="11327" y="7592"/>
                    <a:pt x="10864" y="7592"/>
                  </a:cubicBezTo>
                  <a:lnTo>
                    <a:pt x="3642" y="7592"/>
                  </a:lnTo>
                  <a:cubicBezTo>
                    <a:pt x="3148" y="7592"/>
                    <a:pt x="2747" y="7191"/>
                    <a:pt x="2747" y="6697"/>
                  </a:cubicBezTo>
                  <a:lnTo>
                    <a:pt x="2747" y="2068"/>
                  </a:lnTo>
                  <a:close/>
                  <a:moveTo>
                    <a:pt x="14043" y="9660"/>
                  </a:moveTo>
                  <a:lnTo>
                    <a:pt x="14043" y="10678"/>
                  </a:lnTo>
                  <a:cubicBezTo>
                    <a:pt x="14043" y="11049"/>
                    <a:pt x="13734" y="11357"/>
                    <a:pt x="13395" y="11357"/>
                  </a:cubicBezTo>
                  <a:lnTo>
                    <a:pt x="13395" y="11326"/>
                  </a:lnTo>
                  <a:lnTo>
                    <a:pt x="1112" y="11326"/>
                  </a:lnTo>
                  <a:cubicBezTo>
                    <a:pt x="741" y="11326"/>
                    <a:pt x="433" y="11049"/>
                    <a:pt x="433" y="10678"/>
                  </a:cubicBezTo>
                  <a:lnTo>
                    <a:pt x="433" y="9660"/>
                  </a:lnTo>
                  <a:close/>
                  <a:moveTo>
                    <a:pt x="8148" y="11758"/>
                  </a:moveTo>
                  <a:lnTo>
                    <a:pt x="8148" y="13147"/>
                  </a:lnTo>
                  <a:lnTo>
                    <a:pt x="6389" y="13147"/>
                  </a:lnTo>
                  <a:lnTo>
                    <a:pt x="6389" y="11758"/>
                  </a:lnTo>
                  <a:close/>
                  <a:moveTo>
                    <a:pt x="3642" y="0"/>
                  </a:moveTo>
                  <a:cubicBezTo>
                    <a:pt x="2902" y="0"/>
                    <a:pt x="2315" y="586"/>
                    <a:pt x="2315" y="1296"/>
                  </a:cubicBezTo>
                  <a:lnTo>
                    <a:pt x="2315" y="2160"/>
                  </a:lnTo>
                  <a:lnTo>
                    <a:pt x="1081" y="2160"/>
                  </a:lnTo>
                  <a:cubicBezTo>
                    <a:pt x="494" y="2160"/>
                    <a:pt x="1" y="2654"/>
                    <a:pt x="1" y="3271"/>
                  </a:cubicBezTo>
                  <a:lnTo>
                    <a:pt x="1" y="3981"/>
                  </a:lnTo>
                  <a:cubicBezTo>
                    <a:pt x="1" y="4120"/>
                    <a:pt x="109" y="4189"/>
                    <a:pt x="217" y="4189"/>
                  </a:cubicBezTo>
                  <a:cubicBezTo>
                    <a:pt x="325" y="4189"/>
                    <a:pt x="433" y="4120"/>
                    <a:pt x="433" y="3981"/>
                  </a:cubicBezTo>
                  <a:lnTo>
                    <a:pt x="433" y="3271"/>
                  </a:lnTo>
                  <a:cubicBezTo>
                    <a:pt x="433" y="2901"/>
                    <a:pt x="710" y="2592"/>
                    <a:pt x="1081" y="2592"/>
                  </a:cubicBezTo>
                  <a:lnTo>
                    <a:pt x="2315" y="2592"/>
                  </a:lnTo>
                  <a:lnTo>
                    <a:pt x="2315" y="6697"/>
                  </a:lnTo>
                  <a:cubicBezTo>
                    <a:pt x="2315" y="7407"/>
                    <a:pt x="2902" y="7993"/>
                    <a:pt x="3642" y="7993"/>
                  </a:cubicBezTo>
                  <a:lnTo>
                    <a:pt x="10833" y="7993"/>
                  </a:lnTo>
                  <a:cubicBezTo>
                    <a:pt x="11574" y="7993"/>
                    <a:pt x="12129" y="7407"/>
                    <a:pt x="12129" y="6697"/>
                  </a:cubicBezTo>
                  <a:lnTo>
                    <a:pt x="12129" y="2592"/>
                  </a:lnTo>
                  <a:lnTo>
                    <a:pt x="13395" y="2592"/>
                  </a:lnTo>
                  <a:cubicBezTo>
                    <a:pt x="13734" y="2592"/>
                    <a:pt x="14043" y="2901"/>
                    <a:pt x="14043" y="3271"/>
                  </a:cubicBezTo>
                  <a:lnTo>
                    <a:pt x="14043" y="9228"/>
                  </a:lnTo>
                  <a:lnTo>
                    <a:pt x="433" y="9228"/>
                  </a:lnTo>
                  <a:lnTo>
                    <a:pt x="433" y="5185"/>
                  </a:lnTo>
                  <a:cubicBezTo>
                    <a:pt x="433" y="5046"/>
                    <a:pt x="325" y="4976"/>
                    <a:pt x="217" y="4976"/>
                  </a:cubicBezTo>
                  <a:cubicBezTo>
                    <a:pt x="109" y="4976"/>
                    <a:pt x="1" y="5046"/>
                    <a:pt x="1" y="5185"/>
                  </a:cubicBezTo>
                  <a:lnTo>
                    <a:pt x="1" y="10678"/>
                  </a:lnTo>
                  <a:cubicBezTo>
                    <a:pt x="1" y="11265"/>
                    <a:pt x="494" y="11758"/>
                    <a:pt x="1112" y="11758"/>
                  </a:cubicBezTo>
                  <a:lnTo>
                    <a:pt x="5957" y="11758"/>
                  </a:lnTo>
                  <a:lnTo>
                    <a:pt x="5957" y="13147"/>
                  </a:lnTo>
                  <a:lnTo>
                    <a:pt x="4877" y="13147"/>
                  </a:lnTo>
                  <a:cubicBezTo>
                    <a:pt x="4043" y="13147"/>
                    <a:pt x="4043" y="14474"/>
                    <a:pt x="4877" y="14474"/>
                  </a:cubicBezTo>
                  <a:lnTo>
                    <a:pt x="7809" y="14474"/>
                  </a:lnTo>
                  <a:cubicBezTo>
                    <a:pt x="8077" y="14474"/>
                    <a:pt x="8086" y="14071"/>
                    <a:pt x="7836" y="14071"/>
                  </a:cubicBezTo>
                  <a:cubicBezTo>
                    <a:pt x="7827" y="14071"/>
                    <a:pt x="7818" y="14072"/>
                    <a:pt x="7809" y="14073"/>
                  </a:cubicBezTo>
                  <a:lnTo>
                    <a:pt x="4877" y="14073"/>
                  </a:lnTo>
                  <a:cubicBezTo>
                    <a:pt x="4599" y="14011"/>
                    <a:pt x="4599" y="13610"/>
                    <a:pt x="4877" y="13579"/>
                  </a:cubicBezTo>
                  <a:lnTo>
                    <a:pt x="9599" y="13579"/>
                  </a:lnTo>
                  <a:cubicBezTo>
                    <a:pt x="9876" y="13610"/>
                    <a:pt x="9876" y="14011"/>
                    <a:pt x="9599" y="14073"/>
                  </a:cubicBezTo>
                  <a:lnTo>
                    <a:pt x="9043" y="14073"/>
                  </a:lnTo>
                  <a:cubicBezTo>
                    <a:pt x="8765" y="14073"/>
                    <a:pt x="8765" y="14474"/>
                    <a:pt x="9043" y="14474"/>
                  </a:cubicBezTo>
                  <a:lnTo>
                    <a:pt x="9599" y="14474"/>
                  </a:lnTo>
                  <a:cubicBezTo>
                    <a:pt x="10432" y="14474"/>
                    <a:pt x="10432" y="13147"/>
                    <a:pt x="9599" y="13147"/>
                  </a:cubicBezTo>
                  <a:lnTo>
                    <a:pt x="8549" y="13147"/>
                  </a:lnTo>
                  <a:lnTo>
                    <a:pt x="8549" y="11758"/>
                  </a:lnTo>
                  <a:lnTo>
                    <a:pt x="13364" y="11758"/>
                  </a:lnTo>
                  <a:cubicBezTo>
                    <a:pt x="13981" y="11758"/>
                    <a:pt x="14475" y="11265"/>
                    <a:pt x="14475" y="10678"/>
                  </a:cubicBezTo>
                  <a:lnTo>
                    <a:pt x="14475" y="3271"/>
                  </a:lnTo>
                  <a:cubicBezTo>
                    <a:pt x="14475" y="2654"/>
                    <a:pt x="13981" y="2160"/>
                    <a:pt x="13364" y="2160"/>
                  </a:cubicBezTo>
                  <a:lnTo>
                    <a:pt x="12129" y="2160"/>
                  </a:lnTo>
                  <a:lnTo>
                    <a:pt x="12129" y="1296"/>
                  </a:lnTo>
                  <a:cubicBezTo>
                    <a:pt x="12129" y="586"/>
                    <a:pt x="11574" y="0"/>
                    <a:pt x="108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86"/>
            <p:cNvSpPr/>
            <p:nvPr/>
          </p:nvSpPr>
          <p:spPr>
            <a:xfrm>
              <a:off x="4087425" y="1926225"/>
              <a:ext cx="13925" cy="10825"/>
            </a:xfrm>
            <a:custGeom>
              <a:rect b="b" l="l" r="r" t="t"/>
              <a:pathLst>
                <a:path extrusionOk="0" h="433" w="557">
                  <a:moveTo>
                    <a:pt x="278" y="0"/>
                  </a:moveTo>
                  <a:cubicBezTo>
                    <a:pt x="1" y="0"/>
                    <a:pt x="1" y="432"/>
                    <a:pt x="278" y="432"/>
                  </a:cubicBezTo>
                  <a:cubicBezTo>
                    <a:pt x="556" y="432"/>
                    <a:pt x="556"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86"/>
            <p:cNvSpPr/>
            <p:nvPr/>
          </p:nvSpPr>
          <p:spPr>
            <a:xfrm>
              <a:off x="4105175" y="1926225"/>
              <a:ext cx="13925" cy="10825"/>
            </a:xfrm>
            <a:custGeom>
              <a:rect b="b" l="l" r="r" t="t"/>
              <a:pathLst>
                <a:path extrusionOk="0" h="433" w="557">
                  <a:moveTo>
                    <a:pt x="278" y="0"/>
                  </a:moveTo>
                  <a:cubicBezTo>
                    <a:pt x="1" y="0"/>
                    <a:pt x="1" y="432"/>
                    <a:pt x="278" y="432"/>
                  </a:cubicBezTo>
                  <a:cubicBezTo>
                    <a:pt x="556" y="432"/>
                    <a:pt x="556"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86"/>
            <p:cNvSpPr/>
            <p:nvPr/>
          </p:nvSpPr>
          <p:spPr>
            <a:xfrm>
              <a:off x="4122925" y="1926225"/>
              <a:ext cx="14675" cy="10825"/>
            </a:xfrm>
            <a:custGeom>
              <a:rect b="b" l="l" r="r" t="t"/>
              <a:pathLst>
                <a:path extrusionOk="0" h="433" w="587">
                  <a:moveTo>
                    <a:pt x="309" y="0"/>
                  </a:moveTo>
                  <a:cubicBezTo>
                    <a:pt x="0" y="0"/>
                    <a:pt x="0" y="432"/>
                    <a:pt x="309" y="432"/>
                  </a:cubicBezTo>
                  <a:cubicBezTo>
                    <a:pt x="587" y="432"/>
                    <a:pt x="587" y="0"/>
                    <a:pt x="3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3" name="Google Shape;12853;p86"/>
          <p:cNvGrpSpPr/>
          <p:nvPr/>
        </p:nvGrpSpPr>
        <p:grpSpPr>
          <a:xfrm>
            <a:off x="1074150" y="1796643"/>
            <a:ext cx="362675" cy="300175"/>
            <a:chOff x="1740375" y="4172175"/>
            <a:chExt cx="362675" cy="300175"/>
          </a:xfrm>
        </p:grpSpPr>
        <p:sp>
          <p:nvSpPr>
            <p:cNvPr id="12854" name="Google Shape;12854;p86"/>
            <p:cNvSpPr/>
            <p:nvPr/>
          </p:nvSpPr>
          <p:spPr>
            <a:xfrm>
              <a:off x="1740375" y="4172175"/>
              <a:ext cx="362675" cy="300175"/>
            </a:xfrm>
            <a:custGeom>
              <a:rect b="b" l="l" r="r" t="t"/>
              <a:pathLst>
                <a:path extrusionOk="0" h="12007" w="14507">
                  <a:moveTo>
                    <a:pt x="13025" y="433"/>
                  </a:moveTo>
                  <a:cubicBezTo>
                    <a:pt x="13611" y="433"/>
                    <a:pt x="14105" y="927"/>
                    <a:pt x="14105" y="1513"/>
                  </a:cubicBezTo>
                  <a:lnTo>
                    <a:pt x="14105" y="2285"/>
                  </a:lnTo>
                  <a:lnTo>
                    <a:pt x="464" y="2285"/>
                  </a:lnTo>
                  <a:lnTo>
                    <a:pt x="464" y="1513"/>
                  </a:lnTo>
                  <a:cubicBezTo>
                    <a:pt x="464" y="927"/>
                    <a:pt x="927" y="433"/>
                    <a:pt x="1513" y="433"/>
                  </a:cubicBezTo>
                  <a:close/>
                  <a:moveTo>
                    <a:pt x="12531" y="9013"/>
                  </a:moveTo>
                  <a:lnTo>
                    <a:pt x="12531" y="11574"/>
                  </a:lnTo>
                  <a:lnTo>
                    <a:pt x="8025" y="11574"/>
                  </a:lnTo>
                  <a:lnTo>
                    <a:pt x="8025" y="9013"/>
                  </a:lnTo>
                  <a:close/>
                  <a:moveTo>
                    <a:pt x="1513" y="1"/>
                  </a:moveTo>
                  <a:cubicBezTo>
                    <a:pt x="680" y="1"/>
                    <a:pt x="1" y="680"/>
                    <a:pt x="32" y="1513"/>
                  </a:cubicBezTo>
                  <a:lnTo>
                    <a:pt x="32" y="8704"/>
                  </a:lnTo>
                  <a:cubicBezTo>
                    <a:pt x="32" y="8843"/>
                    <a:pt x="132" y="8912"/>
                    <a:pt x="232" y="8912"/>
                  </a:cubicBezTo>
                  <a:cubicBezTo>
                    <a:pt x="333" y="8912"/>
                    <a:pt x="433" y="8843"/>
                    <a:pt x="433" y="8704"/>
                  </a:cubicBezTo>
                  <a:lnTo>
                    <a:pt x="433" y="2655"/>
                  </a:lnTo>
                  <a:lnTo>
                    <a:pt x="14074" y="2655"/>
                  </a:lnTo>
                  <a:lnTo>
                    <a:pt x="14074" y="10494"/>
                  </a:lnTo>
                  <a:cubicBezTo>
                    <a:pt x="14074" y="11080"/>
                    <a:pt x="13611" y="11574"/>
                    <a:pt x="13025" y="11574"/>
                  </a:cubicBezTo>
                  <a:lnTo>
                    <a:pt x="12963" y="11574"/>
                  </a:lnTo>
                  <a:lnTo>
                    <a:pt x="12963" y="8796"/>
                  </a:lnTo>
                  <a:cubicBezTo>
                    <a:pt x="12963" y="8673"/>
                    <a:pt x="12870" y="8580"/>
                    <a:pt x="12747" y="8580"/>
                  </a:cubicBezTo>
                  <a:lnTo>
                    <a:pt x="7840" y="8580"/>
                  </a:lnTo>
                  <a:cubicBezTo>
                    <a:pt x="7716" y="8580"/>
                    <a:pt x="7624" y="8673"/>
                    <a:pt x="7624" y="8796"/>
                  </a:cubicBezTo>
                  <a:lnTo>
                    <a:pt x="7624" y="11574"/>
                  </a:lnTo>
                  <a:lnTo>
                    <a:pt x="1513" y="11574"/>
                  </a:lnTo>
                  <a:cubicBezTo>
                    <a:pt x="927" y="11543"/>
                    <a:pt x="464" y="11080"/>
                    <a:pt x="464" y="10525"/>
                  </a:cubicBezTo>
                  <a:lnTo>
                    <a:pt x="464" y="9815"/>
                  </a:lnTo>
                  <a:cubicBezTo>
                    <a:pt x="464" y="9676"/>
                    <a:pt x="356" y="9607"/>
                    <a:pt x="248" y="9607"/>
                  </a:cubicBezTo>
                  <a:cubicBezTo>
                    <a:pt x="140" y="9607"/>
                    <a:pt x="32" y="9676"/>
                    <a:pt x="32" y="9815"/>
                  </a:cubicBezTo>
                  <a:lnTo>
                    <a:pt x="32" y="10525"/>
                  </a:lnTo>
                  <a:cubicBezTo>
                    <a:pt x="32" y="11327"/>
                    <a:pt x="711" y="12006"/>
                    <a:pt x="1513" y="12006"/>
                  </a:cubicBezTo>
                  <a:lnTo>
                    <a:pt x="13025" y="12006"/>
                  </a:lnTo>
                  <a:cubicBezTo>
                    <a:pt x="13858" y="12006"/>
                    <a:pt x="14506" y="11327"/>
                    <a:pt x="14506" y="10525"/>
                  </a:cubicBezTo>
                  <a:lnTo>
                    <a:pt x="14506" y="1513"/>
                  </a:lnTo>
                  <a:cubicBezTo>
                    <a:pt x="14506" y="680"/>
                    <a:pt x="13858" y="1"/>
                    <a:pt x="13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86"/>
            <p:cNvSpPr/>
            <p:nvPr/>
          </p:nvSpPr>
          <p:spPr>
            <a:xfrm>
              <a:off x="1772025" y="4197650"/>
              <a:ext cx="22400" cy="19050"/>
            </a:xfrm>
            <a:custGeom>
              <a:rect b="b" l="l" r="r" t="t"/>
              <a:pathLst>
                <a:path extrusionOk="0" h="762" w="896">
                  <a:moveTo>
                    <a:pt x="525" y="347"/>
                  </a:moveTo>
                  <a:cubicBezTo>
                    <a:pt x="540" y="347"/>
                    <a:pt x="556" y="355"/>
                    <a:pt x="556" y="371"/>
                  </a:cubicBezTo>
                  <a:cubicBezTo>
                    <a:pt x="556" y="401"/>
                    <a:pt x="525" y="401"/>
                    <a:pt x="525" y="401"/>
                  </a:cubicBezTo>
                  <a:cubicBezTo>
                    <a:pt x="494" y="401"/>
                    <a:pt x="494" y="401"/>
                    <a:pt x="494" y="371"/>
                  </a:cubicBezTo>
                  <a:cubicBezTo>
                    <a:pt x="494" y="355"/>
                    <a:pt x="509" y="347"/>
                    <a:pt x="525" y="347"/>
                  </a:cubicBezTo>
                  <a:close/>
                  <a:moveTo>
                    <a:pt x="525" y="0"/>
                  </a:moveTo>
                  <a:cubicBezTo>
                    <a:pt x="185" y="0"/>
                    <a:pt x="0" y="401"/>
                    <a:pt x="247" y="648"/>
                  </a:cubicBezTo>
                  <a:cubicBezTo>
                    <a:pt x="326" y="727"/>
                    <a:pt x="420" y="762"/>
                    <a:pt x="512" y="762"/>
                  </a:cubicBezTo>
                  <a:cubicBezTo>
                    <a:pt x="709" y="762"/>
                    <a:pt x="895" y="602"/>
                    <a:pt x="895" y="371"/>
                  </a:cubicBezTo>
                  <a:cubicBezTo>
                    <a:pt x="895" y="155"/>
                    <a:pt x="74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86"/>
            <p:cNvSpPr/>
            <p:nvPr/>
          </p:nvSpPr>
          <p:spPr>
            <a:xfrm>
              <a:off x="1806750" y="4197650"/>
              <a:ext cx="22400" cy="19050"/>
            </a:xfrm>
            <a:custGeom>
              <a:rect b="b" l="l" r="r" t="t"/>
              <a:pathLst>
                <a:path extrusionOk="0" h="762" w="896">
                  <a:moveTo>
                    <a:pt x="509" y="347"/>
                  </a:moveTo>
                  <a:cubicBezTo>
                    <a:pt x="517" y="347"/>
                    <a:pt x="525" y="355"/>
                    <a:pt x="525" y="371"/>
                  </a:cubicBezTo>
                  <a:cubicBezTo>
                    <a:pt x="525" y="401"/>
                    <a:pt x="525" y="401"/>
                    <a:pt x="525" y="401"/>
                  </a:cubicBezTo>
                  <a:cubicBezTo>
                    <a:pt x="494" y="401"/>
                    <a:pt x="494" y="401"/>
                    <a:pt x="494" y="371"/>
                  </a:cubicBezTo>
                  <a:cubicBezTo>
                    <a:pt x="494" y="355"/>
                    <a:pt x="502" y="347"/>
                    <a:pt x="509" y="347"/>
                  </a:cubicBezTo>
                  <a:close/>
                  <a:moveTo>
                    <a:pt x="525" y="0"/>
                  </a:moveTo>
                  <a:cubicBezTo>
                    <a:pt x="154" y="0"/>
                    <a:pt x="0" y="401"/>
                    <a:pt x="247" y="648"/>
                  </a:cubicBezTo>
                  <a:cubicBezTo>
                    <a:pt x="326" y="727"/>
                    <a:pt x="420" y="762"/>
                    <a:pt x="512" y="762"/>
                  </a:cubicBezTo>
                  <a:cubicBezTo>
                    <a:pt x="709" y="762"/>
                    <a:pt x="895" y="602"/>
                    <a:pt x="895" y="371"/>
                  </a:cubicBezTo>
                  <a:cubicBezTo>
                    <a:pt x="895" y="155"/>
                    <a:pt x="7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86"/>
            <p:cNvSpPr/>
            <p:nvPr/>
          </p:nvSpPr>
          <p:spPr>
            <a:xfrm>
              <a:off x="1839925" y="4197650"/>
              <a:ext cx="22400" cy="19050"/>
            </a:xfrm>
            <a:custGeom>
              <a:rect b="b" l="l" r="r" t="t"/>
              <a:pathLst>
                <a:path extrusionOk="0" h="762" w="896">
                  <a:moveTo>
                    <a:pt x="525" y="347"/>
                  </a:moveTo>
                  <a:cubicBezTo>
                    <a:pt x="540" y="347"/>
                    <a:pt x="556" y="355"/>
                    <a:pt x="556" y="371"/>
                  </a:cubicBezTo>
                  <a:cubicBezTo>
                    <a:pt x="556" y="401"/>
                    <a:pt x="525" y="401"/>
                    <a:pt x="525" y="401"/>
                  </a:cubicBezTo>
                  <a:cubicBezTo>
                    <a:pt x="494" y="401"/>
                    <a:pt x="494" y="401"/>
                    <a:pt x="494" y="371"/>
                  </a:cubicBezTo>
                  <a:cubicBezTo>
                    <a:pt x="494" y="355"/>
                    <a:pt x="509" y="347"/>
                    <a:pt x="525" y="347"/>
                  </a:cubicBezTo>
                  <a:close/>
                  <a:moveTo>
                    <a:pt x="525" y="0"/>
                  </a:moveTo>
                  <a:cubicBezTo>
                    <a:pt x="185" y="0"/>
                    <a:pt x="0" y="401"/>
                    <a:pt x="247" y="648"/>
                  </a:cubicBezTo>
                  <a:cubicBezTo>
                    <a:pt x="326" y="727"/>
                    <a:pt x="420" y="762"/>
                    <a:pt x="512" y="762"/>
                  </a:cubicBezTo>
                  <a:cubicBezTo>
                    <a:pt x="709" y="762"/>
                    <a:pt x="895" y="602"/>
                    <a:pt x="895" y="371"/>
                  </a:cubicBezTo>
                  <a:cubicBezTo>
                    <a:pt x="895" y="155"/>
                    <a:pt x="74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86"/>
            <p:cNvSpPr/>
            <p:nvPr/>
          </p:nvSpPr>
          <p:spPr>
            <a:xfrm>
              <a:off x="1775875" y="4262450"/>
              <a:ext cx="290125" cy="104950"/>
            </a:xfrm>
            <a:custGeom>
              <a:rect b="b" l="l" r="r" t="t"/>
              <a:pathLst>
                <a:path extrusionOk="0" h="4198" w="11605">
                  <a:moveTo>
                    <a:pt x="7932" y="433"/>
                  </a:moveTo>
                  <a:lnTo>
                    <a:pt x="4537" y="3797"/>
                  </a:lnTo>
                  <a:lnTo>
                    <a:pt x="402" y="3797"/>
                  </a:lnTo>
                  <a:lnTo>
                    <a:pt x="402" y="433"/>
                  </a:lnTo>
                  <a:close/>
                  <a:moveTo>
                    <a:pt x="217" y="1"/>
                  </a:moveTo>
                  <a:cubicBezTo>
                    <a:pt x="93" y="1"/>
                    <a:pt x="1" y="93"/>
                    <a:pt x="1" y="217"/>
                  </a:cubicBezTo>
                  <a:lnTo>
                    <a:pt x="1" y="3982"/>
                  </a:lnTo>
                  <a:cubicBezTo>
                    <a:pt x="1" y="4105"/>
                    <a:pt x="93" y="4198"/>
                    <a:pt x="217" y="4198"/>
                  </a:cubicBezTo>
                  <a:lnTo>
                    <a:pt x="11389" y="4198"/>
                  </a:lnTo>
                  <a:cubicBezTo>
                    <a:pt x="11512" y="4198"/>
                    <a:pt x="11605" y="4105"/>
                    <a:pt x="11605" y="3982"/>
                  </a:cubicBezTo>
                  <a:lnTo>
                    <a:pt x="11605" y="2254"/>
                  </a:lnTo>
                  <a:cubicBezTo>
                    <a:pt x="11605" y="2115"/>
                    <a:pt x="11497" y="2045"/>
                    <a:pt x="11389" y="2045"/>
                  </a:cubicBezTo>
                  <a:cubicBezTo>
                    <a:pt x="11281" y="2045"/>
                    <a:pt x="11173" y="2115"/>
                    <a:pt x="11173" y="2254"/>
                  </a:cubicBezTo>
                  <a:lnTo>
                    <a:pt x="11173" y="3797"/>
                  </a:lnTo>
                  <a:lnTo>
                    <a:pt x="5124" y="3797"/>
                  </a:lnTo>
                  <a:lnTo>
                    <a:pt x="8518" y="433"/>
                  </a:lnTo>
                  <a:lnTo>
                    <a:pt x="11142" y="433"/>
                  </a:lnTo>
                  <a:lnTo>
                    <a:pt x="11142" y="1112"/>
                  </a:lnTo>
                  <a:cubicBezTo>
                    <a:pt x="11142" y="1235"/>
                    <a:pt x="11234" y="1328"/>
                    <a:pt x="11358" y="1328"/>
                  </a:cubicBezTo>
                  <a:cubicBezTo>
                    <a:pt x="11481" y="1328"/>
                    <a:pt x="11574" y="1235"/>
                    <a:pt x="11574" y="1112"/>
                  </a:cubicBezTo>
                  <a:lnTo>
                    <a:pt x="11574" y="217"/>
                  </a:lnTo>
                  <a:cubicBezTo>
                    <a:pt x="11574" y="93"/>
                    <a:pt x="11481" y="1"/>
                    <a:pt x="11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86"/>
            <p:cNvSpPr/>
            <p:nvPr/>
          </p:nvSpPr>
          <p:spPr>
            <a:xfrm>
              <a:off x="1991900" y="4300250"/>
              <a:ext cx="44775" cy="10825"/>
            </a:xfrm>
            <a:custGeom>
              <a:rect b="b" l="l" r="r" t="t"/>
              <a:pathLst>
                <a:path extrusionOk="0" h="433" w="1791">
                  <a:moveTo>
                    <a:pt x="310" y="1"/>
                  </a:moveTo>
                  <a:cubicBezTo>
                    <a:pt x="1" y="1"/>
                    <a:pt x="1" y="433"/>
                    <a:pt x="310" y="433"/>
                  </a:cubicBezTo>
                  <a:lnTo>
                    <a:pt x="1513" y="433"/>
                  </a:lnTo>
                  <a:cubicBezTo>
                    <a:pt x="1791" y="433"/>
                    <a:pt x="1791" y="1"/>
                    <a:pt x="1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86"/>
            <p:cNvSpPr/>
            <p:nvPr/>
          </p:nvSpPr>
          <p:spPr>
            <a:xfrm>
              <a:off x="1964125" y="4324175"/>
              <a:ext cx="72550" cy="10050"/>
            </a:xfrm>
            <a:custGeom>
              <a:rect b="b" l="l" r="r" t="t"/>
              <a:pathLst>
                <a:path extrusionOk="0" h="402" w="2902">
                  <a:moveTo>
                    <a:pt x="279" y="1"/>
                  </a:moveTo>
                  <a:cubicBezTo>
                    <a:pt x="1" y="1"/>
                    <a:pt x="1" y="402"/>
                    <a:pt x="279" y="402"/>
                  </a:cubicBezTo>
                  <a:lnTo>
                    <a:pt x="2624" y="402"/>
                  </a:lnTo>
                  <a:cubicBezTo>
                    <a:pt x="2902" y="402"/>
                    <a:pt x="2902" y="1"/>
                    <a:pt x="26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1" name="Google Shape;12861;p86"/>
            <p:cNvSpPr/>
            <p:nvPr/>
          </p:nvSpPr>
          <p:spPr>
            <a:xfrm>
              <a:off x="1773550" y="4386675"/>
              <a:ext cx="130425" cy="10825"/>
            </a:xfrm>
            <a:custGeom>
              <a:rect b="b" l="l" r="r" t="t"/>
              <a:pathLst>
                <a:path extrusionOk="0" h="433" w="5217">
                  <a:moveTo>
                    <a:pt x="310" y="0"/>
                  </a:moveTo>
                  <a:cubicBezTo>
                    <a:pt x="1" y="0"/>
                    <a:pt x="1" y="433"/>
                    <a:pt x="310" y="433"/>
                  </a:cubicBezTo>
                  <a:lnTo>
                    <a:pt x="4939" y="433"/>
                  </a:lnTo>
                  <a:cubicBezTo>
                    <a:pt x="5217" y="433"/>
                    <a:pt x="5217" y="0"/>
                    <a:pt x="4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86"/>
            <p:cNvSpPr/>
            <p:nvPr/>
          </p:nvSpPr>
          <p:spPr>
            <a:xfrm>
              <a:off x="1773550" y="4411375"/>
              <a:ext cx="130425" cy="10825"/>
            </a:xfrm>
            <a:custGeom>
              <a:rect b="b" l="l" r="r" t="t"/>
              <a:pathLst>
                <a:path extrusionOk="0" h="433" w="5217">
                  <a:moveTo>
                    <a:pt x="310" y="0"/>
                  </a:moveTo>
                  <a:cubicBezTo>
                    <a:pt x="1" y="0"/>
                    <a:pt x="1" y="432"/>
                    <a:pt x="310" y="432"/>
                  </a:cubicBezTo>
                  <a:lnTo>
                    <a:pt x="4939" y="432"/>
                  </a:lnTo>
                  <a:cubicBezTo>
                    <a:pt x="5217" y="432"/>
                    <a:pt x="5217" y="0"/>
                    <a:pt x="4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86"/>
            <p:cNvSpPr/>
            <p:nvPr/>
          </p:nvSpPr>
          <p:spPr>
            <a:xfrm>
              <a:off x="1773550" y="4434500"/>
              <a:ext cx="130425" cy="10825"/>
            </a:xfrm>
            <a:custGeom>
              <a:rect b="b" l="l" r="r" t="t"/>
              <a:pathLst>
                <a:path extrusionOk="0" h="433" w="5217">
                  <a:moveTo>
                    <a:pt x="310" y="1"/>
                  </a:moveTo>
                  <a:cubicBezTo>
                    <a:pt x="1" y="1"/>
                    <a:pt x="1" y="433"/>
                    <a:pt x="310" y="433"/>
                  </a:cubicBezTo>
                  <a:lnTo>
                    <a:pt x="4939" y="433"/>
                  </a:lnTo>
                  <a:cubicBezTo>
                    <a:pt x="5217" y="433"/>
                    <a:pt x="5217" y="1"/>
                    <a:pt x="49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4" name="Google Shape;12864;p86"/>
          <p:cNvGrpSpPr/>
          <p:nvPr/>
        </p:nvGrpSpPr>
        <p:grpSpPr>
          <a:xfrm>
            <a:off x="7721420" y="3975874"/>
            <a:ext cx="361875" cy="361875"/>
            <a:chOff x="980425" y="1904625"/>
            <a:chExt cx="361875" cy="361875"/>
          </a:xfrm>
        </p:grpSpPr>
        <p:sp>
          <p:nvSpPr>
            <p:cNvPr id="12865" name="Google Shape;12865;p86"/>
            <p:cNvSpPr/>
            <p:nvPr/>
          </p:nvSpPr>
          <p:spPr>
            <a:xfrm>
              <a:off x="980425" y="1904625"/>
              <a:ext cx="361875" cy="361875"/>
            </a:xfrm>
            <a:custGeom>
              <a:rect b="b" l="l" r="r" t="t"/>
              <a:pathLst>
                <a:path extrusionOk="0" h="14475" w="14475">
                  <a:moveTo>
                    <a:pt x="5740" y="432"/>
                  </a:moveTo>
                  <a:cubicBezTo>
                    <a:pt x="6234" y="432"/>
                    <a:pt x="6604" y="802"/>
                    <a:pt x="6604" y="1296"/>
                  </a:cubicBezTo>
                  <a:lnTo>
                    <a:pt x="6604" y="1636"/>
                  </a:lnTo>
                  <a:lnTo>
                    <a:pt x="1512" y="1636"/>
                  </a:lnTo>
                  <a:lnTo>
                    <a:pt x="1512" y="1296"/>
                  </a:lnTo>
                  <a:cubicBezTo>
                    <a:pt x="1512" y="802"/>
                    <a:pt x="1913" y="432"/>
                    <a:pt x="2376" y="432"/>
                  </a:cubicBezTo>
                  <a:close/>
                  <a:moveTo>
                    <a:pt x="12098" y="432"/>
                  </a:moveTo>
                  <a:cubicBezTo>
                    <a:pt x="12592" y="432"/>
                    <a:pt x="12962" y="802"/>
                    <a:pt x="12962" y="1296"/>
                  </a:cubicBezTo>
                  <a:lnTo>
                    <a:pt x="12962" y="1636"/>
                  </a:lnTo>
                  <a:lnTo>
                    <a:pt x="7870" y="1636"/>
                  </a:lnTo>
                  <a:lnTo>
                    <a:pt x="7870" y="1296"/>
                  </a:lnTo>
                  <a:cubicBezTo>
                    <a:pt x="7870" y="802"/>
                    <a:pt x="8271" y="432"/>
                    <a:pt x="8734" y="432"/>
                  </a:cubicBezTo>
                  <a:close/>
                  <a:moveTo>
                    <a:pt x="12962" y="2068"/>
                  </a:moveTo>
                  <a:lnTo>
                    <a:pt x="12962" y="6697"/>
                  </a:lnTo>
                  <a:cubicBezTo>
                    <a:pt x="12962" y="7191"/>
                    <a:pt x="12592" y="7592"/>
                    <a:pt x="12098" y="7592"/>
                  </a:cubicBezTo>
                  <a:lnTo>
                    <a:pt x="8734" y="7592"/>
                  </a:lnTo>
                  <a:cubicBezTo>
                    <a:pt x="8271" y="7592"/>
                    <a:pt x="7870" y="7191"/>
                    <a:pt x="7870" y="6697"/>
                  </a:cubicBezTo>
                  <a:lnTo>
                    <a:pt x="7870" y="2068"/>
                  </a:lnTo>
                  <a:close/>
                  <a:moveTo>
                    <a:pt x="6604" y="2068"/>
                  </a:moveTo>
                  <a:lnTo>
                    <a:pt x="6604" y="4722"/>
                  </a:lnTo>
                  <a:cubicBezTo>
                    <a:pt x="6604" y="4861"/>
                    <a:pt x="6712" y="4930"/>
                    <a:pt x="6820" y="4930"/>
                  </a:cubicBezTo>
                  <a:cubicBezTo>
                    <a:pt x="6928" y="4930"/>
                    <a:pt x="7037" y="4861"/>
                    <a:pt x="7037" y="4722"/>
                  </a:cubicBezTo>
                  <a:lnTo>
                    <a:pt x="7037" y="2592"/>
                  </a:lnTo>
                  <a:lnTo>
                    <a:pt x="7438" y="2592"/>
                  </a:lnTo>
                  <a:lnTo>
                    <a:pt x="7438" y="6697"/>
                  </a:lnTo>
                  <a:cubicBezTo>
                    <a:pt x="7438" y="7407"/>
                    <a:pt x="8024" y="7993"/>
                    <a:pt x="8734" y="7993"/>
                  </a:cubicBezTo>
                  <a:lnTo>
                    <a:pt x="12098" y="7993"/>
                  </a:lnTo>
                  <a:cubicBezTo>
                    <a:pt x="12808" y="7993"/>
                    <a:pt x="13394" y="7407"/>
                    <a:pt x="13394" y="6697"/>
                  </a:cubicBezTo>
                  <a:lnTo>
                    <a:pt x="13394" y="2592"/>
                  </a:lnTo>
                  <a:cubicBezTo>
                    <a:pt x="13734" y="2592"/>
                    <a:pt x="14042" y="2901"/>
                    <a:pt x="14042" y="3271"/>
                  </a:cubicBezTo>
                  <a:lnTo>
                    <a:pt x="14042" y="9228"/>
                  </a:lnTo>
                  <a:lnTo>
                    <a:pt x="432" y="9228"/>
                  </a:lnTo>
                  <a:lnTo>
                    <a:pt x="432" y="3271"/>
                  </a:lnTo>
                  <a:cubicBezTo>
                    <a:pt x="432" y="2901"/>
                    <a:pt x="710" y="2592"/>
                    <a:pt x="1080" y="2592"/>
                  </a:cubicBezTo>
                  <a:lnTo>
                    <a:pt x="1080" y="6697"/>
                  </a:lnTo>
                  <a:cubicBezTo>
                    <a:pt x="1080" y="7407"/>
                    <a:pt x="1667" y="7993"/>
                    <a:pt x="2376" y="7993"/>
                  </a:cubicBezTo>
                  <a:lnTo>
                    <a:pt x="5740" y="7993"/>
                  </a:lnTo>
                  <a:cubicBezTo>
                    <a:pt x="6450" y="7993"/>
                    <a:pt x="7037" y="7407"/>
                    <a:pt x="7037" y="6697"/>
                  </a:cubicBezTo>
                  <a:lnTo>
                    <a:pt x="7037" y="5987"/>
                  </a:lnTo>
                  <a:cubicBezTo>
                    <a:pt x="7037" y="5848"/>
                    <a:pt x="6928" y="5779"/>
                    <a:pt x="6820" y="5779"/>
                  </a:cubicBezTo>
                  <a:cubicBezTo>
                    <a:pt x="6712" y="5779"/>
                    <a:pt x="6604" y="5848"/>
                    <a:pt x="6604" y="5987"/>
                  </a:cubicBezTo>
                  <a:lnTo>
                    <a:pt x="6604" y="6697"/>
                  </a:lnTo>
                  <a:cubicBezTo>
                    <a:pt x="6604" y="7191"/>
                    <a:pt x="6234" y="7592"/>
                    <a:pt x="5740" y="7592"/>
                  </a:cubicBezTo>
                  <a:lnTo>
                    <a:pt x="2376" y="7592"/>
                  </a:lnTo>
                  <a:cubicBezTo>
                    <a:pt x="1913" y="7592"/>
                    <a:pt x="1512" y="7191"/>
                    <a:pt x="1512" y="6697"/>
                  </a:cubicBezTo>
                  <a:lnTo>
                    <a:pt x="1512" y="2068"/>
                  </a:lnTo>
                  <a:close/>
                  <a:moveTo>
                    <a:pt x="8148" y="11758"/>
                  </a:moveTo>
                  <a:lnTo>
                    <a:pt x="8148" y="13147"/>
                  </a:lnTo>
                  <a:lnTo>
                    <a:pt x="6388" y="13147"/>
                  </a:lnTo>
                  <a:lnTo>
                    <a:pt x="6388" y="11758"/>
                  </a:lnTo>
                  <a:close/>
                  <a:moveTo>
                    <a:pt x="2376" y="0"/>
                  </a:moveTo>
                  <a:cubicBezTo>
                    <a:pt x="1667" y="0"/>
                    <a:pt x="1080" y="586"/>
                    <a:pt x="1080" y="1296"/>
                  </a:cubicBezTo>
                  <a:lnTo>
                    <a:pt x="1080" y="2160"/>
                  </a:lnTo>
                  <a:cubicBezTo>
                    <a:pt x="494" y="2191"/>
                    <a:pt x="0" y="2654"/>
                    <a:pt x="0" y="3271"/>
                  </a:cubicBezTo>
                  <a:lnTo>
                    <a:pt x="0" y="10678"/>
                  </a:lnTo>
                  <a:cubicBezTo>
                    <a:pt x="0" y="11265"/>
                    <a:pt x="494" y="11758"/>
                    <a:pt x="1080" y="11758"/>
                  </a:cubicBezTo>
                  <a:lnTo>
                    <a:pt x="5956" y="11758"/>
                  </a:lnTo>
                  <a:lnTo>
                    <a:pt x="5956" y="13147"/>
                  </a:lnTo>
                  <a:lnTo>
                    <a:pt x="4876" y="13147"/>
                  </a:lnTo>
                  <a:cubicBezTo>
                    <a:pt x="4043" y="13147"/>
                    <a:pt x="4043" y="14474"/>
                    <a:pt x="4876" y="14474"/>
                  </a:cubicBezTo>
                  <a:lnTo>
                    <a:pt x="5586" y="14474"/>
                  </a:lnTo>
                  <a:cubicBezTo>
                    <a:pt x="5854" y="14474"/>
                    <a:pt x="5863" y="14071"/>
                    <a:pt x="5614" y="14071"/>
                  </a:cubicBezTo>
                  <a:cubicBezTo>
                    <a:pt x="5605" y="14071"/>
                    <a:pt x="5596" y="14072"/>
                    <a:pt x="5586" y="14073"/>
                  </a:cubicBezTo>
                  <a:lnTo>
                    <a:pt x="4876" y="14073"/>
                  </a:lnTo>
                  <a:cubicBezTo>
                    <a:pt x="4598" y="14011"/>
                    <a:pt x="4598" y="13610"/>
                    <a:pt x="4876" y="13579"/>
                  </a:cubicBezTo>
                  <a:lnTo>
                    <a:pt x="9598" y="13579"/>
                  </a:lnTo>
                  <a:cubicBezTo>
                    <a:pt x="9876" y="13579"/>
                    <a:pt x="9876" y="14073"/>
                    <a:pt x="9598" y="14073"/>
                  </a:cubicBezTo>
                  <a:lnTo>
                    <a:pt x="6820" y="14073"/>
                  </a:lnTo>
                  <a:cubicBezTo>
                    <a:pt x="6543" y="14073"/>
                    <a:pt x="6543" y="14474"/>
                    <a:pt x="6820" y="14474"/>
                  </a:cubicBezTo>
                  <a:lnTo>
                    <a:pt x="9598" y="14474"/>
                  </a:lnTo>
                  <a:cubicBezTo>
                    <a:pt x="10431" y="14474"/>
                    <a:pt x="10431" y="13147"/>
                    <a:pt x="9598" y="13147"/>
                  </a:cubicBezTo>
                  <a:lnTo>
                    <a:pt x="8549" y="13147"/>
                  </a:lnTo>
                  <a:lnTo>
                    <a:pt x="8549" y="11758"/>
                  </a:lnTo>
                  <a:lnTo>
                    <a:pt x="10956" y="11758"/>
                  </a:lnTo>
                  <a:cubicBezTo>
                    <a:pt x="11265" y="11758"/>
                    <a:pt x="11265" y="11326"/>
                    <a:pt x="10956" y="11326"/>
                  </a:cubicBezTo>
                  <a:lnTo>
                    <a:pt x="1111" y="11326"/>
                  </a:lnTo>
                  <a:cubicBezTo>
                    <a:pt x="741" y="11326"/>
                    <a:pt x="432" y="11049"/>
                    <a:pt x="432" y="10678"/>
                  </a:cubicBezTo>
                  <a:lnTo>
                    <a:pt x="432" y="9660"/>
                  </a:lnTo>
                  <a:lnTo>
                    <a:pt x="14042" y="9660"/>
                  </a:lnTo>
                  <a:lnTo>
                    <a:pt x="14042" y="10678"/>
                  </a:lnTo>
                  <a:cubicBezTo>
                    <a:pt x="14042" y="11049"/>
                    <a:pt x="13734" y="11357"/>
                    <a:pt x="13394" y="11357"/>
                  </a:cubicBezTo>
                  <a:lnTo>
                    <a:pt x="12221" y="11357"/>
                  </a:lnTo>
                  <a:cubicBezTo>
                    <a:pt x="11944" y="11357"/>
                    <a:pt x="11944" y="11758"/>
                    <a:pt x="12221" y="11758"/>
                  </a:cubicBezTo>
                  <a:lnTo>
                    <a:pt x="13394" y="11758"/>
                  </a:lnTo>
                  <a:cubicBezTo>
                    <a:pt x="13980" y="11758"/>
                    <a:pt x="14474" y="11265"/>
                    <a:pt x="14474" y="10678"/>
                  </a:cubicBezTo>
                  <a:lnTo>
                    <a:pt x="14474" y="3271"/>
                  </a:lnTo>
                  <a:cubicBezTo>
                    <a:pt x="14474" y="2654"/>
                    <a:pt x="13980" y="2191"/>
                    <a:pt x="13394" y="2160"/>
                  </a:cubicBezTo>
                  <a:lnTo>
                    <a:pt x="13394" y="1296"/>
                  </a:lnTo>
                  <a:cubicBezTo>
                    <a:pt x="13394" y="586"/>
                    <a:pt x="12808" y="0"/>
                    <a:pt x="12098" y="0"/>
                  </a:cubicBezTo>
                  <a:lnTo>
                    <a:pt x="8734" y="0"/>
                  </a:lnTo>
                  <a:cubicBezTo>
                    <a:pt x="8024" y="0"/>
                    <a:pt x="7438" y="586"/>
                    <a:pt x="7438" y="1296"/>
                  </a:cubicBezTo>
                  <a:lnTo>
                    <a:pt x="7438" y="2160"/>
                  </a:lnTo>
                  <a:lnTo>
                    <a:pt x="7067" y="2160"/>
                  </a:lnTo>
                  <a:lnTo>
                    <a:pt x="7067" y="1296"/>
                  </a:lnTo>
                  <a:cubicBezTo>
                    <a:pt x="7067" y="586"/>
                    <a:pt x="6450" y="0"/>
                    <a:pt x="5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86"/>
            <p:cNvSpPr/>
            <p:nvPr/>
          </p:nvSpPr>
          <p:spPr>
            <a:xfrm>
              <a:off x="1054750" y="1995075"/>
              <a:ext cx="54275" cy="54450"/>
            </a:xfrm>
            <a:custGeom>
              <a:rect b="b" l="l" r="r" t="t"/>
              <a:pathLst>
                <a:path extrusionOk="0" h="2178" w="2171">
                  <a:moveTo>
                    <a:pt x="1101" y="703"/>
                  </a:moveTo>
                  <a:lnTo>
                    <a:pt x="1317" y="1227"/>
                  </a:lnTo>
                  <a:lnTo>
                    <a:pt x="854" y="1227"/>
                  </a:lnTo>
                  <a:lnTo>
                    <a:pt x="1101" y="703"/>
                  </a:lnTo>
                  <a:close/>
                  <a:moveTo>
                    <a:pt x="1085" y="1"/>
                  </a:moveTo>
                  <a:cubicBezTo>
                    <a:pt x="1008" y="1"/>
                    <a:pt x="931" y="39"/>
                    <a:pt x="885" y="116"/>
                  </a:cubicBezTo>
                  <a:lnTo>
                    <a:pt x="82" y="1875"/>
                  </a:lnTo>
                  <a:cubicBezTo>
                    <a:pt x="0" y="2040"/>
                    <a:pt x="137" y="2177"/>
                    <a:pt x="274" y="2177"/>
                  </a:cubicBezTo>
                  <a:cubicBezTo>
                    <a:pt x="343" y="2177"/>
                    <a:pt x="412" y="2143"/>
                    <a:pt x="453" y="2061"/>
                  </a:cubicBezTo>
                  <a:lnTo>
                    <a:pt x="638" y="1659"/>
                  </a:lnTo>
                  <a:lnTo>
                    <a:pt x="1533" y="1659"/>
                  </a:lnTo>
                  <a:lnTo>
                    <a:pt x="1718" y="2061"/>
                  </a:lnTo>
                  <a:cubicBezTo>
                    <a:pt x="1749" y="2143"/>
                    <a:pt x="1814" y="2177"/>
                    <a:pt x="1883" y="2177"/>
                  </a:cubicBezTo>
                  <a:cubicBezTo>
                    <a:pt x="2020" y="2177"/>
                    <a:pt x="2171" y="2040"/>
                    <a:pt x="2088" y="1875"/>
                  </a:cubicBezTo>
                  <a:lnTo>
                    <a:pt x="1286" y="116"/>
                  </a:lnTo>
                  <a:cubicBezTo>
                    <a:pt x="1240" y="39"/>
                    <a:pt x="1162" y="1"/>
                    <a:pt x="1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86"/>
            <p:cNvSpPr/>
            <p:nvPr/>
          </p:nvSpPr>
          <p:spPr>
            <a:xfrm>
              <a:off x="1221125" y="1993225"/>
              <a:ext cx="39375" cy="56475"/>
            </a:xfrm>
            <a:custGeom>
              <a:rect b="b" l="l" r="r" t="t"/>
              <a:pathLst>
                <a:path extrusionOk="0" h="2259" w="1575">
                  <a:moveTo>
                    <a:pt x="803" y="406"/>
                  </a:moveTo>
                  <a:cubicBezTo>
                    <a:pt x="988" y="406"/>
                    <a:pt x="988" y="715"/>
                    <a:pt x="803" y="715"/>
                  </a:cubicBezTo>
                  <a:lnTo>
                    <a:pt x="402" y="715"/>
                  </a:lnTo>
                  <a:lnTo>
                    <a:pt x="402" y="406"/>
                  </a:lnTo>
                  <a:close/>
                  <a:moveTo>
                    <a:pt x="803" y="1116"/>
                  </a:moveTo>
                  <a:cubicBezTo>
                    <a:pt x="988" y="1147"/>
                    <a:pt x="1143" y="1209"/>
                    <a:pt x="1174" y="1425"/>
                  </a:cubicBezTo>
                  <a:cubicBezTo>
                    <a:pt x="1205" y="1641"/>
                    <a:pt x="1019" y="1795"/>
                    <a:pt x="834" y="1826"/>
                  </a:cubicBezTo>
                  <a:lnTo>
                    <a:pt x="402" y="1826"/>
                  </a:lnTo>
                  <a:lnTo>
                    <a:pt x="402" y="1116"/>
                  </a:lnTo>
                  <a:close/>
                  <a:moveTo>
                    <a:pt x="178" y="0"/>
                  </a:moveTo>
                  <a:cubicBezTo>
                    <a:pt x="75" y="0"/>
                    <a:pt x="1" y="108"/>
                    <a:pt x="1" y="190"/>
                  </a:cubicBezTo>
                  <a:lnTo>
                    <a:pt x="1" y="2042"/>
                  </a:lnTo>
                  <a:cubicBezTo>
                    <a:pt x="1" y="2165"/>
                    <a:pt x="93" y="2258"/>
                    <a:pt x="217" y="2258"/>
                  </a:cubicBezTo>
                  <a:lnTo>
                    <a:pt x="803" y="2258"/>
                  </a:lnTo>
                  <a:cubicBezTo>
                    <a:pt x="1235" y="2258"/>
                    <a:pt x="1575" y="1888"/>
                    <a:pt x="1575" y="1486"/>
                  </a:cubicBezTo>
                  <a:cubicBezTo>
                    <a:pt x="1575" y="1209"/>
                    <a:pt x="1451" y="993"/>
                    <a:pt x="1266" y="838"/>
                  </a:cubicBezTo>
                  <a:cubicBezTo>
                    <a:pt x="1328" y="746"/>
                    <a:pt x="1359" y="653"/>
                    <a:pt x="1359" y="561"/>
                  </a:cubicBezTo>
                  <a:cubicBezTo>
                    <a:pt x="1359" y="252"/>
                    <a:pt x="1112" y="5"/>
                    <a:pt x="803" y="5"/>
                  </a:cubicBezTo>
                  <a:lnTo>
                    <a:pt x="217" y="5"/>
                  </a:lnTo>
                  <a:cubicBezTo>
                    <a:pt x="204" y="2"/>
                    <a:pt x="191"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86"/>
            <p:cNvSpPr/>
            <p:nvPr/>
          </p:nvSpPr>
          <p:spPr>
            <a:xfrm>
              <a:off x="1031325" y="1926225"/>
              <a:ext cx="13925" cy="10825"/>
            </a:xfrm>
            <a:custGeom>
              <a:rect b="b" l="l" r="r" t="t"/>
              <a:pathLst>
                <a:path extrusionOk="0" h="433" w="557">
                  <a:moveTo>
                    <a:pt x="279" y="0"/>
                  </a:moveTo>
                  <a:cubicBezTo>
                    <a:pt x="1" y="0"/>
                    <a:pt x="1" y="432"/>
                    <a:pt x="279" y="432"/>
                  </a:cubicBezTo>
                  <a:cubicBezTo>
                    <a:pt x="556" y="432"/>
                    <a:pt x="556" y="0"/>
                    <a:pt x="2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86"/>
            <p:cNvSpPr/>
            <p:nvPr/>
          </p:nvSpPr>
          <p:spPr>
            <a:xfrm>
              <a:off x="1049850" y="1926225"/>
              <a:ext cx="13925" cy="10825"/>
            </a:xfrm>
            <a:custGeom>
              <a:rect b="b" l="l" r="r" t="t"/>
              <a:pathLst>
                <a:path extrusionOk="0" h="433" w="557">
                  <a:moveTo>
                    <a:pt x="278" y="0"/>
                  </a:moveTo>
                  <a:cubicBezTo>
                    <a:pt x="1" y="0"/>
                    <a:pt x="1" y="432"/>
                    <a:pt x="278" y="432"/>
                  </a:cubicBezTo>
                  <a:cubicBezTo>
                    <a:pt x="556" y="432"/>
                    <a:pt x="556"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86"/>
            <p:cNvSpPr/>
            <p:nvPr/>
          </p:nvSpPr>
          <p:spPr>
            <a:xfrm>
              <a:off x="1067600" y="1926225"/>
              <a:ext cx="13900" cy="10825"/>
            </a:xfrm>
            <a:custGeom>
              <a:rect b="b" l="l" r="r" t="t"/>
              <a:pathLst>
                <a:path extrusionOk="0" h="433" w="556">
                  <a:moveTo>
                    <a:pt x="278" y="0"/>
                  </a:moveTo>
                  <a:cubicBezTo>
                    <a:pt x="0" y="0"/>
                    <a:pt x="0" y="432"/>
                    <a:pt x="278" y="432"/>
                  </a:cubicBezTo>
                  <a:cubicBezTo>
                    <a:pt x="556" y="432"/>
                    <a:pt x="556"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1" name="Google Shape;12871;p86"/>
            <p:cNvSpPr/>
            <p:nvPr/>
          </p:nvSpPr>
          <p:spPr>
            <a:xfrm>
              <a:off x="1190275" y="1926225"/>
              <a:ext cx="14675" cy="10825"/>
            </a:xfrm>
            <a:custGeom>
              <a:rect b="b" l="l" r="r" t="t"/>
              <a:pathLst>
                <a:path extrusionOk="0" h="433" w="587">
                  <a:moveTo>
                    <a:pt x="278" y="0"/>
                  </a:moveTo>
                  <a:cubicBezTo>
                    <a:pt x="0" y="0"/>
                    <a:pt x="0" y="432"/>
                    <a:pt x="278" y="432"/>
                  </a:cubicBezTo>
                  <a:cubicBezTo>
                    <a:pt x="587" y="432"/>
                    <a:pt x="587"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86"/>
            <p:cNvSpPr/>
            <p:nvPr/>
          </p:nvSpPr>
          <p:spPr>
            <a:xfrm>
              <a:off x="1208800" y="1926225"/>
              <a:ext cx="13900" cy="10825"/>
            </a:xfrm>
            <a:custGeom>
              <a:rect b="b" l="l" r="r" t="t"/>
              <a:pathLst>
                <a:path extrusionOk="0" h="433" w="556">
                  <a:moveTo>
                    <a:pt x="278" y="0"/>
                  </a:moveTo>
                  <a:cubicBezTo>
                    <a:pt x="0" y="0"/>
                    <a:pt x="0" y="432"/>
                    <a:pt x="278" y="432"/>
                  </a:cubicBezTo>
                  <a:cubicBezTo>
                    <a:pt x="556" y="432"/>
                    <a:pt x="556"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86"/>
            <p:cNvSpPr/>
            <p:nvPr/>
          </p:nvSpPr>
          <p:spPr>
            <a:xfrm>
              <a:off x="1226525" y="1926225"/>
              <a:ext cx="13925" cy="10825"/>
            </a:xfrm>
            <a:custGeom>
              <a:rect b="b" l="l" r="r" t="t"/>
              <a:pathLst>
                <a:path extrusionOk="0" h="433" w="557">
                  <a:moveTo>
                    <a:pt x="279" y="0"/>
                  </a:moveTo>
                  <a:cubicBezTo>
                    <a:pt x="1" y="0"/>
                    <a:pt x="1" y="432"/>
                    <a:pt x="279" y="432"/>
                  </a:cubicBezTo>
                  <a:cubicBezTo>
                    <a:pt x="556" y="432"/>
                    <a:pt x="556" y="0"/>
                    <a:pt x="2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4" name="Google Shape;12874;p86"/>
          <p:cNvGrpSpPr/>
          <p:nvPr/>
        </p:nvGrpSpPr>
        <p:grpSpPr>
          <a:xfrm>
            <a:off x="6265756" y="3975686"/>
            <a:ext cx="367275" cy="362250"/>
            <a:chOff x="7726050" y="4141325"/>
            <a:chExt cx="367275" cy="362250"/>
          </a:xfrm>
        </p:grpSpPr>
        <p:sp>
          <p:nvSpPr>
            <p:cNvPr id="12875" name="Google Shape;12875;p86"/>
            <p:cNvSpPr/>
            <p:nvPr/>
          </p:nvSpPr>
          <p:spPr>
            <a:xfrm>
              <a:off x="7793175" y="4357550"/>
              <a:ext cx="60200" cy="109000"/>
            </a:xfrm>
            <a:custGeom>
              <a:rect b="b" l="l" r="r" t="t"/>
              <a:pathLst>
                <a:path extrusionOk="0" h="4360" w="2408">
                  <a:moveTo>
                    <a:pt x="1219" y="0"/>
                  </a:moveTo>
                  <a:cubicBezTo>
                    <a:pt x="1119" y="0"/>
                    <a:pt x="1019" y="70"/>
                    <a:pt x="1019" y="209"/>
                  </a:cubicBezTo>
                  <a:lnTo>
                    <a:pt x="1019" y="610"/>
                  </a:lnTo>
                  <a:cubicBezTo>
                    <a:pt x="957" y="610"/>
                    <a:pt x="895" y="641"/>
                    <a:pt x="864" y="641"/>
                  </a:cubicBezTo>
                  <a:cubicBezTo>
                    <a:pt x="0" y="888"/>
                    <a:pt x="124" y="2153"/>
                    <a:pt x="1019" y="2246"/>
                  </a:cubicBezTo>
                  <a:cubicBezTo>
                    <a:pt x="1235" y="2246"/>
                    <a:pt x="1451" y="2307"/>
                    <a:pt x="1636" y="2431"/>
                  </a:cubicBezTo>
                  <a:cubicBezTo>
                    <a:pt x="1821" y="2585"/>
                    <a:pt x="1852" y="2832"/>
                    <a:pt x="1759" y="3048"/>
                  </a:cubicBezTo>
                  <a:cubicBezTo>
                    <a:pt x="1632" y="3226"/>
                    <a:pt x="1441" y="3342"/>
                    <a:pt x="1240" y="3342"/>
                  </a:cubicBezTo>
                  <a:cubicBezTo>
                    <a:pt x="1197" y="3342"/>
                    <a:pt x="1154" y="3337"/>
                    <a:pt x="1111" y="3326"/>
                  </a:cubicBezTo>
                  <a:lnTo>
                    <a:pt x="1080" y="3357"/>
                  </a:lnTo>
                  <a:cubicBezTo>
                    <a:pt x="803" y="3295"/>
                    <a:pt x="587" y="3079"/>
                    <a:pt x="525" y="2801"/>
                  </a:cubicBezTo>
                  <a:cubicBezTo>
                    <a:pt x="525" y="2662"/>
                    <a:pt x="417" y="2593"/>
                    <a:pt x="313" y="2593"/>
                  </a:cubicBezTo>
                  <a:cubicBezTo>
                    <a:pt x="209" y="2593"/>
                    <a:pt x="108" y="2662"/>
                    <a:pt x="124" y="2801"/>
                  </a:cubicBezTo>
                  <a:cubicBezTo>
                    <a:pt x="124" y="3295"/>
                    <a:pt x="494" y="3696"/>
                    <a:pt x="988" y="3758"/>
                  </a:cubicBezTo>
                  <a:lnTo>
                    <a:pt x="988" y="4128"/>
                  </a:lnTo>
                  <a:cubicBezTo>
                    <a:pt x="988" y="4282"/>
                    <a:pt x="1096" y="4360"/>
                    <a:pt x="1204" y="4360"/>
                  </a:cubicBezTo>
                  <a:cubicBezTo>
                    <a:pt x="1312" y="4360"/>
                    <a:pt x="1420" y="4282"/>
                    <a:pt x="1420" y="4128"/>
                  </a:cubicBezTo>
                  <a:lnTo>
                    <a:pt x="1420" y="3758"/>
                  </a:lnTo>
                  <a:cubicBezTo>
                    <a:pt x="1667" y="3696"/>
                    <a:pt x="1914" y="3542"/>
                    <a:pt x="2068" y="3326"/>
                  </a:cubicBezTo>
                  <a:cubicBezTo>
                    <a:pt x="2408" y="2801"/>
                    <a:pt x="2130" y="2122"/>
                    <a:pt x="1574" y="1937"/>
                  </a:cubicBezTo>
                  <a:cubicBezTo>
                    <a:pt x="1358" y="1875"/>
                    <a:pt x="1111" y="1875"/>
                    <a:pt x="895" y="1814"/>
                  </a:cubicBezTo>
                  <a:cubicBezTo>
                    <a:pt x="741" y="1721"/>
                    <a:pt x="648" y="1505"/>
                    <a:pt x="710" y="1320"/>
                  </a:cubicBezTo>
                  <a:cubicBezTo>
                    <a:pt x="781" y="1120"/>
                    <a:pt x="958" y="1033"/>
                    <a:pt x="1143" y="1033"/>
                  </a:cubicBezTo>
                  <a:cubicBezTo>
                    <a:pt x="1358" y="1033"/>
                    <a:pt x="1584" y="1151"/>
                    <a:pt x="1667" y="1351"/>
                  </a:cubicBezTo>
                  <a:cubicBezTo>
                    <a:pt x="1705" y="1428"/>
                    <a:pt x="1768" y="1460"/>
                    <a:pt x="1833" y="1460"/>
                  </a:cubicBezTo>
                  <a:cubicBezTo>
                    <a:pt x="1976" y="1460"/>
                    <a:pt x="2132" y="1304"/>
                    <a:pt x="2068" y="1135"/>
                  </a:cubicBezTo>
                  <a:cubicBezTo>
                    <a:pt x="1945" y="919"/>
                    <a:pt x="1759" y="764"/>
                    <a:pt x="1543" y="672"/>
                  </a:cubicBezTo>
                  <a:lnTo>
                    <a:pt x="1420" y="641"/>
                  </a:lnTo>
                  <a:lnTo>
                    <a:pt x="1420" y="209"/>
                  </a:lnTo>
                  <a:cubicBezTo>
                    <a:pt x="1420" y="70"/>
                    <a:pt x="1320" y="0"/>
                    <a:pt x="1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86"/>
            <p:cNvSpPr/>
            <p:nvPr/>
          </p:nvSpPr>
          <p:spPr>
            <a:xfrm>
              <a:off x="7726050" y="4141325"/>
              <a:ext cx="367275" cy="362250"/>
            </a:xfrm>
            <a:custGeom>
              <a:rect b="b" l="l" r="r" t="t"/>
              <a:pathLst>
                <a:path extrusionOk="0" h="14490" w="14691">
                  <a:moveTo>
                    <a:pt x="10185" y="2438"/>
                  </a:moveTo>
                  <a:lnTo>
                    <a:pt x="10185" y="6481"/>
                  </a:lnTo>
                  <a:cubicBezTo>
                    <a:pt x="10185" y="6512"/>
                    <a:pt x="10216" y="6543"/>
                    <a:pt x="10216" y="6574"/>
                  </a:cubicBezTo>
                  <a:lnTo>
                    <a:pt x="6574" y="6574"/>
                  </a:lnTo>
                  <a:lnTo>
                    <a:pt x="6574" y="6296"/>
                  </a:lnTo>
                  <a:cubicBezTo>
                    <a:pt x="6574" y="4259"/>
                    <a:pt x="8148" y="2562"/>
                    <a:pt x="10185" y="2438"/>
                  </a:cubicBezTo>
                  <a:close/>
                  <a:moveTo>
                    <a:pt x="9660" y="432"/>
                  </a:moveTo>
                  <a:cubicBezTo>
                    <a:pt x="9938" y="432"/>
                    <a:pt x="10185" y="648"/>
                    <a:pt x="10185" y="957"/>
                  </a:cubicBezTo>
                  <a:lnTo>
                    <a:pt x="10185" y="2037"/>
                  </a:lnTo>
                  <a:cubicBezTo>
                    <a:pt x="7932" y="2130"/>
                    <a:pt x="6142" y="4012"/>
                    <a:pt x="6142" y="6296"/>
                  </a:cubicBezTo>
                  <a:lnTo>
                    <a:pt x="6142" y="7994"/>
                  </a:lnTo>
                  <a:cubicBezTo>
                    <a:pt x="5555" y="7500"/>
                    <a:pt x="4846" y="7222"/>
                    <a:pt x="4105" y="7191"/>
                  </a:cubicBezTo>
                  <a:lnTo>
                    <a:pt x="4105" y="5401"/>
                  </a:lnTo>
                  <a:cubicBezTo>
                    <a:pt x="4105" y="4877"/>
                    <a:pt x="3673" y="4444"/>
                    <a:pt x="3148" y="4444"/>
                  </a:cubicBezTo>
                  <a:lnTo>
                    <a:pt x="1235" y="4444"/>
                  </a:lnTo>
                  <a:cubicBezTo>
                    <a:pt x="587" y="4383"/>
                    <a:pt x="587" y="3457"/>
                    <a:pt x="1235" y="3395"/>
                  </a:cubicBezTo>
                  <a:lnTo>
                    <a:pt x="5123" y="3395"/>
                  </a:lnTo>
                  <a:cubicBezTo>
                    <a:pt x="6358" y="3395"/>
                    <a:pt x="6358" y="1482"/>
                    <a:pt x="5123" y="1482"/>
                  </a:cubicBezTo>
                  <a:lnTo>
                    <a:pt x="2562" y="1482"/>
                  </a:lnTo>
                  <a:cubicBezTo>
                    <a:pt x="1914" y="1420"/>
                    <a:pt x="1914" y="463"/>
                    <a:pt x="2562" y="432"/>
                  </a:cubicBezTo>
                  <a:close/>
                  <a:moveTo>
                    <a:pt x="14228" y="7006"/>
                  </a:moveTo>
                  <a:lnTo>
                    <a:pt x="14228" y="10154"/>
                  </a:lnTo>
                  <a:cubicBezTo>
                    <a:pt x="14228" y="12283"/>
                    <a:pt x="12499" y="14012"/>
                    <a:pt x="10370" y="14012"/>
                  </a:cubicBezTo>
                  <a:lnTo>
                    <a:pt x="10401" y="13981"/>
                  </a:lnTo>
                  <a:cubicBezTo>
                    <a:pt x="9105" y="13981"/>
                    <a:pt x="7932" y="13333"/>
                    <a:pt x="7222" y="12253"/>
                  </a:cubicBezTo>
                  <a:cubicBezTo>
                    <a:pt x="7777" y="10956"/>
                    <a:pt x="7500" y="9444"/>
                    <a:pt x="6574" y="8364"/>
                  </a:cubicBezTo>
                  <a:cubicBezTo>
                    <a:pt x="6574" y="8364"/>
                    <a:pt x="6574" y="8333"/>
                    <a:pt x="6574" y="8302"/>
                  </a:cubicBezTo>
                  <a:lnTo>
                    <a:pt x="6574" y="7006"/>
                  </a:lnTo>
                  <a:close/>
                  <a:moveTo>
                    <a:pt x="2562" y="0"/>
                  </a:moveTo>
                  <a:cubicBezTo>
                    <a:pt x="1358" y="0"/>
                    <a:pt x="1358" y="1883"/>
                    <a:pt x="2562" y="1883"/>
                  </a:cubicBezTo>
                  <a:lnTo>
                    <a:pt x="5123" y="1883"/>
                  </a:lnTo>
                  <a:cubicBezTo>
                    <a:pt x="5771" y="1945"/>
                    <a:pt x="5771" y="2901"/>
                    <a:pt x="5123" y="2963"/>
                  </a:cubicBezTo>
                  <a:lnTo>
                    <a:pt x="1235" y="2963"/>
                  </a:lnTo>
                  <a:cubicBezTo>
                    <a:pt x="0" y="2963"/>
                    <a:pt x="0" y="4877"/>
                    <a:pt x="1235" y="4877"/>
                  </a:cubicBezTo>
                  <a:lnTo>
                    <a:pt x="3148" y="4877"/>
                  </a:lnTo>
                  <a:cubicBezTo>
                    <a:pt x="3457" y="4877"/>
                    <a:pt x="3704" y="5123"/>
                    <a:pt x="3704" y="5401"/>
                  </a:cubicBezTo>
                  <a:lnTo>
                    <a:pt x="3704" y="7191"/>
                  </a:lnTo>
                  <a:cubicBezTo>
                    <a:pt x="1759" y="7284"/>
                    <a:pt x="216" y="8889"/>
                    <a:pt x="216" y="10833"/>
                  </a:cubicBezTo>
                  <a:cubicBezTo>
                    <a:pt x="216" y="11265"/>
                    <a:pt x="278" y="11697"/>
                    <a:pt x="432" y="12098"/>
                  </a:cubicBezTo>
                  <a:cubicBezTo>
                    <a:pt x="474" y="12161"/>
                    <a:pt x="538" y="12189"/>
                    <a:pt x="602" y="12189"/>
                  </a:cubicBezTo>
                  <a:cubicBezTo>
                    <a:pt x="727" y="12189"/>
                    <a:pt x="854" y="12086"/>
                    <a:pt x="834" y="11944"/>
                  </a:cubicBezTo>
                  <a:cubicBezTo>
                    <a:pt x="247" y="10370"/>
                    <a:pt x="957" y="8611"/>
                    <a:pt x="2500" y="7901"/>
                  </a:cubicBezTo>
                  <a:cubicBezTo>
                    <a:pt x="2935" y="7697"/>
                    <a:pt x="3393" y="7600"/>
                    <a:pt x="3844" y="7600"/>
                  </a:cubicBezTo>
                  <a:cubicBezTo>
                    <a:pt x="4963" y="7600"/>
                    <a:pt x="6042" y="8195"/>
                    <a:pt x="6636" y="9228"/>
                  </a:cubicBezTo>
                  <a:cubicBezTo>
                    <a:pt x="7469" y="10679"/>
                    <a:pt x="7068" y="12530"/>
                    <a:pt x="5679" y="13487"/>
                  </a:cubicBezTo>
                  <a:cubicBezTo>
                    <a:pt x="5121" y="13871"/>
                    <a:pt x="4484" y="14056"/>
                    <a:pt x="3853" y="14056"/>
                  </a:cubicBezTo>
                  <a:cubicBezTo>
                    <a:pt x="2912" y="14056"/>
                    <a:pt x="1986" y="13645"/>
                    <a:pt x="1358" y="12870"/>
                  </a:cubicBezTo>
                  <a:cubicBezTo>
                    <a:pt x="1312" y="12824"/>
                    <a:pt x="1261" y="12805"/>
                    <a:pt x="1212" y="12805"/>
                  </a:cubicBezTo>
                  <a:cubicBezTo>
                    <a:pt x="1060" y="12805"/>
                    <a:pt x="926" y="12985"/>
                    <a:pt x="1019" y="13148"/>
                  </a:cubicBezTo>
                  <a:cubicBezTo>
                    <a:pt x="1753" y="14051"/>
                    <a:pt x="2797" y="14490"/>
                    <a:pt x="3838" y="14490"/>
                  </a:cubicBezTo>
                  <a:cubicBezTo>
                    <a:pt x="5073" y="14490"/>
                    <a:pt x="6303" y="13873"/>
                    <a:pt x="7006" y="12685"/>
                  </a:cubicBezTo>
                  <a:cubicBezTo>
                    <a:pt x="7891" y="13883"/>
                    <a:pt x="9146" y="14419"/>
                    <a:pt x="10386" y="14419"/>
                  </a:cubicBezTo>
                  <a:cubicBezTo>
                    <a:pt x="12562" y="14419"/>
                    <a:pt x="14691" y="12769"/>
                    <a:pt x="14691" y="10154"/>
                  </a:cubicBezTo>
                  <a:lnTo>
                    <a:pt x="14691" y="6296"/>
                  </a:lnTo>
                  <a:cubicBezTo>
                    <a:pt x="14660" y="5123"/>
                    <a:pt x="14166" y="3982"/>
                    <a:pt x="13333" y="3179"/>
                  </a:cubicBezTo>
                  <a:cubicBezTo>
                    <a:pt x="13283" y="3130"/>
                    <a:pt x="13231" y="3110"/>
                    <a:pt x="13182" y="3110"/>
                  </a:cubicBezTo>
                  <a:cubicBezTo>
                    <a:pt x="13016" y="3110"/>
                    <a:pt x="12888" y="3345"/>
                    <a:pt x="13055" y="3488"/>
                  </a:cubicBezTo>
                  <a:lnTo>
                    <a:pt x="13024" y="3488"/>
                  </a:lnTo>
                  <a:cubicBezTo>
                    <a:pt x="13796" y="4198"/>
                    <a:pt x="14258" y="5216"/>
                    <a:pt x="14258" y="6296"/>
                  </a:cubicBezTo>
                  <a:lnTo>
                    <a:pt x="14258" y="6605"/>
                  </a:lnTo>
                  <a:lnTo>
                    <a:pt x="10586" y="6605"/>
                  </a:lnTo>
                  <a:cubicBezTo>
                    <a:pt x="10617" y="6574"/>
                    <a:pt x="10617" y="6543"/>
                    <a:pt x="10617" y="6512"/>
                  </a:cubicBezTo>
                  <a:lnTo>
                    <a:pt x="10617" y="2438"/>
                  </a:lnTo>
                  <a:cubicBezTo>
                    <a:pt x="11141" y="2469"/>
                    <a:pt x="11666" y="2624"/>
                    <a:pt x="12160" y="2871"/>
                  </a:cubicBezTo>
                  <a:cubicBezTo>
                    <a:pt x="12192" y="2887"/>
                    <a:pt x="12224" y="2894"/>
                    <a:pt x="12254" y="2894"/>
                  </a:cubicBezTo>
                  <a:cubicBezTo>
                    <a:pt x="12455" y="2894"/>
                    <a:pt x="12586" y="2577"/>
                    <a:pt x="12345" y="2469"/>
                  </a:cubicBezTo>
                  <a:cubicBezTo>
                    <a:pt x="11820" y="2192"/>
                    <a:pt x="11234" y="2037"/>
                    <a:pt x="10617" y="2006"/>
                  </a:cubicBezTo>
                  <a:lnTo>
                    <a:pt x="10617" y="926"/>
                  </a:lnTo>
                  <a:cubicBezTo>
                    <a:pt x="10617" y="402"/>
                    <a:pt x="10216" y="0"/>
                    <a:pt x="96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77" name="Google Shape;12877;p86"/>
          <p:cNvSpPr/>
          <p:nvPr/>
        </p:nvSpPr>
        <p:spPr>
          <a:xfrm>
            <a:off x="3973788" y="2326499"/>
            <a:ext cx="365750" cy="362875"/>
          </a:xfrm>
          <a:custGeom>
            <a:rect b="b" l="l" r="r" t="t"/>
            <a:pathLst>
              <a:path extrusionOk="0" h="14515" w="14630">
                <a:moveTo>
                  <a:pt x="10803" y="5062"/>
                </a:moveTo>
                <a:lnTo>
                  <a:pt x="10586" y="6204"/>
                </a:lnTo>
                <a:lnTo>
                  <a:pt x="9506" y="6204"/>
                </a:lnTo>
                <a:cubicBezTo>
                  <a:pt x="9198" y="6204"/>
                  <a:pt x="9198" y="6605"/>
                  <a:pt x="9506" y="6605"/>
                </a:cubicBezTo>
                <a:lnTo>
                  <a:pt x="10525" y="6605"/>
                </a:lnTo>
                <a:lnTo>
                  <a:pt x="10309" y="7747"/>
                </a:lnTo>
                <a:lnTo>
                  <a:pt x="1297" y="7747"/>
                </a:lnTo>
                <a:lnTo>
                  <a:pt x="1050" y="6605"/>
                </a:lnTo>
                <a:lnTo>
                  <a:pt x="8241" y="6605"/>
                </a:lnTo>
                <a:cubicBezTo>
                  <a:pt x="8519" y="6605"/>
                  <a:pt x="8519" y="6204"/>
                  <a:pt x="8241" y="6204"/>
                </a:cubicBezTo>
                <a:lnTo>
                  <a:pt x="988" y="6204"/>
                </a:lnTo>
                <a:lnTo>
                  <a:pt x="742" y="5062"/>
                </a:lnTo>
                <a:close/>
                <a:moveTo>
                  <a:pt x="10216" y="8179"/>
                </a:moveTo>
                <a:lnTo>
                  <a:pt x="10000" y="9352"/>
                </a:lnTo>
                <a:lnTo>
                  <a:pt x="2099" y="9352"/>
                </a:lnTo>
                <a:cubicBezTo>
                  <a:pt x="1822" y="9352"/>
                  <a:pt x="1575" y="9166"/>
                  <a:pt x="1544" y="8889"/>
                </a:cubicBezTo>
                <a:lnTo>
                  <a:pt x="1390" y="8179"/>
                </a:lnTo>
                <a:close/>
                <a:moveTo>
                  <a:pt x="8111" y="12228"/>
                </a:moveTo>
                <a:cubicBezTo>
                  <a:pt x="8588" y="12228"/>
                  <a:pt x="9043" y="12602"/>
                  <a:pt x="9043" y="13148"/>
                </a:cubicBezTo>
                <a:cubicBezTo>
                  <a:pt x="9043" y="13672"/>
                  <a:pt x="8642" y="14073"/>
                  <a:pt x="8118" y="14073"/>
                </a:cubicBezTo>
                <a:cubicBezTo>
                  <a:pt x="7315" y="14073"/>
                  <a:pt x="6883" y="13086"/>
                  <a:pt x="7469" y="12499"/>
                </a:cubicBezTo>
                <a:cubicBezTo>
                  <a:pt x="7657" y="12311"/>
                  <a:pt x="7887" y="12228"/>
                  <a:pt x="8111" y="12228"/>
                </a:cubicBezTo>
                <a:close/>
                <a:moveTo>
                  <a:pt x="14352" y="0"/>
                </a:moveTo>
                <a:lnTo>
                  <a:pt x="14352" y="31"/>
                </a:lnTo>
                <a:lnTo>
                  <a:pt x="13549" y="31"/>
                </a:lnTo>
                <a:cubicBezTo>
                  <a:pt x="13529" y="31"/>
                  <a:pt x="13509" y="30"/>
                  <a:pt x="13488" y="30"/>
                </a:cubicBezTo>
                <a:cubicBezTo>
                  <a:pt x="12466" y="30"/>
                  <a:pt x="11601" y="792"/>
                  <a:pt x="11420" y="1790"/>
                </a:cubicBezTo>
                <a:lnTo>
                  <a:pt x="11204" y="2994"/>
                </a:lnTo>
                <a:lnTo>
                  <a:pt x="3149" y="2994"/>
                </a:lnTo>
                <a:cubicBezTo>
                  <a:pt x="2871" y="2994"/>
                  <a:pt x="2871" y="3426"/>
                  <a:pt x="3149" y="3426"/>
                </a:cubicBezTo>
                <a:lnTo>
                  <a:pt x="11111" y="3426"/>
                </a:lnTo>
                <a:lnTo>
                  <a:pt x="10864" y="4630"/>
                </a:lnTo>
                <a:lnTo>
                  <a:pt x="649" y="4630"/>
                </a:lnTo>
                <a:lnTo>
                  <a:pt x="556" y="4105"/>
                </a:lnTo>
                <a:cubicBezTo>
                  <a:pt x="526" y="3920"/>
                  <a:pt x="556" y="3766"/>
                  <a:pt x="680" y="3611"/>
                </a:cubicBezTo>
                <a:cubicBezTo>
                  <a:pt x="760" y="3504"/>
                  <a:pt x="887" y="3420"/>
                  <a:pt x="1041" y="3420"/>
                </a:cubicBezTo>
                <a:cubicBezTo>
                  <a:pt x="1064" y="3420"/>
                  <a:pt x="1088" y="3422"/>
                  <a:pt x="1112" y="3426"/>
                </a:cubicBezTo>
                <a:lnTo>
                  <a:pt x="2007" y="3426"/>
                </a:lnTo>
                <a:cubicBezTo>
                  <a:pt x="2285" y="3395"/>
                  <a:pt x="2285" y="2994"/>
                  <a:pt x="2007" y="2994"/>
                </a:cubicBezTo>
                <a:lnTo>
                  <a:pt x="1112" y="2994"/>
                </a:lnTo>
                <a:cubicBezTo>
                  <a:pt x="495" y="2994"/>
                  <a:pt x="1" y="3550"/>
                  <a:pt x="124" y="4198"/>
                </a:cubicBezTo>
                <a:lnTo>
                  <a:pt x="1112" y="8981"/>
                </a:lnTo>
                <a:cubicBezTo>
                  <a:pt x="1204" y="9444"/>
                  <a:pt x="1637" y="9784"/>
                  <a:pt x="2099" y="9784"/>
                </a:cubicBezTo>
                <a:lnTo>
                  <a:pt x="9938" y="9784"/>
                </a:lnTo>
                <a:lnTo>
                  <a:pt x="9815" y="10401"/>
                </a:lnTo>
                <a:cubicBezTo>
                  <a:pt x="9661" y="11234"/>
                  <a:pt x="8951" y="11820"/>
                  <a:pt x="8118" y="11820"/>
                </a:cubicBezTo>
                <a:lnTo>
                  <a:pt x="2099" y="11820"/>
                </a:lnTo>
                <a:cubicBezTo>
                  <a:pt x="1822" y="11820"/>
                  <a:pt x="1822" y="12222"/>
                  <a:pt x="2099" y="12222"/>
                </a:cubicBezTo>
                <a:lnTo>
                  <a:pt x="2346" y="12222"/>
                </a:lnTo>
                <a:cubicBezTo>
                  <a:pt x="1432" y="13209"/>
                  <a:pt x="2300" y="14515"/>
                  <a:pt x="3327" y="14515"/>
                </a:cubicBezTo>
                <a:cubicBezTo>
                  <a:pt x="3617" y="14515"/>
                  <a:pt x="3920" y="14411"/>
                  <a:pt x="4198" y="14166"/>
                </a:cubicBezTo>
                <a:cubicBezTo>
                  <a:pt x="4367" y="14021"/>
                  <a:pt x="4234" y="13800"/>
                  <a:pt x="4064" y="13800"/>
                </a:cubicBezTo>
                <a:cubicBezTo>
                  <a:pt x="4017" y="13800"/>
                  <a:pt x="3967" y="13817"/>
                  <a:pt x="3920" y="13857"/>
                </a:cubicBezTo>
                <a:cubicBezTo>
                  <a:pt x="3738" y="14009"/>
                  <a:pt x="3536" y="14075"/>
                  <a:pt x="3340" y="14075"/>
                </a:cubicBezTo>
                <a:cubicBezTo>
                  <a:pt x="2738" y="14075"/>
                  <a:pt x="2198" y="13452"/>
                  <a:pt x="2501" y="12777"/>
                </a:cubicBezTo>
                <a:cubicBezTo>
                  <a:pt x="2667" y="12405"/>
                  <a:pt x="2994" y="12236"/>
                  <a:pt x="3319" y="12236"/>
                </a:cubicBezTo>
                <a:cubicBezTo>
                  <a:pt x="3776" y="12236"/>
                  <a:pt x="4229" y="12570"/>
                  <a:pt x="4229" y="13148"/>
                </a:cubicBezTo>
                <a:cubicBezTo>
                  <a:pt x="4229" y="13286"/>
                  <a:pt x="4337" y="13356"/>
                  <a:pt x="4445" y="13356"/>
                </a:cubicBezTo>
                <a:cubicBezTo>
                  <a:pt x="4553" y="13356"/>
                  <a:pt x="4661" y="13286"/>
                  <a:pt x="4661" y="13148"/>
                </a:cubicBezTo>
                <a:cubicBezTo>
                  <a:pt x="4661" y="12808"/>
                  <a:pt x="4538" y="12499"/>
                  <a:pt x="4291" y="12222"/>
                </a:cubicBezTo>
                <a:lnTo>
                  <a:pt x="7161" y="12222"/>
                </a:lnTo>
                <a:cubicBezTo>
                  <a:pt x="6914" y="12469"/>
                  <a:pt x="6760" y="12808"/>
                  <a:pt x="6760" y="13148"/>
                </a:cubicBezTo>
                <a:cubicBezTo>
                  <a:pt x="6760" y="13937"/>
                  <a:pt x="7389" y="14503"/>
                  <a:pt x="8089" y="14503"/>
                </a:cubicBezTo>
                <a:cubicBezTo>
                  <a:pt x="8293" y="14503"/>
                  <a:pt x="8502" y="14455"/>
                  <a:pt x="8704" y="14351"/>
                </a:cubicBezTo>
                <a:cubicBezTo>
                  <a:pt x="9599" y="13919"/>
                  <a:pt x="9722" y="12685"/>
                  <a:pt x="8920" y="12067"/>
                </a:cubicBezTo>
                <a:cubicBezTo>
                  <a:pt x="9599" y="11790"/>
                  <a:pt x="10062" y="11203"/>
                  <a:pt x="10216" y="10463"/>
                </a:cubicBezTo>
                <a:lnTo>
                  <a:pt x="11821" y="1852"/>
                </a:lnTo>
                <a:cubicBezTo>
                  <a:pt x="11975" y="1050"/>
                  <a:pt x="12685" y="432"/>
                  <a:pt x="13518" y="432"/>
                </a:cubicBezTo>
                <a:lnTo>
                  <a:pt x="14352" y="432"/>
                </a:lnTo>
                <a:cubicBezTo>
                  <a:pt x="14629" y="432"/>
                  <a:pt x="14629" y="0"/>
                  <a:pt x="14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78" name="Google Shape;12878;p86"/>
          <p:cNvGrpSpPr/>
          <p:nvPr/>
        </p:nvGrpSpPr>
        <p:grpSpPr>
          <a:xfrm>
            <a:off x="6994725" y="3422853"/>
            <a:ext cx="372675" cy="361625"/>
            <a:chOff x="3994075" y="2464225"/>
            <a:chExt cx="372675" cy="361625"/>
          </a:xfrm>
        </p:grpSpPr>
        <p:sp>
          <p:nvSpPr>
            <p:cNvPr id="12879" name="Google Shape;12879;p86"/>
            <p:cNvSpPr/>
            <p:nvPr/>
          </p:nvSpPr>
          <p:spPr>
            <a:xfrm>
              <a:off x="4058100" y="2612900"/>
              <a:ext cx="157425" cy="134825"/>
            </a:xfrm>
            <a:custGeom>
              <a:rect b="b" l="l" r="r" t="t"/>
              <a:pathLst>
                <a:path extrusionOk="0" h="5393" w="6297">
                  <a:moveTo>
                    <a:pt x="3593" y="412"/>
                  </a:moveTo>
                  <a:cubicBezTo>
                    <a:pt x="4753" y="412"/>
                    <a:pt x="5865" y="1309"/>
                    <a:pt x="5865" y="2685"/>
                  </a:cubicBezTo>
                  <a:cubicBezTo>
                    <a:pt x="5865" y="3920"/>
                    <a:pt x="4846" y="4938"/>
                    <a:pt x="3612" y="4938"/>
                  </a:cubicBezTo>
                  <a:cubicBezTo>
                    <a:pt x="1606" y="4938"/>
                    <a:pt x="587" y="2500"/>
                    <a:pt x="2007" y="1080"/>
                  </a:cubicBezTo>
                  <a:cubicBezTo>
                    <a:pt x="2468" y="620"/>
                    <a:pt x="3036" y="412"/>
                    <a:pt x="3593" y="412"/>
                  </a:cubicBezTo>
                  <a:close/>
                  <a:moveTo>
                    <a:pt x="3612" y="0"/>
                  </a:moveTo>
                  <a:cubicBezTo>
                    <a:pt x="1205" y="0"/>
                    <a:pt x="1" y="2901"/>
                    <a:pt x="1698" y="4599"/>
                  </a:cubicBezTo>
                  <a:cubicBezTo>
                    <a:pt x="2247" y="5147"/>
                    <a:pt x="2921" y="5393"/>
                    <a:pt x="3582" y="5393"/>
                  </a:cubicBezTo>
                  <a:cubicBezTo>
                    <a:pt x="4968" y="5393"/>
                    <a:pt x="6297" y="4315"/>
                    <a:pt x="6297" y="2685"/>
                  </a:cubicBezTo>
                  <a:cubicBezTo>
                    <a:pt x="6297" y="1204"/>
                    <a:pt x="5093" y="0"/>
                    <a:pt x="36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86"/>
            <p:cNvSpPr/>
            <p:nvPr/>
          </p:nvSpPr>
          <p:spPr>
            <a:xfrm>
              <a:off x="4128325" y="2639125"/>
              <a:ext cx="44000" cy="81025"/>
            </a:xfrm>
            <a:custGeom>
              <a:rect b="b" l="l" r="r" t="t"/>
              <a:pathLst>
                <a:path extrusionOk="0" h="3241" w="1760">
                  <a:moveTo>
                    <a:pt x="834" y="0"/>
                  </a:moveTo>
                  <a:cubicBezTo>
                    <a:pt x="710" y="0"/>
                    <a:pt x="618" y="93"/>
                    <a:pt x="618" y="216"/>
                  </a:cubicBezTo>
                  <a:lnTo>
                    <a:pt x="618" y="463"/>
                  </a:lnTo>
                  <a:cubicBezTo>
                    <a:pt x="247" y="556"/>
                    <a:pt x="31" y="957"/>
                    <a:pt x="124" y="1328"/>
                  </a:cubicBezTo>
                  <a:cubicBezTo>
                    <a:pt x="186" y="1513"/>
                    <a:pt x="340" y="1636"/>
                    <a:pt x="525" y="1698"/>
                  </a:cubicBezTo>
                  <a:cubicBezTo>
                    <a:pt x="679" y="1760"/>
                    <a:pt x="834" y="1729"/>
                    <a:pt x="988" y="1790"/>
                  </a:cubicBezTo>
                  <a:cubicBezTo>
                    <a:pt x="1358" y="1945"/>
                    <a:pt x="1173" y="2408"/>
                    <a:pt x="834" y="2408"/>
                  </a:cubicBezTo>
                  <a:cubicBezTo>
                    <a:pt x="679" y="2408"/>
                    <a:pt x="525" y="2346"/>
                    <a:pt x="432" y="2222"/>
                  </a:cubicBezTo>
                  <a:lnTo>
                    <a:pt x="432" y="2161"/>
                  </a:lnTo>
                  <a:cubicBezTo>
                    <a:pt x="432" y="2161"/>
                    <a:pt x="432" y="2130"/>
                    <a:pt x="432" y="2099"/>
                  </a:cubicBezTo>
                  <a:cubicBezTo>
                    <a:pt x="417" y="1976"/>
                    <a:pt x="309" y="1914"/>
                    <a:pt x="205" y="1914"/>
                  </a:cubicBezTo>
                  <a:cubicBezTo>
                    <a:pt x="101" y="1914"/>
                    <a:pt x="0" y="1976"/>
                    <a:pt x="0" y="2099"/>
                  </a:cubicBezTo>
                  <a:cubicBezTo>
                    <a:pt x="31" y="2315"/>
                    <a:pt x="124" y="2531"/>
                    <a:pt x="309" y="2685"/>
                  </a:cubicBezTo>
                  <a:cubicBezTo>
                    <a:pt x="402" y="2747"/>
                    <a:pt x="525" y="2809"/>
                    <a:pt x="618" y="2840"/>
                  </a:cubicBezTo>
                  <a:lnTo>
                    <a:pt x="618" y="3025"/>
                  </a:lnTo>
                  <a:cubicBezTo>
                    <a:pt x="618" y="3148"/>
                    <a:pt x="741" y="3241"/>
                    <a:pt x="834" y="3241"/>
                  </a:cubicBezTo>
                  <a:cubicBezTo>
                    <a:pt x="957" y="3241"/>
                    <a:pt x="1050" y="3148"/>
                    <a:pt x="1050" y="3025"/>
                  </a:cubicBezTo>
                  <a:lnTo>
                    <a:pt x="1050" y="2778"/>
                  </a:lnTo>
                  <a:cubicBezTo>
                    <a:pt x="1204" y="2747"/>
                    <a:pt x="1358" y="2655"/>
                    <a:pt x="1451" y="2531"/>
                  </a:cubicBezTo>
                  <a:cubicBezTo>
                    <a:pt x="1760" y="2192"/>
                    <a:pt x="1667" y="1667"/>
                    <a:pt x="1266" y="1451"/>
                  </a:cubicBezTo>
                  <a:lnTo>
                    <a:pt x="1235" y="1451"/>
                  </a:lnTo>
                  <a:cubicBezTo>
                    <a:pt x="1081" y="1389"/>
                    <a:pt x="926" y="1358"/>
                    <a:pt x="741" y="1328"/>
                  </a:cubicBezTo>
                  <a:cubicBezTo>
                    <a:pt x="618" y="1297"/>
                    <a:pt x="494" y="1235"/>
                    <a:pt x="525" y="1081"/>
                  </a:cubicBezTo>
                  <a:cubicBezTo>
                    <a:pt x="540" y="935"/>
                    <a:pt x="651" y="872"/>
                    <a:pt x="774" y="872"/>
                  </a:cubicBezTo>
                  <a:cubicBezTo>
                    <a:pt x="911" y="872"/>
                    <a:pt x="1063" y="950"/>
                    <a:pt x="1111" y="1081"/>
                  </a:cubicBezTo>
                  <a:cubicBezTo>
                    <a:pt x="1151" y="1140"/>
                    <a:pt x="1217" y="1174"/>
                    <a:pt x="1292" y="1174"/>
                  </a:cubicBezTo>
                  <a:cubicBezTo>
                    <a:pt x="1333" y="1174"/>
                    <a:pt x="1376" y="1164"/>
                    <a:pt x="1420" y="1142"/>
                  </a:cubicBezTo>
                  <a:cubicBezTo>
                    <a:pt x="1513" y="1081"/>
                    <a:pt x="1544" y="957"/>
                    <a:pt x="1482" y="865"/>
                  </a:cubicBezTo>
                  <a:cubicBezTo>
                    <a:pt x="1389" y="679"/>
                    <a:pt x="1235" y="525"/>
                    <a:pt x="1050" y="463"/>
                  </a:cubicBezTo>
                  <a:lnTo>
                    <a:pt x="1050" y="216"/>
                  </a:lnTo>
                  <a:cubicBezTo>
                    <a:pt x="1050" y="93"/>
                    <a:pt x="92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86"/>
            <p:cNvSpPr/>
            <p:nvPr/>
          </p:nvSpPr>
          <p:spPr>
            <a:xfrm>
              <a:off x="4138350" y="2690825"/>
              <a:ext cx="25" cy="800"/>
            </a:xfrm>
            <a:custGeom>
              <a:rect b="b" l="l" r="r" t="t"/>
              <a:pathLst>
                <a:path extrusionOk="0" h="32" w="1">
                  <a:moveTo>
                    <a:pt x="1" y="31"/>
                  </a:moveTo>
                  <a:cubicBezTo>
                    <a:pt x="1" y="0"/>
                    <a:pt x="1" y="0"/>
                    <a:pt x="1" y="0"/>
                  </a:cubicBezTo>
                  <a:lnTo>
                    <a:pt x="1" y="0"/>
                  </a:lnTo>
                  <a:cubicBezTo>
                    <a:pt x="1" y="0"/>
                    <a:pt x="1" y="0"/>
                    <a:pt x="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86"/>
            <p:cNvSpPr/>
            <p:nvPr/>
          </p:nvSpPr>
          <p:spPr>
            <a:xfrm>
              <a:off x="4328925" y="2762000"/>
              <a:ext cx="10825" cy="35325"/>
            </a:xfrm>
            <a:custGeom>
              <a:rect b="b" l="l" r="r" t="t"/>
              <a:pathLst>
                <a:path extrusionOk="0" h="1413" w="433">
                  <a:moveTo>
                    <a:pt x="217" y="0"/>
                  </a:moveTo>
                  <a:cubicBezTo>
                    <a:pt x="109" y="0"/>
                    <a:pt x="0" y="70"/>
                    <a:pt x="0" y="209"/>
                  </a:cubicBezTo>
                  <a:lnTo>
                    <a:pt x="0" y="1196"/>
                  </a:lnTo>
                  <a:cubicBezTo>
                    <a:pt x="0" y="1320"/>
                    <a:pt x="93" y="1412"/>
                    <a:pt x="217" y="1412"/>
                  </a:cubicBezTo>
                  <a:cubicBezTo>
                    <a:pt x="340" y="1412"/>
                    <a:pt x="433" y="1320"/>
                    <a:pt x="433" y="1196"/>
                  </a:cubicBezTo>
                  <a:lnTo>
                    <a:pt x="433" y="209"/>
                  </a:lnTo>
                  <a:cubicBezTo>
                    <a:pt x="433" y="70"/>
                    <a:pt x="325"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86"/>
            <p:cNvSpPr/>
            <p:nvPr/>
          </p:nvSpPr>
          <p:spPr>
            <a:xfrm>
              <a:off x="3994075" y="2464225"/>
              <a:ext cx="372675" cy="361625"/>
            </a:xfrm>
            <a:custGeom>
              <a:rect b="b" l="l" r="r" t="t"/>
              <a:pathLst>
                <a:path extrusionOk="0" h="14465" w="14907">
                  <a:moveTo>
                    <a:pt x="8086" y="3077"/>
                  </a:moveTo>
                  <a:cubicBezTo>
                    <a:pt x="8210" y="3077"/>
                    <a:pt x="8333" y="3200"/>
                    <a:pt x="8333" y="3324"/>
                  </a:cubicBezTo>
                  <a:lnTo>
                    <a:pt x="8333" y="3509"/>
                  </a:lnTo>
                  <a:cubicBezTo>
                    <a:pt x="8333" y="3663"/>
                    <a:pt x="8210" y="3787"/>
                    <a:pt x="8086" y="3787"/>
                  </a:cubicBezTo>
                  <a:lnTo>
                    <a:pt x="4290" y="3787"/>
                  </a:lnTo>
                  <a:cubicBezTo>
                    <a:pt x="4136" y="3787"/>
                    <a:pt x="4012" y="3663"/>
                    <a:pt x="4012" y="3509"/>
                  </a:cubicBezTo>
                  <a:lnTo>
                    <a:pt x="4012" y="3324"/>
                  </a:lnTo>
                  <a:cubicBezTo>
                    <a:pt x="4012" y="3200"/>
                    <a:pt x="4136" y="3077"/>
                    <a:pt x="4290" y="3077"/>
                  </a:cubicBezTo>
                  <a:close/>
                  <a:moveTo>
                    <a:pt x="7130" y="4188"/>
                  </a:moveTo>
                  <a:cubicBezTo>
                    <a:pt x="9043" y="4188"/>
                    <a:pt x="10648" y="5669"/>
                    <a:pt x="10802" y="7583"/>
                  </a:cubicBezTo>
                  <a:lnTo>
                    <a:pt x="10185" y="7583"/>
                  </a:lnTo>
                  <a:cubicBezTo>
                    <a:pt x="9691" y="7583"/>
                    <a:pt x="9290" y="7984"/>
                    <a:pt x="9290" y="8478"/>
                  </a:cubicBezTo>
                  <a:lnTo>
                    <a:pt x="9290" y="12336"/>
                  </a:lnTo>
                  <a:lnTo>
                    <a:pt x="3364" y="12336"/>
                  </a:lnTo>
                  <a:cubicBezTo>
                    <a:pt x="3087" y="12336"/>
                    <a:pt x="3087" y="12768"/>
                    <a:pt x="3364" y="12768"/>
                  </a:cubicBezTo>
                  <a:lnTo>
                    <a:pt x="9290" y="12768"/>
                  </a:lnTo>
                  <a:lnTo>
                    <a:pt x="9290" y="13601"/>
                  </a:lnTo>
                  <a:cubicBezTo>
                    <a:pt x="9290" y="13755"/>
                    <a:pt x="9321" y="13909"/>
                    <a:pt x="9413" y="14064"/>
                  </a:cubicBezTo>
                  <a:lnTo>
                    <a:pt x="1513" y="14064"/>
                  </a:lnTo>
                  <a:cubicBezTo>
                    <a:pt x="741" y="14064"/>
                    <a:pt x="587" y="12953"/>
                    <a:pt x="1358" y="12768"/>
                  </a:cubicBezTo>
                  <a:lnTo>
                    <a:pt x="2284" y="12768"/>
                  </a:lnTo>
                  <a:cubicBezTo>
                    <a:pt x="2562" y="12768"/>
                    <a:pt x="2562" y="12336"/>
                    <a:pt x="2284" y="12336"/>
                  </a:cubicBezTo>
                  <a:lnTo>
                    <a:pt x="1513" y="12336"/>
                  </a:lnTo>
                  <a:lnTo>
                    <a:pt x="1513" y="7891"/>
                  </a:lnTo>
                  <a:cubicBezTo>
                    <a:pt x="1482" y="6904"/>
                    <a:pt x="1883" y="5978"/>
                    <a:pt x="2593" y="5268"/>
                  </a:cubicBezTo>
                  <a:cubicBezTo>
                    <a:pt x="3272" y="4589"/>
                    <a:pt x="4229" y="4188"/>
                    <a:pt x="5216" y="4188"/>
                  </a:cubicBezTo>
                  <a:close/>
                  <a:moveTo>
                    <a:pt x="4557" y="1"/>
                  </a:moveTo>
                  <a:cubicBezTo>
                    <a:pt x="4127" y="1"/>
                    <a:pt x="3765" y="422"/>
                    <a:pt x="3920" y="886"/>
                  </a:cubicBezTo>
                  <a:lnTo>
                    <a:pt x="4445" y="2645"/>
                  </a:lnTo>
                  <a:lnTo>
                    <a:pt x="4290" y="2645"/>
                  </a:lnTo>
                  <a:cubicBezTo>
                    <a:pt x="3889" y="2645"/>
                    <a:pt x="3580" y="2954"/>
                    <a:pt x="3580" y="3324"/>
                  </a:cubicBezTo>
                  <a:lnTo>
                    <a:pt x="3580" y="3509"/>
                  </a:lnTo>
                  <a:cubicBezTo>
                    <a:pt x="3580" y="3694"/>
                    <a:pt x="3673" y="3879"/>
                    <a:pt x="3796" y="4034"/>
                  </a:cubicBezTo>
                  <a:cubicBezTo>
                    <a:pt x="3241" y="4219"/>
                    <a:pt x="2716" y="4558"/>
                    <a:pt x="2284" y="4990"/>
                  </a:cubicBezTo>
                  <a:cubicBezTo>
                    <a:pt x="1513" y="5762"/>
                    <a:pt x="1081" y="6811"/>
                    <a:pt x="1081" y="7891"/>
                  </a:cubicBezTo>
                  <a:lnTo>
                    <a:pt x="1081" y="12397"/>
                  </a:lnTo>
                  <a:cubicBezTo>
                    <a:pt x="0" y="12860"/>
                    <a:pt x="340" y="14465"/>
                    <a:pt x="1513" y="14465"/>
                  </a:cubicBezTo>
                  <a:lnTo>
                    <a:pt x="14012" y="14465"/>
                  </a:lnTo>
                  <a:cubicBezTo>
                    <a:pt x="14506" y="14465"/>
                    <a:pt x="14907" y="14064"/>
                    <a:pt x="14907" y="13570"/>
                  </a:cubicBezTo>
                  <a:lnTo>
                    <a:pt x="14907" y="13200"/>
                  </a:lnTo>
                  <a:cubicBezTo>
                    <a:pt x="14907" y="13061"/>
                    <a:pt x="14799" y="12991"/>
                    <a:pt x="14691" y="12991"/>
                  </a:cubicBezTo>
                  <a:cubicBezTo>
                    <a:pt x="14583" y="12991"/>
                    <a:pt x="14475" y="13061"/>
                    <a:pt x="14475" y="13200"/>
                  </a:cubicBezTo>
                  <a:lnTo>
                    <a:pt x="14475" y="13570"/>
                  </a:lnTo>
                  <a:cubicBezTo>
                    <a:pt x="14475" y="13848"/>
                    <a:pt x="14289" y="14064"/>
                    <a:pt x="14012" y="14064"/>
                  </a:cubicBezTo>
                  <a:lnTo>
                    <a:pt x="10185" y="14064"/>
                  </a:lnTo>
                  <a:cubicBezTo>
                    <a:pt x="9907" y="14064"/>
                    <a:pt x="9691" y="13848"/>
                    <a:pt x="9691" y="13570"/>
                  </a:cubicBezTo>
                  <a:lnTo>
                    <a:pt x="9691" y="8478"/>
                  </a:lnTo>
                  <a:cubicBezTo>
                    <a:pt x="9691" y="8231"/>
                    <a:pt x="9907" y="8015"/>
                    <a:pt x="10185" y="8015"/>
                  </a:cubicBezTo>
                  <a:lnTo>
                    <a:pt x="14012" y="8015"/>
                  </a:lnTo>
                  <a:cubicBezTo>
                    <a:pt x="14259" y="8015"/>
                    <a:pt x="14475" y="8231"/>
                    <a:pt x="14475" y="8478"/>
                  </a:cubicBezTo>
                  <a:lnTo>
                    <a:pt x="14475" y="12120"/>
                  </a:lnTo>
                  <a:cubicBezTo>
                    <a:pt x="14475" y="12212"/>
                    <a:pt x="14567" y="12336"/>
                    <a:pt x="14691" y="12336"/>
                  </a:cubicBezTo>
                  <a:lnTo>
                    <a:pt x="14691" y="12305"/>
                  </a:lnTo>
                  <a:cubicBezTo>
                    <a:pt x="14814" y="12305"/>
                    <a:pt x="14907" y="12212"/>
                    <a:pt x="14907" y="12089"/>
                  </a:cubicBezTo>
                  <a:lnTo>
                    <a:pt x="14907" y="8478"/>
                  </a:lnTo>
                  <a:cubicBezTo>
                    <a:pt x="14907" y="7984"/>
                    <a:pt x="14506" y="7583"/>
                    <a:pt x="14012" y="7583"/>
                  </a:cubicBezTo>
                  <a:lnTo>
                    <a:pt x="11234" y="7583"/>
                  </a:lnTo>
                  <a:cubicBezTo>
                    <a:pt x="11172" y="6564"/>
                    <a:pt x="10710" y="5639"/>
                    <a:pt x="10000" y="4929"/>
                  </a:cubicBezTo>
                  <a:cubicBezTo>
                    <a:pt x="9568" y="4527"/>
                    <a:pt x="9074" y="4219"/>
                    <a:pt x="8518" y="4034"/>
                  </a:cubicBezTo>
                  <a:cubicBezTo>
                    <a:pt x="8673" y="3910"/>
                    <a:pt x="8765" y="3694"/>
                    <a:pt x="8765" y="3509"/>
                  </a:cubicBezTo>
                  <a:lnTo>
                    <a:pt x="8765" y="3355"/>
                  </a:lnTo>
                  <a:cubicBezTo>
                    <a:pt x="8765" y="2954"/>
                    <a:pt x="8457" y="2645"/>
                    <a:pt x="8055" y="2645"/>
                  </a:cubicBezTo>
                  <a:lnTo>
                    <a:pt x="7901" y="2645"/>
                  </a:lnTo>
                  <a:lnTo>
                    <a:pt x="8025" y="2182"/>
                  </a:lnTo>
                  <a:cubicBezTo>
                    <a:pt x="8043" y="2031"/>
                    <a:pt x="7923" y="1937"/>
                    <a:pt x="7806" y="1937"/>
                  </a:cubicBezTo>
                  <a:cubicBezTo>
                    <a:pt x="7732" y="1937"/>
                    <a:pt x="7659" y="1975"/>
                    <a:pt x="7623" y="2059"/>
                  </a:cubicBezTo>
                  <a:lnTo>
                    <a:pt x="7438" y="2645"/>
                  </a:lnTo>
                  <a:lnTo>
                    <a:pt x="4877" y="2645"/>
                  </a:lnTo>
                  <a:lnTo>
                    <a:pt x="4352" y="762"/>
                  </a:lnTo>
                  <a:cubicBezTo>
                    <a:pt x="4290" y="670"/>
                    <a:pt x="4321" y="546"/>
                    <a:pt x="4414" y="485"/>
                  </a:cubicBezTo>
                  <a:cubicBezTo>
                    <a:pt x="4459" y="439"/>
                    <a:pt x="4537" y="411"/>
                    <a:pt x="4612" y="411"/>
                  </a:cubicBezTo>
                  <a:cubicBezTo>
                    <a:pt x="4640" y="411"/>
                    <a:pt x="4667" y="415"/>
                    <a:pt x="4691" y="423"/>
                  </a:cubicBezTo>
                  <a:cubicBezTo>
                    <a:pt x="5170" y="608"/>
                    <a:pt x="5671" y="701"/>
                    <a:pt x="6173" y="701"/>
                  </a:cubicBezTo>
                  <a:cubicBezTo>
                    <a:pt x="6674" y="701"/>
                    <a:pt x="7176" y="608"/>
                    <a:pt x="7654" y="423"/>
                  </a:cubicBezTo>
                  <a:cubicBezTo>
                    <a:pt x="7679" y="415"/>
                    <a:pt x="7704" y="411"/>
                    <a:pt x="7729" y="411"/>
                  </a:cubicBezTo>
                  <a:cubicBezTo>
                    <a:pt x="7796" y="411"/>
                    <a:pt x="7864" y="439"/>
                    <a:pt x="7932" y="485"/>
                  </a:cubicBezTo>
                  <a:cubicBezTo>
                    <a:pt x="7994" y="546"/>
                    <a:pt x="8025" y="670"/>
                    <a:pt x="7994" y="762"/>
                  </a:cubicBezTo>
                  <a:lnTo>
                    <a:pt x="7901" y="1102"/>
                  </a:lnTo>
                  <a:cubicBezTo>
                    <a:pt x="7901" y="1222"/>
                    <a:pt x="8018" y="1303"/>
                    <a:pt x="8134" y="1303"/>
                  </a:cubicBezTo>
                  <a:cubicBezTo>
                    <a:pt x="8197" y="1303"/>
                    <a:pt x="8259" y="1279"/>
                    <a:pt x="8302" y="1225"/>
                  </a:cubicBezTo>
                  <a:lnTo>
                    <a:pt x="8395" y="886"/>
                  </a:lnTo>
                  <a:cubicBezTo>
                    <a:pt x="8524" y="422"/>
                    <a:pt x="8179" y="1"/>
                    <a:pt x="7738" y="1"/>
                  </a:cubicBezTo>
                  <a:cubicBezTo>
                    <a:pt x="7651" y="1"/>
                    <a:pt x="7560" y="17"/>
                    <a:pt x="7469" y="53"/>
                  </a:cubicBezTo>
                  <a:cubicBezTo>
                    <a:pt x="7037" y="207"/>
                    <a:pt x="6589" y="284"/>
                    <a:pt x="6142" y="284"/>
                  </a:cubicBezTo>
                  <a:cubicBezTo>
                    <a:pt x="5694" y="284"/>
                    <a:pt x="5247" y="207"/>
                    <a:pt x="4815" y="53"/>
                  </a:cubicBezTo>
                  <a:cubicBezTo>
                    <a:pt x="4729" y="17"/>
                    <a:pt x="4641" y="1"/>
                    <a:pt x="45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86"/>
            <p:cNvSpPr/>
            <p:nvPr/>
          </p:nvSpPr>
          <p:spPr>
            <a:xfrm>
              <a:off x="4253325" y="2682325"/>
              <a:ext cx="86425" cy="41700"/>
            </a:xfrm>
            <a:custGeom>
              <a:rect b="b" l="l" r="r" t="t"/>
              <a:pathLst>
                <a:path extrusionOk="0" h="1668" w="3457">
                  <a:moveTo>
                    <a:pt x="3024" y="433"/>
                  </a:moveTo>
                  <a:lnTo>
                    <a:pt x="3024" y="1235"/>
                  </a:lnTo>
                  <a:lnTo>
                    <a:pt x="432" y="1235"/>
                  </a:lnTo>
                  <a:lnTo>
                    <a:pt x="432" y="433"/>
                  </a:lnTo>
                  <a:close/>
                  <a:moveTo>
                    <a:pt x="216" y="1"/>
                  </a:moveTo>
                  <a:cubicBezTo>
                    <a:pt x="93" y="1"/>
                    <a:pt x="0" y="93"/>
                    <a:pt x="0" y="217"/>
                  </a:cubicBezTo>
                  <a:lnTo>
                    <a:pt x="0" y="1451"/>
                  </a:lnTo>
                  <a:cubicBezTo>
                    <a:pt x="0" y="1575"/>
                    <a:pt x="93" y="1667"/>
                    <a:pt x="216" y="1667"/>
                  </a:cubicBezTo>
                  <a:lnTo>
                    <a:pt x="3241" y="1667"/>
                  </a:lnTo>
                  <a:cubicBezTo>
                    <a:pt x="3364" y="1667"/>
                    <a:pt x="3457" y="1575"/>
                    <a:pt x="3457" y="1451"/>
                  </a:cubicBezTo>
                  <a:lnTo>
                    <a:pt x="3457" y="217"/>
                  </a:lnTo>
                  <a:cubicBezTo>
                    <a:pt x="3457" y="93"/>
                    <a:pt x="3364" y="1"/>
                    <a:pt x="32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86"/>
            <p:cNvSpPr/>
            <p:nvPr/>
          </p:nvSpPr>
          <p:spPr>
            <a:xfrm>
              <a:off x="4252550" y="2740150"/>
              <a:ext cx="13900" cy="10100"/>
            </a:xfrm>
            <a:custGeom>
              <a:rect b="b" l="l" r="r" t="t"/>
              <a:pathLst>
                <a:path extrusionOk="0" h="404" w="556">
                  <a:moveTo>
                    <a:pt x="306" y="1"/>
                  </a:moveTo>
                  <a:cubicBezTo>
                    <a:pt x="297" y="1"/>
                    <a:pt x="288" y="1"/>
                    <a:pt x="278" y="2"/>
                  </a:cubicBezTo>
                  <a:cubicBezTo>
                    <a:pt x="0" y="2"/>
                    <a:pt x="0" y="404"/>
                    <a:pt x="278" y="404"/>
                  </a:cubicBezTo>
                  <a:cubicBezTo>
                    <a:pt x="546" y="404"/>
                    <a:pt x="555" y="1"/>
                    <a:pt x="3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86"/>
            <p:cNvSpPr/>
            <p:nvPr/>
          </p:nvSpPr>
          <p:spPr>
            <a:xfrm>
              <a:off x="4277225" y="2740150"/>
              <a:ext cx="14675" cy="10100"/>
            </a:xfrm>
            <a:custGeom>
              <a:rect b="b" l="l" r="r" t="t"/>
              <a:pathLst>
                <a:path extrusionOk="0" h="404" w="587">
                  <a:moveTo>
                    <a:pt x="309" y="1"/>
                  </a:moveTo>
                  <a:cubicBezTo>
                    <a:pt x="299" y="1"/>
                    <a:pt x="289" y="1"/>
                    <a:pt x="279" y="2"/>
                  </a:cubicBezTo>
                  <a:cubicBezTo>
                    <a:pt x="1" y="2"/>
                    <a:pt x="1" y="404"/>
                    <a:pt x="279" y="404"/>
                  </a:cubicBezTo>
                  <a:cubicBezTo>
                    <a:pt x="576" y="404"/>
                    <a:pt x="587" y="1"/>
                    <a:pt x="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86"/>
            <p:cNvSpPr/>
            <p:nvPr/>
          </p:nvSpPr>
          <p:spPr>
            <a:xfrm>
              <a:off x="4301925" y="2740150"/>
              <a:ext cx="14675" cy="10100"/>
            </a:xfrm>
            <a:custGeom>
              <a:rect b="b" l="l" r="r" t="t"/>
              <a:pathLst>
                <a:path extrusionOk="0" h="404" w="587">
                  <a:moveTo>
                    <a:pt x="337" y="1"/>
                  </a:moveTo>
                  <a:cubicBezTo>
                    <a:pt x="328" y="1"/>
                    <a:pt x="319" y="1"/>
                    <a:pt x="309" y="2"/>
                  </a:cubicBezTo>
                  <a:cubicBezTo>
                    <a:pt x="0" y="2"/>
                    <a:pt x="0" y="404"/>
                    <a:pt x="309" y="404"/>
                  </a:cubicBezTo>
                  <a:cubicBezTo>
                    <a:pt x="577" y="404"/>
                    <a:pt x="586" y="1"/>
                    <a:pt x="3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86"/>
            <p:cNvSpPr/>
            <p:nvPr/>
          </p:nvSpPr>
          <p:spPr>
            <a:xfrm>
              <a:off x="4327375" y="2740150"/>
              <a:ext cx="13900" cy="10100"/>
            </a:xfrm>
            <a:custGeom>
              <a:rect b="b" l="l" r="r" t="t"/>
              <a:pathLst>
                <a:path extrusionOk="0" h="404" w="556">
                  <a:moveTo>
                    <a:pt x="306" y="1"/>
                  </a:moveTo>
                  <a:cubicBezTo>
                    <a:pt x="297" y="1"/>
                    <a:pt x="288" y="1"/>
                    <a:pt x="279" y="2"/>
                  </a:cubicBezTo>
                  <a:cubicBezTo>
                    <a:pt x="1" y="2"/>
                    <a:pt x="1" y="404"/>
                    <a:pt x="279" y="404"/>
                  </a:cubicBezTo>
                  <a:cubicBezTo>
                    <a:pt x="547" y="404"/>
                    <a:pt x="556" y="1"/>
                    <a:pt x="3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86"/>
            <p:cNvSpPr/>
            <p:nvPr/>
          </p:nvSpPr>
          <p:spPr>
            <a:xfrm>
              <a:off x="4252550" y="2763300"/>
              <a:ext cx="13900" cy="10100"/>
            </a:xfrm>
            <a:custGeom>
              <a:rect b="b" l="l" r="r" t="t"/>
              <a:pathLst>
                <a:path extrusionOk="0" h="404" w="556">
                  <a:moveTo>
                    <a:pt x="306" y="1"/>
                  </a:moveTo>
                  <a:cubicBezTo>
                    <a:pt x="297" y="1"/>
                    <a:pt x="288" y="1"/>
                    <a:pt x="278" y="2"/>
                  </a:cubicBezTo>
                  <a:cubicBezTo>
                    <a:pt x="0" y="2"/>
                    <a:pt x="0" y="403"/>
                    <a:pt x="278" y="403"/>
                  </a:cubicBezTo>
                  <a:cubicBezTo>
                    <a:pt x="546" y="403"/>
                    <a:pt x="555" y="1"/>
                    <a:pt x="3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86"/>
            <p:cNvSpPr/>
            <p:nvPr/>
          </p:nvSpPr>
          <p:spPr>
            <a:xfrm>
              <a:off x="4277225" y="2763300"/>
              <a:ext cx="14675" cy="10100"/>
            </a:xfrm>
            <a:custGeom>
              <a:rect b="b" l="l" r="r" t="t"/>
              <a:pathLst>
                <a:path extrusionOk="0" h="404" w="587">
                  <a:moveTo>
                    <a:pt x="309" y="1"/>
                  </a:moveTo>
                  <a:cubicBezTo>
                    <a:pt x="299" y="1"/>
                    <a:pt x="289" y="1"/>
                    <a:pt x="279" y="2"/>
                  </a:cubicBezTo>
                  <a:cubicBezTo>
                    <a:pt x="1" y="2"/>
                    <a:pt x="1" y="403"/>
                    <a:pt x="279" y="403"/>
                  </a:cubicBezTo>
                  <a:cubicBezTo>
                    <a:pt x="576" y="403"/>
                    <a:pt x="587" y="1"/>
                    <a:pt x="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86"/>
            <p:cNvSpPr/>
            <p:nvPr/>
          </p:nvSpPr>
          <p:spPr>
            <a:xfrm>
              <a:off x="4301925" y="2761800"/>
              <a:ext cx="14675" cy="10825"/>
            </a:xfrm>
            <a:custGeom>
              <a:rect b="b" l="l" r="r" t="t"/>
              <a:pathLst>
                <a:path extrusionOk="0" h="433" w="587">
                  <a:moveTo>
                    <a:pt x="309" y="0"/>
                  </a:moveTo>
                  <a:cubicBezTo>
                    <a:pt x="0" y="0"/>
                    <a:pt x="0" y="433"/>
                    <a:pt x="309" y="433"/>
                  </a:cubicBezTo>
                  <a:cubicBezTo>
                    <a:pt x="587" y="433"/>
                    <a:pt x="587" y="0"/>
                    <a:pt x="3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86"/>
            <p:cNvSpPr/>
            <p:nvPr/>
          </p:nvSpPr>
          <p:spPr>
            <a:xfrm>
              <a:off x="4252550" y="2786500"/>
              <a:ext cx="13900" cy="10825"/>
            </a:xfrm>
            <a:custGeom>
              <a:rect b="b" l="l" r="r" t="t"/>
              <a:pathLst>
                <a:path extrusionOk="0" h="433" w="556">
                  <a:moveTo>
                    <a:pt x="278" y="0"/>
                  </a:moveTo>
                  <a:cubicBezTo>
                    <a:pt x="0" y="0"/>
                    <a:pt x="0" y="432"/>
                    <a:pt x="278" y="432"/>
                  </a:cubicBezTo>
                  <a:cubicBezTo>
                    <a:pt x="556" y="432"/>
                    <a:pt x="556"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86"/>
            <p:cNvSpPr/>
            <p:nvPr/>
          </p:nvSpPr>
          <p:spPr>
            <a:xfrm>
              <a:off x="4277225" y="2786500"/>
              <a:ext cx="14700" cy="10825"/>
            </a:xfrm>
            <a:custGeom>
              <a:rect b="b" l="l" r="r" t="t"/>
              <a:pathLst>
                <a:path extrusionOk="0" h="433" w="588">
                  <a:moveTo>
                    <a:pt x="279" y="0"/>
                  </a:moveTo>
                  <a:cubicBezTo>
                    <a:pt x="1" y="0"/>
                    <a:pt x="1" y="432"/>
                    <a:pt x="279" y="432"/>
                  </a:cubicBezTo>
                  <a:cubicBezTo>
                    <a:pt x="587" y="432"/>
                    <a:pt x="587" y="0"/>
                    <a:pt x="2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4" name="Google Shape;12894;p86"/>
            <p:cNvSpPr/>
            <p:nvPr/>
          </p:nvSpPr>
          <p:spPr>
            <a:xfrm>
              <a:off x="4301925" y="2786500"/>
              <a:ext cx="14675" cy="10825"/>
            </a:xfrm>
            <a:custGeom>
              <a:rect b="b" l="l" r="r" t="t"/>
              <a:pathLst>
                <a:path extrusionOk="0" h="433" w="587">
                  <a:moveTo>
                    <a:pt x="309" y="0"/>
                  </a:moveTo>
                  <a:cubicBezTo>
                    <a:pt x="0" y="0"/>
                    <a:pt x="0" y="432"/>
                    <a:pt x="309" y="432"/>
                  </a:cubicBezTo>
                  <a:cubicBezTo>
                    <a:pt x="587" y="432"/>
                    <a:pt x="587" y="0"/>
                    <a:pt x="3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95" name="Google Shape;12895;p86"/>
          <p:cNvSpPr/>
          <p:nvPr/>
        </p:nvSpPr>
        <p:spPr>
          <a:xfrm>
            <a:off x="4763331" y="1768868"/>
            <a:ext cx="364175" cy="355725"/>
          </a:xfrm>
          <a:custGeom>
            <a:rect b="b" l="l" r="r" t="t"/>
            <a:pathLst>
              <a:path extrusionOk="0" h="14229" w="14567">
                <a:moveTo>
                  <a:pt x="6157" y="209"/>
                </a:moveTo>
                <a:cubicBezTo>
                  <a:pt x="7199" y="209"/>
                  <a:pt x="8240" y="911"/>
                  <a:pt x="8240" y="2316"/>
                </a:cubicBezTo>
                <a:lnTo>
                  <a:pt x="8240" y="3550"/>
                </a:lnTo>
                <a:lnTo>
                  <a:pt x="4074" y="3550"/>
                </a:lnTo>
                <a:lnTo>
                  <a:pt x="4074" y="2316"/>
                </a:lnTo>
                <a:cubicBezTo>
                  <a:pt x="4074" y="911"/>
                  <a:pt x="5115" y="209"/>
                  <a:pt x="6157" y="209"/>
                </a:cubicBezTo>
                <a:close/>
                <a:moveTo>
                  <a:pt x="10894" y="6945"/>
                </a:moveTo>
                <a:lnTo>
                  <a:pt x="10894" y="8148"/>
                </a:lnTo>
                <a:lnTo>
                  <a:pt x="10092" y="8148"/>
                </a:lnTo>
                <a:lnTo>
                  <a:pt x="10092" y="7871"/>
                </a:lnTo>
                <a:cubicBezTo>
                  <a:pt x="10092" y="7377"/>
                  <a:pt x="10431" y="6976"/>
                  <a:pt x="10894" y="6945"/>
                </a:cubicBezTo>
                <a:close/>
                <a:moveTo>
                  <a:pt x="11326" y="6976"/>
                </a:moveTo>
                <a:cubicBezTo>
                  <a:pt x="11697" y="7099"/>
                  <a:pt x="11913" y="7469"/>
                  <a:pt x="11913" y="7840"/>
                </a:cubicBezTo>
                <a:lnTo>
                  <a:pt x="11913" y="7871"/>
                </a:lnTo>
                <a:lnTo>
                  <a:pt x="11913" y="8148"/>
                </a:lnTo>
                <a:lnTo>
                  <a:pt x="11326" y="8148"/>
                </a:lnTo>
                <a:lnTo>
                  <a:pt x="11326" y="6976"/>
                </a:lnTo>
                <a:close/>
                <a:moveTo>
                  <a:pt x="13425" y="8550"/>
                </a:moveTo>
                <a:lnTo>
                  <a:pt x="13425" y="12623"/>
                </a:lnTo>
                <a:lnTo>
                  <a:pt x="12592" y="12623"/>
                </a:lnTo>
                <a:cubicBezTo>
                  <a:pt x="12314" y="12623"/>
                  <a:pt x="12314" y="13025"/>
                  <a:pt x="12592" y="13025"/>
                </a:cubicBezTo>
                <a:lnTo>
                  <a:pt x="13518" y="13025"/>
                </a:lnTo>
                <a:lnTo>
                  <a:pt x="13950" y="13796"/>
                </a:lnTo>
                <a:lnTo>
                  <a:pt x="8055" y="13827"/>
                </a:lnTo>
                <a:lnTo>
                  <a:pt x="8055" y="13827"/>
                </a:lnTo>
                <a:lnTo>
                  <a:pt x="8487" y="13055"/>
                </a:lnTo>
                <a:lnTo>
                  <a:pt x="11481" y="13055"/>
                </a:lnTo>
                <a:cubicBezTo>
                  <a:pt x="11758" y="13055"/>
                  <a:pt x="11758" y="12623"/>
                  <a:pt x="11481" y="12623"/>
                </a:cubicBezTo>
                <a:lnTo>
                  <a:pt x="8580" y="12623"/>
                </a:lnTo>
                <a:lnTo>
                  <a:pt x="8580" y="8550"/>
                </a:lnTo>
                <a:lnTo>
                  <a:pt x="9660" y="8550"/>
                </a:lnTo>
                <a:lnTo>
                  <a:pt x="9660" y="9074"/>
                </a:lnTo>
                <a:cubicBezTo>
                  <a:pt x="9660" y="9213"/>
                  <a:pt x="9768" y="9283"/>
                  <a:pt x="9876" y="9283"/>
                </a:cubicBezTo>
                <a:cubicBezTo>
                  <a:pt x="9984" y="9283"/>
                  <a:pt x="10092" y="9213"/>
                  <a:pt x="10092" y="9074"/>
                </a:cubicBezTo>
                <a:lnTo>
                  <a:pt x="10092" y="8550"/>
                </a:lnTo>
                <a:lnTo>
                  <a:pt x="11913" y="8550"/>
                </a:lnTo>
                <a:lnTo>
                  <a:pt x="11913" y="9074"/>
                </a:lnTo>
                <a:cubicBezTo>
                  <a:pt x="11913" y="9213"/>
                  <a:pt x="12021" y="9283"/>
                  <a:pt x="12129" y="9283"/>
                </a:cubicBezTo>
                <a:cubicBezTo>
                  <a:pt x="12237" y="9283"/>
                  <a:pt x="12345" y="9213"/>
                  <a:pt x="12345" y="9074"/>
                </a:cubicBezTo>
                <a:lnTo>
                  <a:pt x="12345" y="8550"/>
                </a:lnTo>
                <a:close/>
                <a:moveTo>
                  <a:pt x="8178" y="11512"/>
                </a:moveTo>
                <a:lnTo>
                  <a:pt x="8178" y="12778"/>
                </a:lnTo>
                <a:lnTo>
                  <a:pt x="7592" y="13827"/>
                </a:lnTo>
                <a:lnTo>
                  <a:pt x="556" y="13827"/>
                </a:lnTo>
                <a:lnTo>
                  <a:pt x="1358" y="11512"/>
                </a:lnTo>
                <a:close/>
                <a:moveTo>
                  <a:pt x="6157" y="1"/>
                </a:moveTo>
                <a:cubicBezTo>
                  <a:pt x="4961" y="1"/>
                  <a:pt x="3765" y="772"/>
                  <a:pt x="3642" y="2316"/>
                </a:cubicBezTo>
                <a:lnTo>
                  <a:pt x="3642" y="3550"/>
                </a:lnTo>
                <a:lnTo>
                  <a:pt x="1204" y="3550"/>
                </a:lnTo>
                <a:cubicBezTo>
                  <a:pt x="1080" y="3550"/>
                  <a:pt x="988" y="3643"/>
                  <a:pt x="988" y="3766"/>
                </a:cubicBezTo>
                <a:lnTo>
                  <a:pt x="988" y="4692"/>
                </a:lnTo>
                <a:cubicBezTo>
                  <a:pt x="988" y="4831"/>
                  <a:pt x="1096" y="4900"/>
                  <a:pt x="1204" y="4900"/>
                </a:cubicBezTo>
                <a:cubicBezTo>
                  <a:pt x="1312" y="4900"/>
                  <a:pt x="1420" y="4831"/>
                  <a:pt x="1420" y="4692"/>
                </a:cubicBezTo>
                <a:lnTo>
                  <a:pt x="1420" y="3982"/>
                </a:lnTo>
                <a:lnTo>
                  <a:pt x="3642" y="3982"/>
                </a:lnTo>
                <a:lnTo>
                  <a:pt x="3642" y="5340"/>
                </a:lnTo>
                <a:cubicBezTo>
                  <a:pt x="3642" y="5479"/>
                  <a:pt x="3750" y="5548"/>
                  <a:pt x="3858" y="5548"/>
                </a:cubicBezTo>
                <a:cubicBezTo>
                  <a:pt x="3966" y="5548"/>
                  <a:pt x="4074" y="5479"/>
                  <a:pt x="4074" y="5340"/>
                </a:cubicBezTo>
                <a:lnTo>
                  <a:pt x="4074" y="3982"/>
                </a:lnTo>
                <a:lnTo>
                  <a:pt x="8240" y="3982"/>
                </a:lnTo>
                <a:lnTo>
                  <a:pt x="8240" y="5340"/>
                </a:lnTo>
                <a:cubicBezTo>
                  <a:pt x="8240" y="5479"/>
                  <a:pt x="8348" y="5548"/>
                  <a:pt x="8456" y="5548"/>
                </a:cubicBezTo>
                <a:cubicBezTo>
                  <a:pt x="8564" y="5548"/>
                  <a:pt x="8672" y="5479"/>
                  <a:pt x="8672" y="5340"/>
                </a:cubicBezTo>
                <a:lnTo>
                  <a:pt x="8672" y="3982"/>
                </a:lnTo>
                <a:lnTo>
                  <a:pt x="10894" y="3982"/>
                </a:lnTo>
                <a:lnTo>
                  <a:pt x="10894" y="6513"/>
                </a:lnTo>
                <a:cubicBezTo>
                  <a:pt x="10215" y="6574"/>
                  <a:pt x="9660" y="7161"/>
                  <a:pt x="9660" y="7871"/>
                </a:cubicBezTo>
                <a:lnTo>
                  <a:pt x="9660" y="8148"/>
                </a:lnTo>
                <a:lnTo>
                  <a:pt x="8364" y="8148"/>
                </a:lnTo>
                <a:cubicBezTo>
                  <a:pt x="8271" y="8148"/>
                  <a:pt x="8148" y="8241"/>
                  <a:pt x="8178" y="8364"/>
                </a:cubicBezTo>
                <a:lnTo>
                  <a:pt x="8178" y="11080"/>
                </a:lnTo>
                <a:lnTo>
                  <a:pt x="1420" y="11080"/>
                </a:lnTo>
                <a:lnTo>
                  <a:pt x="1420" y="5772"/>
                </a:lnTo>
                <a:cubicBezTo>
                  <a:pt x="1420" y="5633"/>
                  <a:pt x="1312" y="5564"/>
                  <a:pt x="1204" y="5564"/>
                </a:cubicBezTo>
                <a:cubicBezTo>
                  <a:pt x="1096" y="5564"/>
                  <a:pt x="988" y="5633"/>
                  <a:pt x="988" y="5772"/>
                </a:cubicBezTo>
                <a:lnTo>
                  <a:pt x="988" y="11265"/>
                </a:lnTo>
                <a:lnTo>
                  <a:pt x="31" y="13950"/>
                </a:lnTo>
                <a:cubicBezTo>
                  <a:pt x="0" y="14105"/>
                  <a:pt x="93" y="14228"/>
                  <a:pt x="247" y="14228"/>
                </a:cubicBezTo>
                <a:lnTo>
                  <a:pt x="14289" y="14228"/>
                </a:lnTo>
                <a:cubicBezTo>
                  <a:pt x="14443" y="14228"/>
                  <a:pt x="14567" y="14074"/>
                  <a:pt x="14474" y="13920"/>
                </a:cubicBezTo>
                <a:lnTo>
                  <a:pt x="13857" y="12778"/>
                </a:lnTo>
                <a:lnTo>
                  <a:pt x="13857" y="8364"/>
                </a:lnTo>
                <a:cubicBezTo>
                  <a:pt x="13857" y="8241"/>
                  <a:pt x="13764" y="8148"/>
                  <a:pt x="13641" y="8148"/>
                </a:cubicBezTo>
                <a:lnTo>
                  <a:pt x="12345" y="8148"/>
                </a:lnTo>
                <a:lnTo>
                  <a:pt x="12345" y="7871"/>
                </a:lnTo>
                <a:cubicBezTo>
                  <a:pt x="12345" y="7253"/>
                  <a:pt x="11913" y="6698"/>
                  <a:pt x="11326" y="6544"/>
                </a:cubicBezTo>
                <a:lnTo>
                  <a:pt x="11326" y="3766"/>
                </a:lnTo>
                <a:cubicBezTo>
                  <a:pt x="11326" y="3643"/>
                  <a:pt x="11234" y="3550"/>
                  <a:pt x="11110" y="3550"/>
                </a:cubicBezTo>
                <a:lnTo>
                  <a:pt x="8672" y="3550"/>
                </a:lnTo>
                <a:lnTo>
                  <a:pt x="8672" y="2316"/>
                </a:lnTo>
                <a:cubicBezTo>
                  <a:pt x="8549" y="772"/>
                  <a:pt x="7353" y="1"/>
                  <a:pt x="61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96" name="Google Shape;12896;p86"/>
          <p:cNvGrpSpPr/>
          <p:nvPr/>
        </p:nvGrpSpPr>
        <p:grpSpPr>
          <a:xfrm>
            <a:off x="1074538" y="3466328"/>
            <a:ext cx="361900" cy="274675"/>
            <a:chOff x="5505525" y="1948600"/>
            <a:chExt cx="361900" cy="274675"/>
          </a:xfrm>
        </p:grpSpPr>
        <p:sp>
          <p:nvSpPr>
            <p:cNvPr id="12897" name="Google Shape;12897;p86"/>
            <p:cNvSpPr/>
            <p:nvPr/>
          </p:nvSpPr>
          <p:spPr>
            <a:xfrm>
              <a:off x="5505525" y="1948600"/>
              <a:ext cx="361900" cy="274675"/>
            </a:xfrm>
            <a:custGeom>
              <a:rect b="b" l="l" r="r" t="t"/>
              <a:pathLst>
                <a:path extrusionOk="0" h="10987" w="14476">
                  <a:moveTo>
                    <a:pt x="12592" y="3333"/>
                  </a:moveTo>
                  <a:cubicBezTo>
                    <a:pt x="12469" y="3518"/>
                    <a:pt x="12376" y="3734"/>
                    <a:pt x="12376" y="3981"/>
                  </a:cubicBezTo>
                  <a:lnTo>
                    <a:pt x="12376" y="8209"/>
                  </a:lnTo>
                  <a:lnTo>
                    <a:pt x="11204" y="8209"/>
                  </a:lnTo>
                  <a:lnTo>
                    <a:pt x="11204" y="3333"/>
                  </a:lnTo>
                  <a:close/>
                  <a:moveTo>
                    <a:pt x="10772" y="432"/>
                  </a:moveTo>
                  <a:lnTo>
                    <a:pt x="10772" y="9104"/>
                  </a:lnTo>
                  <a:cubicBezTo>
                    <a:pt x="10772" y="9660"/>
                    <a:pt x="11019" y="10185"/>
                    <a:pt x="11451" y="10524"/>
                  </a:cubicBezTo>
                  <a:lnTo>
                    <a:pt x="1853" y="10524"/>
                  </a:lnTo>
                  <a:cubicBezTo>
                    <a:pt x="1050" y="10524"/>
                    <a:pt x="433" y="9876"/>
                    <a:pt x="433" y="9104"/>
                  </a:cubicBezTo>
                  <a:lnTo>
                    <a:pt x="433" y="432"/>
                  </a:lnTo>
                  <a:close/>
                  <a:moveTo>
                    <a:pt x="217" y="0"/>
                  </a:moveTo>
                  <a:cubicBezTo>
                    <a:pt x="93" y="0"/>
                    <a:pt x="1" y="93"/>
                    <a:pt x="1" y="216"/>
                  </a:cubicBezTo>
                  <a:lnTo>
                    <a:pt x="1" y="9073"/>
                  </a:lnTo>
                  <a:cubicBezTo>
                    <a:pt x="1" y="10123"/>
                    <a:pt x="803" y="10956"/>
                    <a:pt x="1853" y="10987"/>
                  </a:cubicBezTo>
                  <a:lnTo>
                    <a:pt x="12623" y="10987"/>
                  </a:lnTo>
                  <a:cubicBezTo>
                    <a:pt x="13642" y="10956"/>
                    <a:pt x="14475" y="10154"/>
                    <a:pt x="14475" y="9104"/>
                  </a:cubicBezTo>
                  <a:lnTo>
                    <a:pt x="14475" y="7901"/>
                  </a:lnTo>
                  <a:cubicBezTo>
                    <a:pt x="14475" y="7762"/>
                    <a:pt x="14375" y="7692"/>
                    <a:pt x="14274" y="7692"/>
                  </a:cubicBezTo>
                  <a:cubicBezTo>
                    <a:pt x="14174" y="7692"/>
                    <a:pt x="14074" y="7762"/>
                    <a:pt x="14074" y="7901"/>
                  </a:cubicBezTo>
                  <a:lnTo>
                    <a:pt x="14074" y="9104"/>
                  </a:lnTo>
                  <a:cubicBezTo>
                    <a:pt x="14074" y="9876"/>
                    <a:pt x="13426" y="10524"/>
                    <a:pt x="12623" y="10524"/>
                  </a:cubicBezTo>
                  <a:cubicBezTo>
                    <a:pt x="11852" y="10524"/>
                    <a:pt x="11204" y="9876"/>
                    <a:pt x="11204" y="9104"/>
                  </a:cubicBezTo>
                  <a:lnTo>
                    <a:pt x="11204" y="8672"/>
                  </a:lnTo>
                  <a:lnTo>
                    <a:pt x="12592" y="8672"/>
                  </a:lnTo>
                  <a:cubicBezTo>
                    <a:pt x="12716" y="8672"/>
                    <a:pt x="12809" y="8549"/>
                    <a:pt x="12809" y="8456"/>
                  </a:cubicBezTo>
                  <a:lnTo>
                    <a:pt x="12809" y="3981"/>
                  </a:lnTo>
                  <a:cubicBezTo>
                    <a:pt x="12778" y="3534"/>
                    <a:pt x="13109" y="3310"/>
                    <a:pt x="13441" y="3310"/>
                  </a:cubicBezTo>
                  <a:cubicBezTo>
                    <a:pt x="13773" y="3310"/>
                    <a:pt x="14105" y="3534"/>
                    <a:pt x="14074" y="3981"/>
                  </a:cubicBezTo>
                  <a:lnTo>
                    <a:pt x="14074" y="6821"/>
                  </a:lnTo>
                  <a:cubicBezTo>
                    <a:pt x="14043" y="6913"/>
                    <a:pt x="14166" y="7037"/>
                    <a:pt x="14259" y="7037"/>
                  </a:cubicBezTo>
                  <a:cubicBezTo>
                    <a:pt x="14382" y="7037"/>
                    <a:pt x="14475" y="6913"/>
                    <a:pt x="14475" y="6821"/>
                  </a:cubicBezTo>
                  <a:lnTo>
                    <a:pt x="14475" y="3981"/>
                  </a:lnTo>
                  <a:cubicBezTo>
                    <a:pt x="14475" y="3395"/>
                    <a:pt x="14043" y="2932"/>
                    <a:pt x="13457" y="2932"/>
                  </a:cubicBezTo>
                  <a:lnTo>
                    <a:pt x="11204" y="2932"/>
                  </a:lnTo>
                  <a:lnTo>
                    <a:pt x="11204" y="216"/>
                  </a:lnTo>
                  <a:cubicBezTo>
                    <a:pt x="11204" y="93"/>
                    <a:pt x="11111" y="0"/>
                    <a:pt x="10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86"/>
            <p:cNvSpPr/>
            <p:nvPr/>
          </p:nvSpPr>
          <p:spPr>
            <a:xfrm>
              <a:off x="5632850" y="2094425"/>
              <a:ext cx="114200" cy="10825"/>
            </a:xfrm>
            <a:custGeom>
              <a:rect b="b" l="l" r="r" t="t"/>
              <a:pathLst>
                <a:path extrusionOk="0" h="433" w="4568">
                  <a:moveTo>
                    <a:pt x="309" y="0"/>
                  </a:moveTo>
                  <a:cubicBezTo>
                    <a:pt x="0" y="0"/>
                    <a:pt x="0" y="432"/>
                    <a:pt x="309" y="432"/>
                  </a:cubicBezTo>
                  <a:lnTo>
                    <a:pt x="4290" y="432"/>
                  </a:lnTo>
                  <a:cubicBezTo>
                    <a:pt x="4568" y="432"/>
                    <a:pt x="4568" y="0"/>
                    <a:pt x="4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86"/>
            <p:cNvSpPr/>
            <p:nvPr/>
          </p:nvSpPr>
          <p:spPr>
            <a:xfrm>
              <a:off x="5632850" y="2146075"/>
              <a:ext cx="114200" cy="10075"/>
            </a:xfrm>
            <a:custGeom>
              <a:rect b="b" l="l" r="r" t="t"/>
              <a:pathLst>
                <a:path extrusionOk="0" h="403" w="4568">
                  <a:moveTo>
                    <a:pt x="4318" y="0"/>
                  </a:moveTo>
                  <a:cubicBezTo>
                    <a:pt x="4309" y="0"/>
                    <a:pt x="4299" y="1"/>
                    <a:pt x="4290" y="2"/>
                  </a:cubicBezTo>
                  <a:lnTo>
                    <a:pt x="309" y="2"/>
                  </a:lnTo>
                  <a:cubicBezTo>
                    <a:pt x="0" y="2"/>
                    <a:pt x="0" y="403"/>
                    <a:pt x="309" y="403"/>
                  </a:cubicBezTo>
                  <a:lnTo>
                    <a:pt x="4290" y="403"/>
                  </a:lnTo>
                  <a:cubicBezTo>
                    <a:pt x="4558" y="403"/>
                    <a:pt x="4567" y="0"/>
                    <a:pt x="43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0" name="Google Shape;12900;p86"/>
            <p:cNvSpPr/>
            <p:nvPr/>
          </p:nvSpPr>
          <p:spPr>
            <a:xfrm>
              <a:off x="5632850" y="2170800"/>
              <a:ext cx="114200" cy="10825"/>
            </a:xfrm>
            <a:custGeom>
              <a:rect b="b" l="l" r="r" t="t"/>
              <a:pathLst>
                <a:path extrusionOk="0" h="433" w="4568">
                  <a:moveTo>
                    <a:pt x="309" y="0"/>
                  </a:moveTo>
                  <a:cubicBezTo>
                    <a:pt x="0" y="0"/>
                    <a:pt x="0" y="432"/>
                    <a:pt x="309" y="432"/>
                  </a:cubicBezTo>
                  <a:lnTo>
                    <a:pt x="4290" y="432"/>
                  </a:lnTo>
                  <a:cubicBezTo>
                    <a:pt x="4568" y="432"/>
                    <a:pt x="4568" y="0"/>
                    <a:pt x="4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86"/>
            <p:cNvSpPr/>
            <p:nvPr/>
          </p:nvSpPr>
          <p:spPr>
            <a:xfrm>
              <a:off x="5632850" y="2119875"/>
              <a:ext cx="114200" cy="10825"/>
            </a:xfrm>
            <a:custGeom>
              <a:rect b="b" l="l" r="r" t="t"/>
              <a:pathLst>
                <a:path extrusionOk="0" h="433" w="4568">
                  <a:moveTo>
                    <a:pt x="309" y="0"/>
                  </a:moveTo>
                  <a:cubicBezTo>
                    <a:pt x="0" y="0"/>
                    <a:pt x="0" y="433"/>
                    <a:pt x="309" y="433"/>
                  </a:cubicBezTo>
                  <a:lnTo>
                    <a:pt x="4290" y="433"/>
                  </a:lnTo>
                  <a:cubicBezTo>
                    <a:pt x="4568" y="433"/>
                    <a:pt x="4568" y="0"/>
                    <a:pt x="4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86"/>
            <p:cNvSpPr/>
            <p:nvPr/>
          </p:nvSpPr>
          <p:spPr>
            <a:xfrm>
              <a:off x="5543350" y="2093650"/>
              <a:ext cx="75625" cy="87975"/>
            </a:xfrm>
            <a:custGeom>
              <a:rect b="b" l="l" r="r" t="t"/>
              <a:pathLst>
                <a:path extrusionOk="0" h="3519" w="3025">
                  <a:moveTo>
                    <a:pt x="2623" y="432"/>
                  </a:moveTo>
                  <a:lnTo>
                    <a:pt x="2623" y="3086"/>
                  </a:lnTo>
                  <a:lnTo>
                    <a:pt x="432" y="3086"/>
                  </a:lnTo>
                  <a:lnTo>
                    <a:pt x="432" y="432"/>
                  </a:lnTo>
                  <a:close/>
                  <a:moveTo>
                    <a:pt x="216" y="0"/>
                  </a:moveTo>
                  <a:cubicBezTo>
                    <a:pt x="93" y="0"/>
                    <a:pt x="0" y="93"/>
                    <a:pt x="0" y="216"/>
                  </a:cubicBezTo>
                  <a:lnTo>
                    <a:pt x="0" y="3302"/>
                  </a:lnTo>
                  <a:cubicBezTo>
                    <a:pt x="0" y="3426"/>
                    <a:pt x="93" y="3518"/>
                    <a:pt x="216" y="3518"/>
                  </a:cubicBezTo>
                  <a:lnTo>
                    <a:pt x="2809" y="3518"/>
                  </a:lnTo>
                  <a:cubicBezTo>
                    <a:pt x="2932" y="3518"/>
                    <a:pt x="3025" y="3426"/>
                    <a:pt x="3025" y="3302"/>
                  </a:cubicBezTo>
                  <a:lnTo>
                    <a:pt x="3025" y="216"/>
                  </a:lnTo>
                  <a:cubicBezTo>
                    <a:pt x="3025" y="93"/>
                    <a:pt x="2932" y="0"/>
                    <a:pt x="28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86"/>
            <p:cNvSpPr/>
            <p:nvPr/>
          </p:nvSpPr>
          <p:spPr>
            <a:xfrm>
              <a:off x="5543350" y="1989475"/>
              <a:ext cx="206025" cy="79500"/>
            </a:xfrm>
            <a:custGeom>
              <a:rect b="b" l="l" r="r" t="t"/>
              <a:pathLst>
                <a:path extrusionOk="0" h="3180" w="8241">
                  <a:moveTo>
                    <a:pt x="216" y="1"/>
                  </a:moveTo>
                  <a:cubicBezTo>
                    <a:pt x="93" y="1"/>
                    <a:pt x="0" y="93"/>
                    <a:pt x="0" y="217"/>
                  </a:cubicBezTo>
                  <a:lnTo>
                    <a:pt x="0" y="865"/>
                  </a:lnTo>
                  <a:cubicBezTo>
                    <a:pt x="0" y="1004"/>
                    <a:pt x="108" y="1073"/>
                    <a:pt x="216" y="1073"/>
                  </a:cubicBezTo>
                  <a:cubicBezTo>
                    <a:pt x="324" y="1073"/>
                    <a:pt x="432" y="1004"/>
                    <a:pt x="432" y="865"/>
                  </a:cubicBezTo>
                  <a:lnTo>
                    <a:pt x="432" y="433"/>
                  </a:lnTo>
                  <a:lnTo>
                    <a:pt x="7808" y="433"/>
                  </a:lnTo>
                  <a:lnTo>
                    <a:pt x="7808" y="2748"/>
                  </a:lnTo>
                  <a:lnTo>
                    <a:pt x="432" y="2748"/>
                  </a:lnTo>
                  <a:lnTo>
                    <a:pt x="432" y="1883"/>
                  </a:lnTo>
                  <a:cubicBezTo>
                    <a:pt x="432" y="1744"/>
                    <a:pt x="324" y="1675"/>
                    <a:pt x="216" y="1675"/>
                  </a:cubicBezTo>
                  <a:cubicBezTo>
                    <a:pt x="108" y="1675"/>
                    <a:pt x="0" y="1744"/>
                    <a:pt x="0" y="1883"/>
                  </a:cubicBezTo>
                  <a:lnTo>
                    <a:pt x="0" y="2964"/>
                  </a:lnTo>
                  <a:cubicBezTo>
                    <a:pt x="0" y="3087"/>
                    <a:pt x="93" y="3180"/>
                    <a:pt x="216" y="3180"/>
                  </a:cubicBezTo>
                  <a:lnTo>
                    <a:pt x="8024" y="3180"/>
                  </a:lnTo>
                  <a:cubicBezTo>
                    <a:pt x="8148" y="3180"/>
                    <a:pt x="8240" y="3087"/>
                    <a:pt x="8240" y="2964"/>
                  </a:cubicBezTo>
                  <a:lnTo>
                    <a:pt x="8240" y="217"/>
                  </a:lnTo>
                  <a:cubicBezTo>
                    <a:pt x="8240" y="93"/>
                    <a:pt x="8148" y="1"/>
                    <a:pt x="8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04" name="Google Shape;12904;p86"/>
          <p:cNvSpPr/>
          <p:nvPr/>
        </p:nvSpPr>
        <p:spPr>
          <a:xfrm>
            <a:off x="1769969" y="3422341"/>
            <a:ext cx="361100" cy="362650"/>
          </a:xfrm>
          <a:custGeom>
            <a:rect b="b" l="l" r="r" t="t"/>
            <a:pathLst>
              <a:path extrusionOk="0" h="14506" w="14444">
                <a:moveTo>
                  <a:pt x="7716" y="1790"/>
                </a:moveTo>
                <a:cubicBezTo>
                  <a:pt x="8148" y="1790"/>
                  <a:pt x="8457" y="2129"/>
                  <a:pt x="8457" y="2531"/>
                </a:cubicBezTo>
                <a:lnTo>
                  <a:pt x="8457" y="2685"/>
                </a:lnTo>
                <a:lnTo>
                  <a:pt x="8364" y="2685"/>
                </a:lnTo>
                <a:cubicBezTo>
                  <a:pt x="8086" y="2685"/>
                  <a:pt x="8086" y="3117"/>
                  <a:pt x="8364" y="3117"/>
                </a:cubicBezTo>
                <a:lnTo>
                  <a:pt x="8889" y="3117"/>
                </a:lnTo>
                <a:cubicBezTo>
                  <a:pt x="9259" y="3117"/>
                  <a:pt x="9568" y="3426"/>
                  <a:pt x="9568" y="3796"/>
                </a:cubicBezTo>
                <a:lnTo>
                  <a:pt x="9568" y="4105"/>
                </a:lnTo>
                <a:cubicBezTo>
                  <a:pt x="9568" y="4537"/>
                  <a:pt x="9228" y="4876"/>
                  <a:pt x="8796" y="4876"/>
                </a:cubicBezTo>
                <a:lnTo>
                  <a:pt x="5648" y="4876"/>
                </a:lnTo>
                <a:cubicBezTo>
                  <a:pt x="5216" y="4876"/>
                  <a:pt x="4877" y="4537"/>
                  <a:pt x="4877" y="4105"/>
                </a:cubicBezTo>
                <a:lnTo>
                  <a:pt x="4907" y="3796"/>
                </a:lnTo>
                <a:cubicBezTo>
                  <a:pt x="4907" y="3395"/>
                  <a:pt x="5216" y="3086"/>
                  <a:pt x="5617" y="3086"/>
                </a:cubicBezTo>
                <a:lnTo>
                  <a:pt x="7346" y="3086"/>
                </a:lnTo>
                <a:cubicBezTo>
                  <a:pt x="7623" y="3086"/>
                  <a:pt x="7623" y="2654"/>
                  <a:pt x="7346" y="2654"/>
                </a:cubicBezTo>
                <a:lnTo>
                  <a:pt x="5988" y="2654"/>
                </a:lnTo>
                <a:lnTo>
                  <a:pt x="5988" y="2531"/>
                </a:lnTo>
                <a:cubicBezTo>
                  <a:pt x="5988" y="2129"/>
                  <a:pt x="6327" y="1790"/>
                  <a:pt x="6728" y="1790"/>
                </a:cubicBezTo>
                <a:close/>
                <a:moveTo>
                  <a:pt x="9568" y="5056"/>
                </a:moveTo>
                <a:lnTo>
                  <a:pt x="9568" y="6913"/>
                </a:lnTo>
                <a:cubicBezTo>
                  <a:pt x="9568" y="8086"/>
                  <a:pt x="8642" y="9104"/>
                  <a:pt x="7438" y="9228"/>
                </a:cubicBezTo>
                <a:lnTo>
                  <a:pt x="7438" y="5308"/>
                </a:lnTo>
                <a:lnTo>
                  <a:pt x="8827" y="5308"/>
                </a:lnTo>
                <a:cubicBezTo>
                  <a:pt x="9092" y="5308"/>
                  <a:pt x="9356" y="5224"/>
                  <a:pt x="9568" y="5056"/>
                </a:cubicBezTo>
                <a:close/>
                <a:moveTo>
                  <a:pt x="4907" y="5030"/>
                </a:moveTo>
                <a:cubicBezTo>
                  <a:pt x="5101" y="5169"/>
                  <a:pt x="5344" y="5282"/>
                  <a:pt x="5592" y="5282"/>
                </a:cubicBezTo>
                <a:cubicBezTo>
                  <a:pt x="5621" y="5282"/>
                  <a:pt x="5650" y="5281"/>
                  <a:pt x="5679" y="5277"/>
                </a:cubicBezTo>
                <a:lnTo>
                  <a:pt x="7037" y="5277"/>
                </a:lnTo>
                <a:lnTo>
                  <a:pt x="7037" y="9228"/>
                </a:lnTo>
                <a:cubicBezTo>
                  <a:pt x="6790" y="9197"/>
                  <a:pt x="6543" y="9135"/>
                  <a:pt x="6327" y="9043"/>
                </a:cubicBezTo>
                <a:cubicBezTo>
                  <a:pt x="6298" y="9032"/>
                  <a:pt x="6270" y="9027"/>
                  <a:pt x="6244" y="9027"/>
                </a:cubicBezTo>
                <a:cubicBezTo>
                  <a:pt x="6049" y="9027"/>
                  <a:pt x="5951" y="9304"/>
                  <a:pt x="6142" y="9413"/>
                </a:cubicBezTo>
                <a:cubicBezTo>
                  <a:pt x="6512" y="9567"/>
                  <a:pt x="6883" y="9660"/>
                  <a:pt x="7253" y="9660"/>
                </a:cubicBezTo>
                <a:cubicBezTo>
                  <a:pt x="8395" y="9660"/>
                  <a:pt x="9413" y="8950"/>
                  <a:pt x="9814" y="7901"/>
                </a:cubicBezTo>
                <a:cubicBezTo>
                  <a:pt x="10277" y="8456"/>
                  <a:pt x="10956" y="8796"/>
                  <a:pt x="11666" y="8796"/>
                </a:cubicBezTo>
                <a:cubicBezTo>
                  <a:pt x="11944" y="8796"/>
                  <a:pt x="11944" y="8364"/>
                  <a:pt x="11666" y="8364"/>
                </a:cubicBezTo>
                <a:cubicBezTo>
                  <a:pt x="10987" y="8364"/>
                  <a:pt x="10339" y="7993"/>
                  <a:pt x="10000" y="7407"/>
                </a:cubicBezTo>
                <a:lnTo>
                  <a:pt x="9969" y="7345"/>
                </a:lnTo>
                <a:cubicBezTo>
                  <a:pt x="10000" y="7191"/>
                  <a:pt x="10031" y="7036"/>
                  <a:pt x="10000" y="6913"/>
                </a:cubicBezTo>
                <a:lnTo>
                  <a:pt x="10000" y="6728"/>
                </a:lnTo>
                <a:lnTo>
                  <a:pt x="12654" y="6728"/>
                </a:lnTo>
                <a:lnTo>
                  <a:pt x="12654" y="12684"/>
                </a:lnTo>
                <a:lnTo>
                  <a:pt x="1790" y="12684"/>
                </a:lnTo>
                <a:lnTo>
                  <a:pt x="1790" y="6728"/>
                </a:lnTo>
                <a:lnTo>
                  <a:pt x="4506" y="6728"/>
                </a:lnTo>
                <a:lnTo>
                  <a:pt x="4506" y="6913"/>
                </a:lnTo>
                <a:cubicBezTo>
                  <a:pt x="4506" y="7036"/>
                  <a:pt x="4506" y="7129"/>
                  <a:pt x="4506" y="7253"/>
                </a:cubicBezTo>
                <a:cubicBezTo>
                  <a:pt x="4475" y="7314"/>
                  <a:pt x="4445" y="7345"/>
                  <a:pt x="4414" y="7407"/>
                </a:cubicBezTo>
                <a:cubicBezTo>
                  <a:pt x="4105" y="7993"/>
                  <a:pt x="3457" y="8364"/>
                  <a:pt x="2778" y="8364"/>
                </a:cubicBezTo>
                <a:cubicBezTo>
                  <a:pt x="2500" y="8364"/>
                  <a:pt x="2500" y="8796"/>
                  <a:pt x="2778" y="8796"/>
                </a:cubicBezTo>
                <a:cubicBezTo>
                  <a:pt x="3519" y="8796"/>
                  <a:pt x="4228" y="8425"/>
                  <a:pt x="4661" y="7839"/>
                </a:cubicBezTo>
                <a:cubicBezTo>
                  <a:pt x="4784" y="8209"/>
                  <a:pt x="4969" y="8518"/>
                  <a:pt x="5247" y="8796"/>
                </a:cubicBezTo>
                <a:cubicBezTo>
                  <a:pt x="5290" y="8839"/>
                  <a:pt x="5338" y="8857"/>
                  <a:pt x="5384" y="8857"/>
                </a:cubicBezTo>
                <a:cubicBezTo>
                  <a:pt x="5538" y="8857"/>
                  <a:pt x="5674" y="8660"/>
                  <a:pt x="5556" y="8518"/>
                </a:cubicBezTo>
                <a:cubicBezTo>
                  <a:pt x="5123" y="8086"/>
                  <a:pt x="4907" y="7499"/>
                  <a:pt x="4907" y="6913"/>
                </a:cubicBezTo>
                <a:lnTo>
                  <a:pt x="4907" y="5030"/>
                </a:lnTo>
                <a:close/>
                <a:moveTo>
                  <a:pt x="12746" y="5802"/>
                </a:moveTo>
                <a:cubicBezTo>
                  <a:pt x="13148" y="5802"/>
                  <a:pt x="13487" y="6142"/>
                  <a:pt x="13487" y="6543"/>
                </a:cubicBezTo>
                <a:lnTo>
                  <a:pt x="13487" y="12684"/>
                </a:lnTo>
                <a:lnTo>
                  <a:pt x="13055" y="12684"/>
                </a:lnTo>
                <a:lnTo>
                  <a:pt x="13055" y="6512"/>
                </a:lnTo>
                <a:cubicBezTo>
                  <a:pt x="13055" y="6388"/>
                  <a:pt x="12962" y="6296"/>
                  <a:pt x="12839" y="6296"/>
                </a:cubicBezTo>
                <a:lnTo>
                  <a:pt x="10000" y="6296"/>
                </a:lnTo>
                <a:lnTo>
                  <a:pt x="10000" y="5802"/>
                </a:lnTo>
                <a:close/>
                <a:moveTo>
                  <a:pt x="4475" y="5802"/>
                </a:moveTo>
                <a:lnTo>
                  <a:pt x="4475" y="6327"/>
                </a:lnTo>
                <a:lnTo>
                  <a:pt x="1574" y="6327"/>
                </a:lnTo>
                <a:cubicBezTo>
                  <a:pt x="1451" y="6327"/>
                  <a:pt x="1358" y="6419"/>
                  <a:pt x="1358" y="6512"/>
                </a:cubicBezTo>
                <a:lnTo>
                  <a:pt x="1358" y="12715"/>
                </a:lnTo>
                <a:lnTo>
                  <a:pt x="957" y="12715"/>
                </a:lnTo>
                <a:lnTo>
                  <a:pt x="957" y="6543"/>
                </a:lnTo>
                <a:cubicBezTo>
                  <a:pt x="957" y="6142"/>
                  <a:pt x="1266" y="5802"/>
                  <a:pt x="1667" y="5802"/>
                </a:cubicBezTo>
                <a:close/>
                <a:moveTo>
                  <a:pt x="7932" y="13116"/>
                </a:moveTo>
                <a:cubicBezTo>
                  <a:pt x="7932" y="13271"/>
                  <a:pt x="7808" y="13394"/>
                  <a:pt x="7654" y="13394"/>
                </a:cubicBezTo>
                <a:lnTo>
                  <a:pt x="6759" y="13394"/>
                </a:lnTo>
                <a:cubicBezTo>
                  <a:pt x="6605" y="13394"/>
                  <a:pt x="6481" y="13271"/>
                  <a:pt x="6481" y="13116"/>
                </a:cubicBezTo>
                <a:close/>
                <a:moveTo>
                  <a:pt x="5494" y="0"/>
                </a:moveTo>
                <a:cubicBezTo>
                  <a:pt x="5216" y="0"/>
                  <a:pt x="5216" y="432"/>
                  <a:pt x="5494" y="432"/>
                </a:cubicBezTo>
                <a:cubicBezTo>
                  <a:pt x="5802" y="432"/>
                  <a:pt x="6080" y="556"/>
                  <a:pt x="6296" y="772"/>
                </a:cubicBezTo>
                <a:cubicBezTo>
                  <a:pt x="6451" y="926"/>
                  <a:pt x="6574" y="1173"/>
                  <a:pt x="6605" y="1389"/>
                </a:cubicBezTo>
                <a:cubicBezTo>
                  <a:pt x="6018" y="1451"/>
                  <a:pt x="5556" y="1944"/>
                  <a:pt x="5556" y="2562"/>
                </a:cubicBezTo>
                <a:lnTo>
                  <a:pt x="5556" y="2685"/>
                </a:lnTo>
                <a:cubicBezTo>
                  <a:pt x="4969" y="2716"/>
                  <a:pt x="4475" y="3210"/>
                  <a:pt x="4475" y="3827"/>
                </a:cubicBezTo>
                <a:lnTo>
                  <a:pt x="4475" y="3950"/>
                </a:lnTo>
                <a:cubicBezTo>
                  <a:pt x="4043" y="3457"/>
                  <a:pt x="3426" y="3179"/>
                  <a:pt x="2778" y="3179"/>
                </a:cubicBezTo>
                <a:cubicBezTo>
                  <a:pt x="2500" y="3179"/>
                  <a:pt x="2500" y="3611"/>
                  <a:pt x="2778" y="3611"/>
                </a:cubicBezTo>
                <a:cubicBezTo>
                  <a:pt x="3457" y="3611"/>
                  <a:pt x="4105" y="3981"/>
                  <a:pt x="4414" y="4568"/>
                </a:cubicBezTo>
                <a:lnTo>
                  <a:pt x="4475" y="4660"/>
                </a:lnTo>
                <a:lnTo>
                  <a:pt x="4475" y="4691"/>
                </a:lnTo>
                <a:lnTo>
                  <a:pt x="4475" y="5401"/>
                </a:lnTo>
                <a:lnTo>
                  <a:pt x="1667" y="5401"/>
                </a:lnTo>
                <a:cubicBezTo>
                  <a:pt x="1019" y="5401"/>
                  <a:pt x="494" y="5925"/>
                  <a:pt x="494" y="6574"/>
                </a:cubicBezTo>
                <a:lnTo>
                  <a:pt x="494" y="12746"/>
                </a:lnTo>
                <a:lnTo>
                  <a:pt x="216" y="12746"/>
                </a:lnTo>
                <a:cubicBezTo>
                  <a:pt x="203" y="12743"/>
                  <a:pt x="190" y="12741"/>
                  <a:pt x="178" y="12741"/>
                </a:cubicBezTo>
                <a:cubicBezTo>
                  <a:pt x="74" y="12741"/>
                  <a:pt x="0" y="12848"/>
                  <a:pt x="0" y="12931"/>
                </a:cubicBezTo>
                <a:lnTo>
                  <a:pt x="0" y="13456"/>
                </a:lnTo>
                <a:cubicBezTo>
                  <a:pt x="0" y="14042"/>
                  <a:pt x="463" y="14505"/>
                  <a:pt x="1050" y="14505"/>
                </a:cubicBezTo>
                <a:lnTo>
                  <a:pt x="11728" y="14505"/>
                </a:lnTo>
                <a:cubicBezTo>
                  <a:pt x="12006" y="14505"/>
                  <a:pt x="12006" y="14073"/>
                  <a:pt x="11728" y="14073"/>
                </a:cubicBezTo>
                <a:lnTo>
                  <a:pt x="1050" y="14073"/>
                </a:lnTo>
                <a:cubicBezTo>
                  <a:pt x="1033" y="14074"/>
                  <a:pt x="1016" y="14075"/>
                  <a:pt x="999" y="14075"/>
                </a:cubicBezTo>
                <a:cubicBezTo>
                  <a:pt x="654" y="14075"/>
                  <a:pt x="402" y="13779"/>
                  <a:pt x="402" y="13456"/>
                </a:cubicBezTo>
                <a:lnTo>
                  <a:pt x="402" y="13116"/>
                </a:lnTo>
                <a:lnTo>
                  <a:pt x="6111" y="13116"/>
                </a:lnTo>
                <a:cubicBezTo>
                  <a:pt x="6080" y="13487"/>
                  <a:pt x="6389" y="13795"/>
                  <a:pt x="6759" y="13826"/>
                </a:cubicBezTo>
                <a:lnTo>
                  <a:pt x="7654" y="13826"/>
                </a:lnTo>
                <a:cubicBezTo>
                  <a:pt x="8024" y="13826"/>
                  <a:pt x="8364" y="13517"/>
                  <a:pt x="8333" y="13116"/>
                </a:cubicBezTo>
                <a:lnTo>
                  <a:pt x="14043" y="13116"/>
                </a:lnTo>
                <a:lnTo>
                  <a:pt x="14043" y="13425"/>
                </a:lnTo>
                <a:cubicBezTo>
                  <a:pt x="14043" y="13764"/>
                  <a:pt x="13734" y="14042"/>
                  <a:pt x="13394" y="14042"/>
                </a:cubicBezTo>
                <a:lnTo>
                  <a:pt x="12808" y="14042"/>
                </a:lnTo>
                <a:cubicBezTo>
                  <a:pt x="12530" y="14042"/>
                  <a:pt x="12530" y="14474"/>
                  <a:pt x="12808" y="14474"/>
                </a:cubicBezTo>
                <a:lnTo>
                  <a:pt x="13394" y="14474"/>
                </a:lnTo>
                <a:cubicBezTo>
                  <a:pt x="13981" y="14474"/>
                  <a:pt x="14444" y="14011"/>
                  <a:pt x="14444" y="13425"/>
                </a:cubicBezTo>
                <a:lnTo>
                  <a:pt x="14444" y="12900"/>
                </a:lnTo>
                <a:cubicBezTo>
                  <a:pt x="14444" y="12808"/>
                  <a:pt x="14351" y="12715"/>
                  <a:pt x="14228" y="12715"/>
                </a:cubicBezTo>
                <a:lnTo>
                  <a:pt x="13888" y="12715"/>
                </a:lnTo>
                <a:lnTo>
                  <a:pt x="13888" y="6543"/>
                </a:lnTo>
                <a:cubicBezTo>
                  <a:pt x="13888" y="5895"/>
                  <a:pt x="13394" y="5370"/>
                  <a:pt x="12746" y="5370"/>
                </a:cubicBezTo>
                <a:lnTo>
                  <a:pt x="10000" y="5370"/>
                </a:lnTo>
                <a:lnTo>
                  <a:pt x="10000" y="4568"/>
                </a:lnTo>
                <a:cubicBezTo>
                  <a:pt x="10339" y="3950"/>
                  <a:pt x="10956" y="3580"/>
                  <a:pt x="11635" y="3580"/>
                </a:cubicBezTo>
                <a:cubicBezTo>
                  <a:pt x="11913" y="3580"/>
                  <a:pt x="11913" y="3179"/>
                  <a:pt x="11635" y="3179"/>
                </a:cubicBezTo>
                <a:cubicBezTo>
                  <a:pt x="11018" y="3179"/>
                  <a:pt x="10432" y="3426"/>
                  <a:pt x="10000" y="3858"/>
                </a:cubicBezTo>
                <a:lnTo>
                  <a:pt x="10000" y="3796"/>
                </a:lnTo>
                <a:cubicBezTo>
                  <a:pt x="10000" y="3179"/>
                  <a:pt x="9506" y="2685"/>
                  <a:pt x="8889" y="2685"/>
                </a:cubicBezTo>
                <a:lnTo>
                  <a:pt x="8889" y="2531"/>
                </a:lnTo>
                <a:cubicBezTo>
                  <a:pt x="8889" y="1944"/>
                  <a:pt x="8457" y="1451"/>
                  <a:pt x="7870" y="1389"/>
                </a:cubicBezTo>
                <a:cubicBezTo>
                  <a:pt x="7901" y="1142"/>
                  <a:pt x="8024" y="926"/>
                  <a:pt x="8179" y="772"/>
                </a:cubicBezTo>
                <a:cubicBezTo>
                  <a:pt x="8395" y="556"/>
                  <a:pt x="8703" y="432"/>
                  <a:pt x="8981" y="432"/>
                </a:cubicBezTo>
                <a:cubicBezTo>
                  <a:pt x="9259" y="432"/>
                  <a:pt x="9259" y="0"/>
                  <a:pt x="8981" y="0"/>
                </a:cubicBezTo>
                <a:cubicBezTo>
                  <a:pt x="8580" y="0"/>
                  <a:pt x="8179" y="185"/>
                  <a:pt x="7901" y="463"/>
                </a:cubicBezTo>
                <a:cubicBezTo>
                  <a:pt x="7654" y="710"/>
                  <a:pt x="7500" y="1049"/>
                  <a:pt x="7469" y="1389"/>
                </a:cubicBezTo>
                <a:lnTo>
                  <a:pt x="7037" y="1389"/>
                </a:lnTo>
                <a:cubicBezTo>
                  <a:pt x="7006" y="1049"/>
                  <a:pt x="6852" y="710"/>
                  <a:pt x="6605" y="463"/>
                </a:cubicBezTo>
                <a:cubicBezTo>
                  <a:pt x="6296" y="185"/>
                  <a:pt x="5926" y="0"/>
                  <a:pt x="54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05" name="Google Shape;12905;p86"/>
          <p:cNvGrpSpPr/>
          <p:nvPr/>
        </p:nvGrpSpPr>
        <p:grpSpPr>
          <a:xfrm>
            <a:off x="6259581" y="2326611"/>
            <a:ext cx="379625" cy="362650"/>
            <a:chOff x="2488025" y="3563250"/>
            <a:chExt cx="379625" cy="362650"/>
          </a:xfrm>
        </p:grpSpPr>
        <p:sp>
          <p:nvSpPr>
            <p:cNvPr id="12906" name="Google Shape;12906;p86"/>
            <p:cNvSpPr/>
            <p:nvPr/>
          </p:nvSpPr>
          <p:spPr>
            <a:xfrm>
              <a:off x="2767325" y="3563625"/>
              <a:ext cx="32425" cy="28950"/>
            </a:xfrm>
            <a:custGeom>
              <a:rect b="b" l="l" r="r" t="t"/>
              <a:pathLst>
                <a:path extrusionOk="0" h="1158" w="1297">
                  <a:moveTo>
                    <a:pt x="648" y="1"/>
                  </a:moveTo>
                  <a:cubicBezTo>
                    <a:pt x="540" y="1"/>
                    <a:pt x="432" y="70"/>
                    <a:pt x="432" y="209"/>
                  </a:cubicBezTo>
                  <a:lnTo>
                    <a:pt x="432" y="394"/>
                  </a:lnTo>
                  <a:lnTo>
                    <a:pt x="278" y="394"/>
                  </a:lnTo>
                  <a:cubicBezTo>
                    <a:pt x="0" y="394"/>
                    <a:pt x="0" y="795"/>
                    <a:pt x="278" y="795"/>
                  </a:cubicBezTo>
                  <a:lnTo>
                    <a:pt x="432" y="795"/>
                  </a:lnTo>
                  <a:lnTo>
                    <a:pt x="432" y="950"/>
                  </a:lnTo>
                  <a:cubicBezTo>
                    <a:pt x="432" y="1088"/>
                    <a:pt x="540" y="1158"/>
                    <a:pt x="648" y="1158"/>
                  </a:cubicBezTo>
                  <a:cubicBezTo>
                    <a:pt x="756" y="1158"/>
                    <a:pt x="864" y="1088"/>
                    <a:pt x="864" y="950"/>
                  </a:cubicBezTo>
                  <a:lnTo>
                    <a:pt x="864" y="795"/>
                  </a:lnTo>
                  <a:lnTo>
                    <a:pt x="1019" y="795"/>
                  </a:lnTo>
                  <a:cubicBezTo>
                    <a:pt x="1296" y="795"/>
                    <a:pt x="1296" y="363"/>
                    <a:pt x="1019" y="363"/>
                  </a:cubicBezTo>
                  <a:lnTo>
                    <a:pt x="864" y="363"/>
                  </a:lnTo>
                  <a:lnTo>
                    <a:pt x="864" y="209"/>
                  </a:lnTo>
                  <a:cubicBezTo>
                    <a:pt x="864" y="70"/>
                    <a:pt x="756"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86"/>
            <p:cNvSpPr/>
            <p:nvPr/>
          </p:nvSpPr>
          <p:spPr>
            <a:xfrm>
              <a:off x="2758050" y="3712525"/>
              <a:ext cx="33200" cy="28975"/>
            </a:xfrm>
            <a:custGeom>
              <a:rect b="b" l="l" r="r" t="t"/>
              <a:pathLst>
                <a:path extrusionOk="0" h="1159" w="1328">
                  <a:moveTo>
                    <a:pt x="653" y="1"/>
                  </a:moveTo>
                  <a:cubicBezTo>
                    <a:pt x="549" y="1"/>
                    <a:pt x="448" y="70"/>
                    <a:pt x="464" y="209"/>
                  </a:cubicBezTo>
                  <a:lnTo>
                    <a:pt x="464" y="364"/>
                  </a:lnTo>
                  <a:lnTo>
                    <a:pt x="278" y="364"/>
                  </a:lnTo>
                  <a:cubicBezTo>
                    <a:pt x="1" y="364"/>
                    <a:pt x="1" y="796"/>
                    <a:pt x="278" y="796"/>
                  </a:cubicBezTo>
                  <a:lnTo>
                    <a:pt x="464" y="796"/>
                  </a:lnTo>
                  <a:lnTo>
                    <a:pt x="464" y="950"/>
                  </a:lnTo>
                  <a:cubicBezTo>
                    <a:pt x="464" y="1089"/>
                    <a:pt x="564" y="1158"/>
                    <a:pt x="664" y="1158"/>
                  </a:cubicBezTo>
                  <a:cubicBezTo>
                    <a:pt x="765" y="1158"/>
                    <a:pt x="865" y="1089"/>
                    <a:pt x="865" y="950"/>
                  </a:cubicBezTo>
                  <a:lnTo>
                    <a:pt x="865" y="796"/>
                  </a:lnTo>
                  <a:lnTo>
                    <a:pt x="1050" y="796"/>
                  </a:lnTo>
                  <a:cubicBezTo>
                    <a:pt x="1328" y="796"/>
                    <a:pt x="1328" y="364"/>
                    <a:pt x="1050" y="364"/>
                  </a:cubicBezTo>
                  <a:lnTo>
                    <a:pt x="865" y="364"/>
                  </a:lnTo>
                  <a:lnTo>
                    <a:pt x="865" y="209"/>
                  </a:lnTo>
                  <a:cubicBezTo>
                    <a:pt x="865" y="70"/>
                    <a:pt x="757" y="1"/>
                    <a:pt x="6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86"/>
            <p:cNvSpPr/>
            <p:nvPr/>
          </p:nvSpPr>
          <p:spPr>
            <a:xfrm>
              <a:off x="2561300" y="3686100"/>
              <a:ext cx="32450" cy="28575"/>
            </a:xfrm>
            <a:custGeom>
              <a:rect b="b" l="l" r="r" t="t"/>
              <a:pathLst>
                <a:path extrusionOk="0" h="1143" w="1298">
                  <a:moveTo>
                    <a:pt x="649" y="1"/>
                  </a:moveTo>
                  <a:cubicBezTo>
                    <a:pt x="549" y="1"/>
                    <a:pt x="448" y="63"/>
                    <a:pt x="433" y="186"/>
                  </a:cubicBezTo>
                  <a:lnTo>
                    <a:pt x="433" y="371"/>
                  </a:lnTo>
                  <a:lnTo>
                    <a:pt x="279" y="371"/>
                  </a:lnTo>
                  <a:cubicBezTo>
                    <a:pt x="1" y="371"/>
                    <a:pt x="1" y="772"/>
                    <a:pt x="279" y="772"/>
                  </a:cubicBezTo>
                  <a:lnTo>
                    <a:pt x="433" y="772"/>
                  </a:lnTo>
                  <a:lnTo>
                    <a:pt x="433" y="958"/>
                  </a:lnTo>
                  <a:cubicBezTo>
                    <a:pt x="448" y="1081"/>
                    <a:pt x="549" y="1143"/>
                    <a:pt x="649" y="1143"/>
                  </a:cubicBezTo>
                  <a:cubicBezTo>
                    <a:pt x="749" y="1143"/>
                    <a:pt x="850" y="1081"/>
                    <a:pt x="865" y="958"/>
                  </a:cubicBezTo>
                  <a:lnTo>
                    <a:pt x="865" y="772"/>
                  </a:lnTo>
                  <a:lnTo>
                    <a:pt x="1019" y="772"/>
                  </a:lnTo>
                  <a:cubicBezTo>
                    <a:pt x="1297" y="772"/>
                    <a:pt x="1297" y="371"/>
                    <a:pt x="1019" y="371"/>
                  </a:cubicBezTo>
                  <a:lnTo>
                    <a:pt x="865" y="371"/>
                  </a:lnTo>
                  <a:lnTo>
                    <a:pt x="865" y="186"/>
                  </a:lnTo>
                  <a:cubicBezTo>
                    <a:pt x="850" y="63"/>
                    <a:pt x="749" y="1"/>
                    <a:pt x="6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86"/>
            <p:cNvSpPr/>
            <p:nvPr/>
          </p:nvSpPr>
          <p:spPr>
            <a:xfrm>
              <a:off x="2497275" y="3821325"/>
              <a:ext cx="33200" cy="29525"/>
            </a:xfrm>
            <a:custGeom>
              <a:rect b="b" l="l" r="r" t="t"/>
              <a:pathLst>
                <a:path extrusionOk="0" h="1181" w="1328">
                  <a:moveTo>
                    <a:pt x="679" y="0"/>
                  </a:moveTo>
                  <a:cubicBezTo>
                    <a:pt x="571" y="0"/>
                    <a:pt x="463" y="70"/>
                    <a:pt x="463" y="209"/>
                  </a:cubicBezTo>
                  <a:lnTo>
                    <a:pt x="463" y="394"/>
                  </a:lnTo>
                  <a:lnTo>
                    <a:pt x="278" y="394"/>
                  </a:lnTo>
                  <a:cubicBezTo>
                    <a:pt x="0" y="394"/>
                    <a:pt x="0" y="795"/>
                    <a:pt x="278" y="795"/>
                  </a:cubicBezTo>
                  <a:lnTo>
                    <a:pt x="432" y="795"/>
                  </a:lnTo>
                  <a:lnTo>
                    <a:pt x="432" y="949"/>
                  </a:lnTo>
                  <a:cubicBezTo>
                    <a:pt x="432" y="1104"/>
                    <a:pt x="541" y="1181"/>
                    <a:pt x="649" y="1181"/>
                  </a:cubicBezTo>
                  <a:cubicBezTo>
                    <a:pt x="757" y="1181"/>
                    <a:pt x="865" y="1104"/>
                    <a:pt x="865" y="949"/>
                  </a:cubicBezTo>
                  <a:lnTo>
                    <a:pt x="865" y="795"/>
                  </a:lnTo>
                  <a:lnTo>
                    <a:pt x="1050" y="795"/>
                  </a:lnTo>
                  <a:cubicBezTo>
                    <a:pt x="1327" y="795"/>
                    <a:pt x="1327" y="394"/>
                    <a:pt x="1050" y="394"/>
                  </a:cubicBezTo>
                  <a:lnTo>
                    <a:pt x="895" y="394"/>
                  </a:lnTo>
                  <a:lnTo>
                    <a:pt x="895" y="209"/>
                  </a:lnTo>
                  <a:cubicBezTo>
                    <a:pt x="895" y="70"/>
                    <a:pt x="787"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86"/>
            <p:cNvSpPr/>
            <p:nvPr/>
          </p:nvSpPr>
          <p:spPr>
            <a:xfrm>
              <a:off x="2831350" y="3821325"/>
              <a:ext cx="29350" cy="29725"/>
            </a:xfrm>
            <a:custGeom>
              <a:rect b="b" l="l" r="r" t="t"/>
              <a:pathLst>
                <a:path extrusionOk="0" h="1189" w="1174">
                  <a:moveTo>
                    <a:pt x="587" y="0"/>
                  </a:moveTo>
                  <a:cubicBezTo>
                    <a:pt x="479" y="0"/>
                    <a:pt x="371" y="70"/>
                    <a:pt x="371" y="209"/>
                  </a:cubicBezTo>
                  <a:lnTo>
                    <a:pt x="371" y="394"/>
                  </a:lnTo>
                  <a:lnTo>
                    <a:pt x="217" y="394"/>
                  </a:lnTo>
                  <a:cubicBezTo>
                    <a:pt x="93" y="394"/>
                    <a:pt x="1" y="487"/>
                    <a:pt x="1" y="579"/>
                  </a:cubicBezTo>
                  <a:cubicBezTo>
                    <a:pt x="1" y="703"/>
                    <a:pt x="93" y="795"/>
                    <a:pt x="217" y="795"/>
                  </a:cubicBezTo>
                  <a:lnTo>
                    <a:pt x="371" y="795"/>
                  </a:lnTo>
                  <a:lnTo>
                    <a:pt x="371" y="980"/>
                  </a:lnTo>
                  <a:cubicBezTo>
                    <a:pt x="371" y="1119"/>
                    <a:pt x="479" y="1189"/>
                    <a:pt x="587" y="1189"/>
                  </a:cubicBezTo>
                  <a:cubicBezTo>
                    <a:pt x="695" y="1189"/>
                    <a:pt x="803" y="1119"/>
                    <a:pt x="803" y="980"/>
                  </a:cubicBezTo>
                  <a:lnTo>
                    <a:pt x="803" y="795"/>
                  </a:lnTo>
                  <a:lnTo>
                    <a:pt x="957" y="795"/>
                  </a:lnTo>
                  <a:cubicBezTo>
                    <a:pt x="1081" y="795"/>
                    <a:pt x="1173" y="703"/>
                    <a:pt x="1173" y="579"/>
                  </a:cubicBezTo>
                  <a:cubicBezTo>
                    <a:pt x="1173" y="487"/>
                    <a:pt x="1081" y="394"/>
                    <a:pt x="957" y="394"/>
                  </a:cubicBezTo>
                  <a:lnTo>
                    <a:pt x="803" y="394"/>
                  </a:lnTo>
                  <a:lnTo>
                    <a:pt x="803" y="209"/>
                  </a:lnTo>
                  <a:cubicBezTo>
                    <a:pt x="803" y="70"/>
                    <a:pt x="695" y="0"/>
                    <a:pt x="5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86"/>
            <p:cNvSpPr/>
            <p:nvPr/>
          </p:nvSpPr>
          <p:spPr>
            <a:xfrm>
              <a:off x="2794325" y="3895975"/>
              <a:ext cx="32425" cy="29350"/>
            </a:xfrm>
            <a:custGeom>
              <a:rect b="b" l="l" r="r" t="t"/>
              <a:pathLst>
                <a:path extrusionOk="0" h="1174" w="1297">
                  <a:moveTo>
                    <a:pt x="648" y="0"/>
                  </a:moveTo>
                  <a:cubicBezTo>
                    <a:pt x="525" y="0"/>
                    <a:pt x="432" y="93"/>
                    <a:pt x="432" y="216"/>
                  </a:cubicBezTo>
                  <a:lnTo>
                    <a:pt x="432" y="371"/>
                  </a:lnTo>
                  <a:lnTo>
                    <a:pt x="278" y="371"/>
                  </a:lnTo>
                  <a:cubicBezTo>
                    <a:pt x="0" y="371"/>
                    <a:pt x="0" y="803"/>
                    <a:pt x="278" y="803"/>
                  </a:cubicBezTo>
                  <a:lnTo>
                    <a:pt x="432" y="803"/>
                  </a:lnTo>
                  <a:lnTo>
                    <a:pt x="432" y="988"/>
                  </a:lnTo>
                  <a:cubicBezTo>
                    <a:pt x="432" y="1080"/>
                    <a:pt x="525" y="1173"/>
                    <a:pt x="648" y="1173"/>
                  </a:cubicBezTo>
                  <a:cubicBezTo>
                    <a:pt x="772" y="1173"/>
                    <a:pt x="864" y="1080"/>
                    <a:pt x="864" y="988"/>
                  </a:cubicBezTo>
                  <a:lnTo>
                    <a:pt x="864" y="803"/>
                  </a:lnTo>
                  <a:lnTo>
                    <a:pt x="1019" y="803"/>
                  </a:lnTo>
                  <a:cubicBezTo>
                    <a:pt x="1296" y="803"/>
                    <a:pt x="1296" y="402"/>
                    <a:pt x="1019" y="402"/>
                  </a:cubicBezTo>
                  <a:lnTo>
                    <a:pt x="1019" y="371"/>
                  </a:lnTo>
                  <a:lnTo>
                    <a:pt x="864" y="371"/>
                  </a:lnTo>
                  <a:lnTo>
                    <a:pt x="864" y="216"/>
                  </a:lnTo>
                  <a:cubicBezTo>
                    <a:pt x="864" y="93"/>
                    <a:pt x="772" y="0"/>
                    <a:pt x="6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86"/>
            <p:cNvSpPr/>
            <p:nvPr/>
          </p:nvSpPr>
          <p:spPr>
            <a:xfrm>
              <a:off x="2532775" y="3895575"/>
              <a:ext cx="33175" cy="30325"/>
            </a:xfrm>
            <a:custGeom>
              <a:rect b="b" l="l" r="r" t="t"/>
              <a:pathLst>
                <a:path extrusionOk="0" h="1213" w="1327">
                  <a:moveTo>
                    <a:pt x="679" y="1"/>
                  </a:moveTo>
                  <a:cubicBezTo>
                    <a:pt x="571" y="1"/>
                    <a:pt x="463" y="78"/>
                    <a:pt x="463" y="232"/>
                  </a:cubicBezTo>
                  <a:lnTo>
                    <a:pt x="463" y="387"/>
                  </a:lnTo>
                  <a:lnTo>
                    <a:pt x="309" y="387"/>
                  </a:lnTo>
                  <a:cubicBezTo>
                    <a:pt x="0" y="387"/>
                    <a:pt x="0" y="819"/>
                    <a:pt x="309" y="819"/>
                  </a:cubicBezTo>
                  <a:lnTo>
                    <a:pt x="463" y="819"/>
                  </a:lnTo>
                  <a:lnTo>
                    <a:pt x="463" y="1004"/>
                  </a:lnTo>
                  <a:cubicBezTo>
                    <a:pt x="463" y="1143"/>
                    <a:pt x="571" y="1212"/>
                    <a:pt x="679" y="1212"/>
                  </a:cubicBezTo>
                  <a:cubicBezTo>
                    <a:pt x="787" y="1212"/>
                    <a:pt x="895" y="1143"/>
                    <a:pt x="895" y="1004"/>
                  </a:cubicBezTo>
                  <a:lnTo>
                    <a:pt x="895" y="819"/>
                  </a:lnTo>
                  <a:lnTo>
                    <a:pt x="1049" y="819"/>
                  </a:lnTo>
                  <a:cubicBezTo>
                    <a:pt x="1318" y="819"/>
                    <a:pt x="1327" y="416"/>
                    <a:pt x="1077" y="416"/>
                  </a:cubicBezTo>
                  <a:cubicBezTo>
                    <a:pt x="1068" y="416"/>
                    <a:pt x="1059" y="416"/>
                    <a:pt x="1049" y="418"/>
                  </a:cubicBezTo>
                  <a:lnTo>
                    <a:pt x="1049" y="387"/>
                  </a:lnTo>
                  <a:lnTo>
                    <a:pt x="895" y="387"/>
                  </a:lnTo>
                  <a:lnTo>
                    <a:pt x="895" y="232"/>
                  </a:lnTo>
                  <a:cubicBezTo>
                    <a:pt x="895" y="78"/>
                    <a:pt x="787"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86"/>
            <p:cNvSpPr/>
            <p:nvPr/>
          </p:nvSpPr>
          <p:spPr>
            <a:xfrm>
              <a:off x="2488025" y="3563250"/>
              <a:ext cx="379625" cy="362075"/>
            </a:xfrm>
            <a:custGeom>
              <a:rect b="b" l="l" r="r" t="t"/>
              <a:pathLst>
                <a:path extrusionOk="0" h="14483" w="15185">
                  <a:moveTo>
                    <a:pt x="1768" y="2562"/>
                  </a:moveTo>
                  <a:cubicBezTo>
                    <a:pt x="2048" y="2562"/>
                    <a:pt x="2337" y="2811"/>
                    <a:pt x="2222" y="3156"/>
                  </a:cubicBezTo>
                  <a:cubicBezTo>
                    <a:pt x="2130" y="3403"/>
                    <a:pt x="2037" y="3680"/>
                    <a:pt x="1975" y="3927"/>
                  </a:cubicBezTo>
                  <a:lnTo>
                    <a:pt x="1111" y="3680"/>
                  </a:lnTo>
                  <a:cubicBezTo>
                    <a:pt x="1173" y="3403"/>
                    <a:pt x="1265" y="3156"/>
                    <a:pt x="1358" y="2878"/>
                  </a:cubicBezTo>
                  <a:cubicBezTo>
                    <a:pt x="1428" y="2655"/>
                    <a:pt x="1597" y="2562"/>
                    <a:pt x="1768" y="2562"/>
                  </a:cubicBezTo>
                  <a:close/>
                  <a:moveTo>
                    <a:pt x="13603" y="2562"/>
                  </a:moveTo>
                  <a:cubicBezTo>
                    <a:pt x="13773" y="2562"/>
                    <a:pt x="13941" y="2655"/>
                    <a:pt x="14011" y="2878"/>
                  </a:cubicBezTo>
                  <a:cubicBezTo>
                    <a:pt x="14135" y="3156"/>
                    <a:pt x="14197" y="3434"/>
                    <a:pt x="14258" y="3680"/>
                  </a:cubicBezTo>
                  <a:lnTo>
                    <a:pt x="13394" y="3927"/>
                  </a:lnTo>
                  <a:cubicBezTo>
                    <a:pt x="13332" y="3680"/>
                    <a:pt x="13271" y="3434"/>
                    <a:pt x="13178" y="3156"/>
                  </a:cubicBezTo>
                  <a:cubicBezTo>
                    <a:pt x="13044" y="2811"/>
                    <a:pt x="13326" y="2562"/>
                    <a:pt x="13603" y="2562"/>
                  </a:cubicBezTo>
                  <a:close/>
                  <a:moveTo>
                    <a:pt x="9660" y="3341"/>
                  </a:moveTo>
                  <a:cubicBezTo>
                    <a:pt x="9166" y="4020"/>
                    <a:pt x="8148" y="4329"/>
                    <a:pt x="7345" y="4452"/>
                  </a:cubicBezTo>
                  <a:cubicBezTo>
                    <a:pt x="6728" y="4514"/>
                    <a:pt x="6111" y="4545"/>
                    <a:pt x="5524" y="4545"/>
                  </a:cubicBezTo>
                  <a:lnTo>
                    <a:pt x="5524" y="3341"/>
                  </a:lnTo>
                  <a:close/>
                  <a:moveTo>
                    <a:pt x="8271" y="8063"/>
                  </a:moveTo>
                  <a:lnTo>
                    <a:pt x="8271" y="9112"/>
                  </a:lnTo>
                  <a:cubicBezTo>
                    <a:pt x="8271" y="9452"/>
                    <a:pt x="8024" y="9729"/>
                    <a:pt x="7685" y="9729"/>
                  </a:cubicBezTo>
                  <a:cubicBezTo>
                    <a:pt x="7345" y="9729"/>
                    <a:pt x="7067" y="9452"/>
                    <a:pt x="7067" y="9112"/>
                  </a:cubicBezTo>
                  <a:lnTo>
                    <a:pt x="7067" y="8063"/>
                  </a:lnTo>
                  <a:cubicBezTo>
                    <a:pt x="7191" y="8094"/>
                    <a:pt x="7345" y="8094"/>
                    <a:pt x="7469" y="8094"/>
                  </a:cubicBezTo>
                  <a:lnTo>
                    <a:pt x="7870" y="8094"/>
                  </a:lnTo>
                  <a:cubicBezTo>
                    <a:pt x="7993" y="8094"/>
                    <a:pt x="8148" y="8094"/>
                    <a:pt x="8271" y="8063"/>
                  </a:cubicBezTo>
                  <a:close/>
                  <a:moveTo>
                    <a:pt x="7685" y="0"/>
                  </a:moveTo>
                  <a:cubicBezTo>
                    <a:pt x="7631" y="0"/>
                    <a:pt x="7577" y="23"/>
                    <a:pt x="7530" y="70"/>
                  </a:cubicBezTo>
                  <a:lnTo>
                    <a:pt x="6512" y="1088"/>
                  </a:lnTo>
                  <a:lnTo>
                    <a:pt x="6049" y="656"/>
                  </a:lnTo>
                  <a:lnTo>
                    <a:pt x="5463" y="70"/>
                  </a:lnTo>
                  <a:cubicBezTo>
                    <a:pt x="5424" y="31"/>
                    <a:pt x="5376" y="13"/>
                    <a:pt x="5329" y="13"/>
                  </a:cubicBezTo>
                  <a:cubicBezTo>
                    <a:pt x="5225" y="13"/>
                    <a:pt x="5123" y="97"/>
                    <a:pt x="5123" y="224"/>
                  </a:cubicBezTo>
                  <a:lnTo>
                    <a:pt x="5123" y="1551"/>
                  </a:lnTo>
                  <a:cubicBezTo>
                    <a:pt x="5123" y="1690"/>
                    <a:pt x="5223" y="1759"/>
                    <a:pt x="5324" y="1759"/>
                  </a:cubicBezTo>
                  <a:cubicBezTo>
                    <a:pt x="5424" y="1759"/>
                    <a:pt x="5524" y="1690"/>
                    <a:pt x="5524" y="1551"/>
                  </a:cubicBezTo>
                  <a:lnTo>
                    <a:pt x="5524" y="718"/>
                  </a:lnTo>
                  <a:lnTo>
                    <a:pt x="5740" y="934"/>
                  </a:lnTo>
                  <a:lnTo>
                    <a:pt x="6296" y="1489"/>
                  </a:lnTo>
                  <a:cubicBezTo>
                    <a:pt x="6342" y="1551"/>
                    <a:pt x="6412" y="1582"/>
                    <a:pt x="6481" y="1582"/>
                  </a:cubicBezTo>
                  <a:cubicBezTo>
                    <a:pt x="6551" y="1582"/>
                    <a:pt x="6620" y="1551"/>
                    <a:pt x="6666" y="1489"/>
                  </a:cubicBezTo>
                  <a:lnTo>
                    <a:pt x="7654" y="502"/>
                  </a:lnTo>
                  <a:lnTo>
                    <a:pt x="8672" y="1520"/>
                  </a:lnTo>
                  <a:cubicBezTo>
                    <a:pt x="8719" y="1566"/>
                    <a:pt x="8773" y="1590"/>
                    <a:pt x="8827" y="1590"/>
                  </a:cubicBezTo>
                  <a:cubicBezTo>
                    <a:pt x="8881" y="1590"/>
                    <a:pt x="8935" y="1566"/>
                    <a:pt x="8981" y="1520"/>
                  </a:cubicBezTo>
                  <a:lnTo>
                    <a:pt x="9567" y="934"/>
                  </a:lnTo>
                  <a:lnTo>
                    <a:pt x="9814" y="718"/>
                  </a:lnTo>
                  <a:lnTo>
                    <a:pt x="9814" y="2909"/>
                  </a:lnTo>
                  <a:lnTo>
                    <a:pt x="5524" y="2909"/>
                  </a:lnTo>
                  <a:lnTo>
                    <a:pt x="5524" y="2600"/>
                  </a:lnTo>
                  <a:cubicBezTo>
                    <a:pt x="5524" y="2461"/>
                    <a:pt x="5416" y="2392"/>
                    <a:pt x="5308" y="2392"/>
                  </a:cubicBezTo>
                  <a:cubicBezTo>
                    <a:pt x="5200" y="2392"/>
                    <a:pt x="5092" y="2461"/>
                    <a:pt x="5092" y="2600"/>
                  </a:cubicBezTo>
                  <a:lnTo>
                    <a:pt x="5092" y="5717"/>
                  </a:lnTo>
                  <a:cubicBezTo>
                    <a:pt x="5092" y="6705"/>
                    <a:pt x="5710" y="7569"/>
                    <a:pt x="6635" y="7939"/>
                  </a:cubicBezTo>
                  <a:lnTo>
                    <a:pt x="6635" y="8618"/>
                  </a:lnTo>
                  <a:lnTo>
                    <a:pt x="5463" y="8618"/>
                  </a:lnTo>
                  <a:cubicBezTo>
                    <a:pt x="4382" y="8618"/>
                    <a:pt x="3395" y="8094"/>
                    <a:pt x="2778" y="7230"/>
                  </a:cubicBezTo>
                  <a:cubicBezTo>
                    <a:pt x="2099" y="6273"/>
                    <a:pt x="2068" y="4915"/>
                    <a:pt x="2623" y="3279"/>
                  </a:cubicBezTo>
                  <a:cubicBezTo>
                    <a:pt x="2857" y="2618"/>
                    <a:pt x="2281" y="2141"/>
                    <a:pt x="1731" y="2141"/>
                  </a:cubicBezTo>
                  <a:cubicBezTo>
                    <a:pt x="1408" y="2141"/>
                    <a:pt x="1094" y="2305"/>
                    <a:pt x="957" y="2693"/>
                  </a:cubicBezTo>
                  <a:cubicBezTo>
                    <a:pt x="0" y="5440"/>
                    <a:pt x="648" y="7199"/>
                    <a:pt x="1327" y="8217"/>
                  </a:cubicBezTo>
                  <a:cubicBezTo>
                    <a:pt x="2037" y="9236"/>
                    <a:pt x="3117" y="9945"/>
                    <a:pt x="4321" y="10223"/>
                  </a:cubicBezTo>
                  <a:lnTo>
                    <a:pt x="4321" y="14297"/>
                  </a:lnTo>
                  <a:cubicBezTo>
                    <a:pt x="4321" y="14389"/>
                    <a:pt x="4413" y="14482"/>
                    <a:pt x="4537" y="14482"/>
                  </a:cubicBezTo>
                  <a:lnTo>
                    <a:pt x="5185" y="14482"/>
                  </a:lnTo>
                  <a:cubicBezTo>
                    <a:pt x="5463" y="14482"/>
                    <a:pt x="5463" y="14081"/>
                    <a:pt x="5185" y="14081"/>
                  </a:cubicBezTo>
                  <a:lnTo>
                    <a:pt x="4753" y="14081"/>
                  </a:lnTo>
                  <a:lnTo>
                    <a:pt x="4753" y="10069"/>
                  </a:lnTo>
                  <a:cubicBezTo>
                    <a:pt x="4753" y="9976"/>
                    <a:pt x="4660" y="9884"/>
                    <a:pt x="4568" y="9853"/>
                  </a:cubicBezTo>
                  <a:cubicBezTo>
                    <a:pt x="3395" y="9637"/>
                    <a:pt x="2346" y="8958"/>
                    <a:pt x="1667" y="8001"/>
                  </a:cubicBezTo>
                  <a:cubicBezTo>
                    <a:pt x="1142" y="7230"/>
                    <a:pt x="679" y="5964"/>
                    <a:pt x="1019" y="4082"/>
                  </a:cubicBezTo>
                  <a:lnTo>
                    <a:pt x="1019" y="4082"/>
                  </a:lnTo>
                  <a:lnTo>
                    <a:pt x="1914" y="4329"/>
                  </a:lnTo>
                  <a:cubicBezTo>
                    <a:pt x="1636" y="5409"/>
                    <a:pt x="1821" y="6551"/>
                    <a:pt x="2407" y="7476"/>
                  </a:cubicBezTo>
                  <a:cubicBezTo>
                    <a:pt x="3117" y="8464"/>
                    <a:pt x="4259" y="9050"/>
                    <a:pt x="5463" y="9081"/>
                  </a:cubicBezTo>
                  <a:lnTo>
                    <a:pt x="6635" y="9081"/>
                  </a:lnTo>
                  <a:lnTo>
                    <a:pt x="6635" y="9112"/>
                  </a:lnTo>
                  <a:cubicBezTo>
                    <a:pt x="6666" y="9760"/>
                    <a:pt x="7160" y="10084"/>
                    <a:pt x="7658" y="10084"/>
                  </a:cubicBezTo>
                  <a:cubicBezTo>
                    <a:pt x="8155" y="10084"/>
                    <a:pt x="8657" y="9760"/>
                    <a:pt x="8703" y="9112"/>
                  </a:cubicBezTo>
                  <a:lnTo>
                    <a:pt x="8703" y="9081"/>
                  </a:lnTo>
                  <a:lnTo>
                    <a:pt x="9907" y="9081"/>
                  </a:lnTo>
                  <a:cubicBezTo>
                    <a:pt x="11110" y="9050"/>
                    <a:pt x="12252" y="8464"/>
                    <a:pt x="12962" y="7476"/>
                  </a:cubicBezTo>
                  <a:cubicBezTo>
                    <a:pt x="13548" y="6551"/>
                    <a:pt x="13734" y="5409"/>
                    <a:pt x="13487" y="4329"/>
                  </a:cubicBezTo>
                  <a:lnTo>
                    <a:pt x="14351" y="4113"/>
                  </a:lnTo>
                  <a:lnTo>
                    <a:pt x="14351" y="4113"/>
                  </a:lnTo>
                  <a:cubicBezTo>
                    <a:pt x="14721" y="5964"/>
                    <a:pt x="14227" y="7230"/>
                    <a:pt x="13703" y="8001"/>
                  </a:cubicBezTo>
                  <a:cubicBezTo>
                    <a:pt x="12993" y="8989"/>
                    <a:pt x="11944" y="9668"/>
                    <a:pt x="10740" y="9884"/>
                  </a:cubicBezTo>
                  <a:cubicBezTo>
                    <a:pt x="10647" y="9884"/>
                    <a:pt x="10586" y="9976"/>
                    <a:pt x="10586" y="10100"/>
                  </a:cubicBezTo>
                  <a:lnTo>
                    <a:pt x="10586" y="14050"/>
                  </a:lnTo>
                  <a:lnTo>
                    <a:pt x="6265" y="14050"/>
                  </a:lnTo>
                  <a:cubicBezTo>
                    <a:pt x="5987" y="14050"/>
                    <a:pt x="5987" y="14482"/>
                    <a:pt x="6265" y="14482"/>
                  </a:cubicBezTo>
                  <a:lnTo>
                    <a:pt x="10802" y="14482"/>
                  </a:lnTo>
                  <a:cubicBezTo>
                    <a:pt x="10925" y="14482"/>
                    <a:pt x="11018" y="14389"/>
                    <a:pt x="11018" y="14266"/>
                  </a:cubicBezTo>
                  <a:lnTo>
                    <a:pt x="11018" y="10254"/>
                  </a:lnTo>
                  <a:cubicBezTo>
                    <a:pt x="12221" y="9945"/>
                    <a:pt x="13302" y="9236"/>
                    <a:pt x="14073" y="8217"/>
                  </a:cubicBezTo>
                  <a:cubicBezTo>
                    <a:pt x="15184" y="6581"/>
                    <a:pt x="15030" y="4514"/>
                    <a:pt x="14413" y="2724"/>
                  </a:cubicBezTo>
                  <a:cubicBezTo>
                    <a:pt x="14274" y="2321"/>
                    <a:pt x="13960" y="2150"/>
                    <a:pt x="13640" y="2150"/>
                  </a:cubicBezTo>
                  <a:cubicBezTo>
                    <a:pt x="13101" y="2150"/>
                    <a:pt x="12545" y="2633"/>
                    <a:pt x="12777" y="3310"/>
                  </a:cubicBezTo>
                  <a:cubicBezTo>
                    <a:pt x="13209" y="4545"/>
                    <a:pt x="13394" y="6088"/>
                    <a:pt x="12623" y="7230"/>
                  </a:cubicBezTo>
                  <a:cubicBezTo>
                    <a:pt x="11974" y="8094"/>
                    <a:pt x="10987" y="8618"/>
                    <a:pt x="9907" y="8649"/>
                  </a:cubicBezTo>
                  <a:lnTo>
                    <a:pt x="8703" y="8649"/>
                  </a:lnTo>
                  <a:lnTo>
                    <a:pt x="8703" y="7939"/>
                  </a:lnTo>
                  <a:cubicBezTo>
                    <a:pt x="8857" y="7878"/>
                    <a:pt x="9012" y="7816"/>
                    <a:pt x="9135" y="7723"/>
                  </a:cubicBezTo>
                  <a:cubicBezTo>
                    <a:pt x="9341" y="7595"/>
                    <a:pt x="9204" y="7316"/>
                    <a:pt x="9027" y="7316"/>
                  </a:cubicBezTo>
                  <a:cubicBezTo>
                    <a:pt x="8992" y="7316"/>
                    <a:pt x="8955" y="7327"/>
                    <a:pt x="8919" y="7353"/>
                  </a:cubicBezTo>
                  <a:cubicBezTo>
                    <a:pt x="8580" y="7569"/>
                    <a:pt x="8240" y="7662"/>
                    <a:pt x="7870" y="7662"/>
                  </a:cubicBezTo>
                  <a:lnTo>
                    <a:pt x="7469" y="7662"/>
                  </a:lnTo>
                  <a:cubicBezTo>
                    <a:pt x="6419" y="7662"/>
                    <a:pt x="5555" y="6797"/>
                    <a:pt x="5555" y="5748"/>
                  </a:cubicBezTo>
                  <a:lnTo>
                    <a:pt x="5555" y="4977"/>
                  </a:lnTo>
                  <a:lnTo>
                    <a:pt x="5926" y="4977"/>
                  </a:lnTo>
                  <a:cubicBezTo>
                    <a:pt x="6419" y="4977"/>
                    <a:pt x="6913" y="4946"/>
                    <a:pt x="7407" y="4884"/>
                  </a:cubicBezTo>
                  <a:cubicBezTo>
                    <a:pt x="7993" y="4791"/>
                    <a:pt x="8549" y="4637"/>
                    <a:pt x="9043" y="4390"/>
                  </a:cubicBezTo>
                  <a:cubicBezTo>
                    <a:pt x="9351" y="4236"/>
                    <a:pt x="9598" y="4051"/>
                    <a:pt x="9814" y="3835"/>
                  </a:cubicBezTo>
                  <a:lnTo>
                    <a:pt x="9814" y="5748"/>
                  </a:lnTo>
                  <a:cubicBezTo>
                    <a:pt x="9814" y="6088"/>
                    <a:pt x="9722" y="6427"/>
                    <a:pt x="9567" y="6736"/>
                  </a:cubicBezTo>
                  <a:cubicBezTo>
                    <a:pt x="9461" y="6906"/>
                    <a:pt x="9603" y="7061"/>
                    <a:pt x="9752" y="7061"/>
                  </a:cubicBezTo>
                  <a:cubicBezTo>
                    <a:pt x="9820" y="7061"/>
                    <a:pt x="9889" y="7029"/>
                    <a:pt x="9938" y="6952"/>
                  </a:cubicBezTo>
                  <a:cubicBezTo>
                    <a:pt x="10154" y="6581"/>
                    <a:pt x="10277" y="6149"/>
                    <a:pt x="10277" y="5748"/>
                  </a:cubicBezTo>
                  <a:lnTo>
                    <a:pt x="10277" y="224"/>
                  </a:lnTo>
                  <a:cubicBezTo>
                    <a:pt x="10277" y="97"/>
                    <a:pt x="10161" y="13"/>
                    <a:pt x="10048" y="13"/>
                  </a:cubicBezTo>
                  <a:cubicBezTo>
                    <a:pt x="9996" y="13"/>
                    <a:pt x="9945" y="31"/>
                    <a:pt x="9907" y="70"/>
                  </a:cubicBezTo>
                  <a:lnTo>
                    <a:pt x="9320" y="656"/>
                  </a:lnTo>
                  <a:lnTo>
                    <a:pt x="8857" y="1119"/>
                  </a:lnTo>
                  <a:lnTo>
                    <a:pt x="7839" y="70"/>
                  </a:lnTo>
                  <a:cubicBezTo>
                    <a:pt x="7793" y="23"/>
                    <a:pt x="7739" y="0"/>
                    <a:pt x="76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4" name="Google Shape;12914;p86"/>
          <p:cNvGrpSpPr/>
          <p:nvPr/>
        </p:nvGrpSpPr>
        <p:grpSpPr>
          <a:xfrm>
            <a:off x="6268069" y="2882555"/>
            <a:ext cx="362650" cy="362500"/>
            <a:chOff x="6250075" y="2464125"/>
            <a:chExt cx="362650" cy="362500"/>
          </a:xfrm>
        </p:grpSpPr>
        <p:sp>
          <p:nvSpPr>
            <p:cNvPr id="12915" name="Google Shape;12915;p86"/>
            <p:cNvSpPr/>
            <p:nvPr/>
          </p:nvSpPr>
          <p:spPr>
            <a:xfrm>
              <a:off x="6250075" y="2464125"/>
              <a:ext cx="362650" cy="362500"/>
            </a:xfrm>
            <a:custGeom>
              <a:rect b="b" l="l" r="r" t="t"/>
              <a:pathLst>
                <a:path extrusionOk="0" h="14500" w="14506">
                  <a:moveTo>
                    <a:pt x="8553" y="0"/>
                  </a:moveTo>
                  <a:cubicBezTo>
                    <a:pt x="8396" y="0"/>
                    <a:pt x="8236" y="38"/>
                    <a:pt x="8086" y="118"/>
                  </a:cubicBezTo>
                  <a:cubicBezTo>
                    <a:pt x="7839" y="303"/>
                    <a:pt x="7654" y="581"/>
                    <a:pt x="7654" y="890"/>
                  </a:cubicBezTo>
                  <a:cubicBezTo>
                    <a:pt x="7654" y="1970"/>
                    <a:pt x="7253" y="2988"/>
                    <a:pt x="6574" y="3791"/>
                  </a:cubicBezTo>
                  <a:lnTo>
                    <a:pt x="4013" y="6630"/>
                  </a:lnTo>
                  <a:lnTo>
                    <a:pt x="4013" y="6507"/>
                  </a:lnTo>
                  <a:cubicBezTo>
                    <a:pt x="4013" y="6075"/>
                    <a:pt x="3673" y="5704"/>
                    <a:pt x="3210" y="5704"/>
                  </a:cubicBezTo>
                  <a:lnTo>
                    <a:pt x="803" y="5704"/>
                  </a:lnTo>
                  <a:cubicBezTo>
                    <a:pt x="371" y="5704"/>
                    <a:pt x="1" y="6075"/>
                    <a:pt x="1" y="6507"/>
                  </a:cubicBezTo>
                  <a:lnTo>
                    <a:pt x="1" y="11414"/>
                  </a:lnTo>
                  <a:cubicBezTo>
                    <a:pt x="16" y="11537"/>
                    <a:pt x="116" y="11599"/>
                    <a:pt x="217" y="11599"/>
                  </a:cubicBezTo>
                  <a:cubicBezTo>
                    <a:pt x="317" y="11599"/>
                    <a:pt x="417" y="11537"/>
                    <a:pt x="433" y="11414"/>
                  </a:cubicBezTo>
                  <a:lnTo>
                    <a:pt x="433" y="6538"/>
                  </a:lnTo>
                  <a:cubicBezTo>
                    <a:pt x="433" y="6321"/>
                    <a:pt x="587" y="6136"/>
                    <a:pt x="803" y="6136"/>
                  </a:cubicBezTo>
                  <a:lnTo>
                    <a:pt x="3210" y="6136"/>
                  </a:lnTo>
                  <a:cubicBezTo>
                    <a:pt x="3426" y="6136"/>
                    <a:pt x="3611" y="6321"/>
                    <a:pt x="3611" y="6538"/>
                  </a:cubicBezTo>
                  <a:lnTo>
                    <a:pt x="3611" y="13389"/>
                  </a:lnTo>
                  <a:cubicBezTo>
                    <a:pt x="3611" y="13605"/>
                    <a:pt x="3426" y="13759"/>
                    <a:pt x="3210" y="13759"/>
                  </a:cubicBezTo>
                  <a:lnTo>
                    <a:pt x="803" y="13759"/>
                  </a:lnTo>
                  <a:cubicBezTo>
                    <a:pt x="587" y="13759"/>
                    <a:pt x="433" y="13605"/>
                    <a:pt x="433" y="13389"/>
                  </a:cubicBezTo>
                  <a:lnTo>
                    <a:pt x="433" y="12556"/>
                  </a:lnTo>
                  <a:cubicBezTo>
                    <a:pt x="417" y="12432"/>
                    <a:pt x="317" y="12370"/>
                    <a:pt x="217" y="12370"/>
                  </a:cubicBezTo>
                  <a:cubicBezTo>
                    <a:pt x="116" y="12370"/>
                    <a:pt x="16" y="12432"/>
                    <a:pt x="1" y="12556"/>
                  </a:cubicBezTo>
                  <a:lnTo>
                    <a:pt x="1" y="13389"/>
                  </a:lnTo>
                  <a:cubicBezTo>
                    <a:pt x="1" y="13821"/>
                    <a:pt x="371" y="14191"/>
                    <a:pt x="803" y="14191"/>
                  </a:cubicBezTo>
                  <a:lnTo>
                    <a:pt x="3210" y="14191"/>
                  </a:lnTo>
                  <a:cubicBezTo>
                    <a:pt x="3642" y="14191"/>
                    <a:pt x="4013" y="13852"/>
                    <a:pt x="4013" y="13420"/>
                  </a:cubicBezTo>
                  <a:lnTo>
                    <a:pt x="4198" y="13574"/>
                  </a:lnTo>
                  <a:cubicBezTo>
                    <a:pt x="4969" y="14160"/>
                    <a:pt x="5895" y="14500"/>
                    <a:pt x="6852" y="14500"/>
                  </a:cubicBezTo>
                  <a:lnTo>
                    <a:pt x="13209" y="14500"/>
                  </a:lnTo>
                  <a:cubicBezTo>
                    <a:pt x="13919" y="14500"/>
                    <a:pt x="14506" y="13883"/>
                    <a:pt x="14475" y="13173"/>
                  </a:cubicBezTo>
                  <a:lnTo>
                    <a:pt x="14475" y="6846"/>
                  </a:lnTo>
                  <a:cubicBezTo>
                    <a:pt x="14475" y="6167"/>
                    <a:pt x="13919" y="5581"/>
                    <a:pt x="13209" y="5581"/>
                  </a:cubicBezTo>
                  <a:lnTo>
                    <a:pt x="12716" y="5581"/>
                  </a:lnTo>
                  <a:cubicBezTo>
                    <a:pt x="12407" y="5581"/>
                    <a:pt x="12407" y="6013"/>
                    <a:pt x="12716" y="6013"/>
                  </a:cubicBezTo>
                  <a:lnTo>
                    <a:pt x="13209" y="6013"/>
                  </a:lnTo>
                  <a:cubicBezTo>
                    <a:pt x="13672" y="6013"/>
                    <a:pt x="14043" y="6383"/>
                    <a:pt x="14074" y="6846"/>
                  </a:cubicBezTo>
                  <a:lnTo>
                    <a:pt x="14074" y="7679"/>
                  </a:lnTo>
                  <a:lnTo>
                    <a:pt x="11234" y="7679"/>
                  </a:lnTo>
                  <a:cubicBezTo>
                    <a:pt x="10957" y="7679"/>
                    <a:pt x="10957" y="8111"/>
                    <a:pt x="11234" y="8111"/>
                  </a:cubicBezTo>
                  <a:lnTo>
                    <a:pt x="14074" y="8111"/>
                  </a:lnTo>
                  <a:lnTo>
                    <a:pt x="14074" y="9809"/>
                  </a:lnTo>
                  <a:lnTo>
                    <a:pt x="11234" y="9809"/>
                  </a:lnTo>
                  <a:cubicBezTo>
                    <a:pt x="10957" y="9809"/>
                    <a:pt x="10957" y="10241"/>
                    <a:pt x="11234" y="10241"/>
                  </a:cubicBezTo>
                  <a:lnTo>
                    <a:pt x="14074" y="10241"/>
                  </a:lnTo>
                  <a:lnTo>
                    <a:pt x="14074" y="11938"/>
                  </a:lnTo>
                  <a:lnTo>
                    <a:pt x="11234" y="11938"/>
                  </a:lnTo>
                  <a:cubicBezTo>
                    <a:pt x="10957" y="11938"/>
                    <a:pt x="10957" y="12370"/>
                    <a:pt x="11234" y="12370"/>
                  </a:cubicBezTo>
                  <a:lnTo>
                    <a:pt x="14074" y="12370"/>
                  </a:lnTo>
                  <a:lnTo>
                    <a:pt x="14074" y="13173"/>
                  </a:lnTo>
                  <a:cubicBezTo>
                    <a:pt x="14074" y="13636"/>
                    <a:pt x="13703" y="14037"/>
                    <a:pt x="13209" y="14068"/>
                  </a:cubicBezTo>
                  <a:lnTo>
                    <a:pt x="6852" y="14068"/>
                  </a:lnTo>
                  <a:cubicBezTo>
                    <a:pt x="5988" y="14068"/>
                    <a:pt x="5154" y="13759"/>
                    <a:pt x="4476" y="13235"/>
                  </a:cubicBezTo>
                  <a:lnTo>
                    <a:pt x="4043" y="12864"/>
                  </a:lnTo>
                  <a:lnTo>
                    <a:pt x="4043" y="7247"/>
                  </a:lnTo>
                  <a:cubicBezTo>
                    <a:pt x="4074" y="7216"/>
                    <a:pt x="4105" y="7216"/>
                    <a:pt x="4136" y="7186"/>
                  </a:cubicBezTo>
                  <a:lnTo>
                    <a:pt x="6883" y="4099"/>
                  </a:lnTo>
                  <a:cubicBezTo>
                    <a:pt x="7654" y="3204"/>
                    <a:pt x="8086" y="2093"/>
                    <a:pt x="8086" y="921"/>
                  </a:cubicBezTo>
                  <a:cubicBezTo>
                    <a:pt x="8086" y="735"/>
                    <a:pt x="8179" y="581"/>
                    <a:pt x="8333" y="489"/>
                  </a:cubicBezTo>
                  <a:cubicBezTo>
                    <a:pt x="8416" y="447"/>
                    <a:pt x="8505" y="427"/>
                    <a:pt x="8592" y="427"/>
                  </a:cubicBezTo>
                  <a:cubicBezTo>
                    <a:pt x="8765" y="427"/>
                    <a:pt x="8930" y="509"/>
                    <a:pt x="9012" y="674"/>
                  </a:cubicBezTo>
                  <a:cubicBezTo>
                    <a:pt x="9352" y="1229"/>
                    <a:pt x="9537" y="1877"/>
                    <a:pt x="9599" y="2525"/>
                  </a:cubicBezTo>
                  <a:cubicBezTo>
                    <a:pt x="9629" y="3204"/>
                    <a:pt x="9506" y="3853"/>
                    <a:pt x="9259" y="4470"/>
                  </a:cubicBezTo>
                  <a:lnTo>
                    <a:pt x="8734" y="5704"/>
                  </a:lnTo>
                  <a:cubicBezTo>
                    <a:pt x="8673" y="5859"/>
                    <a:pt x="8765" y="6013"/>
                    <a:pt x="8920" y="6013"/>
                  </a:cubicBezTo>
                  <a:lnTo>
                    <a:pt x="11574" y="6013"/>
                  </a:lnTo>
                  <a:cubicBezTo>
                    <a:pt x="11851" y="6013"/>
                    <a:pt x="11851" y="5581"/>
                    <a:pt x="11574" y="5581"/>
                  </a:cubicBezTo>
                  <a:lnTo>
                    <a:pt x="9259" y="5581"/>
                  </a:lnTo>
                  <a:lnTo>
                    <a:pt x="9629" y="4624"/>
                  </a:lnTo>
                  <a:cubicBezTo>
                    <a:pt x="10185" y="3266"/>
                    <a:pt x="10092" y="1723"/>
                    <a:pt x="9383" y="458"/>
                  </a:cubicBezTo>
                  <a:cubicBezTo>
                    <a:pt x="9195" y="166"/>
                    <a:pt x="8880" y="0"/>
                    <a:pt x="85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86"/>
            <p:cNvSpPr/>
            <p:nvPr/>
          </p:nvSpPr>
          <p:spPr>
            <a:xfrm>
              <a:off x="6275525" y="2637900"/>
              <a:ext cx="44775" cy="39050"/>
            </a:xfrm>
            <a:custGeom>
              <a:rect b="b" l="l" r="r" t="t"/>
              <a:pathLst>
                <a:path extrusionOk="0" h="1562" w="1791">
                  <a:moveTo>
                    <a:pt x="1025" y="368"/>
                  </a:moveTo>
                  <a:cubicBezTo>
                    <a:pt x="1121" y="368"/>
                    <a:pt x="1219" y="403"/>
                    <a:pt x="1297" y="482"/>
                  </a:cubicBezTo>
                  <a:cubicBezTo>
                    <a:pt x="1544" y="728"/>
                    <a:pt x="1359" y="1160"/>
                    <a:pt x="1019" y="1160"/>
                  </a:cubicBezTo>
                  <a:cubicBezTo>
                    <a:pt x="803" y="1160"/>
                    <a:pt x="618" y="975"/>
                    <a:pt x="618" y="759"/>
                  </a:cubicBezTo>
                  <a:cubicBezTo>
                    <a:pt x="618" y="528"/>
                    <a:pt x="819" y="368"/>
                    <a:pt x="1025" y="368"/>
                  </a:cubicBezTo>
                  <a:close/>
                  <a:moveTo>
                    <a:pt x="998" y="0"/>
                  </a:moveTo>
                  <a:cubicBezTo>
                    <a:pt x="808" y="0"/>
                    <a:pt x="616" y="73"/>
                    <a:pt x="464" y="235"/>
                  </a:cubicBezTo>
                  <a:cubicBezTo>
                    <a:pt x="1" y="728"/>
                    <a:pt x="340" y="1562"/>
                    <a:pt x="1019" y="1562"/>
                  </a:cubicBezTo>
                  <a:cubicBezTo>
                    <a:pt x="1451" y="1531"/>
                    <a:pt x="1791" y="1191"/>
                    <a:pt x="1791" y="759"/>
                  </a:cubicBezTo>
                  <a:cubicBezTo>
                    <a:pt x="1770" y="303"/>
                    <a:pt x="1387" y="0"/>
                    <a:pt x="9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86"/>
            <p:cNvSpPr/>
            <p:nvPr/>
          </p:nvSpPr>
          <p:spPr>
            <a:xfrm>
              <a:off x="6536325" y="2542875"/>
              <a:ext cx="32425" cy="28950"/>
            </a:xfrm>
            <a:custGeom>
              <a:rect b="b" l="l" r="r" t="t"/>
              <a:pathLst>
                <a:path extrusionOk="0" h="1158" w="1297">
                  <a:moveTo>
                    <a:pt x="621" y="0"/>
                  </a:moveTo>
                  <a:cubicBezTo>
                    <a:pt x="517" y="0"/>
                    <a:pt x="417" y="70"/>
                    <a:pt x="432" y="209"/>
                  </a:cubicBezTo>
                  <a:lnTo>
                    <a:pt x="432" y="363"/>
                  </a:lnTo>
                  <a:lnTo>
                    <a:pt x="247" y="363"/>
                  </a:lnTo>
                  <a:cubicBezTo>
                    <a:pt x="0" y="394"/>
                    <a:pt x="0" y="764"/>
                    <a:pt x="247" y="795"/>
                  </a:cubicBezTo>
                  <a:lnTo>
                    <a:pt x="432" y="795"/>
                  </a:lnTo>
                  <a:lnTo>
                    <a:pt x="432" y="949"/>
                  </a:lnTo>
                  <a:cubicBezTo>
                    <a:pt x="432" y="1088"/>
                    <a:pt x="533" y="1158"/>
                    <a:pt x="633" y="1158"/>
                  </a:cubicBezTo>
                  <a:cubicBezTo>
                    <a:pt x="733" y="1158"/>
                    <a:pt x="834" y="1088"/>
                    <a:pt x="834" y="949"/>
                  </a:cubicBezTo>
                  <a:lnTo>
                    <a:pt x="834" y="795"/>
                  </a:lnTo>
                  <a:lnTo>
                    <a:pt x="988" y="795"/>
                  </a:lnTo>
                  <a:cubicBezTo>
                    <a:pt x="1296" y="795"/>
                    <a:pt x="1296" y="363"/>
                    <a:pt x="988" y="363"/>
                  </a:cubicBezTo>
                  <a:lnTo>
                    <a:pt x="834" y="363"/>
                  </a:lnTo>
                  <a:lnTo>
                    <a:pt x="834" y="209"/>
                  </a:lnTo>
                  <a:cubicBezTo>
                    <a:pt x="834" y="70"/>
                    <a:pt x="726" y="0"/>
                    <a:pt x="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86"/>
            <p:cNvSpPr/>
            <p:nvPr/>
          </p:nvSpPr>
          <p:spPr>
            <a:xfrm>
              <a:off x="6512400" y="2464175"/>
              <a:ext cx="32425" cy="28950"/>
            </a:xfrm>
            <a:custGeom>
              <a:rect b="b" l="l" r="r" t="t"/>
              <a:pathLst>
                <a:path extrusionOk="0" h="1158" w="1297">
                  <a:moveTo>
                    <a:pt x="649" y="1"/>
                  </a:moveTo>
                  <a:cubicBezTo>
                    <a:pt x="541" y="1"/>
                    <a:pt x="433" y="70"/>
                    <a:pt x="433" y="209"/>
                  </a:cubicBezTo>
                  <a:lnTo>
                    <a:pt x="433" y="394"/>
                  </a:lnTo>
                  <a:lnTo>
                    <a:pt x="278" y="394"/>
                  </a:lnTo>
                  <a:cubicBezTo>
                    <a:pt x="1" y="394"/>
                    <a:pt x="1" y="795"/>
                    <a:pt x="278" y="795"/>
                  </a:cubicBezTo>
                  <a:lnTo>
                    <a:pt x="433" y="795"/>
                  </a:lnTo>
                  <a:lnTo>
                    <a:pt x="433" y="950"/>
                  </a:lnTo>
                  <a:cubicBezTo>
                    <a:pt x="433" y="1088"/>
                    <a:pt x="541" y="1158"/>
                    <a:pt x="649" y="1158"/>
                  </a:cubicBezTo>
                  <a:cubicBezTo>
                    <a:pt x="757" y="1158"/>
                    <a:pt x="865" y="1088"/>
                    <a:pt x="865" y="950"/>
                  </a:cubicBezTo>
                  <a:lnTo>
                    <a:pt x="865" y="795"/>
                  </a:lnTo>
                  <a:lnTo>
                    <a:pt x="1019" y="795"/>
                  </a:lnTo>
                  <a:cubicBezTo>
                    <a:pt x="1287" y="795"/>
                    <a:pt x="1296" y="392"/>
                    <a:pt x="1047" y="392"/>
                  </a:cubicBezTo>
                  <a:cubicBezTo>
                    <a:pt x="1038" y="392"/>
                    <a:pt x="1029" y="393"/>
                    <a:pt x="1019" y="394"/>
                  </a:cubicBezTo>
                  <a:lnTo>
                    <a:pt x="865" y="394"/>
                  </a:lnTo>
                  <a:lnTo>
                    <a:pt x="865" y="209"/>
                  </a:lnTo>
                  <a:cubicBezTo>
                    <a:pt x="865" y="70"/>
                    <a:pt x="757" y="1"/>
                    <a:pt x="6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86"/>
            <p:cNvSpPr/>
            <p:nvPr/>
          </p:nvSpPr>
          <p:spPr>
            <a:xfrm>
              <a:off x="6368900" y="2505850"/>
              <a:ext cx="32425" cy="29150"/>
            </a:xfrm>
            <a:custGeom>
              <a:rect b="b" l="l" r="r" t="t"/>
              <a:pathLst>
                <a:path extrusionOk="0" h="1166" w="1297">
                  <a:moveTo>
                    <a:pt x="648" y="0"/>
                  </a:moveTo>
                  <a:cubicBezTo>
                    <a:pt x="540" y="0"/>
                    <a:pt x="432" y="70"/>
                    <a:pt x="432" y="208"/>
                  </a:cubicBezTo>
                  <a:lnTo>
                    <a:pt x="432" y="363"/>
                  </a:lnTo>
                  <a:lnTo>
                    <a:pt x="278" y="363"/>
                  </a:lnTo>
                  <a:cubicBezTo>
                    <a:pt x="0" y="363"/>
                    <a:pt x="0" y="795"/>
                    <a:pt x="278" y="795"/>
                  </a:cubicBezTo>
                  <a:lnTo>
                    <a:pt x="432" y="795"/>
                  </a:lnTo>
                  <a:lnTo>
                    <a:pt x="432" y="949"/>
                  </a:lnTo>
                  <a:cubicBezTo>
                    <a:pt x="432" y="1073"/>
                    <a:pt x="525" y="1165"/>
                    <a:pt x="648" y="1165"/>
                  </a:cubicBezTo>
                  <a:cubicBezTo>
                    <a:pt x="772" y="1165"/>
                    <a:pt x="864" y="1073"/>
                    <a:pt x="864" y="949"/>
                  </a:cubicBezTo>
                  <a:lnTo>
                    <a:pt x="864" y="795"/>
                  </a:lnTo>
                  <a:lnTo>
                    <a:pt x="1019" y="795"/>
                  </a:lnTo>
                  <a:cubicBezTo>
                    <a:pt x="1296" y="795"/>
                    <a:pt x="1296" y="363"/>
                    <a:pt x="1019" y="363"/>
                  </a:cubicBezTo>
                  <a:lnTo>
                    <a:pt x="864" y="363"/>
                  </a:lnTo>
                  <a:lnTo>
                    <a:pt x="864" y="208"/>
                  </a:lnTo>
                  <a:cubicBezTo>
                    <a:pt x="864" y="70"/>
                    <a:pt x="756" y="0"/>
                    <a:pt x="6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20" name="Google Shape;12920;p86"/>
          <p:cNvGrpSpPr/>
          <p:nvPr/>
        </p:nvGrpSpPr>
        <p:grpSpPr>
          <a:xfrm>
            <a:off x="5484381" y="2327374"/>
            <a:ext cx="361900" cy="361125"/>
            <a:chOff x="1740375" y="3563425"/>
            <a:chExt cx="361900" cy="361125"/>
          </a:xfrm>
        </p:grpSpPr>
        <p:sp>
          <p:nvSpPr>
            <p:cNvPr id="12921" name="Google Shape;12921;p86"/>
            <p:cNvSpPr/>
            <p:nvPr/>
          </p:nvSpPr>
          <p:spPr>
            <a:xfrm>
              <a:off x="1758900" y="3629800"/>
              <a:ext cx="133500" cy="115050"/>
            </a:xfrm>
            <a:custGeom>
              <a:rect b="b" l="l" r="r" t="t"/>
              <a:pathLst>
                <a:path extrusionOk="0" h="4602" w="5340">
                  <a:moveTo>
                    <a:pt x="3056" y="432"/>
                  </a:moveTo>
                  <a:cubicBezTo>
                    <a:pt x="3611" y="432"/>
                    <a:pt x="4167" y="679"/>
                    <a:pt x="4506" y="1142"/>
                  </a:cubicBezTo>
                  <a:lnTo>
                    <a:pt x="3118" y="2006"/>
                  </a:lnTo>
                  <a:lnTo>
                    <a:pt x="2346" y="586"/>
                  </a:lnTo>
                  <a:cubicBezTo>
                    <a:pt x="2562" y="494"/>
                    <a:pt x="2809" y="432"/>
                    <a:pt x="3056" y="432"/>
                  </a:cubicBezTo>
                  <a:close/>
                  <a:moveTo>
                    <a:pt x="1976" y="772"/>
                  </a:moveTo>
                  <a:lnTo>
                    <a:pt x="2840" y="2376"/>
                  </a:lnTo>
                  <a:lnTo>
                    <a:pt x="2840" y="4166"/>
                  </a:lnTo>
                  <a:cubicBezTo>
                    <a:pt x="1143" y="3950"/>
                    <a:pt x="587" y="1759"/>
                    <a:pt x="1976" y="772"/>
                  </a:cubicBezTo>
                  <a:close/>
                  <a:moveTo>
                    <a:pt x="4722" y="1481"/>
                  </a:moveTo>
                  <a:cubicBezTo>
                    <a:pt x="4846" y="1759"/>
                    <a:pt x="4908" y="2037"/>
                    <a:pt x="4908" y="2315"/>
                  </a:cubicBezTo>
                  <a:cubicBezTo>
                    <a:pt x="4908" y="3240"/>
                    <a:pt x="4198" y="4043"/>
                    <a:pt x="3272" y="4166"/>
                  </a:cubicBezTo>
                  <a:lnTo>
                    <a:pt x="3272" y="2407"/>
                  </a:lnTo>
                  <a:lnTo>
                    <a:pt x="4722" y="1481"/>
                  </a:lnTo>
                  <a:close/>
                  <a:moveTo>
                    <a:pt x="3056" y="0"/>
                  </a:moveTo>
                  <a:cubicBezTo>
                    <a:pt x="1019" y="0"/>
                    <a:pt x="1" y="2469"/>
                    <a:pt x="1451" y="3919"/>
                  </a:cubicBezTo>
                  <a:cubicBezTo>
                    <a:pt x="1912" y="4390"/>
                    <a:pt x="2484" y="4601"/>
                    <a:pt x="3046" y="4601"/>
                  </a:cubicBezTo>
                  <a:cubicBezTo>
                    <a:pt x="4214" y="4601"/>
                    <a:pt x="5340" y="3690"/>
                    <a:pt x="5340" y="2315"/>
                  </a:cubicBezTo>
                  <a:cubicBezTo>
                    <a:pt x="5340" y="1852"/>
                    <a:pt x="5216" y="1389"/>
                    <a:pt x="4969" y="1018"/>
                  </a:cubicBezTo>
                  <a:cubicBezTo>
                    <a:pt x="4537" y="370"/>
                    <a:pt x="3827"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86"/>
            <p:cNvSpPr/>
            <p:nvPr/>
          </p:nvSpPr>
          <p:spPr>
            <a:xfrm>
              <a:off x="1740375" y="3563425"/>
              <a:ext cx="361900" cy="361125"/>
            </a:xfrm>
            <a:custGeom>
              <a:rect b="b" l="l" r="r" t="t"/>
              <a:pathLst>
                <a:path extrusionOk="0" h="14445" w="14476">
                  <a:moveTo>
                    <a:pt x="8365" y="433"/>
                  </a:moveTo>
                  <a:lnTo>
                    <a:pt x="8365" y="1112"/>
                  </a:lnTo>
                  <a:lnTo>
                    <a:pt x="6173" y="1112"/>
                  </a:lnTo>
                  <a:lnTo>
                    <a:pt x="6173" y="433"/>
                  </a:lnTo>
                  <a:close/>
                  <a:moveTo>
                    <a:pt x="7192" y="13333"/>
                  </a:moveTo>
                  <a:cubicBezTo>
                    <a:pt x="7408" y="13333"/>
                    <a:pt x="7562" y="13487"/>
                    <a:pt x="7562" y="13704"/>
                  </a:cubicBezTo>
                  <a:cubicBezTo>
                    <a:pt x="7562" y="13913"/>
                    <a:pt x="7392" y="14051"/>
                    <a:pt x="7205" y="14051"/>
                  </a:cubicBezTo>
                  <a:cubicBezTo>
                    <a:pt x="7117" y="14051"/>
                    <a:pt x="7024" y="14020"/>
                    <a:pt x="6945" y="13950"/>
                  </a:cubicBezTo>
                  <a:cubicBezTo>
                    <a:pt x="6729" y="13734"/>
                    <a:pt x="6883" y="13333"/>
                    <a:pt x="7192" y="13333"/>
                  </a:cubicBezTo>
                  <a:close/>
                  <a:moveTo>
                    <a:pt x="5957" y="1"/>
                  </a:moveTo>
                  <a:cubicBezTo>
                    <a:pt x="5834" y="1"/>
                    <a:pt x="5741" y="93"/>
                    <a:pt x="5741" y="217"/>
                  </a:cubicBezTo>
                  <a:lnTo>
                    <a:pt x="5741" y="1112"/>
                  </a:lnTo>
                  <a:lnTo>
                    <a:pt x="3272" y="1112"/>
                  </a:lnTo>
                  <a:cubicBezTo>
                    <a:pt x="2995" y="1112"/>
                    <a:pt x="2995" y="1544"/>
                    <a:pt x="3272" y="1544"/>
                  </a:cubicBezTo>
                  <a:lnTo>
                    <a:pt x="13272" y="1544"/>
                  </a:lnTo>
                  <a:cubicBezTo>
                    <a:pt x="13704" y="1544"/>
                    <a:pt x="14074" y="1914"/>
                    <a:pt x="14074" y="2346"/>
                  </a:cubicBezTo>
                  <a:lnTo>
                    <a:pt x="14074" y="9753"/>
                  </a:lnTo>
                  <a:cubicBezTo>
                    <a:pt x="14074" y="10185"/>
                    <a:pt x="13704" y="10525"/>
                    <a:pt x="13272" y="10525"/>
                  </a:cubicBezTo>
                  <a:lnTo>
                    <a:pt x="1235" y="10525"/>
                  </a:lnTo>
                  <a:cubicBezTo>
                    <a:pt x="803" y="10525"/>
                    <a:pt x="433" y="10185"/>
                    <a:pt x="433" y="9753"/>
                  </a:cubicBezTo>
                  <a:lnTo>
                    <a:pt x="433" y="2346"/>
                  </a:lnTo>
                  <a:cubicBezTo>
                    <a:pt x="433" y="1914"/>
                    <a:pt x="803" y="1544"/>
                    <a:pt x="1235" y="1544"/>
                  </a:cubicBezTo>
                  <a:lnTo>
                    <a:pt x="2100" y="1544"/>
                  </a:lnTo>
                  <a:cubicBezTo>
                    <a:pt x="2377" y="1544"/>
                    <a:pt x="2377" y="1112"/>
                    <a:pt x="2100" y="1112"/>
                  </a:cubicBezTo>
                  <a:lnTo>
                    <a:pt x="1235" y="1112"/>
                  </a:lnTo>
                  <a:cubicBezTo>
                    <a:pt x="556" y="1112"/>
                    <a:pt x="1" y="1667"/>
                    <a:pt x="1" y="2346"/>
                  </a:cubicBezTo>
                  <a:lnTo>
                    <a:pt x="1" y="9722"/>
                  </a:lnTo>
                  <a:cubicBezTo>
                    <a:pt x="1" y="10383"/>
                    <a:pt x="527" y="10927"/>
                    <a:pt x="1182" y="10927"/>
                  </a:cubicBezTo>
                  <a:cubicBezTo>
                    <a:pt x="1199" y="10927"/>
                    <a:pt x="1217" y="10927"/>
                    <a:pt x="1235" y="10926"/>
                  </a:cubicBezTo>
                  <a:lnTo>
                    <a:pt x="1266" y="10926"/>
                  </a:lnTo>
                  <a:lnTo>
                    <a:pt x="1266" y="11173"/>
                  </a:lnTo>
                  <a:cubicBezTo>
                    <a:pt x="1266" y="11574"/>
                    <a:pt x="1606" y="11944"/>
                    <a:pt x="2038" y="11944"/>
                  </a:cubicBezTo>
                  <a:lnTo>
                    <a:pt x="7007" y="11944"/>
                  </a:lnTo>
                  <a:lnTo>
                    <a:pt x="7007" y="12932"/>
                  </a:lnTo>
                  <a:cubicBezTo>
                    <a:pt x="6142" y="13179"/>
                    <a:pt x="6297" y="14444"/>
                    <a:pt x="7192" y="14444"/>
                  </a:cubicBezTo>
                  <a:cubicBezTo>
                    <a:pt x="8087" y="14444"/>
                    <a:pt x="8272" y="13179"/>
                    <a:pt x="7408" y="12932"/>
                  </a:cubicBezTo>
                  <a:lnTo>
                    <a:pt x="7408" y="11975"/>
                  </a:lnTo>
                  <a:lnTo>
                    <a:pt x="10494" y="11975"/>
                  </a:lnTo>
                  <a:cubicBezTo>
                    <a:pt x="10772" y="11975"/>
                    <a:pt x="10772" y="11543"/>
                    <a:pt x="10494" y="11543"/>
                  </a:cubicBezTo>
                  <a:lnTo>
                    <a:pt x="2069" y="11543"/>
                  </a:lnTo>
                  <a:cubicBezTo>
                    <a:pt x="1853" y="11543"/>
                    <a:pt x="1698" y="11358"/>
                    <a:pt x="1698" y="11173"/>
                  </a:cubicBezTo>
                  <a:lnTo>
                    <a:pt x="1698" y="10957"/>
                  </a:lnTo>
                  <a:lnTo>
                    <a:pt x="12809" y="10957"/>
                  </a:lnTo>
                  <a:lnTo>
                    <a:pt x="12809" y="11173"/>
                  </a:lnTo>
                  <a:cubicBezTo>
                    <a:pt x="12809" y="11358"/>
                    <a:pt x="12654" y="11543"/>
                    <a:pt x="12438" y="11543"/>
                  </a:cubicBezTo>
                  <a:lnTo>
                    <a:pt x="11605" y="11543"/>
                  </a:lnTo>
                  <a:cubicBezTo>
                    <a:pt x="11327" y="11543"/>
                    <a:pt x="11327" y="11975"/>
                    <a:pt x="11605" y="11975"/>
                  </a:cubicBezTo>
                  <a:lnTo>
                    <a:pt x="12438" y="11975"/>
                  </a:lnTo>
                  <a:cubicBezTo>
                    <a:pt x="12870" y="11975"/>
                    <a:pt x="13210" y="11605"/>
                    <a:pt x="13210" y="11204"/>
                  </a:cubicBezTo>
                  <a:lnTo>
                    <a:pt x="13210" y="10957"/>
                  </a:lnTo>
                  <a:lnTo>
                    <a:pt x="13241" y="10957"/>
                  </a:lnTo>
                  <a:cubicBezTo>
                    <a:pt x="13920" y="10957"/>
                    <a:pt x="14475" y="10432"/>
                    <a:pt x="14475" y="9753"/>
                  </a:cubicBezTo>
                  <a:lnTo>
                    <a:pt x="14475" y="2346"/>
                  </a:lnTo>
                  <a:cubicBezTo>
                    <a:pt x="14475" y="1667"/>
                    <a:pt x="13920" y="1112"/>
                    <a:pt x="13241" y="1112"/>
                  </a:cubicBezTo>
                  <a:lnTo>
                    <a:pt x="8766" y="1112"/>
                  </a:lnTo>
                  <a:lnTo>
                    <a:pt x="8766" y="217"/>
                  </a:lnTo>
                  <a:cubicBezTo>
                    <a:pt x="8766" y="93"/>
                    <a:pt x="8673" y="1"/>
                    <a:pt x="85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86"/>
            <p:cNvSpPr/>
            <p:nvPr/>
          </p:nvSpPr>
          <p:spPr>
            <a:xfrm>
              <a:off x="1775875" y="3759400"/>
              <a:ext cx="116525" cy="10050"/>
            </a:xfrm>
            <a:custGeom>
              <a:rect b="b" l="l" r="r" t="t"/>
              <a:pathLst>
                <a:path extrusionOk="0" h="402" w="4661">
                  <a:moveTo>
                    <a:pt x="309" y="1"/>
                  </a:moveTo>
                  <a:cubicBezTo>
                    <a:pt x="1" y="1"/>
                    <a:pt x="1" y="402"/>
                    <a:pt x="309" y="402"/>
                  </a:cubicBezTo>
                  <a:lnTo>
                    <a:pt x="4445" y="402"/>
                  </a:lnTo>
                  <a:cubicBezTo>
                    <a:pt x="4563" y="402"/>
                    <a:pt x="4653" y="317"/>
                    <a:pt x="4660" y="201"/>
                  </a:cubicBezTo>
                  <a:lnTo>
                    <a:pt x="4660" y="201"/>
                  </a:lnTo>
                  <a:cubicBezTo>
                    <a:pt x="4661" y="206"/>
                    <a:pt x="4661" y="212"/>
                    <a:pt x="4661" y="217"/>
                  </a:cubicBezTo>
                  <a:lnTo>
                    <a:pt x="4661" y="186"/>
                  </a:lnTo>
                  <a:cubicBezTo>
                    <a:pt x="4661" y="191"/>
                    <a:pt x="4661" y="196"/>
                    <a:pt x="4660" y="201"/>
                  </a:cubicBezTo>
                  <a:lnTo>
                    <a:pt x="4660" y="201"/>
                  </a:lnTo>
                  <a:cubicBezTo>
                    <a:pt x="4653" y="86"/>
                    <a:pt x="4563" y="1"/>
                    <a:pt x="44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86"/>
            <p:cNvSpPr/>
            <p:nvPr/>
          </p:nvSpPr>
          <p:spPr>
            <a:xfrm>
              <a:off x="1775875" y="3784100"/>
              <a:ext cx="85675" cy="10825"/>
            </a:xfrm>
            <a:custGeom>
              <a:rect b="b" l="l" r="r" t="t"/>
              <a:pathLst>
                <a:path extrusionOk="0" h="433" w="3427">
                  <a:moveTo>
                    <a:pt x="309" y="0"/>
                  </a:moveTo>
                  <a:cubicBezTo>
                    <a:pt x="1" y="0"/>
                    <a:pt x="1" y="432"/>
                    <a:pt x="309" y="432"/>
                  </a:cubicBezTo>
                  <a:lnTo>
                    <a:pt x="3118" y="432"/>
                  </a:lnTo>
                  <a:cubicBezTo>
                    <a:pt x="3426" y="432"/>
                    <a:pt x="3426" y="0"/>
                    <a:pt x="31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86"/>
            <p:cNvSpPr/>
            <p:nvPr/>
          </p:nvSpPr>
          <p:spPr>
            <a:xfrm>
              <a:off x="1927100" y="3695375"/>
              <a:ext cx="38600" cy="99550"/>
            </a:xfrm>
            <a:custGeom>
              <a:rect b="b" l="l" r="r" t="t"/>
              <a:pathLst>
                <a:path extrusionOk="0" h="3982" w="1544">
                  <a:moveTo>
                    <a:pt x="1112" y="432"/>
                  </a:moveTo>
                  <a:lnTo>
                    <a:pt x="1112" y="3549"/>
                  </a:lnTo>
                  <a:lnTo>
                    <a:pt x="433" y="3549"/>
                  </a:lnTo>
                  <a:lnTo>
                    <a:pt x="433" y="432"/>
                  </a:lnTo>
                  <a:close/>
                  <a:moveTo>
                    <a:pt x="217" y="0"/>
                  </a:moveTo>
                  <a:cubicBezTo>
                    <a:pt x="93" y="0"/>
                    <a:pt x="1" y="93"/>
                    <a:pt x="1" y="216"/>
                  </a:cubicBezTo>
                  <a:lnTo>
                    <a:pt x="1" y="3765"/>
                  </a:lnTo>
                  <a:cubicBezTo>
                    <a:pt x="1" y="3889"/>
                    <a:pt x="93" y="3981"/>
                    <a:pt x="217" y="3981"/>
                  </a:cubicBezTo>
                  <a:lnTo>
                    <a:pt x="1328" y="3981"/>
                  </a:lnTo>
                  <a:cubicBezTo>
                    <a:pt x="1451" y="3981"/>
                    <a:pt x="1544" y="3889"/>
                    <a:pt x="1544" y="3765"/>
                  </a:cubicBezTo>
                  <a:lnTo>
                    <a:pt x="1544" y="216"/>
                  </a:lnTo>
                  <a:cubicBezTo>
                    <a:pt x="1544" y="93"/>
                    <a:pt x="1451" y="0"/>
                    <a:pt x="13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86"/>
            <p:cNvSpPr/>
            <p:nvPr/>
          </p:nvSpPr>
          <p:spPr>
            <a:xfrm>
              <a:off x="2035900" y="3673000"/>
              <a:ext cx="38600" cy="121925"/>
            </a:xfrm>
            <a:custGeom>
              <a:rect b="b" l="l" r="r" t="t"/>
              <a:pathLst>
                <a:path extrusionOk="0" h="4877" w="1544">
                  <a:moveTo>
                    <a:pt x="1111" y="432"/>
                  </a:moveTo>
                  <a:lnTo>
                    <a:pt x="1111" y="4444"/>
                  </a:lnTo>
                  <a:lnTo>
                    <a:pt x="432" y="4444"/>
                  </a:lnTo>
                  <a:lnTo>
                    <a:pt x="432" y="432"/>
                  </a:lnTo>
                  <a:close/>
                  <a:moveTo>
                    <a:pt x="216" y="0"/>
                  </a:moveTo>
                  <a:cubicBezTo>
                    <a:pt x="93" y="0"/>
                    <a:pt x="0" y="93"/>
                    <a:pt x="0" y="216"/>
                  </a:cubicBezTo>
                  <a:lnTo>
                    <a:pt x="0" y="4660"/>
                  </a:lnTo>
                  <a:cubicBezTo>
                    <a:pt x="0" y="4784"/>
                    <a:pt x="93" y="4876"/>
                    <a:pt x="216" y="4876"/>
                  </a:cubicBezTo>
                  <a:lnTo>
                    <a:pt x="1327" y="4876"/>
                  </a:lnTo>
                  <a:cubicBezTo>
                    <a:pt x="1451" y="4876"/>
                    <a:pt x="1543" y="4784"/>
                    <a:pt x="1543" y="4660"/>
                  </a:cubicBezTo>
                  <a:lnTo>
                    <a:pt x="1543" y="216"/>
                  </a:lnTo>
                  <a:cubicBezTo>
                    <a:pt x="1543" y="93"/>
                    <a:pt x="1451" y="0"/>
                    <a:pt x="13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86"/>
            <p:cNvSpPr/>
            <p:nvPr/>
          </p:nvSpPr>
          <p:spPr>
            <a:xfrm>
              <a:off x="1981875" y="3720050"/>
              <a:ext cx="37825" cy="74875"/>
            </a:xfrm>
            <a:custGeom>
              <a:rect b="b" l="l" r="r" t="t"/>
              <a:pathLst>
                <a:path extrusionOk="0" h="2995" w="1513">
                  <a:moveTo>
                    <a:pt x="1081" y="433"/>
                  </a:moveTo>
                  <a:lnTo>
                    <a:pt x="1081" y="2562"/>
                  </a:lnTo>
                  <a:lnTo>
                    <a:pt x="402" y="2562"/>
                  </a:lnTo>
                  <a:lnTo>
                    <a:pt x="402" y="433"/>
                  </a:lnTo>
                  <a:close/>
                  <a:moveTo>
                    <a:pt x="217" y="1"/>
                  </a:moveTo>
                  <a:cubicBezTo>
                    <a:pt x="93" y="1"/>
                    <a:pt x="1" y="93"/>
                    <a:pt x="1" y="217"/>
                  </a:cubicBezTo>
                  <a:lnTo>
                    <a:pt x="1" y="2778"/>
                  </a:lnTo>
                  <a:cubicBezTo>
                    <a:pt x="1" y="2902"/>
                    <a:pt x="93" y="2994"/>
                    <a:pt x="217" y="2994"/>
                  </a:cubicBezTo>
                  <a:lnTo>
                    <a:pt x="1297" y="2994"/>
                  </a:lnTo>
                  <a:cubicBezTo>
                    <a:pt x="1420" y="2994"/>
                    <a:pt x="1513" y="2902"/>
                    <a:pt x="1513" y="2778"/>
                  </a:cubicBezTo>
                  <a:lnTo>
                    <a:pt x="1513" y="217"/>
                  </a:lnTo>
                  <a:cubicBezTo>
                    <a:pt x="1513" y="93"/>
                    <a:pt x="1420" y="1"/>
                    <a:pt x="12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86"/>
            <p:cNvSpPr/>
            <p:nvPr/>
          </p:nvSpPr>
          <p:spPr>
            <a:xfrm>
              <a:off x="1930075" y="3621700"/>
              <a:ext cx="145175" cy="85850"/>
            </a:xfrm>
            <a:custGeom>
              <a:rect b="b" l="l" r="r" t="t"/>
              <a:pathLst>
                <a:path extrusionOk="0" h="3434" w="5807">
                  <a:moveTo>
                    <a:pt x="5005" y="447"/>
                  </a:moveTo>
                  <a:cubicBezTo>
                    <a:pt x="5097" y="447"/>
                    <a:pt x="5159" y="509"/>
                    <a:pt x="5159" y="602"/>
                  </a:cubicBezTo>
                  <a:cubicBezTo>
                    <a:pt x="5159" y="694"/>
                    <a:pt x="5097" y="756"/>
                    <a:pt x="5005" y="756"/>
                  </a:cubicBezTo>
                  <a:cubicBezTo>
                    <a:pt x="4912" y="756"/>
                    <a:pt x="4850" y="694"/>
                    <a:pt x="4850" y="602"/>
                  </a:cubicBezTo>
                  <a:cubicBezTo>
                    <a:pt x="4850" y="509"/>
                    <a:pt x="4912" y="447"/>
                    <a:pt x="5005" y="447"/>
                  </a:cubicBezTo>
                  <a:close/>
                  <a:moveTo>
                    <a:pt x="632" y="1186"/>
                  </a:moveTo>
                  <a:cubicBezTo>
                    <a:pt x="639" y="1186"/>
                    <a:pt x="646" y="1187"/>
                    <a:pt x="653" y="1188"/>
                  </a:cubicBezTo>
                  <a:cubicBezTo>
                    <a:pt x="838" y="1219"/>
                    <a:pt x="838" y="1466"/>
                    <a:pt x="653" y="1497"/>
                  </a:cubicBezTo>
                  <a:cubicBezTo>
                    <a:pt x="646" y="1498"/>
                    <a:pt x="639" y="1499"/>
                    <a:pt x="632" y="1499"/>
                  </a:cubicBezTo>
                  <a:cubicBezTo>
                    <a:pt x="475" y="1499"/>
                    <a:pt x="475" y="1186"/>
                    <a:pt x="632" y="1186"/>
                  </a:cubicBezTo>
                  <a:close/>
                  <a:moveTo>
                    <a:pt x="2813" y="2700"/>
                  </a:moveTo>
                  <a:cubicBezTo>
                    <a:pt x="3026" y="2700"/>
                    <a:pt x="2823" y="2935"/>
                    <a:pt x="2716" y="2935"/>
                  </a:cubicBezTo>
                  <a:cubicBezTo>
                    <a:pt x="2683" y="2935"/>
                    <a:pt x="2659" y="2913"/>
                    <a:pt x="2659" y="2855"/>
                  </a:cubicBezTo>
                  <a:cubicBezTo>
                    <a:pt x="2659" y="2762"/>
                    <a:pt x="2752" y="2700"/>
                    <a:pt x="2813" y="2700"/>
                  </a:cubicBezTo>
                  <a:close/>
                  <a:moveTo>
                    <a:pt x="5038" y="0"/>
                  </a:moveTo>
                  <a:cubicBezTo>
                    <a:pt x="4737" y="0"/>
                    <a:pt x="4449" y="243"/>
                    <a:pt x="4449" y="602"/>
                  </a:cubicBezTo>
                  <a:cubicBezTo>
                    <a:pt x="4449" y="694"/>
                    <a:pt x="4480" y="787"/>
                    <a:pt x="4511" y="880"/>
                  </a:cubicBezTo>
                  <a:lnTo>
                    <a:pt x="3122" y="2330"/>
                  </a:lnTo>
                  <a:cubicBezTo>
                    <a:pt x="3037" y="2294"/>
                    <a:pt x="2952" y="2276"/>
                    <a:pt x="2868" y="2276"/>
                  </a:cubicBezTo>
                  <a:cubicBezTo>
                    <a:pt x="2740" y="2276"/>
                    <a:pt x="2617" y="2317"/>
                    <a:pt x="2505" y="2392"/>
                  </a:cubicBezTo>
                  <a:lnTo>
                    <a:pt x="1239" y="1466"/>
                  </a:lnTo>
                  <a:cubicBezTo>
                    <a:pt x="1239" y="1435"/>
                    <a:pt x="1239" y="1373"/>
                    <a:pt x="1239" y="1342"/>
                  </a:cubicBezTo>
                  <a:cubicBezTo>
                    <a:pt x="1239" y="1003"/>
                    <a:pt x="993" y="756"/>
                    <a:pt x="684" y="756"/>
                  </a:cubicBezTo>
                  <a:lnTo>
                    <a:pt x="653" y="756"/>
                  </a:lnTo>
                  <a:cubicBezTo>
                    <a:pt x="1" y="756"/>
                    <a:pt x="258" y="1905"/>
                    <a:pt x="750" y="1905"/>
                  </a:cubicBezTo>
                  <a:cubicBezTo>
                    <a:pt x="817" y="1905"/>
                    <a:pt x="888" y="1884"/>
                    <a:pt x="962" y="1836"/>
                  </a:cubicBezTo>
                  <a:lnTo>
                    <a:pt x="2258" y="2762"/>
                  </a:lnTo>
                  <a:cubicBezTo>
                    <a:pt x="2258" y="2793"/>
                    <a:pt x="2258" y="2824"/>
                    <a:pt x="2258" y="2855"/>
                  </a:cubicBezTo>
                  <a:cubicBezTo>
                    <a:pt x="2258" y="3240"/>
                    <a:pt x="2543" y="3433"/>
                    <a:pt x="2829" y="3433"/>
                  </a:cubicBezTo>
                  <a:cubicBezTo>
                    <a:pt x="3114" y="3433"/>
                    <a:pt x="3400" y="3240"/>
                    <a:pt x="3400" y="2855"/>
                  </a:cubicBezTo>
                  <a:cubicBezTo>
                    <a:pt x="3400" y="2793"/>
                    <a:pt x="3400" y="2731"/>
                    <a:pt x="3369" y="2670"/>
                  </a:cubicBezTo>
                  <a:lnTo>
                    <a:pt x="4850" y="1157"/>
                  </a:lnTo>
                  <a:cubicBezTo>
                    <a:pt x="4881" y="1157"/>
                    <a:pt x="4943" y="1157"/>
                    <a:pt x="5035" y="1188"/>
                  </a:cubicBezTo>
                  <a:cubicBezTo>
                    <a:pt x="5529" y="1188"/>
                    <a:pt x="5807" y="540"/>
                    <a:pt x="5437" y="170"/>
                  </a:cubicBezTo>
                  <a:cubicBezTo>
                    <a:pt x="5319" y="52"/>
                    <a:pt x="5177" y="0"/>
                    <a:pt x="5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29" name="Google Shape;12929;p86"/>
          <p:cNvGrpSpPr/>
          <p:nvPr/>
        </p:nvGrpSpPr>
        <p:grpSpPr>
          <a:xfrm>
            <a:off x="3962613" y="3422728"/>
            <a:ext cx="388100" cy="361875"/>
            <a:chOff x="980425" y="2463975"/>
            <a:chExt cx="388100" cy="361875"/>
          </a:xfrm>
        </p:grpSpPr>
        <p:sp>
          <p:nvSpPr>
            <p:cNvPr id="12930" name="Google Shape;12930;p86"/>
            <p:cNvSpPr/>
            <p:nvPr/>
          </p:nvSpPr>
          <p:spPr>
            <a:xfrm>
              <a:off x="1016675" y="2754850"/>
              <a:ext cx="60975" cy="44000"/>
            </a:xfrm>
            <a:custGeom>
              <a:rect b="b" l="l" r="r" t="t"/>
              <a:pathLst>
                <a:path extrusionOk="0" h="1760" w="2439">
                  <a:moveTo>
                    <a:pt x="1976" y="927"/>
                  </a:moveTo>
                  <a:lnTo>
                    <a:pt x="1976" y="1328"/>
                  </a:lnTo>
                  <a:lnTo>
                    <a:pt x="402" y="1328"/>
                  </a:lnTo>
                  <a:lnTo>
                    <a:pt x="402" y="927"/>
                  </a:lnTo>
                  <a:close/>
                  <a:moveTo>
                    <a:pt x="1204" y="1"/>
                  </a:moveTo>
                  <a:cubicBezTo>
                    <a:pt x="1081" y="1"/>
                    <a:pt x="988" y="93"/>
                    <a:pt x="988" y="217"/>
                  </a:cubicBezTo>
                  <a:lnTo>
                    <a:pt x="988" y="495"/>
                  </a:lnTo>
                  <a:lnTo>
                    <a:pt x="217" y="495"/>
                  </a:lnTo>
                  <a:cubicBezTo>
                    <a:pt x="93" y="495"/>
                    <a:pt x="1" y="587"/>
                    <a:pt x="1" y="711"/>
                  </a:cubicBezTo>
                  <a:lnTo>
                    <a:pt x="1" y="1544"/>
                  </a:lnTo>
                  <a:cubicBezTo>
                    <a:pt x="1" y="1667"/>
                    <a:pt x="93" y="1760"/>
                    <a:pt x="217" y="1760"/>
                  </a:cubicBezTo>
                  <a:lnTo>
                    <a:pt x="2223" y="1760"/>
                  </a:lnTo>
                  <a:cubicBezTo>
                    <a:pt x="2315" y="1760"/>
                    <a:pt x="2439" y="1667"/>
                    <a:pt x="2439" y="1544"/>
                  </a:cubicBezTo>
                  <a:lnTo>
                    <a:pt x="2439" y="711"/>
                  </a:lnTo>
                  <a:cubicBezTo>
                    <a:pt x="2439" y="587"/>
                    <a:pt x="2315" y="495"/>
                    <a:pt x="2223" y="495"/>
                  </a:cubicBezTo>
                  <a:lnTo>
                    <a:pt x="1451" y="495"/>
                  </a:lnTo>
                  <a:lnTo>
                    <a:pt x="1451" y="217"/>
                  </a:lnTo>
                  <a:cubicBezTo>
                    <a:pt x="1451" y="124"/>
                    <a:pt x="1358" y="32"/>
                    <a:pt x="1235" y="32"/>
                  </a:cubicBezTo>
                  <a:lnTo>
                    <a:pt x="120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86"/>
            <p:cNvSpPr/>
            <p:nvPr/>
          </p:nvSpPr>
          <p:spPr>
            <a:xfrm>
              <a:off x="980425" y="2463975"/>
              <a:ext cx="388100" cy="361875"/>
            </a:xfrm>
            <a:custGeom>
              <a:rect b="b" l="l" r="r" t="t"/>
              <a:pathLst>
                <a:path extrusionOk="0" h="14475" w="15524">
                  <a:moveTo>
                    <a:pt x="1543" y="4414"/>
                  </a:moveTo>
                  <a:lnTo>
                    <a:pt x="1543" y="6420"/>
                  </a:lnTo>
                  <a:lnTo>
                    <a:pt x="833" y="6420"/>
                  </a:lnTo>
                  <a:cubicBezTo>
                    <a:pt x="648" y="6420"/>
                    <a:pt x="525" y="6297"/>
                    <a:pt x="525" y="6142"/>
                  </a:cubicBezTo>
                  <a:lnTo>
                    <a:pt x="525" y="4723"/>
                  </a:lnTo>
                  <a:cubicBezTo>
                    <a:pt x="525" y="4568"/>
                    <a:pt x="679" y="4414"/>
                    <a:pt x="833" y="4414"/>
                  </a:cubicBezTo>
                  <a:close/>
                  <a:moveTo>
                    <a:pt x="1636" y="6852"/>
                  </a:moveTo>
                  <a:cubicBezTo>
                    <a:pt x="1728" y="7161"/>
                    <a:pt x="1852" y="7500"/>
                    <a:pt x="2037" y="7778"/>
                  </a:cubicBezTo>
                  <a:lnTo>
                    <a:pt x="1852" y="7809"/>
                  </a:lnTo>
                  <a:cubicBezTo>
                    <a:pt x="1420" y="7809"/>
                    <a:pt x="1080" y="7439"/>
                    <a:pt x="1080" y="7037"/>
                  </a:cubicBezTo>
                  <a:lnTo>
                    <a:pt x="1080" y="6852"/>
                  </a:lnTo>
                  <a:close/>
                  <a:moveTo>
                    <a:pt x="4845" y="7809"/>
                  </a:moveTo>
                  <a:cubicBezTo>
                    <a:pt x="4907" y="7809"/>
                    <a:pt x="5000" y="7871"/>
                    <a:pt x="5000" y="7963"/>
                  </a:cubicBezTo>
                  <a:lnTo>
                    <a:pt x="5000" y="7994"/>
                  </a:lnTo>
                  <a:cubicBezTo>
                    <a:pt x="5000" y="8087"/>
                    <a:pt x="4907" y="8148"/>
                    <a:pt x="4845" y="8179"/>
                  </a:cubicBezTo>
                  <a:lnTo>
                    <a:pt x="4321" y="8179"/>
                  </a:lnTo>
                  <a:cubicBezTo>
                    <a:pt x="4228" y="8148"/>
                    <a:pt x="4166" y="8087"/>
                    <a:pt x="4166" y="7994"/>
                  </a:cubicBezTo>
                  <a:lnTo>
                    <a:pt x="4166" y="7963"/>
                  </a:lnTo>
                  <a:cubicBezTo>
                    <a:pt x="4166" y="7871"/>
                    <a:pt x="4228" y="7809"/>
                    <a:pt x="4321" y="7809"/>
                  </a:cubicBezTo>
                  <a:close/>
                  <a:moveTo>
                    <a:pt x="6296" y="3210"/>
                  </a:moveTo>
                  <a:cubicBezTo>
                    <a:pt x="6543" y="3210"/>
                    <a:pt x="6790" y="3303"/>
                    <a:pt x="6944" y="3488"/>
                  </a:cubicBezTo>
                  <a:cubicBezTo>
                    <a:pt x="7098" y="3643"/>
                    <a:pt x="7222" y="3859"/>
                    <a:pt x="7222" y="4105"/>
                  </a:cubicBezTo>
                  <a:lnTo>
                    <a:pt x="7222" y="5124"/>
                  </a:lnTo>
                  <a:cubicBezTo>
                    <a:pt x="7222" y="5402"/>
                    <a:pt x="7376" y="5649"/>
                    <a:pt x="7623" y="5803"/>
                  </a:cubicBezTo>
                  <a:lnTo>
                    <a:pt x="8086" y="6019"/>
                  </a:lnTo>
                  <a:lnTo>
                    <a:pt x="8086" y="6081"/>
                  </a:lnTo>
                  <a:cubicBezTo>
                    <a:pt x="8086" y="7624"/>
                    <a:pt x="6851" y="8858"/>
                    <a:pt x="5308" y="8889"/>
                  </a:cubicBezTo>
                  <a:lnTo>
                    <a:pt x="4784" y="8889"/>
                  </a:lnTo>
                  <a:cubicBezTo>
                    <a:pt x="4105" y="8889"/>
                    <a:pt x="3487" y="8642"/>
                    <a:pt x="2963" y="8210"/>
                  </a:cubicBezTo>
                  <a:lnTo>
                    <a:pt x="3765" y="8210"/>
                  </a:lnTo>
                  <a:cubicBezTo>
                    <a:pt x="3858" y="8426"/>
                    <a:pt x="4074" y="8580"/>
                    <a:pt x="4321" y="8580"/>
                  </a:cubicBezTo>
                  <a:lnTo>
                    <a:pt x="4845" y="8580"/>
                  </a:lnTo>
                  <a:cubicBezTo>
                    <a:pt x="5154" y="8580"/>
                    <a:pt x="5401" y="8334"/>
                    <a:pt x="5401" y="7994"/>
                  </a:cubicBezTo>
                  <a:lnTo>
                    <a:pt x="5401" y="7963"/>
                  </a:lnTo>
                  <a:cubicBezTo>
                    <a:pt x="5401" y="7624"/>
                    <a:pt x="5154" y="7377"/>
                    <a:pt x="4845" y="7377"/>
                  </a:cubicBezTo>
                  <a:lnTo>
                    <a:pt x="4321" y="7377"/>
                  </a:lnTo>
                  <a:cubicBezTo>
                    <a:pt x="4043" y="7377"/>
                    <a:pt x="3827" y="7562"/>
                    <a:pt x="3765" y="7809"/>
                  </a:cubicBezTo>
                  <a:lnTo>
                    <a:pt x="2562" y="7809"/>
                  </a:lnTo>
                  <a:cubicBezTo>
                    <a:pt x="2191" y="7315"/>
                    <a:pt x="1975" y="6698"/>
                    <a:pt x="1975" y="6081"/>
                  </a:cubicBezTo>
                  <a:lnTo>
                    <a:pt x="1975" y="6019"/>
                  </a:lnTo>
                  <a:lnTo>
                    <a:pt x="2438" y="5803"/>
                  </a:lnTo>
                  <a:cubicBezTo>
                    <a:pt x="2716" y="5679"/>
                    <a:pt x="2870" y="5402"/>
                    <a:pt x="2870" y="5124"/>
                  </a:cubicBezTo>
                  <a:lnTo>
                    <a:pt x="2870" y="4105"/>
                  </a:lnTo>
                  <a:cubicBezTo>
                    <a:pt x="2870" y="3643"/>
                    <a:pt x="3271" y="3241"/>
                    <a:pt x="3734" y="3210"/>
                  </a:cubicBezTo>
                  <a:close/>
                  <a:moveTo>
                    <a:pt x="5895" y="9259"/>
                  </a:moveTo>
                  <a:lnTo>
                    <a:pt x="5895" y="10093"/>
                  </a:lnTo>
                  <a:cubicBezTo>
                    <a:pt x="5895" y="10556"/>
                    <a:pt x="5524" y="10926"/>
                    <a:pt x="5061" y="10926"/>
                  </a:cubicBezTo>
                  <a:cubicBezTo>
                    <a:pt x="4598" y="10895"/>
                    <a:pt x="4228" y="10525"/>
                    <a:pt x="4259" y="10093"/>
                  </a:cubicBezTo>
                  <a:lnTo>
                    <a:pt x="4259" y="9259"/>
                  </a:lnTo>
                  <a:cubicBezTo>
                    <a:pt x="4368" y="9281"/>
                    <a:pt x="4493" y="9303"/>
                    <a:pt x="4633" y="9303"/>
                  </a:cubicBezTo>
                  <a:cubicBezTo>
                    <a:pt x="4691" y="9303"/>
                    <a:pt x="4751" y="9299"/>
                    <a:pt x="4814" y="9290"/>
                  </a:cubicBezTo>
                  <a:lnTo>
                    <a:pt x="5339" y="9290"/>
                  </a:lnTo>
                  <a:cubicBezTo>
                    <a:pt x="5393" y="9299"/>
                    <a:pt x="5448" y="9303"/>
                    <a:pt x="5502" y="9303"/>
                  </a:cubicBezTo>
                  <a:cubicBezTo>
                    <a:pt x="5633" y="9303"/>
                    <a:pt x="5764" y="9281"/>
                    <a:pt x="5895" y="9259"/>
                  </a:cubicBezTo>
                  <a:close/>
                  <a:moveTo>
                    <a:pt x="5709" y="1"/>
                  </a:moveTo>
                  <a:cubicBezTo>
                    <a:pt x="5154" y="1"/>
                    <a:pt x="4629" y="155"/>
                    <a:pt x="4197" y="433"/>
                  </a:cubicBezTo>
                  <a:lnTo>
                    <a:pt x="3580" y="433"/>
                  </a:lnTo>
                  <a:cubicBezTo>
                    <a:pt x="3179" y="433"/>
                    <a:pt x="2808" y="556"/>
                    <a:pt x="2500" y="772"/>
                  </a:cubicBezTo>
                  <a:cubicBezTo>
                    <a:pt x="2294" y="901"/>
                    <a:pt x="2410" y="1180"/>
                    <a:pt x="2597" y="1180"/>
                  </a:cubicBezTo>
                  <a:cubicBezTo>
                    <a:pt x="2634" y="1180"/>
                    <a:pt x="2675" y="1168"/>
                    <a:pt x="2716" y="1143"/>
                  </a:cubicBezTo>
                  <a:cubicBezTo>
                    <a:pt x="2963" y="958"/>
                    <a:pt x="3271" y="865"/>
                    <a:pt x="3580" y="865"/>
                  </a:cubicBezTo>
                  <a:lnTo>
                    <a:pt x="3673" y="865"/>
                  </a:lnTo>
                  <a:cubicBezTo>
                    <a:pt x="3580" y="958"/>
                    <a:pt x="3487" y="1050"/>
                    <a:pt x="3426" y="1174"/>
                  </a:cubicBezTo>
                  <a:cubicBezTo>
                    <a:pt x="3291" y="1331"/>
                    <a:pt x="3450" y="1504"/>
                    <a:pt x="3606" y="1504"/>
                  </a:cubicBezTo>
                  <a:cubicBezTo>
                    <a:pt x="3665" y="1504"/>
                    <a:pt x="3723" y="1479"/>
                    <a:pt x="3765" y="1420"/>
                  </a:cubicBezTo>
                  <a:cubicBezTo>
                    <a:pt x="4228" y="803"/>
                    <a:pt x="4938" y="433"/>
                    <a:pt x="5709" y="433"/>
                  </a:cubicBezTo>
                  <a:cubicBezTo>
                    <a:pt x="7006" y="433"/>
                    <a:pt x="8086" y="1482"/>
                    <a:pt x="8117" y="2809"/>
                  </a:cubicBezTo>
                  <a:lnTo>
                    <a:pt x="8117" y="5556"/>
                  </a:lnTo>
                  <a:lnTo>
                    <a:pt x="7808" y="5402"/>
                  </a:lnTo>
                  <a:cubicBezTo>
                    <a:pt x="7685" y="5340"/>
                    <a:pt x="7623" y="5247"/>
                    <a:pt x="7623" y="5124"/>
                  </a:cubicBezTo>
                  <a:lnTo>
                    <a:pt x="7623" y="4105"/>
                  </a:lnTo>
                  <a:cubicBezTo>
                    <a:pt x="7623" y="3383"/>
                    <a:pt x="7066" y="2808"/>
                    <a:pt x="6352" y="2808"/>
                  </a:cubicBezTo>
                  <a:cubicBezTo>
                    <a:pt x="6333" y="2808"/>
                    <a:pt x="6315" y="2808"/>
                    <a:pt x="6296" y="2809"/>
                  </a:cubicBezTo>
                  <a:lnTo>
                    <a:pt x="3734" y="2809"/>
                  </a:lnTo>
                  <a:cubicBezTo>
                    <a:pt x="3024" y="2809"/>
                    <a:pt x="2438" y="3396"/>
                    <a:pt x="2438" y="4105"/>
                  </a:cubicBezTo>
                  <a:lnTo>
                    <a:pt x="2438" y="5155"/>
                  </a:lnTo>
                  <a:cubicBezTo>
                    <a:pt x="2438" y="5247"/>
                    <a:pt x="2376" y="5371"/>
                    <a:pt x="2253" y="5432"/>
                  </a:cubicBezTo>
                  <a:lnTo>
                    <a:pt x="1975" y="5556"/>
                  </a:lnTo>
                  <a:lnTo>
                    <a:pt x="1975" y="2470"/>
                  </a:lnTo>
                  <a:cubicBezTo>
                    <a:pt x="1975" y="2223"/>
                    <a:pt x="2037" y="1976"/>
                    <a:pt x="2129" y="1760"/>
                  </a:cubicBezTo>
                  <a:cubicBezTo>
                    <a:pt x="2212" y="1595"/>
                    <a:pt x="2075" y="1458"/>
                    <a:pt x="1937" y="1458"/>
                  </a:cubicBezTo>
                  <a:cubicBezTo>
                    <a:pt x="1869" y="1458"/>
                    <a:pt x="1800" y="1492"/>
                    <a:pt x="1759" y="1575"/>
                  </a:cubicBezTo>
                  <a:cubicBezTo>
                    <a:pt x="1605" y="1853"/>
                    <a:pt x="1543" y="2161"/>
                    <a:pt x="1543" y="2470"/>
                  </a:cubicBezTo>
                  <a:lnTo>
                    <a:pt x="1543" y="4013"/>
                  </a:lnTo>
                  <a:lnTo>
                    <a:pt x="833" y="4013"/>
                  </a:lnTo>
                  <a:cubicBezTo>
                    <a:pt x="432" y="4013"/>
                    <a:pt x="123" y="4321"/>
                    <a:pt x="93" y="4723"/>
                  </a:cubicBezTo>
                  <a:lnTo>
                    <a:pt x="93" y="6142"/>
                  </a:lnTo>
                  <a:cubicBezTo>
                    <a:pt x="93" y="6451"/>
                    <a:pt x="339" y="6760"/>
                    <a:pt x="648" y="6821"/>
                  </a:cubicBezTo>
                  <a:lnTo>
                    <a:pt x="648" y="7037"/>
                  </a:lnTo>
                  <a:cubicBezTo>
                    <a:pt x="648" y="7685"/>
                    <a:pt x="1173" y="8210"/>
                    <a:pt x="1852" y="8210"/>
                  </a:cubicBezTo>
                  <a:lnTo>
                    <a:pt x="2376" y="8210"/>
                  </a:lnTo>
                  <a:cubicBezTo>
                    <a:pt x="2747" y="8642"/>
                    <a:pt x="3240" y="8982"/>
                    <a:pt x="3796" y="9136"/>
                  </a:cubicBezTo>
                  <a:lnTo>
                    <a:pt x="3796" y="9877"/>
                  </a:lnTo>
                  <a:lnTo>
                    <a:pt x="2716" y="9877"/>
                  </a:lnTo>
                  <a:cubicBezTo>
                    <a:pt x="1204" y="9907"/>
                    <a:pt x="0" y="11111"/>
                    <a:pt x="0" y="12592"/>
                  </a:cubicBezTo>
                  <a:cubicBezTo>
                    <a:pt x="0" y="12731"/>
                    <a:pt x="108" y="12801"/>
                    <a:pt x="216" y="12801"/>
                  </a:cubicBezTo>
                  <a:cubicBezTo>
                    <a:pt x="324" y="12801"/>
                    <a:pt x="432" y="12731"/>
                    <a:pt x="432" y="12592"/>
                  </a:cubicBezTo>
                  <a:cubicBezTo>
                    <a:pt x="432" y="11327"/>
                    <a:pt x="1451" y="10340"/>
                    <a:pt x="2716" y="10309"/>
                  </a:cubicBezTo>
                  <a:lnTo>
                    <a:pt x="3827" y="10309"/>
                  </a:lnTo>
                  <a:cubicBezTo>
                    <a:pt x="3950" y="11003"/>
                    <a:pt x="4506" y="11350"/>
                    <a:pt x="5061" y="11350"/>
                  </a:cubicBezTo>
                  <a:cubicBezTo>
                    <a:pt x="5617" y="11350"/>
                    <a:pt x="6172" y="11003"/>
                    <a:pt x="6296" y="10309"/>
                  </a:cubicBezTo>
                  <a:lnTo>
                    <a:pt x="7499" y="10309"/>
                  </a:lnTo>
                  <a:cubicBezTo>
                    <a:pt x="7438" y="10525"/>
                    <a:pt x="7438" y="10741"/>
                    <a:pt x="7438" y="10957"/>
                  </a:cubicBezTo>
                  <a:cubicBezTo>
                    <a:pt x="7438" y="12253"/>
                    <a:pt x="8148" y="13426"/>
                    <a:pt x="9289" y="14043"/>
                  </a:cubicBezTo>
                  <a:lnTo>
                    <a:pt x="432" y="14043"/>
                  </a:lnTo>
                  <a:lnTo>
                    <a:pt x="432" y="13580"/>
                  </a:lnTo>
                  <a:cubicBezTo>
                    <a:pt x="432" y="13441"/>
                    <a:pt x="324" y="13372"/>
                    <a:pt x="216" y="13372"/>
                  </a:cubicBezTo>
                  <a:cubicBezTo>
                    <a:pt x="108" y="13372"/>
                    <a:pt x="0" y="13441"/>
                    <a:pt x="0" y="13580"/>
                  </a:cubicBezTo>
                  <a:lnTo>
                    <a:pt x="0" y="14290"/>
                  </a:lnTo>
                  <a:cubicBezTo>
                    <a:pt x="0" y="14382"/>
                    <a:pt x="93" y="14475"/>
                    <a:pt x="216" y="14475"/>
                  </a:cubicBezTo>
                  <a:lnTo>
                    <a:pt x="10956" y="14475"/>
                  </a:lnTo>
                  <a:cubicBezTo>
                    <a:pt x="11697" y="14475"/>
                    <a:pt x="12406" y="14259"/>
                    <a:pt x="13024" y="13827"/>
                  </a:cubicBezTo>
                  <a:cubicBezTo>
                    <a:pt x="13202" y="13674"/>
                    <a:pt x="13066" y="13417"/>
                    <a:pt x="12892" y="13417"/>
                  </a:cubicBezTo>
                  <a:cubicBezTo>
                    <a:pt x="12854" y="13417"/>
                    <a:pt x="12815" y="13429"/>
                    <a:pt x="12777" y="13457"/>
                  </a:cubicBezTo>
                  <a:cubicBezTo>
                    <a:pt x="12160" y="13909"/>
                    <a:pt x="11523" y="14103"/>
                    <a:pt x="10920" y="14103"/>
                  </a:cubicBezTo>
                  <a:cubicBezTo>
                    <a:pt x="8478" y="14103"/>
                    <a:pt x="6587" y="10913"/>
                    <a:pt x="8765" y="8735"/>
                  </a:cubicBezTo>
                  <a:cubicBezTo>
                    <a:pt x="9426" y="8081"/>
                    <a:pt x="10179" y="7804"/>
                    <a:pt x="10907" y="7804"/>
                  </a:cubicBezTo>
                  <a:cubicBezTo>
                    <a:pt x="13167" y="7804"/>
                    <a:pt x="15183" y="10474"/>
                    <a:pt x="13456" y="12808"/>
                  </a:cubicBezTo>
                  <a:cubicBezTo>
                    <a:pt x="13322" y="12964"/>
                    <a:pt x="13462" y="13152"/>
                    <a:pt x="13619" y="13152"/>
                  </a:cubicBezTo>
                  <a:cubicBezTo>
                    <a:pt x="13680" y="13152"/>
                    <a:pt x="13744" y="13124"/>
                    <a:pt x="13795" y="13055"/>
                  </a:cubicBezTo>
                  <a:cubicBezTo>
                    <a:pt x="15524" y="10741"/>
                    <a:pt x="13857" y="7439"/>
                    <a:pt x="10956" y="7439"/>
                  </a:cubicBezTo>
                  <a:cubicBezTo>
                    <a:pt x="9413" y="7439"/>
                    <a:pt x="8055" y="8426"/>
                    <a:pt x="7592" y="9907"/>
                  </a:cubicBezTo>
                  <a:lnTo>
                    <a:pt x="6327" y="9907"/>
                  </a:lnTo>
                  <a:lnTo>
                    <a:pt x="6327" y="9167"/>
                  </a:lnTo>
                  <a:cubicBezTo>
                    <a:pt x="7623" y="8704"/>
                    <a:pt x="8518" y="7469"/>
                    <a:pt x="8518" y="6111"/>
                  </a:cubicBezTo>
                  <a:lnTo>
                    <a:pt x="8518" y="2809"/>
                  </a:lnTo>
                  <a:cubicBezTo>
                    <a:pt x="8518" y="1266"/>
                    <a:pt x="7253" y="1"/>
                    <a:pt x="5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86"/>
            <p:cNvSpPr/>
            <p:nvPr/>
          </p:nvSpPr>
          <p:spPr>
            <a:xfrm>
              <a:off x="1225775" y="2694200"/>
              <a:ext cx="66375" cy="72825"/>
            </a:xfrm>
            <a:custGeom>
              <a:rect b="b" l="l" r="r" t="t"/>
              <a:pathLst>
                <a:path extrusionOk="0" h="2913" w="2655">
                  <a:moveTo>
                    <a:pt x="1189" y="1"/>
                  </a:moveTo>
                  <a:cubicBezTo>
                    <a:pt x="594" y="1"/>
                    <a:pt x="22" y="467"/>
                    <a:pt x="0" y="1161"/>
                  </a:cubicBezTo>
                  <a:cubicBezTo>
                    <a:pt x="0" y="1300"/>
                    <a:pt x="108" y="1370"/>
                    <a:pt x="216" y="1370"/>
                  </a:cubicBezTo>
                  <a:cubicBezTo>
                    <a:pt x="324" y="1370"/>
                    <a:pt x="432" y="1300"/>
                    <a:pt x="432" y="1161"/>
                  </a:cubicBezTo>
                  <a:cubicBezTo>
                    <a:pt x="432" y="698"/>
                    <a:pt x="791" y="393"/>
                    <a:pt x="1167" y="393"/>
                  </a:cubicBezTo>
                  <a:cubicBezTo>
                    <a:pt x="1341" y="393"/>
                    <a:pt x="1520" y="459"/>
                    <a:pt x="1667" y="606"/>
                  </a:cubicBezTo>
                  <a:cubicBezTo>
                    <a:pt x="2160" y="1069"/>
                    <a:pt x="1821" y="1871"/>
                    <a:pt x="1173" y="1871"/>
                  </a:cubicBezTo>
                  <a:cubicBezTo>
                    <a:pt x="1049" y="1871"/>
                    <a:pt x="957" y="1964"/>
                    <a:pt x="957" y="2087"/>
                  </a:cubicBezTo>
                  <a:lnTo>
                    <a:pt x="957" y="2704"/>
                  </a:lnTo>
                  <a:cubicBezTo>
                    <a:pt x="957" y="2843"/>
                    <a:pt x="1065" y="2913"/>
                    <a:pt x="1173" y="2913"/>
                  </a:cubicBezTo>
                  <a:cubicBezTo>
                    <a:pt x="1281" y="2913"/>
                    <a:pt x="1389" y="2843"/>
                    <a:pt x="1389" y="2704"/>
                  </a:cubicBezTo>
                  <a:lnTo>
                    <a:pt x="1389" y="2303"/>
                  </a:lnTo>
                  <a:cubicBezTo>
                    <a:pt x="2346" y="2118"/>
                    <a:pt x="2654" y="914"/>
                    <a:pt x="1914" y="266"/>
                  </a:cubicBezTo>
                  <a:cubicBezTo>
                    <a:pt x="1694" y="83"/>
                    <a:pt x="1439" y="1"/>
                    <a:pt x="1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86"/>
            <p:cNvSpPr/>
            <p:nvPr/>
          </p:nvSpPr>
          <p:spPr>
            <a:xfrm>
              <a:off x="1247375" y="2778775"/>
              <a:ext cx="13900" cy="10825"/>
            </a:xfrm>
            <a:custGeom>
              <a:rect b="b" l="l" r="r" t="t"/>
              <a:pathLst>
                <a:path extrusionOk="0" h="433" w="556">
                  <a:moveTo>
                    <a:pt x="278" y="0"/>
                  </a:moveTo>
                  <a:cubicBezTo>
                    <a:pt x="0" y="0"/>
                    <a:pt x="0" y="432"/>
                    <a:pt x="278" y="432"/>
                  </a:cubicBezTo>
                  <a:cubicBezTo>
                    <a:pt x="556" y="432"/>
                    <a:pt x="556"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4" name="Google Shape;12934;p86"/>
          <p:cNvGrpSpPr/>
          <p:nvPr/>
        </p:nvGrpSpPr>
        <p:grpSpPr>
          <a:xfrm>
            <a:off x="1768794" y="2909768"/>
            <a:ext cx="363450" cy="308075"/>
            <a:chOff x="4004075" y="3040325"/>
            <a:chExt cx="363450" cy="308075"/>
          </a:xfrm>
        </p:grpSpPr>
        <p:sp>
          <p:nvSpPr>
            <p:cNvPr id="12935" name="Google Shape;12935;p86"/>
            <p:cNvSpPr/>
            <p:nvPr/>
          </p:nvSpPr>
          <p:spPr>
            <a:xfrm>
              <a:off x="4068500" y="3040325"/>
              <a:ext cx="235575" cy="60300"/>
            </a:xfrm>
            <a:custGeom>
              <a:rect b="b" l="l" r="r" t="t"/>
              <a:pathLst>
                <a:path extrusionOk="0" h="2412" w="9423">
                  <a:moveTo>
                    <a:pt x="4677" y="1"/>
                  </a:moveTo>
                  <a:cubicBezTo>
                    <a:pt x="2949" y="1"/>
                    <a:pt x="1282" y="741"/>
                    <a:pt x="140" y="2037"/>
                  </a:cubicBezTo>
                  <a:cubicBezTo>
                    <a:pt x="0" y="2178"/>
                    <a:pt x="143" y="2389"/>
                    <a:pt x="302" y="2389"/>
                  </a:cubicBezTo>
                  <a:cubicBezTo>
                    <a:pt x="352" y="2389"/>
                    <a:pt x="404" y="2368"/>
                    <a:pt x="449" y="2315"/>
                  </a:cubicBezTo>
                  <a:cubicBezTo>
                    <a:pt x="1584" y="1058"/>
                    <a:pt x="3138" y="433"/>
                    <a:pt x="4695" y="433"/>
                  </a:cubicBezTo>
                  <a:cubicBezTo>
                    <a:pt x="6271" y="433"/>
                    <a:pt x="7849" y="1073"/>
                    <a:pt x="8998" y="2346"/>
                  </a:cubicBezTo>
                  <a:cubicBezTo>
                    <a:pt x="9044" y="2392"/>
                    <a:pt x="9095" y="2411"/>
                    <a:pt x="9144" y="2411"/>
                  </a:cubicBezTo>
                  <a:cubicBezTo>
                    <a:pt x="9294" y="2411"/>
                    <a:pt x="9423" y="2231"/>
                    <a:pt x="9306" y="2068"/>
                  </a:cubicBezTo>
                  <a:cubicBezTo>
                    <a:pt x="8134" y="741"/>
                    <a:pt x="6436" y="1"/>
                    <a:pt x="46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6" name="Google Shape;12936;p86"/>
            <p:cNvSpPr/>
            <p:nvPr/>
          </p:nvSpPr>
          <p:spPr>
            <a:xfrm>
              <a:off x="4068325" y="3288375"/>
              <a:ext cx="235175" cy="60025"/>
            </a:xfrm>
            <a:custGeom>
              <a:rect b="b" l="l" r="r" t="t"/>
              <a:pathLst>
                <a:path extrusionOk="0" h="2401" w="9407">
                  <a:moveTo>
                    <a:pt x="9148" y="1"/>
                  </a:moveTo>
                  <a:cubicBezTo>
                    <a:pt x="9090" y="1"/>
                    <a:pt x="9036" y="16"/>
                    <a:pt x="9005" y="47"/>
                  </a:cubicBezTo>
                  <a:cubicBezTo>
                    <a:pt x="7856" y="1335"/>
                    <a:pt x="6270" y="1984"/>
                    <a:pt x="4687" y="1984"/>
                  </a:cubicBezTo>
                  <a:cubicBezTo>
                    <a:pt x="3122" y="1984"/>
                    <a:pt x="1560" y="1351"/>
                    <a:pt x="425" y="78"/>
                  </a:cubicBezTo>
                  <a:cubicBezTo>
                    <a:pt x="380" y="32"/>
                    <a:pt x="328" y="13"/>
                    <a:pt x="279" y="13"/>
                  </a:cubicBezTo>
                  <a:cubicBezTo>
                    <a:pt x="129" y="13"/>
                    <a:pt x="0" y="193"/>
                    <a:pt x="117" y="356"/>
                  </a:cubicBezTo>
                  <a:cubicBezTo>
                    <a:pt x="1344" y="1721"/>
                    <a:pt x="3022" y="2400"/>
                    <a:pt x="4698" y="2400"/>
                  </a:cubicBezTo>
                  <a:cubicBezTo>
                    <a:pt x="6394" y="2400"/>
                    <a:pt x="8088" y="1706"/>
                    <a:pt x="9313" y="325"/>
                  </a:cubicBezTo>
                  <a:cubicBezTo>
                    <a:pt x="9406" y="263"/>
                    <a:pt x="9406" y="109"/>
                    <a:pt x="9313" y="47"/>
                  </a:cubicBezTo>
                  <a:cubicBezTo>
                    <a:pt x="9267" y="16"/>
                    <a:pt x="9205" y="1"/>
                    <a:pt x="91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86"/>
            <p:cNvSpPr/>
            <p:nvPr/>
          </p:nvSpPr>
          <p:spPr>
            <a:xfrm>
              <a:off x="4134500" y="3109775"/>
              <a:ext cx="110350" cy="170525"/>
            </a:xfrm>
            <a:custGeom>
              <a:rect b="b" l="l" r="r" t="t"/>
              <a:pathLst>
                <a:path extrusionOk="0" h="6821" w="4414">
                  <a:moveTo>
                    <a:pt x="648" y="0"/>
                  </a:moveTo>
                  <a:cubicBezTo>
                    <a:pt x="309" y="0"/>
                    <a:pt x="0" y="278"/>
                    <a:pt x="0" y="617"/>
                  </a:cubicBezTo>
                  <a:lnTo>
                    <a:pt x="0" y="6203"/>
                  </a:lnTo>
                  <a:cubicBezTo>
                    <a:pt x="0" y="6543"/>
                    <a:pt x="309" y="6821"/>
                    <a:pt x="648" y="6821"/>
                  </a:cubicBezTo>
                  <a:lnTo>
                    <a:pt x="3580" y="6821"/>
                  </a:lnTo>
                  <a:cubicBezTo>
                    <a:pt x="4414" y="6821"/>
                    <a:pt x="4414" y="5555"/>
                    <a:pt x="3580" y="5555"/>
                  </a:cubicBezTo>
                  <a:lnTo>
                    <a:pt x="1297" y="5555"/>
                  </a:lnTo>
                  <a:lnTo>
                    <a:pt x="1297" y="5432"/>
                  </a:lnTo>
                  <a:cubicBezTo>
                    <a:pt x="1297" y="5278"/>
                    <a:pt x="1188" y="5200"/>
                    <a:pt x="1080" y="5200"/>
                  </a:cubicBezTo>
                  <a:cubicBezTo>
                    <a:pt x="972" y="5200"/>
                    <a:pt x="864" y="5278"/>
                    <a:pt x="864" y="5432"/>
                  </a:cubicBezTo>
                  <a:lnTo>
                    <a:pt x="864" y="5771"/>
                  </a:lnTo>
                  <a:cubicBezTo>
                    <a:pt x="864" y="5895"/>
                    <a:pt x="957" y="5987"/>
                    <a:pt x="1080" y="5987"/>
                  </a:cubicBezTo>
                  <a:lnTo>
                    <a:pt x="3580" y="5987"/>
                  </a:lnTo>
                  <a:cubicBezTo>
                    <a:pt x="3858" y="5987"/>
                    <a:pt x="3858" y="6419"/>
                    <a:pt x="3580" y="6419"/>
                  </a:cubicBezTo>
                  <a:lnTo>
                    <a:pt x="648" y="6419"/>
                  </a:lnTo>
                  <a:cubicBezTo>
                    <a:pt x="525" y="6419"/>
                    <a:pt x="432" y="6327"/>
                    <a:pt x="432" y="6203"/>
                  </a:cubicBezTo>
                  <a:lnTo>
                    <a:pt x="432" y="617"/>
                  </a:lnTo>
                  <a:cubicBezTo>
                    <a:pt x="432" y="494"/>
                    <a:pt x="525" y="401"/>
                    <a:pt x="648" y="401"/>
                  </a:cubicBezTo>
                  <a:lnTo>
                    <a:pt x="3580" y="401"/>
                  </a:lnTo>
                  <a:cubicBezTo>
                    <a:pt x="3858" y="401"/>
                    <a:pt x="3858" y="833"/>
                    <a:pt x="3580" y="833"/>
                  </a:cubicBezTo>
                  <a:lnTo>
                    <a:pt x="1080" y="833"/>
                  </a:lnTo>
                  <a:cubicBezTo>
                    <a:pt x="957" y="833"/>
                    <a:pt x="864" y="926"/>
                    <a:pt x="864" y="1049"/>
                  </a:cubicBezTo>
                  <a:lnTo>
                    <a:pt x="864" y="2994"/>
                  </a:lnTo>
                  <a:cubicBezTo>
                    <a:pt x="864" y="3086"/>
                    <a:pt x="957" y="3179"/>
                    <a:pt x="1080" y="3179"/>
                  </a:cubicBezTo>
                  <a:lnTo>
                    <a:pt x="2840" y="3179"/>
                  </a:lnTo>
                  <a:cubicBezTo>
                    <a:pt x="3117" y="3179"/>
                    <a:pt x="3117" y="3611"/>
                    <a:pt x="2840" y="3611"/>
                  </a:cubicBezTo>
                  <a:lnTo>
                    <a:pt x="1080" y="3611"/>
                  </a:lnTo>
                  <a:cubicBezTo>
                    <a:pt x="957" y="3611"/>
                    <a:pt x="864" y="3704"/>
                    <a:pt x="864" y="3827"/>
                  </a:cubicBezTo>
                  <a:lnTo>
                    <a:pt x="864" y="4537"/>
                  </a:lnTo>
                  <a:cubicBezTo>
                    <a:pt x="864" y="4676"/>
                    <a:pt x="972" y="4745"/>
                    <a:pt x="1080" y="4745"/>
                  </a:cubicBezTo>
                  <a:cubicBezTo>
                    <a:pt x="1188" y="4745"/>
                    <a:pt x="1297" y="4676"/>
                    <a:pt x="1297" y="4537"/>
                  </a:cubicBezTo>
                  <a:lnTo>
                    <a:pt x="1297" y="4043"/>
                  </a:lnTo>
                  <a:lnTo>
                    <a:pt x="2840" y="4043"/>
                  </a:lnTo>
                  <a:cubicBezTo>
                    <a:pt x="3673" y="4043"/>
                    <a:pt x="3673" y="2778"/>
                    <a:pt x="2840" y="2778"/>
                  </a:cubicBezTo>
                  <a:lnTo>
                    <a:pt x="1297" y="2778"/>
                  </a:lnTo>
                  <a:lnTo>
                    <a:pt x="1297" y="1265"/>
                  </a:lnTo>
                  <a:lnTo>
                    <a:pt x="3580" y="1265"/>
                  </a:lnTo>
                  <a:cubicBezTo>
                    <a:pt x="4352" y="1204"/>
                    <a:pt x="4352" y="62"/>
                    <a:pt x="35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86"/>
            <p:cNvSpPr/>
            <p:nvPr/>
          </p:nvSpPr>
          <p:spPr>
            <a:xfrm>
              <a:off x="4247925" y="3109775"/>
              <a:ext cx="119600" cy="170525"/>
            </a:xfrm>
            <a:custGeom>
              <a:rect b="b" l="l" r="r" t="t"/>
              <a:pathLst>
                <a:path extrusionOk="0" h="6821" w="4784">
                  <a:moveTo>
                    <a:pt x="2361" y="409"/>
                  </a:moveTo>
                  <a:cubicBezTo>
                    <a:pt x="3341" y="409"/>
                    <a:pt x="4321" y="1065"/>
                    <a:pt x="4321" y="2377"/>
                  </a:cubicBezTo>
                  <a:lnTo>
                    <a:pt x="4321" y="4444"/>
                  </a:lnTo>
                  <a:cubicBezTo>
                    <a:pt x="4321" y="5524"/>
                    <a:pt x="3457" y="6389"/>
                    <a:pt x="2376" y="6389"/>
                  </a:cubicBezTo>
                  <a:cubicBezTo>
                    <a:pt x="1296" y="6389"/>
                    <a:pt x="401" y="5524"/>
                    <a:pt x="401" y="4444"/>
                  </a:cubicBezTo>
                  <a:lnTo>
                    <a:pt x="401" y="2377"/>
                  </a:lnTo>
                  <a:cubicBezTo>
                    <a:pt x="401" y="1065"/>
                    <a:pt x="1381" y="409"/>
                    <a:pt x="2361" y="409"/>
                  </a:cubicBezTo>
                  <a:close/>
                  <a:moveTo>
                    <a:pt x="2407" y="0"/>
                  </a:moveTo>
                  <a:cubicBezTo>
                    <a:pt x="1080" y="0"/>
                    <a:pt x="0" y="1049"/>
                    <a:pt x="0" y="2377"/>
                  </a:cubicBezTo>
                  <a:lnTo>
                    <a:pt x="0" y="4444"/>
                  </a:lnTo>
                  <a:cubicBezTo>
                    <a:pt x="0" y="5771"/>
                    <a:pt x="1080" y="6821"/>
                    <a:pt x="2407" y="6821"/>
                  </a:cubicBezTo>
                  <a:cubicBezTo>
                    <a:pt x="3703" y="6821"/>
                    <a:pt x="4784" y="5771"/>
                    <a:pt x="4784" y="4444"/>
                  </a:cubicBezTo>
                  <a:lnTo>
                    <a:pt x="4784" y="2377"/>
                  </a:lnTo>
                  <a:cubicBezTo>
                    <a:pt x="4784" y="1049"/>
                    <a:pt x="3703" y="0"/>
                    <a:pt x="24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86"/>
            <p:cNvSpPr/>
            <p:nvPr/>
          </p:nvSpPr>
          <p:spPr>
            <a:xfrm>
              <a:off x="4269525" y="3130600"/>
              <a:ext cx="76400" cy="124425"/>
            </a:xfrm>
            <a:custGeom>
              <a:rect b="b" l="l" r="r" t="t"/>
              <a:pathLst>
                <a:path extrusionOk="0" h="4977" w="3056">
                  <a:moveTo>
                    <a:pt x="1512" y="0"/>
                  </a:moveTo>
                  <a:cubicBezTo>
                    <a:pt x="1517" y="0"/>
                    <a:pt x="1522" y="0"/>
                    <a:pt x="1528" y="0"/>
                  </a:cubicBezTo>
                  <a:lnTo>
                    <a:pt x="1528" y="0"/>
                  </a:lnTo>
                  <a:cubicBezTo>
                    <a:pt x="1533" y="0"/>
                    <a:pt x="1538" y="0"/>
                    <a:pt x="1543" y="0"/>
                  </a:cubicBezTo>
                  <a:close/>
                  <a:moveTo>
                    <a:pt x="1528" y="0"/>
                  </a:moveTo>
                  <a:lnTo>
                    <a:pt x="1528" y="0"/>
                  </a:lnTo>
                  <a:cubicBezTo>
                    <a:pt x="671" y="9"/>
                    <a:pt x="0" y="715"/>
                    <a:pt x="0" y="1544"/>
                  </a:cubicBezTo>
                  <a:lnTo>
                    <a:pt x="0" y="2130"/>
                  </a:lnTo>
                  <a:cubicBezTo>
                    <a:pt x="0" y="2269"/>
                    <a:pt x="100" y="2338"/>
                    <a:pt x="201" y="2338"/>
                  </a:cubicBezTo>
                  <a:cubicBezTo>
                    <a:pt x="301" y="2338"/>
                    <a:pt x="401" y="2269"/>
                    <a:pt x="401" y="2130"/>
                  </a:cubicBezTo>
                  <a:lnTo>
                    <a:pt x="401" y="1544"/>
                  </a:lnTo>
                  <a:cubicBezTo>
                    <a:pt x="401" y="803"/>
                    <a:pt x="957" y="432"/>
                    <a:pt x="1512" y="432"/>
                  </a:cubicBezTo>
                  <a:cubicBezTo>
                    <a:pt x="2068" y="432"/>
                    <a:pt x="2623" y="803"/>
                    <a:pt x="2623" y="1544"/>
                  </a:cubicBezTo>
                  <a:lnTo>
                    <a:pt x="2623" y="3611"/>
                  </a:lnTo>
                  <a:cubicBezTo>
                    <a:pt x="2623" y="4352"/>
                    <a:pt x="2068" y="4722"/>
                    <a:pt x="1512" y="4722"/>
                  </a:cubicBezTo>
                  <a:cubicBezTo>
                    <a:pt x="957" y="4722"/>
                    <a:pt x="401" y="4352"/>
                    <a:pt x="401" y="3611"/>
                  </a:cubicBezTo>
                  <a:lnTo>
                    <a:pt x="401" y="3148"/>
                  </a:lnTo>
                  <a:cubicBezTo>
                    <a:pt x="401" y="2994"/>
                    <a:pt x="301" y="2917"/>
                    <a:pt x="201" y="2917"/>
                  </a:cubicBezTo>
                  <a:cubicBezTo>
                    <a:pt x="100" y="2917"/>
                    <a:pt x="0" y="2994"/>
                    <a:pt x="0" y="3148"/>
                  </a:cubicBezTo>
                  <a:lnTo>
                    <a:pt x="0" y="3611"/>
                  </a:lnTo>
                  <a:cubicBezTo>
                    <a:pt x="108" y="4522"/>
                    <a:pt x="818" y="4977"/>
                    <a:pt x="1528" y="4977"/>
                  </a:cubicBezTo>
                  <a:cubicBezTo>
                    <a:pt x="2238" y="4977"/>
                    <a:pt x="2947" y="4522"/>
                    <a:pt x="3055" y="3611"/>
                  </a:cubicBezTo>
                  <a:lnTo>
                    <a:pt x="3055" y="1544"/>
                  </a:lnTo>
                  <a:cubicBezTo>
                    <a:pt x="3055" y="715"/>
                    <a:pt x="2354" y="9"/>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86"/>
            <p:cNvSpPr/>
            <p:nvPr/>
          </p:nvSpPr>
          <p:spPr>
            <a:xfrm>
              <a:off x="4004075" y="3109100"/>
              <a:ext cx="118875" cy="171225"/>
            </a:xfrm>
            <a:custGeom>
              <a:rect b="b" l="l" r="r" t="t"/>
              <a:pathLst>
                <a:path extrusionOk="0" h="6849" w="4755">
                  <a:moveTo>
                    <a:pt x="2393" y="1"/>
                  </a:moveTo>
                  <a:cubicBezTo>
                    <a:pt x="2080" y="1"/>
                    <a:pt x="1768" y="70"/>
                    <a:pt x="1483" y="212"/>
                  </a:cubicBezTo>
                  <a:cubicBezTo>
                    <a:pt x="1360" y="274"/>
                    <a:pt x="1329" y="397"/>
                    <a:pt x="1360" y="490"/>
                  </a:cubicBezTo>
                  <a:cubicBezTo>
                    <a:pt x="1401" y="572"/>
                    <a:pt x="1469" y="614"/>
                    <a:pt x="1547" y="614"/>
                  </a:cubicBezTo>
                  <a:cubicBezTo>
                    <a:pt x="1586" y="614"/>
                    <a:pt x="1627" y="603"/>
                    <a:pt x="1668" y="583"/>
                  </a:cubicBezTo>
                  <a:cubicBezTo>
                    <a:pt x="1892" y="477"/>
                    <a:pt x="2137" y="425"/>
                    <a:pt x="2385" y="425"/>
                  </a:cubicBezTo>
                  <a:cubicBezTo>
                    <a:pt x="2788" y="425"/>
                    <a:pt x="3195" y="562"/>
                    <a:pt x="3520" y="830"/>
                  </a:cubicBezTo>
                  <a:cubicBezTo>
                    <a:pt x="3705" y="984"/>
                    <a:pt x="3859" y="1169"/>
                    <a:pt x="3983" y="1385"/>
                  </a:cubicBezTo>
                  <a:cubicBezTo>
                    <a:pt x="4024" y="1550"/>
                    <a:pt x="3901" y="1659"/>
                    <a:pt x="3777" y="1659"/>
                  </a:cubicBezTo>
                  <a:cubicBezTo>
                    <a:pt x="3715" y="1659"/>
                    <a:pt x="3654" y="1632"/>
                    <a:pt x="3612" y="1570"/>
                  </a:cubicBezTo>
                  <a:cubicBezTo>
                    <a:pt x="3520" y="1416"/>
                    <a:pt x="3396" y="1262"/>
                    <a:pt x="3242" y="1138"/>
                  </a:cubicBezTo>
                  <a:cubicBezTo>
                    <a:pt x="3001" y="948"/>
                    <a:pt x="2701" y="845"/>
                    <a:pt x="2403" y="845"/>
                  </a:cubicBezTo>
                  <a:cubicBezTo>
                    <a:pt x="2168" y="845"/>
                    <a:pt x="1934" y="909"/>
                    <a:pt x="1730" y="1046"/>
                  </a:cubicBezTo>
                  <a:cubicBezTo>
                    <a:pt x="1329" y="1262"/>
                    <a:pt x="1144" y="1755"/>
                    <a:pt x="1267" y="2187"/>
                  </a:cubicBezTo>
                  <a:cubicBezTo>
                    <a:pt x="1390" y="2712"/>
                    <a:pt x="1792" y="2805"/>
                    <a:pt x="2440" y="2928"/>
                  </a:cubicBezTo>
                  <a:cubicBezTo>
                    <a:pt x="2841" y="2990"/>
                    <a:pt x="3211" y="3113"/>
                    <a:pt x="3551" y="3298"/>
                  </a:cubicBezTo>
                  <a:cubicBezTo>
                    <a:pt x="4261" y="3700"/>
                    <a:pt x="4538" y="4626"/>
                    <a:pt x="4168" y="5366"/>
                  </a:cubicBezTo>
                  <a:cubicBezTo>
                    <a:pt x="3859" y="6014"/>
                    <a:pt x="3211" y="6416"/>
                    <a:pt x="2471" y="6416"/>
                  </a:cubicBezTo>
                  <a:lnTo>
                    <a:pt x="2347" y="6416"/>
                  </a:lnTo>
                  <a:cubicBezTo>
                    <a:pt x="1668" y="6416"/>
                    <a:pt x="1082" y="6045"/>
                    <a:pt x="742" y="5490"/>
                  </a:cubicBezTo>
                  <a:cubicBezTo>
                    <a:pt x="588" y="5243"/>
                    <a:pt x="495" y="4965"/>
                    <a:pt x="465" y="4656"/>
                  </a:cubicBezTo>
                  <a:cubicBezTo>
                    <a:pt x="465" y="4549"/>
                    <a:pt x="558" y="4465"/>
                    <a:pt x="663" y="4465"/>
                  </a:cubicBezTo>
                  <a:cubicBezTo>
                    <a:pt x="679" y="4465"/>
                    <a:pt x="695" y="4467"/>
                    <a:pt x="711" y="4471"/>
                  </a:cubicBezTo>
                  <a:cubicBezTo>
                    <a:pt x="835" y="4471"/>
                    <a:pt x="866" y="4595"/>
                    <a:pt x="897" y="4687"/>
                  </a:cubicBezTo>
                  <a:cubicBezTo>
                    <a:pt x="928" y="4903"/>
                    <a:pt x="1020" y="5119"/>
                    <a:pt x="1113" y="5305"/>
                  </a:cubicBezTo>
                  <a:cubicBezTo>
                    <a:pt x="1390" y="5737"/>
                    <a:pt x="1853" y="5983"/>
                    <a:pt x="2378" y="5983"/>
                  </a:cubicBezTo>
                  <a:cubicBezTo>
                    <a:pt x="2428" y="5989"/>
                    <a:pt x="2477" y="5991"/>
                    <a:pt x="2526" y="5991"/>
                  </a:cubicBezTo>
                  <a:cubicBezTo>
                    <a:pt x="3056" y="5991"/>
                    <a:pt x="3541" y="5692"/>
                    <a:pt x="3767" y="5212"/>
                  </a:cubicBezTo>
                  <a:cubicBezTo>
                    <a:pt x="4045" y="4656"/>
                    <a:pt x="3859" y="3977"/>
                    <a:pt x="3304" y="3669"/>
                  </a:cubicBezTo>
                  <a:cubicBezTo>
                    <a:pt x="3026" y="3515"/>
                    <a:pt x="2687" y="3422"/>
                    <a:pt x="2378" y="3360"/>
                  </a:cubicBezTo>
                  <a:cubicBezTo>
                    <a:pt x="2069" y="3329"/>
                    <a:pt x="1761" y="3237"/>
                    <a:pt x="1483" y="3113"/>
                  </a:cubicBezTo>
                  <a:cubicBezTo>
                    <a:pt x="1144" y="2959"/>
                    <a:pt x="928" y="2650"/>
                    <a:pt x="835" y="2311"/>
                  </a:cubicBezTo>
                  <a:cubicBezTo>
                    <a:pt x="742" y="1910"/>
                    <a:pt x="804" y="1478"/>
                    <a:pt x="1020" y="1138"/>
                  </a:cubicBezTo>
                  <a:cubicBezTo>
                    <a:pt x="1151" y="964"/>
                    <a:pt x="989" y="789"/>
                    <a:pt x="839" y="789"/>
                  </a:cubicBezTo>
                  <a:cubicBezTo>
                    <a:pt x="777" y="789"/>
                    <a:pt x="717" y="819"/>
                    <a:pt x="681" y="891"/>
                  </a:cubicBezTo>
                  <a:cubicBezTo>
                    <a:pt x="372" y="1354"/>
                    <a:pt x="310" y="1910"/>
                    <a:pt x="434" y="2434"/>
                  </a:cubicBezTo>
                  <a:cubicBezTo>
                    <a:pt x="526" y="2897"/>
                    <a:pt x="835" y="3268"/>
                    <a:pt x="1267" y="3484"/>
                  </a:cubicBezTo>
                  <a:cubicBezTo>
                    <a:pt x="1606" y="3638"/>
                    <a:pt x="1946" y="3731"/>
                    <a:pt x="2285" y="3792"/>
                  </a:cubicBezTo>
                  <a:cubicBezTo>
                    <a:pt x="2563" y="3823"/>
                    <a:pt x="2810" y="3885"/>
                    <a:pt x="3057" y="4039"/>
                  </a:cubicBezTo>
                  <a:cubicBezTo>
                    <a:pt x="3427" y="4224"/>
                    <a:pt x="3582" y="4687"/>
                    <a:pt x="3366" y="5058"/>
                  </a:cubicBezTo>
                  <a:cubicBezTo>
                    <a:pt x="3194" y="5401"/>
                    <a:pt x="2836" y="5586"/>
                    <a:pt x="2464" y="5586"/>
                  </a:cubicBezTo>
                  <a:cubicBezTo>
                    <a:pt x="2436" y="5586"/>
                    <a:pt x="2407" y="5584"/>
                    <a:pt x="2378" y="5582"/>
                  </a:cubicBezTo>
                  <a:cubicBezTo>
                    <a:pt x="2008" y="5582"/>
                    <a:pt x="1668" y="5397"/>
                    <a:pt x="1452" y="5088"/>
                  </a:cubicBezTo>
                  <a:cubicBezTo>
                    <a:pt x="1390" y="4934"/>
                    <a:pt x="1329" y="4780"/>
                    <a:pt x="1298" y="4626"/>
                  </a:cubicBezTo>
                  <a:cubicBezTo>
                    <a:pt x="1268" y="4255"/>
                    <a:pt x="961" y="4077"/>
                    <a:pt x="657" y="4077"/>
                  </a:cubicBezTo>
                  <a:cubicBezTo>
                    <a:pt x="327" y="4077"/>
                    <a:pt x="0" y="4286"/>
                    <a:pt x="33" y="4687"/>
                  </a:cubicBezTo>
                  <a:cubicBezTo>
                    <a:pt x="63" y="5058"/>
                    <a:pt x="187" y="5397"/>
                    <a:pt x="372" y="5706"/>
                  </a:cubicBezTo>
                  <a:cubicBezTo>
                    <a:pt x="773" y="6385"/>
                    <a:pt x="1483" y="6817"/>
                    <a:pt x="2285" y="6848"/>
                  </a:cubicBezTo>
                  <a:lnTo>
                    <a:pt x="2471" y="6848"/>
                  </a:lnTo>
                  <a:cubicBezTo>
                    <a:pt x="2496" y="6848"/>
                    <a:pt x="2521" y="6849"/>
                    <a:pt x="2545" y="6849"/>
                  </a:cubicBezTo>
                  <a:cubicBezTo>
                    <a:pt x="3410" y="6849"/>
                    <a:pt x="4178" y="6331"/>
                    <a:pt x="4538" y="5521"/>
                  </a:cubicBezTo>
                  <a:cubicBezTo>
                    <a:pt x="4724" y="5058"/>
                    <a:pt x="4754" y="4564"/>
                    <a:pt x="4631" y="4070"/>
                  </a:cubicBezTo>
                  <a:lnTo>
                    <a:pt x="4631" y="4070"/>
                  </a:lnTo>
                  <a:lnTo>
                    <a:pt x="4631" y="4101"/>
                  </a:lnTo>
                  <a:cubicBezTo>
                    <a:pt x="4477" y="3607"/>
                    <a:pt x="4168" y="3206"/>
                    <a:pt x="3767" y="2959"/>
                  </a:cubicBezTo>
                  <a:cubicBezTo>
                    <a:pt x="3366" y="2743"/>
                    <a:pt x="2934" y="2589"/>
                    <a:pt x="2501" y="2527"/>
                  </a:cubicBezTo>
                  <a:cubicBezTo>
                    <a:pt x="1823" y="2404"/>
                    <a:pt x="1730" y="2342"/>
                    <a:pt x="1668" y="2126"/>
                  </a:cubicBezTo>
                  <a:cubicBezTo>
                    <a:pt x="1576" y="1848"/>
                    <a:pt x="1699" y="1539"/>
                    <a:pt x="1946" y="1416"/>
                  </a:cubicBezTo>
                  <a:cubicBezTo>
                    <a:pt x="2085" y="1319"/>
                    <a:pt x="2243" y="1271"/>
                    <a:pt x="2402" y="1271"/>
                  </a:cubicBezTo>
                  <a:cubicBezTo>
                    <a:pt x="2597" y="1271"/>
                    <a:pt x="2795" y="1342"/>
                    <a:pt x="2964" y="1478"/>
                  </a:cubicBezTo>
                  <a:cubicBezTo>
                    <a:pt x="3057" y="1539"/>
                    <a:pt x="3150" y="1663"/>
                    <a:pt x="3211" y="1755"/>
                  </a:cubicBezTo>
                  <a:cubicBezTo>
                    <a:pt x="3349" y="1978"/>
                    <a:pt x="3557" y="2073"/>
                    <a:pt x="3761" y="2073"/>
                  </a:cubicBezTo>
                  <a:cubicBezTo>
                    <a:pt x="4149" y="2073"/>
                    <a:pt x="4526" y="1727"/>
                    <a:pt x="4384" y="1262"/>
                  </a:cubicBezTo>
                  <a:cubicBezTo>
                    <a:pt x="4230" y="953"/>
                    <a:pt x="4045" y="706"/>
                    <a:pt x="3798" y="521"/>
                  </a:cubicBezTo>
                  <a:cubicBezTo>
                    <a:pt x="3399" y="179"/>
                    <a:pt x="2894" y="1"/>
                    <a:pt x="2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1" name="Google Shape;12941;p86"/>
          <p:cNvGrpSpPr/>
          <p:nvPr/>
        </p:nvGrpSpPr>
        <p:grpSpPr>
          <a:xfrm>
            <a:off x="1073763" y="2909768"/>
            <a:ext cx="363450" cy="308075"/>
            <a:chOff x="3251825" y="3040325"/>
            <a:chExt cx="363450" cy="308075"/>
          </a:xfrm>
        </p:grpSpPr>
        <p:sp>
          <p:nvSpPr>
            <p:cNvPr id="12942" name="Google Shape;12942;p86"/>
            <p:cNvSpPr/>
            <p:nvPr/>
          </p:nvSpPr>
          <p:spPr>
            <a:xfrm>
              <a:off x="3496425" y="3109375"/>
              <a:ext cx="118850" cy="170350"/>
            </a:xfrm>
            <a:custGeom>
              <a:rect b="b" l="l" r="r" t="t"/>
              <a:pathLst>
                <a:path extrusionOk="0" h="6814" w="4754">
                  <a:moveTo>
                    <a:pt x="644" y="0"/>
                  </a:moveTo>
                  <a:cubicBezTo>
                    <a:pt x="322" y="0"/>
                    <a:pt x="1" y="243"/>
                    <a:pt x="1" y="633"/>
                  </a:cubicBezTo>
                  <a:lnTo>
                    <a:pt x="1" y="6158"/>
                  </a:lnTo>
                  <a:cubicBezTo>
                    <a:pt x="1" y="6590"/>
                    <a:pt x="317" y="6806"/>
                    <a:pt x="633" y="6806"/>
                  </a:cubicBezTo>
                  <a:cubicBezTo>
                    <a:pt x="950" y="6806"/>
                    <a:pt x="1266" y="6590"/>
                    <a:pt x="1266" y="6158"/>
                  </a:cubicBezTo>
                  <a:lnTo>
                    <a:pt x="1266" y="5695"/>
                  </a:lnTo>
                  <a:cubicBezTo>
                    <a:pt x="1266" y="5556"/>
                    <a:pt x="1158" y="5486"/>
                    <a:pt x="1050" y="5486"/>
                  </a:cubicBezTo>
                  <a:cubicBezTo>
                    <a:pt x="942" y="5486"/>
                    <a:pt x="834" y="5556"/>
                    <a:pt x="834" y="5695"/>
                  </a:cubicBezTo>
                  <a:lnTo>
                    <a:pt x="834" y="6158"/>
                  </a:lnTo>
                  <a:cubicBezTo>
                    <a:pt x="834" y="6312"/>
                    <a:pt x="734" y="6389"/>
                    <a:pt x="633" y="6389"/>
                  </a:cubicBezTo>
                  <a:cubicBezTo>
                    <a:pt x="533" y="6389"/>
                    <a:pt x="433" y="6312"/>
                    <a:pt x="433" y="6158"/>
                  </a:cubicBezTo>
                  <a:lnTo>
                    <a:pt x="433" y="664"/>
                  </a:lnTo>
                  <a:cubicBezTo>
                    <a:pt x="433" y="530"/>
                    <a:pt x="528" y="455"/>
                    <a:pt x="630" y="455"/>
                  </a:cubicBezTo>
                  <a:cubicBezTo>
                    <a:pt x="692" y="455"/>
                    <a:pt x="756" y="483"/>
                    <a:pt x="803" y="541"/>
                  </a:cubicBezTo>
                  <a:lnTo>
                    <a:pt x="2192" y="2547"/>
                  </a:lnTo>
                  <a:cubicBezTo>
                    <a:pt x="2223" y="2609"/>
                    <a:pt x="2284" y="2639"/>
                    <a:pt x="2377" y="2639"/>
                  </a:cubicBezTo>
                  <a:cubicBezTo>
                    <a:pt x="2439" y="2639"/>
                    <a:pt x="2500" y="2609"/>
                    <a:pt x="2531" y="2547"/>
                  </a:cubicBezTo>
                  <a:lnTo>
                    <a:pt x="3920" y="541"/>
                  </a:lnTo>
                  <a:cubicBezTo>
                    <a:pt x="3966" y="472"/>
                    <a:pt x="4033" y="442"/>
                    <a:pt x="4099" y="442"/>
                  </a:cubicBezTo>
                  <a:cubicBezTo>
                    <a:pt x="4212" y="442"/>
                    <a:pt x="4321" y="529"/>
                    <a:pt x="4321" y="664"/>
                  </a:cubicBezTo>
                  <a:lnTo>
                    <a:pt x="4321" y="6189"/>
                  </a:lnTo>
                  <a:cubicBezTo>
                    <a:pt x="4321" y="6327"/>
                    <a:pt x="4213" y="6397"/>
                    <a:pt x="4105" y="6397"/>
                  </a:cubicBezTo>
                  <a:cubicBezTo>
                    <a:pt x="3997" y="6397"/>
                    <a:pt x="3889" y="6327"/>
                    <a:pt x="3889" y="6189"/>
                  </a:cubicBezTo>
                  <a:lnTo>
                    <a:pt x="3889" y="2022"/>
                  </a:lnTo>
                  <a:cubicBezTo>
                    <a:pt x="3889" y="1886"/>
                    <a:pt x="3779" y="1799"/>
                    <a:pt x="3667" y="1799"/>
                  </a:cubicBezTo>
                  <a:cubicBezTo>
                    <a:pt x="3601" y="1799"/>
                    <a:pt x="3534" y="1830"/>
                    <a:pt x="3488" y="1899"/>
                  </a:cubicBezTo>
                  <a:lnTo>
                    <a:pt x="2531" y="3287"/>
                  </a:lnTo>
                  <a:cubicBezTo>
                    <a:pt x="2500" y="3349"/>
                    <a:pt x="2439" y="3380"/>
                    <a:pt x="2373" y="3380"/>
                  </a:cubicBezTo>
                  <a:cubicBezTo>
                    <a:pt x="2307" y="3380"/>
                    <a:pt x="2238" y="3349"/>
                    <a:pt x="2192" y="3287"/>
                  </a:cubicBezTo>
                  <a:lnTo>
                    <a:pt x="1235" y="1899"/>
                  </a:lnTo>
                  <a:cubicBezTo>
                    <a:pt x="1188" y="1840"/>
                    <a:pt x="1124" y="1813"/>
                    <a:pt x="1061" y="1813"/>
                  </a:cubicBezTo>
                  <a:cubicBezTo>
                    <a:pt x="956" y="1813"/>
                    <a:pt x="853" y="1888"/>
                    <a:pt x="834" y="2022"/>
                  </a:cubicBezTo>
                  <a:lnTo>
                    <a:pt x="834" y="4738"/>
                  </a:lnTo>
                  <a:cubicBezTo>
                    <a:pt x="834" y="4877"/>
                    <a:pt x="942" y="4946"/>
                    <a:pt x="1050" y="4946"/>
                  </a:cubicBezTo>
                  <a:cubicBezTo>
                    <a:pt x="1158" y="4946"/>
                    <a:pt x="1266" y="4877"/>
                    <a:pt x="1266" y="4738"/>
                  </a:cubicBezTo>
                  <a:lnTo>
                    <a:pt x="1266" y="2701"/>
                  </a:lnTo>
                  <a:lnTo>
                    <a:pt x="1852" y="3534"/>
                  </a:lnTo>
                  <a:cubicBezTo>
                    <a:pt x="1976" y="3704"/>
                    <a:pt x="2169" y="3789"/>
                    <a:pt x="2365" y="3789"/>
                  </a:cubicBezTo>
                  <a:cubicBezTo>
                    <a:pt x="2562" y="3789"/>
                    <a:pt x="2763" y="3704"/>
                    <a:pt x="2902" y="3534"/>
                  </a:cubicBezTo>
                  <a:lnTo>
                    <a:pt x="3457" y="2701"/>
                  </a:lnTo>
                  <a:lnTo>
                    <a:pt x="3457" y="6189"/>
                  </a:lnTo>
                  <a:cubicBezTo>
                    <a:pt x="3457" y="6605"/>
                    <a:pt x="3781" y="6813"/>
                    <a:pt x="4105" y="6813"/>
                  </a:cubicBezTo>
                  <a:cubicBezTo>
                    <a:pt x="4429" y="6813"/>
                    <a:pt x="4753" y="6605"/>
                    <a:pt x="4753" y="6189"/>
                  </a:cubicBezTo>
                  <a:lnTo>
                    <a:pt x="4753" y="664"/>
                  </a:lnTo>
                  <a:cubicBezTo>
                    <a:pt x="4753" y="356"/>
                    <a:pt x="4568" y="109"/>
                    <a:pt x="4290" y="47"/>
                  </a:cubicBezTo>
                  <a:lnTo>
                    <a:pt x="4290" y="47"/>
                  </a:lnTo>
                  <a:cubicBezTo>
                    <a:pt x="4339" y="58"/>
                    <a:pt x="4362" y="62"/>
                    <a:pt x="4369" y="62"/>
                  </a:cubicBezTo>
                  <a:cubicBezTo>
                    <a:pt x="4390" y="62"/>
                    <a:pt x="4228" y="17"/>
                    <a:pt x="4212" y="17"/>
                  </a:cubicBezTo>
                  <a:cubicBezTo>
                    <a:pt x="4205" y="17"/>
                    <a:pt x="4223" y="25"/>
                    <a:pt x="4290" y="47"/>
                  </a:cubicBezTo>
                  <a:cubicBezTo>
                    <a:pt x="4218" y="23"/>
                    <a:pt x="4145" y="11"/>
                    <a:pt x="4075" y="11"/>
                  </a:cubicBezTo>
                  <a:cubicBezTo>
                    <a:pt x="3876" y="11"/>
                    <a:pt x="3694" y="103"/>
                    <a:pt x="3581" y="263"/>
                  </a:cubicBezTo>
                  <a:lnTo>
                    <a:pt x="2377" y="2022"/>
                  </a:lnTo>
                  <a:lnTo>
                    <a:pt x="1142" y="263"/>
                  </a:lnTo>
                  <a:cubicBezTo>
                    <a:pt x="1018" y="82"/>
                    <a:pt x="831"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86"/>
            <p:cNvSpPr/>
            <p:nvPr/>
          </p:nvSpPr>
          <p:spPr>
            <a:xfrm>
              <a:off x="3380700" y="3109775"/>
              <a:ext cx="110350" cy="170525"/>
            </a:xfrm>
            <a:custGeom>
              <a:rect b="b" l="l" r="r" t="t"/>
              <a:pathLst>
                <a:path extrusionOk="0" h="6821" w="4414">
                  <a:moveTo>
                    <a:pt x="648" y="0"/>
                  </a:moveTo>
                  <a:cubicBezTo>
                    <a:pt x="309" y="0"/>
                    <a:pt x="0" y="278"/>
                    <a:pt x="0" y="617"/>
                  </a:cubicBezTo>
                  <a:lnTo>
                    <a:pt x="0" y="6203"/>
                  </a:lnTo>
                  <a:cubicBezTo>
                    <a:pt x="0" y="6543"/>
                    <a:pt x="278" y="6821"/>
                    <a:pt x="648" y="6821"/>
                  </a:cubicBezTo>
                  <a:lnTo>
                    <a:pt x="3580" y="6821"/>
                  </a:lnTo>
                  <a:cubicBezTo>
                    <a:pt x="4414" y="6821"/>
                    <a:pt x="4414" y="5555"/>
                    <a:pt x="3580" y="5555"/>
                  </a:cubicBezTo>
                  <a:lnTo>
                    <a:pt x="1266" y="5555"/>
                  </a:lnTo>
                  <a:lnTo>
                    <a:pt x="1266" y="4043"/>
                  </a:lnTo>
                  <a:lnTo>
                    <a:pt x="2809" y="4043"/>
                  </a:lnTo>
                  <a:cubicBezTo>
                    <a:pt x="3642" y="4043"/>
                    <a:pt x="3642" y="2778"/>
                    <a:pt x="2809" y="2778"/>
                  </a:cubicBezTo>
                  <a:lnTo>
                    <a:pt x="1266" y="2778"/>
                  </a:lnTo>
                  <a:lnTo>
                    <a:pt x="1266" y="1265"/>
                  </a:lnTo>
                  <a:lnTo>
                    <a:pt x="3580" y="1265"/>
                  </a:lnTo>
                  <a:cubicBezTo>
                    <a:pt x="4352" y="1204"/>
                    <a:pt x="4352" y="62"/>
                    <a:pt x="3580" y="0"/>
                  </a:cubicBezTo>
                  <a:lnTo>
                    <a:pt x="3426" y="0"/>
                  </a:lnTo>
                  <a:cubicBezTo>
                    <a:pt x="3179" y="31"/>
                    <a:pt x="3179" y="370"/>
                    <a:pt x="3426" y="401"/>
                  </a:cubicBezTo>
                  <a:lnTo>
                    <a:pt x="3580" y="401"/>
                  </a:lnTo>
                  <a:cubicBezTo>
                    <a:pt x="3858" y="401"/>
                    <a:pt x="3858" y="833"/>
                    <a:pt x="3580" y="833"/>
                  </a:cubicBezTo>
                  <a:lnTo>
                    <a:pt x="1080" y="833"/>
                  </a:lnTo>
                  <a:cubicBezTo>
                    <a:pt x="957" y="833"/>
                    <a:pt x="864" y="926"/>
                    <a:pt x="864" y="1049"/>
                  </a:cubicBezTo>
                  <a:lnTo>
                    <a:pt x="864" y="2963"/>
                  </a:lnTo>
                  <a:cubicBezTo>
                    <a:pt x="864" y="3086"/>
                    <a:pt x="957" y="3179"/>
                    <a:pt x="1080" y="3179"/>
                  </a:cubicBezTo>
                  <a:lnTo>
                    <a:pt x="2840" y="3179"/>
                  </a:lnTo>
                  <a:cubicBezTo>
                    <a:pt x="3117" y="3179"/>
                    <a:pt x="3117" y="3611"/>
                    <a:pt x="2840" y="3611"/>
                  </a:cubicBezTo>
                  <a:lnTo>
                    <a:pt x="1080" y="3611"/>
                  </a:lnTo>
                  <a:cubicBezTo>
                    <a:pt x="957" y="3611"/>
                    <a:pt x="864" y="3704"/>
                    <a:pt x="864" y="3827"/>
                  </a:cubicBezTo>
                  <a:lnTo>
                    <a:pt x="864" y="5771"/>
                  </a:lnTo>
                  <a:cubicBezTo>
                    <a:pt x="864" y="5864"/>
                    <a:pt x="957" y="5956"/>
                    <a:pt x="1080" y="5956"/>
                  </a:cubicBezTo>
                  <a:lnTo>
                    <a:pt x="3580" y="5956"/>
                  </a:lnTo>
                  <a:cubicBezTo>
                    <a:pt x="3858" y="5956"/>
                    <a:pt x="3858" y="6389"/>
                    <a:pt x="3580" y="6389"/>
                  </a:cubicBezTo>
                  <a:lnTo>
                    <a:pt x="648" y="6389"/>
                  </a:lnTo>
                  <a:cubicBezTo>
                    <a:pt x="525" y="6389"/>
                    <a:pt x="432" y="6296"/>
                    <a:pt x="432" y="6203"/>
                  </a:cubicBezTo>
                  <a:lnTo>
                    <a:pt x="432" y="617"/>
                  </a:lnTo>
                  <a:cubicBezTo>
                    <a:pt x="432" y="494"/>
                    <a:pt x="525" y="401"/>
                    <a:pt x="648" y="401"/>
                  </a:cubicBezTo>
                  <a:lnTo>
                    <a:pt x="2500" y="401"/>
                  </a:lnTo>
                  <a:cubicBezTo>
                    <a:pt x="2747" y="370"/>
                    <a:pt x="2747" y="31"/>
                    <a:pt x="2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86"/>
            <p:cNvSpPr/>
            <p:nvPr/>
          </p:nvSpPr>
          <p:spPr>
            <a:xfrm>
              <a:off x="3251825" y="3109175"/>
              <a:ext cx="120400" cy="171150"/>
            </a:xfrm>
            <a:custGeom>
              <a:rect b="b" l="l" r="r" t="t"/>
              <a:pathLst>
                <a:path extrusionOk="0" h="6846" w="4816">
                  <a:moveTo>
                    <a:pt x="2412" y="0"/>
                  </a:moveTo>
                  <a:cubicBezTo>
                    <a:pt x="2033" y="0"/>
                    <a:pt x="1648" y="97"/>
                    <a:pt x="1298" y="302"/>
                  </a:cubicBezTo>
                  <a:cubicBezTo>
                    <a:pt x="557" y="734"/>
                    <a:pt x="217" y="1598"/>
                    <a:pt x="464" y="2401"/>
                  </a:cubicBezTo>
                  <a:cubicBezTo>
                    <a:pt x="557" y="2894"/>
                    <a:pt x="865" y="3265"/>
                    <a:pt x="1298" y="3481"/>
                  </a:cubicBezTo>
                  <a:cubicBezTo>
                    <a:pt x="1606" y="3635"/>
                    <a:pt x="1946" y="3728"/>
                    <a:pt x="2316" y="3789"/>
                  </a:cubicBezTo>
                  <a:cubicBezTo>
                    <a:pt x="2563" y="3820"/>
                    <a:pt x="2841" y="3882"/>
                    <a:pt x="3088" y="4005"/>
                  </a:cubicBezTo>
                  <a:cubicBezTo>
                    <a:pt x="3458" y="4221"/>
                    <a:pt x="3581" y="4684"/>
                    <a:pt x="3365" y="5055"/>
                  </a:cubicBezTo>
                  <a:cubicBezTo>
                    <a:pt x="3222" y="5398"/>
                    <a:pt x="2866" y="5583"/>
                    <a:pt x="2495" y="5583"/>
                  </a:cubicBezTo>
                  <a:cubicBezTo>
                    <a:pt x="2466" y="5583"/>
                    <a:pt x="2437" y="5581"/>
                    <a:pt x="2409" y="5579"/>
                  </a:cubicBezTo>
                  <a:cubicBezTo>
                    <a:pt x="2038" y="5579"/>
                    <a:pt x="1699" y="5394"/>
                    <a:pt x="1483" y="5085"/>
                  </a:cubicBezTo>
                  <a:cubicBezTo>
                    <a:pt x="1390" y="4931"/>
                    <a:pt x="1328" y="4777"/>
                    <a:pt x="1328" y="4623"/>
                  </a:cubicBezTo>
                  <a:cubicBezTo>
                    <a:pt x="1299" y="4252"/>
                    <a:pt x="985" y="4074"/>
                    <a:pt x="673" y="4074"/>
                  </a:cubicBezTo>
                  <a:cubicBezTo>
                    <a:pt x="335" y="4074"/>
                    <a:pt x="0" y="4283"/>
                    <a:pt x="32" y="4684"/>
                  </a:cubicBezTo>
                  <a:cubicBezTo>
                    <a:pt x="94" y="5055"/>
                    <a:pt x="187" y="5394"/>
                    <a:pt x="372" y="5703"/>
                  </a:cubicBezTo>
                  <a:cubicBezTo>
                    <a:pt x="773" y="6382"/>
                    <a:pt x="1514" y="6814"/>
                    <a:pt x="2316" y="6845"/>
                  </a:cubicBezTo>
                  <a:lnTo>
                    <a:pt x="2501" y="6845"/>
                  </a:lnTo>
                  <a:cubicBezTo>
                    <a:pt x="2526" y="6845"/>
                    <a:pt x="2551" y="6846"/>
                    <a:pt x="2576" y="6846"/>
                  </a:cubicBezTo>
                  <a:cubicBezTo>
                    <a:pt x="3442" y="6846"/>
                    <a:pt x="4239" y="6328"/>
                    <a:pt x="4569" y="5518"/>
                  </a:cubicBezTo>
                  <a:cubicBezTo>
                    <a:pt x="4785" y="5055"/>
                    <a:pt x="4816" y="4530"/>
                    <a:pt x="4661" y="4036"/>
                  </a:cubicBezTo>
                  <a:cubicBezTo>
                    <a:pt x="4616" y="3967"/>
                    <a:pt x="4548" y="3937"/>
                    <a:pt x="4482" y="3937"/>
                  </a:cubicBezTo>
                  <a:cubicBezTo>
                    <a:pt x="4370" y="3937"/>
                    <a:pt x="4260" y="4024"/>
                    <a:pt x="4260" y="4160"/>
                  </a:cubicBezTo>
                  <a:cubicBezTo>
                    <a:pt x="4384" y="4561"/>
                    <a:pt x="4353" y="4993"/>
                    <a:pt x="4199" y="5363"/>
                  </a:cubicBezTo>
                  <a:cubicBezTo>
                    <a:pt x="3901" y="6018"/>
                    <a:pt x="3288" y="6414"/>
                    <a:pt x="2608" y="6414"/>
                  </a:cubicBezTo>
                  <a:cubicBezTo>
                    <a:pt x="2583" y="6414"/>
                    <a:pt x="2558" y="6414"/>
                    <a:pt x="2532" y="6413"/>
                  </a:cubicBezTo>
                  <a:lnTo>
                    <a:pt x="2378" y="6413"/>
                  </a:lnTo>
                  <a:cubicBezTo>
                    <a:pt x="1730" y="6413"/>
                    <a:pt x="1112" y="6073"/>
                    <a:pt x="773" y="5518"/>
                  </a:cubicBezTo>
                  <a:cubicBezTo>
                    <a:pt x="619" y="5240"/>
                    <a:pt x="526" y="4962"/>
                    <a:pt x="495" y="4684"/>
                  </a:cubicBezTo>
                  <a:cubicBezTo>
                    <a:pt x="495" y="4561"/>
                    <a:pt x="619" y="4468"/>
                    <a:pt x="742" y="4468"/>
                  </a:cubicBezTo>
                  <a:cubicBezTo>
                    <a:pt x="896" y="4499"/>
                    <a:pt x="896" y="4623"/>
                    <a:pt x="927" y="4715"/>
                  </a:cubicBezTo>
                  <a:cubicBezTo>
                    <a:pt x="958" y="4931"/>
                    <a:pt x="1051" y="5147"/>
                    <a:pt x="1143" y="5332"/>
                  </a:cubicBezTo>
                  <a:cubicBezTo>
                    <a:pt x="1421" y="5734"/>
                    <a:pt x="1884" y="6011"/>
                    <a:pt x="2409" y="6011"/>
                  </a:cubicBezTo>
                  <a:lnTo>
                    <a:pt x="2501" y="6011"/>
                  </a:lnTo>
                  <a:cubicBezTo>
                    <a:pt x="3057" y="6011"/>
                    <a:pt x="3550" y="5734"/>
                    <a:pt x="3797" y="5240"/>
                  </a:cubicBezTo>
                  <a:cubicBezTo>
                    <a:pt x="4075" y="4684"/>
                    <a:pt x="3859" y="3974"/>
                    <a:pt x="3334" y="3697"/>
                  </a:cubicBezTo>
                  <a:cubicBezTo>
                    <a:pt x="3026" y="3512"/>
                    <a:pt x="2717" y="3419"/>
                    <a:pt x="2378" y="3388"/>
                  </a:cubicBezTo>
                  <a:cubicBezTo>
                    <a:pt x="2069" y="3357"/>
                    <a:pt x="1760" y="3265"/>
                    <a:pt x="1483" y="3141"/>
                  </a:cubicBezTo>
                  <a:cubicBezTo>
                    <a:pt x="1174" y="2987"/>
                    <a:pt x="927" y="2678"/>
                    <a:pt x="865" y="2339"/>
                  </a:cubicBezTo>
                  <a:cubicBezTo>
                    <a:pt x="680" y="1691"/>
                    <a:pt x="958" y="1012"/>
                    <a:pt x="1514" y="703"/>
                  </a:cubicBezTo>
                  <a:cubicBezTo>
                    <a:pt x="1799" y="527"/>
                    <a:pt x="2113" y="440"/>
                    <a:pt x="2427" y="440"/>
                  </a:cubicBezTo>
                  <a:cubicBezTo>
                    <a:pt x="2826" y="440"/>
                    <a:pt x="3222" y="581"/>
                    <a:pt x="3550" y="857"/>
                  </a:cubicBezTo>
                  <a:cubicBezTo>
                    <a:pt x="3736" y="1012"/>
                    <a:pt x="3890" y="1197"/>
                    <a:pt x="4013" y="1413"/>
                  </a:cubicBezTo>
                  <a:cubicBezTo>
                    <a:pt x="4054" y="1555"/>
                    <a:pt x="3934" y="1658"/>
                    <a:pt x="3812" y="1658"/>
                  </a:cubicBezTo>
                  <a:cubicBezTo>
                    <a:pt x="3749" y="1658"/>
                    <a:pt x="3685" y="1630"/>
                    <a:pt x="3643" y="1567"/>
                  </a:cubicBezTo>
                  <a:cubicBezTo>
                    <a:pt x="3520" y="1413"/>
                    <a:pt x="3427" y="1289"/>
                    <a:pt x="3273" y="1166"/>
                  </a:cubicBezTo>
                  <a:cubicBezTo>
                    <a:pt x="3031" y="959"/>
                    <a:pt x="2731" y="858"/>
                    <a:pt x="2433" y="858"/>
                  </a:cubicBezTo>
                  <a:cubicBezTo>
                    <a:pt x="2198" y="858"/>
                    <a:pt x="1964" y="920"/>
                    <a:pt x="1760" y="1043"/>
                  </a:cubicBezTo>
                  <a:cubicBezTo>
                    <a:pt x="1359" y="1289"/>
                    <a:pt x="1174" y="1752"/>
                    <a:pt x="1298" y="2215"/>
                  </a:cubicBezTo>
                  <a:cubicBezTo>
                    <a:pt x="1421" y="2740"/>
                    <a:pt x="1822" y="2833"/>
                    <a:pt x="2470" y="2956"/>
                  </a:cubicBezTo>
                  <a:cubicBezTo>
                    <a:pt x="2841" y="2987"/>
                    <a:pt x="3211" y="3110"/>
                    <a:pt x="3550" y="3295"/>
                  </a:cubicBezTo>
                  <a:cubicBezTo>
                    <a:pt x="3643" y="3357"/>
                    <a:pt x="3736" y="3419"/>
                    <a:pt x="3797" y="3481"/>
                  </a:cubicBezTo>
                  <a:cubicBezTo>
                    <a:pt x="3844" y="3521"/>
                    <a:pt x="3893" y="3538"/>
                    <a:pt x="3938" y="3538"/>
                  </a:cubicBezTo>
                  <a:cubicBezTo>
                    <a:pt x="4100" y="3538"/>
                    <a:pt x="4220" y="3317"/>
                    <a:pt x="4075" y="3172"/>
                  </a:cubicBezTo>
                  <a:cubicBezTo>
                    <a:pt x="3983" y="3079"/>
                    <a:pt x="3890" y="3018"/>
                    <a:pt x="3797" y="2956"/>
                  </a:cubicBezTo>
                  <a:cubicBezTo>
                    <a:pt x="3396" y="2740"/>
                    <a:pt x="2995" y="2586"/>
                    <a:pt x="2532" y="2524"/>
                  </a:cubicBezTo>
                  <a:cubicBezTo>
                    <a:pt x="1853" y="2401"/>
                    <a:pt x="1760" y="2339"/>
                    <a:pt x="1699" y="2092"/>
                  </a:cubicBezTo>
                  <a:cubicBezTo>
                    <a:pt x="1606" y="1845"/>
                    <a:pt x="1730" y="1536"/>
                    <a:pt x="1976" y="1382"/>
                  </a:cubicBezTo>
                  <a:cubicBezTo>
                    <a:pt x="2113" y="1300"/>
                    <a:pt x="2268" y="1260"/>
                    <a:pt x="2425" y="1260"/>
                  </a:cubicBezTo>
                  <a:cubicBezTo>
                    <a:pt x="2622" y="1260"/>
                    <a:pt x="2823" y="1323"/>
                    <a:pt x="2995" y="1444"/>
                  </a:cubicBezTo>
                  <a:cubicBezTo>
                    <a:pt x="3088" y="1536"/>
                    <a:pt x="3180" y="1629"/>
                    <a:pt x="3242" y="1752"/>
                  </a:cubicBezTo>
                  <a:cubicBezTo>
                    <a:pt x="3371" y="2000"/>
                    <a:pt x="3591" y="2105"/>
                    <a:pt x="3809" y="2105"/>
                  </a:cubicBezTo>
                  <a:cubicBezTo>
                    <a:pt x="4215" y="2105"/>
                    <a:pt x="4615" y="1741"/>
                    <a:pt x="4415" y="1259"/>
                  </a:cubicBezTo>
                  <a:cubicBezTo>
                    <a:pt x="4034" y="456"/>
                    <a:pt x="3235" y="0"/>
                    <a:pt x="2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86"/>
            <p:cNvSpPr/>
            <p:nvPr/>
          </p:nvSpPr>
          <p:spPr>
            <a:xfrm>
              <a:off x="3316350" y="3040325"/>
              <a:ext cx="236250" cy="60300"/>
            </a:xfrm>
            <a:custGeom>
              <a:rect b="b" l="l" r="r" t="t"/>
              <a:pathLst>
                <a:path extrusionOk="0" h="2412" w="9450">
                  <a:moveTo>
                    <a:pt x="4735" y="1"/>
                  </a:moveTo>
                  <a:cubicBezTo>
                    <a:pt x="3840" y="1"/>
                    <a:pt x="2975" y="186"/>
                    <a:pt x="2173" y="556"/>
                  </a:cubicBezTo>
                  <a:cubicBezTo>
                    <a:pt x="1402" y="896"/>
                    <a:pt x="723" y="1389"/>
                    <a:pt x="167" y="2007"/>
                  </a:cubicBezTo>
                  <a:cubicBezTo>
                    <a:pt x="1" y="2173"/>
                    <a:pt x="164" y="2376"/>
                    <a:pt x="332" y="2376"/>
                  </a:cubicBezTo>
                  <a:cubicBezTo>
                    <a:pt x="382" y="2376"/>
                    <a:pt x="433" y="2358"/>
                    <a:pt x="476" y="2315"/>
                  </a:cubicBezTo>
                  <a:cubicBezTo>
                    <a:pt x="1611" y="1058"/>
                    <a:pt x="3165" y="433"/>
                    <a:pt x="4721" y="433"/>
                  </a:cubicBezTo>
                  <a:cubicBezTo>
                    <a:pt x="6297" y="433"/>
                    <a:pt x="7876" y="1073"/>
                    <a:pt x="9024" y="2346"/>
                  </a:cubicBezTo>
                  <a:cubicBezTo>
                    <a:pt x="9070" y="2392"/>
                    <a:pt x="9121" y="2411"/>
                    <a:pt x="9171" y="2411"/>
                  </a:cubicBezTo>
                  <a:cubicBezTo>
                    <a:pt x="9320" y="2411"/>
                    <a:pt x="9449" y="2231"/>
                    <a:pt x="9333" y="2068"/>
                  </a:cubicBezTo>
                  <a:cubicBezTo>
                    <a:pt x="8160" y="772"/>
                    <a:pt x="6494" y="1"/>
                    <a:pt x="4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86"/>
            <p:cNvSpPr/>
            <p:nvPr/>
          </p:nvSpPr>
          <p:spPr>
            <a:xfrm>
              <a:off x="3316725" y="3288375"/>
              <a:ext cx="235275" cy="60025"/>
            </a:xfrm>
            <a:custGeom>
              <a:rect b="b" l="l" r="r" t="t"/>
              <a:pathLst>
                <a:path extrusionOk="0" h="2401" w="9411">
                  <a:moveTo>
                    <a:pt x="9148" y="1"/>
                  </a:moveTo>
                  <a:cubicBezTo>
                    <a:pt x="9094" y="1"/>
                    <a:pt x="9040" y="16"/>
                    <a:pt x="9009" y="47"/>
                  </a:cubicBezTo>
                  <a:cubicBezTo>
                    <a:pt x="7861" y="1335"/>
                    <a:pt x="6275" y="1984"/>
                    <a:pt x="4691" y="1984"/>
                  </a:cubicBezTo>
                  <a:cubicBezTo>
                    <a:pt x="3127" y="1984"/>
                    <a:pt x="1565" y="1351"/>
                    <a:pt x="430" y="78"/>
                  </a:cubicBezTo>
                  <a:cubicBezTo>
                    <a:pt x="389" y="44"/>
                    <a:pt x="344" y="29"/>
                    <a:pt x="300" y="29"/>
                  </a:cubicBezTo>
                  <a:cubicBezTo>
                    <a:pt x="143" y="29"/>
                    <a:pt x="1" y="211"/>
                    <a:pt x="121" y="356"/>
                  </a:cubicBezTo>
                  <a:cubicBezTo>
                    <a:pt x="1349" y="1721"/>
                    <a:pt x="3026" y="2400"/>
                    <a:pt x="4703" y="2400"/>
                  </a:cubicBezTo>
                  <a:cubicBezTo>
                    <a:pt x="6398" y="2400"/>
                    <a:pt x="8092" y="1706"/>
                    <a:pt x="9318" y="325"/>
                  </a:cubicBezTo>
                  <a:cubicBezTo>
                    <a:pt x="9411" y="263"/>
                    <a:pt x="9411" y="109"/>
                    <a:pt x="9318" y="47"/>
                  </a:cubicBezTo>
                  <a:lnTo>
                    <a:pt x="9287" y="47"/>
                  </a:lnTo>
                  <a:cubicBezTo>
                    <a:pt x="9256" y="16"/>
                    <a:pt x="9202" y="1"/>
                    <a:pt x="91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7" name="Google Shape;12947;p86"/>
          <p:cNvGrpSpPr/>
          <p:nvPr/>
        </p:nvGrpSpPr>
        <p:grpSpPr>
          <a:xfrm>
            <a:off x="3224381" y="3975199"/>
            <a:ext cx="367050" cy="363225"/>
            <a:chOff x="3252625" y="1904050"/>
            <a:chExt cx="367050" cy="363225"/>
          </a:xfrm>
        </p:grpSpPr>
        <p:sp>
          <p:nvSpPr>
            <p:cNvPr id="12948" name="Google Shape;12948;p86"/>
            <p:cNvSpPr/>
            <p:nvPr/>
          </p:nvSpPr>
          <p:spPr>
            <a:xfrm>
              <a:off x="3542725" y="1925625"/>
              <a:ext cx="37050" cy="67550"/>
            </a:xfrm>
            <a:custGeom>
              <a:rect b="b" l="l" r="r" t="t"/>
              <a:pathLst>
                <a:path extrusionOk="0" h="2702" w="1482">
                  <a:moveTo>
                    <a:pt x="710" y="1"/>
                  </a:moveTo>
                  <a:cubicBezTo>
                    <a:pt x="602" y="1"/>
                    <a:pt x="494" y="70"/>
                    <a:pt x="494" y="209"/>
                  </a:cubicBezTo>
                  <a:lnTo>
                    <a:pt x="494" y="394"/>
                  </a:lnTo>
                  <a:cubicBezTo>
                    <a:pt x="247" y="487"/>
                    <a:pt x="62" y="734"/>
                    <a:pt x="124" y="1012"/>
                  </a:cubicBezTo>
                  <a:cubicBezTo>
                    <a:pt x="124" y="1166"/>
                    <a:pt x="216" y="1320"/>
                    <a:pt x="340" y="1413"/>
                  </a:cubicBezTo>
                  <a:cubicBezTo>
                    <a:pt x="463" y="1475"/>
                    <a:pt x="617" y="1505"/>
                    <a:pt x="741" y="1505"/>
                  </a:cubicBezTo>
                  <a:cubicBezTo>
                    <a:pt x="834" y="1536"/>
                    <a:pt x="957" y="1567"/>
                    <a:pt x="988" y="1691"/>
                  </a:cubicBezTo>
                  <a:cubicBezTo>
                    <a:pt x="988" y="1814"/>
                    <a:pt x="895" y="1907"/>
                    <a:pt x="772" y="1938"/>
                  </a:cubicBezTo>
                  <a:cubicBezTo>
                    <a:pt x="756" y="1941"/>
                    <a:pt x="740" y="1942"/>
                    <a:pt x="724" y="1942"/>
                  </a:cubicBezTo>
                  <a:cubicBezTo>
                    <a:pt x="587" y="1942"/>
                    <a:pt x="460" y="1829"/>
                    <a:pt x="432" y="1691"/>
                  </a:cubicBezTo>
                  <a:cubicBezTo>
                    <a:pt x="417" y="1567"/>
                    <a:pt x="309" y="1505"/>
                    <a:pt x="205" y="1505"/>
                  </a:cubicBezTo>
                  <a:cubicBezTo>
                    <a:pt x="101" y="1505"/>
                    <a:pt x="0" y="1567"/>
                    <a:pt x="0" y="1691"/>
                  </a:cubicBezTo>
                  <a:cubicBezTo>
                    <a:pt x="31" y="1968"/>
                    <a:pt x="216" y="2215"/>
                    <a:pt x="494" y="2308"/>
                  </a:cubicBezTo>
                  <a:lnTo>
                    <a:pt x="525" y="2308"/>
                  </a:lnTo>
                  <a:lnTo>
                    <a:pt x="525" y="2493"/>
                  </a:lnTo>
                  <a:cubicBezTo>
                    <a:pt x="525" y="2632"/>
                    <a:pt x="625" y="2701"/>
                    <a:pt x="726" y="2701"/>
                  </a:cubicBezTo>
                  <a:cubicBezTo>
                    <a:pt x="826" y="2701"/>
                    <a:pt x="926" y="2632"/>
                    <a:pt x="926" y="2493"/>
                  </a:cubicBezTo>
                  <a:lnTo>
                    <a:pt x="926" y="2339"/>
                  </a:lnTo>
                  <a:cubicBezTo>
                    <a:pt x="1050" y="2308"/>
                    <a:pt x="1142" y="2246"/>
                    <a:pt x="1204" y="2154"/>
                  </a:cubicBezTo>
                  <a:cubicBezTo>
                    <a:pt x="1482" y="1907"/>
                    <a:pt x="1451" y="1475"/>
                    <a:pt x="1173" y="1259"/>
                  </a:cubicBezTo>
                  <a:cubicBezTo>
                    <a:pt x="1050" y="1166"/>
                    <a:pt x="926" y="1104"/>
                    <a:pt x="772" y="1104"/>
                  </a:cubicBezTo>
                  <a:cubicBezTo>
                    <a:pt x="679" y="1104"/>
                    <a:pt x="556" y="1104"/>
                    <a:pt x="525" y="981"/>
                  </a:cubicBezTo>
                  <a:cubicBezTo>
                    <a:pt x="508" y="849"/>
                    <a:pt x="607" y="787"/>
                    <a:pt x="712" y="787"/>
                  </a:cubicBezTo>
                  <a:cubicBezTo>
                    <a:pt x="802" y="787"/>
                    <a:pt x="897" y="833"/>
                    <a:pt x="926" y="919"/>
                  </a:cubicBezTo>
                  <a:cubicBezTo>
                    <a:pt x="972" y="989"/>
                    <a:pt x="1053" y="1023"/>
                    <a:pt x="1130" y="1023"/>
                  </a:cubicBezTo>
                  <a:cubicBezTo>
                    <a:pt x="1156" y="1023"/>
                    <a:pt x="1181" y="1019"/>
                    <a:pt x="1204" y="1012"/>
                  </a:cubicBezTo>
                  <a:cubicBezTo>
                    <a:pt x="1296" y="919"/>
                    <a:pt x="1327" y="796"/>
                    <a:pt x="1296" y="703"/>
                  </a:cubicBezTo>
                  <a:cubicBezTo>
                    <a:pt x="1204" y="549"/>
                    <a:pt x="1080" y="456"/>
                    <a:pt x="926" y="394"/>
                  </a:cubicBezTo>
                  <a:lnTo>
                    <a:pt x="926" y="209"/>
                  </a:lnTo>
                  <a:cubicBezTo>
                    <a:pt x="926" y="70"/>
                    <a:pt x="818" y="1"/>
                    <a:pt x="7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86"/>
            <p:cNvSpPr/>
            <p:nvPr/>
          </p:nvSpPr>
          <p:spPr>
            <a:xfrm>
              <a:off x="3252625" y="1904050"/>
              <a:ext cx="367050" cy="363225"/>
            </a:xfrm>
            <a:custGeom>
              <a:rect b="b" l="l" r="r" t="t"/>
              <a:pathLst>
                <a:path extrusionOk="0" h="14529" w="14682">
                  <a:moveTo>
                    <a:pt x="1435" y="1035"/>
                  </a:moveTo>
                  <a:cubicBezTo>
                    <a:pt x="1471" y="1035"/>
                    <a:pt x="1508" y="1046"/>
                    <a:pt x="1543" y="1072"/>
                  </a:cubicBezTo>
                  <a:cubicBezTo>
                    <a:pt x="1698" y="1165"/>
                    <a:pt x="1790" y="1288"/>
                    <a:pt x="1852" y="1443"/>
                  </a:cubicBezTo>
                  <a:lnTo>
                    <a:pt x="1266" y="1443"/>
                  </a:lnTo>
                  <a:lnTo>
                    <a:pt x="1266" y="1196"/>
                  </a:lnTo>
                  <a:cubicBezTo>
                    <a:pt x="1266" y="1107"/>
                    <a:pt x="1345" y="1035"/>
                    <a:pt x="1435" y="1035"/>
                  </a:cubicBezTo>
                  <a:close/>
                  <a:moveTo>
                    <a:pt x="2951" y="1026"/>
                  </a:moveTo>
                  <a:cubicBezTo>
                    <a:pt x="2986" y="1026"/>
                    <a:pt x="3025" y="1041"/>
                    <a:pt x="3056" y="1072"/>
                  </a:cubicBezTo>
                  <a:cubicBezTo>
                    <a:pt x="3117" y="1072"/>
                    <a:pt x="3148" y="1165"/>
                    <a:pt x="3148" y="1227"/>
                  </a:cubicBezTo>
                  <a:lnTo>
                    <a:pt x="3148" y="1474"/>
                  </a:lnTo>
                  <a:lnTo>
                    <a:pt x="2562" y="1474"/>
                  </a:lnTo>
                  <a:cubicBezTo>
                    <a:pt x="2623" y="1319"/>
                    <a:pt x="2716" y="1196"/>
                    <a:pt x="2870" y="1103"/>
                  </a:cubicBezTo>
                  <a:lnTo>
                    <a:pt x="2870" y="1072"/>
                  </a:lnTo>
                  <a:cubicBezTo>
                    <a:pt x="2886" y="1041"/>
                    <a:pt x="2917" y="1026"/>
                    <a:pt x="2951" y="1026"/>
                  </a:cubicBezTo>
                  <a:close/>
                  <a:moveTo>
                    <a:pt x="1605" y="1875"/>
                  </a:moveTo>
                  <a:lnTo>
                    <a:pt x="1605" y="2523"/>
                  </a:lnTo>
                  <a:lnTo>
                    <a:pt x="494" y="2523"/>
                  </a:lnTo>
                  <a:lnTo>
                    <a:pt x="494" y="1875"/>
                  </a:lnTo>
                  <a:close/>
                  <a:moveTo>
                    <a:pt x="3920" y="1875"/>
                  </a:moveTo>
                  <a:lnTo>
                    <a:pt x="3920" y="2523"/>
                  </a:lnTo>
                  <a:lnTo>
                    <a:pt x="2778" y="2523"/>
                  </a:lnTo>
                  <a:lnTo>
                    <a:pt x="2778" y="1875"/>
                  </a:lnTo>
                  <a:close/>
                  <a:moveTo>
                    <a:pt x="12352" y="455"/>
                  </a:moveTo>
                  <a:cubicBezTo>
                    <a:pt x="13901" y="455"/>
                    <a:pt x="14682" y="2347"/>
                    <a:pt x="13579" y="3449"/>
                  </a:cubicBezTo>
                  <a:cubicBezTo>
                    <a:pt x="13218" y="3820"/>
                    <a:pt x="12771" y="3986"/>
                    <a:pt x="12334" y="3986"/>
                  </a:cubicBezTo>
                  <a:cubicBezTo>
                    <a:pt x="11428" y="3986"/>
                    <a:pt x="10565" y="3276"/>
                    <a:pt x="10586" y="2214"/>
                  </a:cubicBezTo>
                  <a:cubicBezTo>
                    <a:pt x="10586" y="1227"/>
                    <a:pt x="11357" y="455"/>
                    <a:pt x="12345" y="455"/>
                  </a:cubicBezTo>
                  <a:lnTo>
                    <a:pt x="12314" y="455"/>
                  </a:lnTo>
                  <a:cubicBezTo>
                    <a:pt x="12327" y="455"/>
                    <a:pt x="12339" y="455"/>
                    <a:pt x="12352" y="455"/>
                  </a:cubicBezTo>
                  <a:close/>
                  <a:moveTo>
                    <a:pt x="2377" y="1875"/>
                  </a:moveTo>
                  <a:lnTo>
                    <a:pt x="2377" y="4436"/>
                  </a:lnTo>
                  <a:lnTo>
                    <a:pt x="2037" y="4436"/>
                  </a:lnTo>
                  <a:lnTo>
                    <a:pt x="2037" y="3757"/>
                  </a:lnTo>
                  <a:cubicBezTo>
                    <a:pt x="2037" y="3618"/>
                    <a:pt x="1929" y="3549"/>
                    <a:pt x="1821" y="3549"/>
                  </a:cubicBezTo>
                  <a:cubicBezTo>
                    <a:pt x="1713" y="3549"/>
                    <a:pt x="1605" y="3618"/>
                    <a:pt x="1605" y="3757"/>
                  </a:cubicBezTo>
                  <a:lnTo>
                    <a:pt x="1605" y="4436"/>
                  </a:lnTo>
                  <a:lnTo>
                    <a:pt x="803" y="4436"/>
                  </a:lnTo>
                  <a:cubicBezTo>
                    <a:pt x="741" y="4436"/>
                    <a:pt x="710" y="4405"/>
                    <a:pt x="710" y="4375"/>
                  </a:cubicBezTo>
                  <a:lnTo>
                    <a:pt x="710" y="2955"/>
                  </a:lnTo>
                  <a:lnTo>
                    <a:pt x="1821" y="2955"/>
                  </a:lnTo>
                  <a:cubicBezTo>
                    <a:pt x="1914" y="2924"/>
                    <a:pt x="2037" y="2831"/>
                    <a:pt x="2037" y="2708"/>
                  </a:cubicBezTo>
                  <a:lnTo>
                    <a:pt x="2037" y="1875"/>
                  </a:lnTo>
                  <a:close/>
                  <a:moveTo>
                    <a:pt x="3673" y="2955"/>
                  </a:moveTo>
                  <a:lnTo>
                    <a:pt x="3673" y="4375"/>
                  </a:lnTo>
                  <a:cubicBezTo>
                    <a:pt x="3673" y="4405"/>
                    <a:pt x="3642" y="4436"/>
                    <a:pt x="3611" y="4436"/>
                  </a:cubicBezTo>
                  <a:lnTo>
                    <a:pt x="2809" y="4436"/>
                  </a:lnTo>
                  <a:lnTo>
                    <a:pt x="2809" y="2955"/>
                  </a:lnTo>
                  <a:close/>
                  <a:moveTo>
                    <a:pt x="6605" y="5825"/>
                  </a:moveTo>
                  <a:lnTo>
                    <a:pt x="6605" y="6381"/>
                  </a:lnTo>
                  <a:lnTo>
                    <a:pt x="6173" y="6381"/>
                  </a:lnTo>
                  <a:cubicBezTo>
                    <a:pt x="5895" y="6103"/>
                    <a:pt x="5524" y="5918"/>
                    <a:pt x="5154" y="5825"/>
                  </a:cubicBezTo>
                  <a:close/>
                  <a:moveTo>
                    <a:pt x="7268" y="5185"/>
                  </a:moveTo>
                  <a:cubicBezTo>
                    <a:pt x="7376" y="5185"/>
                    <a:pt x="7484" y="5254"/>
                    <a:pt x="7500" y="5393"/>
                  </a:cubicBezTo>
                  <a:lnTo>
                    <a:pt x="7500" y="6381"/>
                  </a:lnTo>
                  <a:lnTo>
                    <a:pt x="7037" y="6381"/>
                  </a:lnTo>
                  <a:lnTo>
                    <a:pt x="7037" y="5393"/>
                  </a:lnTo>
                  <a:cubicBezTo>
                    <a:pt x="7052" y="5254"/>
                    <a:pt x="7160" y="5185"/>
                    <a:pt x="7268" y="5185"/>
                  </a:cubicBezTo>
                  <a:close/>
                  <a:moveTo>
                    <a:pt x="9382" y="5825"/>
                  </a:moveTo>
                  <a:cubicBezTo>
                    <a:pt x="9012" y="5918"/>
                    <a:pt x="8642" y="6103"/>
                    <a:pt x="8364" y="6381"/>
                  </a:cubicBezTo>
                  <a:lnTo>
                    <a:pt x="7932" y="6381"/>
                  </a:lnTo>
                  <a:lnTo>
                    <a:pt x="7932" y="5825"/>
                  </a:lnTo>
                  <a:close/>
                  <a:moveTo>
                    <a:pt x="11018" y="9621"/>
                  </a:moveTo>
                  <a:lnTo>
                    <a:pt x="11018" y="10701"/>
                  </a:lnTo>
                  <a:cubicBezTo>
                    <a:pt x="11018" y="11081"/>
                    <a:pt x="10721" y="11302"/>
                    <a:pt x="10420" y="11302"/>
                  </a:cubicBezTo>
                  <a:cubicBezTo>
                    <a:pt x="10207" y="11302"/>
                    <a:pt x="9991" y="11191"/>
                    <a:pt x="9876" y="10948"/>
                  </a:cubicBezTo>
                  <a:lnTo>
                    <a:pt x="9444" y="9961"/>
                  </a:lnTo>
                  <a:lnTo>
                    <a:pt x="9444" y="9961"/>
                  </a:lnTo>
                  <a:cubicBezTo>
                    <a:pt x="9567" y="9991"/>
                    <a:pt x="9691" y="9991"/>
                    <a:pt x="9845" y="9991"/>
                  </a:cubicBezTo>
                  <a:cubicBezTo>
                    <a:pt x="10246" y="9991"/>
                    <a:pt x="10678" y="9868"/>
                    <a:pt x="11018" y="9621"/>
                  </a:cubicBezTo>
                  <a:close/>
                  <a:moveTo>
                    <a:pt x="3488" y="9621"/>
                  </a:moveTo>
                  <a:cubicBezTo>
                    <a:pt x="3858" y="9868"/>
                    <a:pt x="4259" y="9991"/>
                    <a:pt x="4691" y="10022"/>
                  </a:cubicBezTo>
                  <a:lnTo>
                    <a:pt x="4691" y="9991"/>
                  </a:lnTo>
                  <a:cubicBezTo>
                    <a:pt x="4815" y="9991"/>
                    <a:pt x="4969" y="9991"/>
                    <a:pt x="5092" y="9961"/>
                  </a:cubicBezTo>
                  <a:lnTo>
                    <a:pt x="5092" y="9961"/>
                  </a:lnTo>
                  <a:lnTo>
                    <a:pt x="4629" y="10979"/>
                  </a:lnTo>
                  <a:cubicBezTo>
                    <a:pt x="4516" y="11207"/>
                    <a:pt x="4308" y="11310"/>
                    <a:pt x="4101" y="11310"/>
                  </a:cubicBezTo>
                  <a:cubicBezTo>
                    <a:pt x="3803" y="11310"/>
                    <a:pt x="3506" y="11096"/>
                    <a:pt x="3488" y="10732"/>
                  </a:cubicBezTo>
                  <a:lnTo>
                    <a:pt x="3488" y="9621"/>
                  </a:lnTo>
                  <a:close/>
                  <a:moveTo>
                    <a:pt x="12777" y="5825"/>
                  </a:moveTo>
                  <a:cubicBezTo>
                    <a:pt x="13178" y="5825"/>
                    <a:pt x="13487" y="6165"/>
                    <a:pt x="13487" y="6566"/>
                  </a:cubicBezTo>
                  <a:lnTo>
                    <a:pt x="13549" y="6566"/>
                  </a:lnTo>
                  <a:lnTo>
                    <a:pt x="13549" y="12707"/>
                  </a:lnTo>
                  <a:lnTo>
                    <a:pt x="13116" y="12707"/>
                  </a:lnTo>
                  <a:lnTo>
                    <a:pt x="13116" y="10917"/>
                  </a:lnTo>
                  <a:cubicBezTo>
                    <a:pt x="13116" y="10778"/>
                    <a:pt x="13008" y="10709"/>
                    <a:pt x="12900" y="10709"/>
                  </a:cubicBezTo>
                  <a:cubicBezTo>
                    <a:pt x="12792" y="10709"/>
                    <a:pt x="12684" y="10778"/>
                    <a:pt x="12684" y="10917"/>
                  </a:cubicBezTo>
                  <a:lnTo>
                    <a:pt x="12684" y="12707"/>
                  </a:lnTo>
                  <a:lnTo>
                    <a:pt x="1852" y="12707"/>
                  </a:lnTo>
                  <a:lnTo>
                    <a:pt x="1852" y="6782"/>
                  </a:lnTo>
                  <a:lnTo>
                    <a:pt x="2932" y="6782"/>
                  </a:lnTo>
                  <a:cubicBezTo>
                    <a:pt x="2438" y="7522"/>
                    <a:pt x="2500" y="8541"/>
                    <a:pt x="3086" y="9251"/>
                  </a:cubicBezTo>
                  <a:lnTo>
                    <a:pt x="3086" y="10732"/>
                  </a:lnTo>
                  <a:cubicBezTo>
                    <a:pt x="3104" y="11347"/>
                    <a:pt x="3600" y="11708"/>
                    <a:pt x="4101" y="11708"/>
                  </a:cubicBezTo>
                  <a:cubicBezTo>
                    <a:pt x="4453" y="11708"/>
                    <a:pt x="4808" y="11529"/>
                    <a:pt x="5000" y="11133"/>
                  </a:cubicBezTo>
                  <a:lnTo>
                    <a:pt x="5617" y="9775"/>
                  </a:lnTo>
                  <a:cubicBezTo>
                    <a:pt x="5895" y="9621"/>
                    <a:pt x="6142" y="9436"/>
                    <a:pt x="6327" y="9189"/>
                  </a:cubicBezTo>
                  <a:lnTo>
                    <a:pt x="8179" y="9189"/>
                  </a:lnTo>
                  <a:cubicBezTo>
                    <a:pt x="8364" y="9436"/>
                    <a:pt x="8611" y="9621"/>
                    <a:pt x="8888" y="9775"/>
                  </a:cubicBezTo>
                  <a:lnTo>
                    <a:pt x="9475" y="11164"/>
                  </a:lnTo>
                  <a:cubicBezTo>
                    <a:pt x="9676" y="11542"/>
                    <a:pt x="10032" y="11714"/>
                    <a:pt x="10385" y="11714"/>
                  </a:cubicBezTo>
                  <a:cubicBezTo>
                    <a:pt x="10896" y="11714"/>
                    <a:pt x="11401" y="11353"/>
                    <a:pt x="11419" y="10732"/>
                  </a:cubicBezTo>
                  <a:lnTo>
                    <a:pt x="11419" y="9251"/>
                  </a:lnTo>
                  <a:cubicBezTo>
                    <a:pt x="12005" y="8541"/>
                    <a:pt x="12067" y="7522"/>
                    <a:pt x="11573" y="6782"/>
                  </a:cubicBezTo>
                  <a:lnTo>
                    <a:pt x="12654" y="6782"/>
                  </a:lnTo>
                  <a:lnTo>
                    <a:pt x="12654" y="9744"/>
                  </a:lnTo>
                  <a:cubicBezTo>
                    <a:pt x="12654" y="9883"/>
                    <a:pt x="12754" y="9953"/>
                    <a:pt x="12854" y="9953"/>
                  </a:cubicBezTo>
                  <a:cubicBezTo>
                    <a:pt x="12954" y="9953"/>
                    <a:pt x="13055" y="9883"/>
                    <a:pt x="13055" y="9744"/>
                  </a:cubicBezTo>
                  <a:lnTo>
                    <a:pt x="13055" y="6566"/>
                  </a:lnTo>
                  <a:cubicBezTo>
                    <a:pt x="13055" y="6442"/>
                    <a:pt x="12962" y="6350"/>
                    <a:pt x="12870" y="6350"/>
                  </a:cubicBezTo>
                  <a:lnTo>
                    <a:pt x="11203" y="6350"/>
                  </a:lnTo>
                  <a:cubicBezTo>
                    <a:pt x="10956" y="6103"/>
                    <a:pt x="10617" y="5918"/>
                    <a:pt x="10246" y="5825"/>
                  </a:cubicBezTo>
                  <a:close/>
                  <a:moveTo>
                    <a:pt x="4197" y="5825"/>
                  </a:moveTo>
                  <a:cubicBezTo>
                    <a:pt x="4074" y="5856"/>
                    <a:pt x="4012" y="5979"/>
                    <a:pt x="4043" y="6103"/>
                  </a:cubicBezTo>
                  <a:cubicBezTo>
                    <a:pt x="4070" y="6183"/>
                    <a:pt x="4143" y="6263"/>
                    <a:pt x="4242" y="6263"/>
                  </a:cubicBezTo>
                  <a:cubicBezTo>
                    <a:pt x="4257" y="6263"/>
                    <a:pt x="4273" y="6261"/>
                    <a:pt x="4290" y="6257"/>
                  </a:cubicBezTo>
                  <a:cubicBezTo>
                    <a:pt x="4413" y="6226"/>
                    <a:pt x="4568" y="6195"/>
                    <a:pt x="4691" y="6195"/>
                  </a:cubicBezTo>
                  <a:cubicBezTo>
                    <a:pt x="5185" y="6195"/>
                    <a:pt x="5617" y="6381"/>
                    <a:pt x="5957" y="6751"/>
                  </a:cubicBezTo>
                  <a:cubicBezTo>
                    <a:pt x="5987" y="6782"/>
                    <a:pt x="6049" y="6813"/>
                    <a:pt x="6111" y="6813"/>
                  </a:cubicBezTo>
                  <a:lnTo>
                    <a:pt x="8487" y="6813"/>
                  </a:lnTo>
                  <a:cubicBezTo>
                    <a:pt x="8518" y="6813"/>
                    <a:pt x="8580" y="6782"/>
                    <a:pt x="8611" y="6751"/>
                  </a:cubicBezTo>
                  <a:cubicBezTo>
                    <a:pt x="8950" y="6411"/>
                    <a:pt x="9382" y="6226"/>
                    <a:pt x="9845" y="6226"/>
                  </a:cubicBezTo>
                  <a:cubicBezTo>
                    <a:pt x="12098" y="6226"/>
                    <a:pt x="12098" y="9559"/>
                    <a:pt x="9845" y="9559"/>
                  </a:cubicBezTo>
                  <a:cubicBezTo>
                    <a:pt x="9320" y="9559"/>
                    <a:pt x="8796" y="9312"/>
                    <a:pt x="8487" y="8849"/>
                  </a:cubicBezTo>
                  <a:cubicBezTo>
                    <a:pt x="8456" y="8788"/>
                    <a:pt x="8364" y="8757"/>
                    <a:pt x="8302" y="8757"/>
                  </a:cubicBezTo>
                  <a:lnTo>
                    <a:pt x="6265" y="8757"/>
                  </a:lnTo>
                  <a:cubicBezTo>
                    <a:pt x="6203" y="8757"/>
                    <a:pt x="6142" y="8788"/>
                    <a:pt x="6080" y="8849"/>
                  </a:cubicBezTo>
                  <a:cubicBezTo>
                    <a:pt x="5738" y="9351"/>
                    <a:pt x="5231" y="9575"/>
                    <a:pt x="4729" y="9575"/>
                  </a:cubicBezTo>
                  <a:cubicBezTo>
                    <a:pt x="3871" y="9575"/>
                    <a:pt x="3025" y="8924"/>
                    <a:pt x="3025" y="7893"/>
                  </a:cubicBezTo>
                  <a:cubicBezTo>
                    <a:pt x="3025" y="7461"/>
                    <a:pt x="3210" y="7059"/>
                    <a:pt x="3518" y="6720"/>
                  </a:cubicBezTo>
                  <a:cubicBezTo>
                    <a:pt x="3642" y="6597"/>
                    <a:pt x="3611" y="6350"/>
                    <a:pt x="3395" y="6350"/>
                  </a:cubicBezTo>
                  <a:lnTo>
                    <a:pt x="1667" y="6350"/>
                  </a:lnTo>
                  <a:cubicBezTo>
                    <a:pt x="1543" y="6350"/>
                    <a:pt x="1451" y="6442"/>
                    <a:pt x="1451" y="6566"/>
                  </a:cubicBezTo>
                  <a:lnTo>
                    <a:pt x="1451" y="12738"/>
                  </a:lnTo>
                  <a:lnTo>
                    <a:pt x="1019" y="12738"/>
                  </a:lnTo>
                  <a:lnTo>
                    <a:pt x="1019" y="6566"/>
                  </a:lnTo>
                  <a:cubicBezTo>
                    <a:pt x="1019" y="6165"/>
                    <a:pt x="1327" y="5825"/>
                    <a:pt x="1728" y="5825"/>
                  </a:cubicBezTo>
                  <a:close/>
                  <a:moveTo>
                    <a:pt x="7963" y="13139"/>
                  </a:moveTo>
                  <a:cubicBezTo>
                    <a:pt x="7963" y="13294"/>
                    <a:pt x="7870" y="13417"/>
                    <a:pt x="7716" y="13417"/>
                  </a:cubicBezTo>
                  <a:lnTo>
                    <a:pt x="6821" y="13417"/>
                  </a:lnTo>
                  <a:cubicBezTo>
                    <a:pt x="6666" y="13417"/>
                    <a:pt x="6574" y="13294"/>
                    <a:pt x="6574" y="13139"/>
                  </a:cubicBezTo>
                  <a:close/>
                  <a:moveTo>
                    <a:pt x="12275" y="0"/>
                  </a:moveTo>
                  <a:cubicBezTo>
                    <a:pt x="11269" y="0"/>
                    <a:pt x="10272" y="637"/>
                    <a:pt x="10154" y="1967"/>
                  </a:cubicBezTo>
                  <a:lnTo>
                    <a:pt x="7284" y="1967"/>
                  </a:lnTo>
                  <a:cubicBezTo>
                    <a:pt x="7160" y="1967"/>
                    <a:pt x="7068" y="2060"/>
                    <a:pt x="7068" y="2183"/>
                  </a:cubicBezTo>
                  <a:lnTo>
                    <a:pt x="7068" y="3449"/>
                  </a:lnTo>
                  <a:lnTo>
                    <a:pt x="4105" y="3449"/>
                  </a:lnTo>
                  <a:lnTo>
                    <a:pt x="4105" y="2893"/>
                  </a:lnTo>
                  <a:cubicBezTo>
                    <a:pt x="4259" y="2831"/>
                    <a:pt x="4352" y="2708"/>
                    <a:pt x="4352" y="2554"/>
                  </a:cubicBezTo>
                  <a:lnTo>
                    <a:pt x="4352" y="1875"/>
                  </a:lnTo>
                  <a:cubicBezTo>
                    <a:pt x="4352" y="1659"/>
                    <a:pt x="4167" y="1474"/>
                    <a:pt x="3951" y="1474"/>
                  </a:cubicBezTo>
                  <a:lnTo>
                    <a:pt x="3580" y="1474"/>
                  </a:lnTo>
                  <a:lnTo>
                    <a:pt x="3580" y="1196"/>
                  </a:lnTo>
                  <a:cubicBezTo>
                    <a:pt x="3580" y="837"/>
                    <a:pt x="3286" y="592"/>
                    <a:pt x="2972" y="592"/>
                  </a:cubicBezTo>
                  <a:cubicBezTo>
                    <a:pt x="2854" y="592"/>
                    <a:pt x="2733" y="626"/>
                    <a:pt x="2623" y="702"/>
                  </a:cubicBezTo>
                  <a:cubicBezTo>
                    <a:pt x="2469" y="825"/>
                    <a:pt x="2346" y="980"/>
                    <a:pt x="2253" y="1165"/>
                  </a:cubicBezTo>
                  <a:lnTo>
                    <a:pt x="2222" y="1165"/>
                  </a:lnTo>
                  <a:cubicBezTo>
                    <a:pt x="2130" y="980"/>
                    <a:pt x="2006" y="825"/>
                    <a:pt x="1852" y="702"/>
                  </a:cubicBezTo>
                  <a:cubicBezTo>
                    <a:pt x="1742" y="626"/>
                    <a:pt x="1622" y="592"/>
                    <a:pt x="1504" y="592"/>
                  </a:cubicBezTo>
                  <a:cubicBezTo>
                    <a:pt x="1189" y="592"/>
                    <a:pt x="895" y="837"/>
                    <a:pt x="895" y="1196"/>
                  </a:cubicBezTo>
                  <a:lnTo>
                    <a:pt x="895" y="1474"/>
                  </a:lnTo>
                  <a:lnTo>
                    <a:pt x="494" y="1474"/>
                  </a:lnTo>
                  <a:cubicBezTo>
                    <a:pt x="278" y="1474"/>
                    <a:pt x="124" y="1628"/>
                    <a:pt x="124" y="1844"/>
                  </a:cubicBezTo>
                  <a:lnTo>
                    <a:pt x="124" y="2554"/>
                  </a:lnTo>
                  <a:cubicBezTo>
                    <a:pt x="124" y="2677"/>
                    <a:pt x="216" y="2831"/>
                    <a:pt x="340" y="2893"/>
                  </a:cubicBezTo>
                  <a:lnTo>
                    <a:pt x="340" y="4375"/>
                  </a:lnTo>
                  <a:cubicBezTo>
                    <a:pt x="340" y="4652"/>
                    <a:pt x="556" y="4868"/>
                    <a:pt x="833" y="4868"/>
                  </a:cubicBezTo>
                  <a:lnTo>
                    <a:pt x="3642" y="4868"/>
                  </a:lnTo>
                  <a:cubicBezTo>
                    <a:pt x="3889" y="4868"/>
                    <a:pt x="4136" y="4652"/>
                    <a:pt x="4136" y="4375"/>
                  </a:cubicBezTo>
                  <a:lnTo>
                    <a:pt x="4136" y="3850"/>
                  </a:lnTo>
                  <a:lnTo>
                    <a:pt x="7068" y="3850"/>
                  </a:lnTo>
                  <a:lnTo>
                    <a:pt x="7068" y="4776"/>
                  </a:lnTo>
                  <a:cubicBezTo>
                    <a:pt x="6790" y="4868"/>
                    <a:pt x="6605" y="5115"/>
                    <a:pt x="6605" y="5424"/>
                  </a:cubicBezTo>
                  <a:lnTo>
                    <a:pt x="1728" y="5424"/>
                  </a:lnTo>
                  <a:cubicBezTo>
                    <a:pt x="1080" y="5424"/>
                    <a:pt x="556" y="5948"/>
                    <a:pt x="556" y="6597"/>
                  </a:cubicBezTo>
                  <a:lnTo>
                    <a:pt x="556" y="12769"/>
                  </a:lnTo>
                  <a:lnTo>
                    <a:pt x="216" y="12769"/>
                  </a:lnTo>
                  <a:cubicBezTo>
                    <a:pt x="124" y="12769"/>
                    <a:pt x="31" y="12862"/>
                    <a:pt x="31" y="12954"/>
                  </a:cubicBezTo>
                  <a:lnTo>
                    <a:pt x="31" y="13479"/>
                  </a:lnTo>
                  <a:cubicBezTo>
                    <a:pt x="0" y="14065"/>
                    <a:pt x="494" y="14528"/>
                    <a:pt x="1080" y="14528"/>
                  </a:cubicBezTo>
                  <a:lnTo>
                    <a:pt x="2037" y="14528"/>
                  </a:lnTo>
                  <a:cubicBezTo>
                    <a:pt x="2315" y="14528"/>
                    <a:pt x="2315" y="14096"/>
                    <a:pt x="2037" y="14096"/>
                  </a:cubicBezTo>
                  <a:lnTo>
                    <a:pt x="1080" y="14096"/>
                  </a:lnTo>
                  <a:cubicBezTo>
                    <a:pt x="710" y="14096"/>
                    <a:pt x="432" y="13818"/>
                    <a:pt x="432" y="13479"/>
                  </a:cubicBezTo>
                  <a:lnTo>
                    <a:pt x="432" y="13139"/>
                  </a:lnTo>
                  <a:lnTo>
                    <a:pt x="6142" y="13139"/>
                  </a:lnTo>
                  <a:cubicBezTo>
                    <a:pt x="6142" y="13510"/>
                    <a:pt x="6450" y="13818"/>
                    <a:pt x="6821" y="13818"/>
                  </a:cubicBezTo>
                  <a:lnTo>
                    <a:pt x="7716" y="13818"/>
                  </a:lnTo>
                  <a:cubicBezTo>
                    <a:pt x="8086" y="13818"/>
                    <a:pt x="8395" y="13510"/>
                    <a:pt x="8395" y="13139"/>
                  </a:cubicBezTo>
                  <a:lnTo>
                    <a:pt x="14073" y="13139"/>
                  </a:lnTo>
                  <a:lnTo>
                    <a:pt x="14073" y="13448"/>
                  </a:lnTo>
                  <a:cubicBezTo>
                    <a:pt x="14073" y="13787"/>
                    <a:pt x="13795" y="14065"/>
                    <a:pt x="13456" y="14065"/>
                  </a:cubicBezTo>
                  <a:lnTo>
                    <a:pt x="3241" y="14065"/>
                  </a:lnTo>
                  <a:cubicBezTo>
                    <a:pt x="2963" y="14065"/>
                    <a:pt x="2963" y="14497"/>
                    <a:pt x="3241" y="14497"/>
                  </a:cubicBezTo>
                  <a:lnTo>
                    <a:pt x="13487" y="14497"/>
                  </a:lnTo>
                  <a:cubicBezTo>
                    <a:pt x="14042" y="14497"/>
                    <a:pt x="14536" y="14034"/>
                    <a:pt x="14536" y="13448"/>
                  </a:cubicBezTo>
                  <a:lnTo>
                    <a:pt x="14536" y="12923"/>
                  </a:lnTo>
                  <a:cubicBezTo>
                    <a:pt x="14536" y="12831"/>
                    <a:pt x="14413" y="12738"/>
                    <a:pt x="14320" y="12738"/>
                  </a:cubicBezTo>
                  <a:lnTo>
                    <a:pt x="13950" y="12738"/>
                  </a:lnTo>
                  <a:lnTo>
                    <a:pt x="13950" y="6566"/>
                  </a:lnTo>
                  <a:cubicBezTo>
                    <a:pt x="13950" y="5918"/>
                    <a:pt x="13425" y="5393"/>
                    <a:pt x="12808" y="5393"/>
                  </a:cubicBezTo>
                  <a:lnTo>
                    <a:pt x="7932" y="5393"/>
                  </a:lnTo>
                  <a:cubicBezTo>
                    <a:pt x="7932" y="5115"/>
                    <a:pt x="7747" y="4868"/>
                    <a:pt x="7500" y="4776"/>
                  </a:cubicBezTo>
                  <a:lnTo>
                    <a:pt x="7500" y="2399"/>
                  </a:lnTo>
                  <a:lnTo>
                    <a:pt x="10154" y="2399"/>
                  </a:lnTo>
                  <a:cubicBezTo>
                    <a:pt x="10243" y="3503"/>
                    <a:pt x="11197" y="4347"/>
                    <a:pt x="12292" y="4347"/>
                  </a:cubicBezTo>
                  <a:cubicBezTo>
                    <a:pt x="12330" y="4347"/>
                    <a:pt x="12368" y="4346"/>
                    <a:pt x="12407" y="4344"/>
                  </a:cubicBezTo>
                  <a:cubicBezTo>
                    <a:pt x="13579" y="4282"/>
                    <a:pt x="14474" y="3325"/>
                    <a:pt x="14474" y="2183"/>
                  </a:cubicBezTo>
                  <a:cubicBezTo>
                    <a:pt x="14474" y="753"/>
                    <a:pt x="13369" y="0"/>
                    <a:pt x="12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86"/>
            <p:cNvSpPr/>
            <p:nvPr/>
          </p:nvSpPr>
          <p:spPr>
            <a:xfrm>
              <a:off x="3346750" y="2079950"/>
              <a:ext cx="46325" cy="43625"/>
            </a:xfrm>
            <a:custGeom>
              <a:rect b="b" l="l" r="r" t="t"/>
              <a:pathLst>
                <a:path extrusionOk="0" h="1745" w="1853">
                  <a:moveTo>
                    <a:pt x="926" y="0"/>
                  </a:moveTo>
                  <a:cubicBezTo>
                    <a:pt x="818" y="0"/>
                    <a:pt x="710" y="70"/>
                    <a:pt x="710" y="209"/>
                  </a:cubicBezTo>
                  <a:lnTo>
                    <a:pt x="710" y="641"/>
                  </a:lnTo>
                  <a:lnTo>
                    <a:pt x="278" y="641"/>
                  </a:lnTo>
                  <a:cubicBezTo>
                    <a:pt x="0" y="641"/>
                    <a:pt x="0" y="1073"/>
                    <a:pt x="278" y="1073"/>
                  </a:cubicBezTo>
                  <a:lnTo>
                    <a:pt x="278" y="1104"/>
                  </a:lnTo>
                  <a:lnTo>
                    <a:pt x="710" y="1104"/>
                  </a:lnTo>
                  <a:lnTo>
                    <a:pt x="710" y="1536"/>
                  </a:lnTo>
                  <a:cubicBezTo>
                    <a:pt x="710" y="1675"/>
                    <a:pt x="818" y="1744"/>
                    <a:pt x="926" y="1744"/>
                  </a:cubicBezTo>
                  <a:cubicBezTo>
                    <a:pt x="1034" y="1744"/>
                    <a:pt x="1142" y="1675"/>
                    <a:pt x="1142" y="1536"/>
                  </a:cubicBezTo>
                  <a:lnTo>
                    <a:pt x="1142" y="1104"/>
                  </a:lnTo>
                  <a:lnTo>
                    <a:pt x="1574" y="1104"/>
                  </a:lnTo>
                  <a:cubicBezTo>
                    <a:pt x="1852" y="1104"/>
                    <a:pt x="1852" y="672"/>
                    <a:pt x="1574" y="672"/>
                  </a:cubicBezTo>
                  <a:lnTo>
                    <a:pt x="1142" y="672"/>
                  </a:lnTo>
                  <a:lnTo>
                    <a:pt x="1142" y="209"/>
                  </a:lnTo>
                  <a:cubicBezTo>
                    <a:pt x="1142" y="70"/>
                    <a:pt x="1034" y="0"/>
                    <a:pt x="9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86"/>
            <p:cNvSpPr/>
            <p:nvPr/>
          </p:nvSpPr>
          <p:spPr>
            <a:xfrm>
              <a:off x="3474825" y="2079950"/>
              <a:ext cx="47075" cy="43625"/>
            </a:xfrm>
            <a:custGeom>
              <a:rect b="b" l="l" r="r" t="t"/>
              <a:pathLst>
                <a:path extrusionOk="0" h="1745" w="1883">
                  <a:moveTo>
                    <a:pt x="957" y="0"/>
                  </a:moveTo>
                  <a:cubicBezTo>
                    <a:pt x="849" y="0"/>
                    <a:pt x="741" y="70"/>
                    <a:pt x="741" y="209"/>
                  </a:cubicBezTo>
                  <a:lnTo>
                    <a:pt x="741" y="641"/>
                  </a:lnTo>
                  <a:lnTo>
                    <a:pt x="278" y="641"/>
                  </a:lnTo>
                  <a:cubicBezTo>
                    <a:pt x="0" y="641"/>
                    <a:pt x="0" y="1073"/>
                    <a:pt x="278" y="1073"/>
                  </a:cubicBezTo>
                  <a:lnTo>
                    <a:pt x="278" y="1104"/>
                  </a:lnTo>
                  <a:lnTo>
                    <a:pt x="741" y="1104"/>
                  </a:lnTo>
                  <a:lnTo>
                    <a:pt x="741" y="1536"/>
                  </a:lnTo>
                  <a:cubicBezTo>
                    <a:pt x="741" y="1675"/>
                    <a:pt x="849" y="1744"/>
                    <a:pt x="957" y="1744"/>
                  </a:cubicBezTo>
                  <a:cubicBezTo>
                    <a:pt x="1065" y="1744"/>
                    <a:pt x="1173" y="1675"/>
                    <a:pt x="1173" y="1536"/>
                  </a:cubicBezTo>
                  <a:lnTo>
                    <a:pt x="1173" y="1104"/>
                  </a:lnTo>
                  <a:lnTo>
                    <a:pt x="1605" y="1104"/>
                  </a:lnTo>
                  <a:cubicBezTo>
                    <a:pt x="1883" y="1104"/>
                    <a:pt x="1883" y="672"/>
                    <a:pt x="1605" y="672"/>
                  </a:cubicBezTo>
                  <a:lnTo>
                    <a:pt x="1173" y="672"/>
                  </a:lnTo>
                  <a:lnTo>
                    <a:pt x="1173" y="209"/>
                  </a:lnTo>
                  <a:cubicBezTo>
                    <a:pt x="1173" y="70"/>
                    <a:pt x="1065"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86"/>
            <p:cNvSpPr/>
            <p:nvPr/>
          </p:nvSpPr>
          <p:spPr>
            <a:xfrm>
              <a:off x="3423900" y="2085150"/>
              <a:ext cx="20850" cy="10825"/>
            </a:xfrm>
            <a:custGeom>
              <a:rect b="b" l="l" r="r" t="t"/>
              <a:pathLst>
                <a:path extrusionOk="0" h="433" w="834">
                  <a:moveTo>
                    <a:pt x="217" y="1"/>
                  </a:moveTo>
                  <a:cubicBezTo>
                    <a:pt x="93" y="1"/>
                    <a:pt x="1" y="93"/>
                    <a:pt x="1" y="217"/>
                  </a:cubicBezTo>
                  <a:cubicBezTo>
                    <a:pt x="1" y="340"/>
                    <a:pt x="93" y="433"/>
                    <a:pt x="217" y="433"/>
                  </a:cubicBezTo>
                  <a:lnTo>
                    <a:pt x="649" y="433"/>
                  </a:lnTo>
                  <a:cubicBezTo>
                    <a:pt x="741" y="433"/>
                    <a:pt x="834" y="340"/>
                    <a:pt x="834" y="217"/>
                  </a:cubicBezTo>
                  <a:cubicBezTo>
                    <a:pt x="834" y="93"/>
                    <a:pt x="741" y="1"/>
                    <a:pt x="6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86"/>
            <p:cNvSpPr/>
            <p:nvPr/>
          </p:nvSpPr>
          <p:spPr>
            <a:xfrm>
              <a:off x="3423900" y="2103550"/>
              <a:ext cx="20850" cy="10175"/>
            </a:xfrm>
            <a:custGeom>
              <a:rect b="b" l="l" r="r" t="t"/>
              <a:pathLst>
                <a:path extrusionOk="0" h="407" w="834">
                  <a:moveTo>
                    <a:pt x="678" y="1"/>
                  </a:moveTo>
                  <a:cubicBezTo>
                    <a:pt x="668" y="1"/>
                    <a:pt x="659" y="2"/>
                    <a:pt x="649" y="5"/>
                  </a:cubicBezTo>
                  <a:lnTo>
                    <a:pt x="217" y="5"/>
                  </a:lnTo>
                  <a:cubicBezTo>
                    <a:pt x="93" y="5"/>
                    <a:pt x="1" y="98"/>
                    <a:pt x="1" y="191"/>
                  </a:cubicBezTo>
                  <a:cubicBezTo>
                    <a:pt x="1" y="314"/>
                    <a:pt x="93" y="407"/>
                    <a:pt x="217" y="407"/>
                  </a:cubicBezTo>
                  <a:lnTo>
                    <a:pt x="649" y="407"/>
                  </a:lnTo>
                  <a:cubicBezTo>
                    <a:pt x="741" y="407"/>
                    <a:pt x="834" y="314"/>
                    <a:pt x="834" y="191"/>
                  </a:cubicBezTo>
                  <a:cubicBezTo>
                    <a:pt x="834" y="108"/>
                    <a:pt x="760" y="1"/>
                    <a:pt x="6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54" name="Google Shape;12954;p86"/>
          <p:cNvSpPr txBox="1"/>
          <p:nvPr/>
        </p:nvSpPr>
        <p:spPr>
          <a:xfrm>
            <a:off x="1048350" y="1158650"/>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rgbClr val="FFFFFF"/>
                </a:solidFill>
              </a:rPr>
              <a:t>Digital Marketing</a:t>
            </a:r>
            <a:endParaRPr sz="1600">
              <a:solidFill>
                <a:srgbClr val="FFFFFF"/>
              </a:solidFill>
            </a:endParaRPr>
          </a:p>
        </p:txBody>
      </p:sp>
      <p:sp>
        <p:nvSpPr>
          <p:cNvPr id="12955" name="Google Shape;12955;p86"/>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Premium Icons</a:t>
            </a:r>
            <a:endParaRPr/>
          </a:p>
        </p:txBody>
      </p:sp>
    </p:spTree>
  </p:cSld>
  <p:clrMapOvr>
    <a:masterClrMapping/>
  </p:clrMapOvr>
</p:sld>
</file>

<file path=ppt/slides/slide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959" name="Shape 12959"/>
        <p:cNvGrpSpPr/>
        <p:nvPr/>
      </p:nvGrpSpPr>
      <p:grpSpPr>
        <a:xfrm>
          <a:off x="0" y="0"/>
          <a:ext cx="0" cy="0"/>
          <a:chOff x="0" y="0"/>
          <a:chExt cx="0" cy="0"/>
        </a:xfrm>
      </p:grpSpPr>
      <p:grpSp>
        <p:nvGrpSpPr>
          <p:cNvPr id="12960" name="Google Shape;12960;p87"/>
          <p:cNvGrpSpPr/>
          <p:nvPr/>
        </p:nvGrpSpPr>
        <p:grpSpPr>
          <a:xfrm>
            <a:off x="1058569" y="1728647"/>
            <a:ext cx="349000" cy="308675"/>
            <a:chOff x="4720050" y="2514000"/>
            <a:chExt cx="349000" cy="308675"/>
          </a:xfrm>
        </p:grpSpPr>
        <p:sp>
          <p:nvSpPr>
            <p:cNvPr id="12961" name="Google Shape;12961;p87"/>
            <p:cNvSpPr/>
            <p:nvPr/>
          </p:nvSpPr>
          <p:spPr>
            <a:xfrm>
              <a:off x="4720050" y="2514000"/>
              <a:ext cx="349000" cy="308675"/>
            </a:xfrm>
            <a:custGeom>
              <a:rect b="b" l="l" r="r" t="t"/>
              <a:pathLst>
                <a:path extrusionOk="0" h="12347" w="13960">
                  <a:moveTo>
                    <a:pt x="5057" y="280"/>
                  </a:moveTo>
                  <a:cubicBezTo>
                    <a:pt x="5336" y="280"/>
                    <a:pt x="5615" y="559"/>
                    <a:pt x="5832" y="1055"/>
                  </a:cubicBezTo>
                  <a:cubicBezTo>
                    <a:pt x="5956" y="1303"/>
                    <a:pt x="6049" y="1614"/>
                    <a:pt x="6111" y="1893"/>
                  </a:cubicBezTo>
                  <a:cubicBezTo>
                    <a:pt x="5754" y="1846"/>
                    <a:pt x="5406" y="1823"/>
                    <a:pt x="5057" y="1823"/>
                  </a:cubicBezTo>
                  <a:cubicBezTo>
                    <a:pt x="4708" y="1823"/>
                    <a:pt x="4359" y="1846"/>
                    <a:pt x="4002" y="1893"/>
                  </a:cubicBezTo>
                  <a:cubicBezTo>
                    <a:pt x="4064" y="1614"/>
                    <a:pt x="4157" y="1303"/>
                    <a:pt x="4281" y="1055"/>
                  </a:cubicBezTo>
                  <a:cubicBezTo>
                    <a:pt x="4498" y="559"/>
                    <a:pt x="4777" y="280"/>
                    <a:pt x="5057" y="280"/>
                  </a:cubicBezTo>
                  <a:close/>
                  <a:moveTo>
                    <a:pt x="4188" y="435"/>
                  </a:moveTo>
                  <a:lnTo>
                    <a:pt x="4188" y="435"/>
                  </a:lnTo>
                  <a:cubicBezTo>
                    <a:pt x="4095" y="590"/>
                    <a:pt x="4002" y="745"/>
                    <a:pt x="3940" y="869"/>
                  </a:cubicBezTo>
                  <a:cubicBezTo>
                    <a:pt x="3785" y="1241"/>
                    <a:pt x="3692" y="1583"/>
                    <a:pt x="3630" y="1955"/>
                  </a:cubicBezTo>
                  <a:cubicBezTo>
                    <a:pt x="3382" y="2017"/>
                    <a:pt x="3164" y="2079"/>
                    <a:pt x="2916" y="2141"/>
                  </a:cubicBezTo>
                  <a:cubicBezTo>
                    <a:pt x="2730" y="2203"/>
                    <a:pt x="2575" y="2296"/>
                    <a:pt x="2420" y="2389"/>
                  </a:cubicBezTo>
                  <a:cubicBezTo>
                    <a:pt x="2637" y="1489"/>
                    <a:pt x="3319" y="745"/>
                    <a:pt x="4188" y="435"/>
                  </a:cubicBezTo>
                  <a:close/>
                  <a:moveTo>
                    <a:pt x="5987" y="466"/>
                  </a:moveTo>
                  <a:cubicBezTo>
                    <a:pt x="6887" y="776"/>
                    <a:pt x="7538" y="1489"/>
                    <a:pt x="7786" y="2389"/>
                  </a:cubicBezTo>
                  <a:cubicBezTo>
                    <a:pt x="7600" y="2296"/>
                    <a:pt x="7445" y="2203"/>
                    <a:pt x="7259" y="2172"/>
                  </a:cubicBezTo>
                  <a:cubicBezTo>
                    <a:pt x="7042" y="2079"/>
                    <a:pt x="6794" y="2017"/>
                    <a:pt x="6545" y="1986"/>
                  </a:cubicBezTo>
                  <a:cubicBezTo>
                    <a:pt x="6483" y="1614"/>
                    <a:pt x="6390" y="1241"/>
                    <a:pt x="6235" y="900"/>
                  </a:cubicBezTo>
                  <a:cubicBezTo>
                    <a:pt x="6173" y="745"/>
                    <a:pt x="6080" y="590"/>
                    <a:pt x="5987" y="466"/>
                  </a:cubicBezTo>
                  <a:close/>
                  <a:moveTo>
                    <a:pt x="3537" y="2389"/>
                  </a:moveTo>
                  <a:lnTo>
                    <a:pt x="3537" y="2389"/>
                  </a:lnTo>
                  <a:cubicBezTo>
                    <a:pt x="3506" y="2606"/>
                    <a:pt x="3506" y="2823"/>
                    <a:pt x="3506" y="3040"/>
                  </a:cubicBezTo>
                  <a:cubicBezTo>
                    <a:pt x="3506" y="3258"/>
                    <a:pt x="3506" y="3506"/>
                    <a:pt x="3537" y="3723"/>
                  </a:cubicBezTo>
                  <a:cubicBezTo>
                    <a:pt x="2761" y="3537"/>
                    <a:pt x="2296" y="3258"/>
                    <a:pt x="2296" y="3040"/>
                  </a:cubicBezTo>
                  <a:cubicBezTo>
                    <a:pt x="2296" y="2823"/>
                    <a:pt x="2761" y="2544"/>
                    <a:pt x="3537" y="2389"/>
                  </a:cubicBezTo>
                  <a:close/>
                  <a:moveTo>
                    <a:pt x="6576" y="2389"/>
                  </a:moveTo>
                  <a:lnTo>
                    <a:pt x="6576" y="2389"/>
                  </a:lnTo>
                  <a:cubicBezTo>
                    <a:pt x="7352" y="2544"/>
                    <a:pt x="7817" y="2823"/>
                    <a:pt x="7817" y="3040"/>
                  </a:cubicBezTo>
                  <a:cubicBezTo>
                    <a:pt x="7817" y="3258"/>
                    <a:pt x="7352" y="3537"/>
                    <a:pt x="6576" y="3723"/>
                  </a:cubicBezTo>
                  <a:cubicBezTo>
                    <a:pt x="6608" y="3506"/>
                    <a:pt x="6608" y="3258"/>
                    <a:pt x="6608" y="3040"/>
                  </a:cubicBezTo>
                  <a:cubicBezTo>
                    <a:pt x="6608" y="2823"/>
                    <a:pt x="6608" y="2606"/>
                    <a:pt x="6576" y="2389"/>
                  </a:cubicBezTo>
                  <a:close/>
                  <a:moveTo>
                    <a:pt x="5057" y="2234"/>
                  </a:moveTo>
                  <a:cubicBezTo>
                    <a:pt x="5429" y="2234"/>
                    <a:pt x="5801" y="2234"/>
                    <a:pt x="6173" y="2296"/>
                  </a:cubicBezTo>
                  <a:cubicBezTo>
                    <a:pt x="6204" y="2544"/>
                    <a:pt x="6204" y="2792"/>
                    <a:pt x="6204" y="3040"/>
                  </a:cubicBezTo>
                  <a:cubicBezTo>
                    <a:pt x="6204" y="3289"/>
                    <a:pt x="6204" y="3537"/>
                    <a:pt x="6173" y="3785"/>
                  </a:cubicBezTo>
                  <a:cubicBezTo>
                    <a:pt x="5801" y="3831"/>
                    <a:pt x="5429" y="3855"/>
                    <a:pt x="5057" y="3855"/>
                  </a:cubicBezTo>
                  <a:cubicBezTo>
                    <a:pt x="4684" y="3855"/>
                    <a:pt x="4312" y="3831"/>
                    <a:pt x="3940" y="3785"/>
                  </a:cubicBezTo>
                  <a:cubicBezTo>
                    <a:pt x="3909" y="3537"/>
                    <a:pt x="3909" y="3289"/>
                    <a:pt x="3909" y="3040"/>
                  </a:cubicBezTo>
                  <a:cubicBezTo>
                    <a:pt x="3909" y="2792"/>
                    <a:pt x="3909" y="2544"/>
                    <a:pt x="3940" y="2296"/>
                  </a:cubicBezTo>
                  <a:cubicBezTo>
                    <a:pt x="4312" y="2265"/>
                    <a:pt x="4684" y="2234"/>
                    <a:pt x="5057" y="2234"/>
                  </a:cubicBezTo>
                  <a:close/>
                  <a:moveTo>
                    <a:pt x="2368" y="3729"/>
                  </a:moveTo>
                  <a:cubicBezTo>
                    <a:pt x="2521" y="3819"/>
                    <a:pt x="2703" y="3879"/>
                    <a:pt x="2885" y="3940"/>
                  </a:cubicBezTo>
                  <a:cubicBezTo>
                    <a:pt x="3102" y="4002"/>
                    <a:pt x="3350" y="4064"/>
                    <a:pt x="3568" y="4126"/>
                  </a:cubicBezTo>
                  <a:cubicBezTo>
                    <a:pt x="3630" y="4498"/>
                    <a:pt x="3754" y="4871"/>
                    <a:pt x="3909" y="5212"/>
                  </a:cubicBezTo>
                  <a:cubicBezTo>
                    <a:pt x="3971" y="5367"/>
                    <a:pt x="4033" y="5491"/>
                    <a:pt x="4126" y="5646"/>
                  </a:cubicBezTo>
                  <a:cubicBezTo>
                    <a:pt x="3269" y="5340"/>
                    <a:pt x="2624" y="4612"/>
                    <a:pt x="2368" y="3729"/>
                  </a:cubicBezTo>
                  <a:close/>
                  <a:moveTo>
                    <a:pt x="7755" y="3754"/>
                  </a:moveTo>
                  <a:lnTo>
                    <a:pt x="7755" y="3754"/>
                  </a:lnTo>
                  <a:cubicBezTo>
                    <a:pt x="7538" y="4653"/>
                    <a:pt x="6856" y="5398"/>
                    <a:pt x="5987" y="5708"/>
                  </a:cubicBezTo>
                  <a:cubicBezTo>
                    <a:pt x="6080" y="5553"/>
                    <a:pt x="6142" y="5429"/>
                    <a:pt x="6235" y="5274"/>
                  </a:cubicBezTo>
                  <a:cubicBezTo>
                    <a:pt x="6359" y="4902"/>
                    <a:pt x="6483" y="4529"/>
                    <a:pt x="6545" y="4157"/>
                  </a:cubicBezTo>
                  <a:cubicBezTo>
                    <a:pt x="6794" y="4126"/>
                    <a:pt x="7011" y="4064"/>
                    <a:pt x="7228" y="4002"/>
                  </a:cubicBezTo>
                  <a:cubicBezTo>
                    <a:pt x="7414" y="3940"/>
                    <a:pt x="7600" y="3847"/>
                    <a:pt x="7755" y="3754"/>
                  </a:cubicBezTo>
                  <a:close/>
                  <a:moveTo>
                    <a:pt x="4002" y="4250"/>
                  </a:moveTo>
                  <a:lnTo>
                    <a:pt x="4002" y="4250"/>
                  </a:lnTo>
                  <a:cubicBezTo>
                    <a:pt x="4359" y="4281"/>
                    <a:pt x="4708" y="4297"/>
                    <a:pt x="5057" y="4297"/>
                  </a:cubicBezTo>
                  <a:cubicBezTo>
                    <a:pt x="5406" y="4297"/>
                    <a:pt x="5754" y="4281"/>
                    <a:pt x="6111" y="4250"/>
                  </a:cubicBezTo>
                  <a:lnTo>
                    <a:pt x="6111" y="4250"/>
                  </a:lnTo>
                  <a:cubicBezTo>
                    <a:pt x="6049" y="4529"/>
                    <a:pt x="5956" y="4808"/>
                    <a:pt x="5832" y="5088"/>
                  </a:cubicBezTo>
                  <a:cubicBezTo>
                    <a:pt x="5615" y="5553"/>
                    <a:pt x="5336" y="5832"/>
                    <a:pt x="5057" y="5832"/>
                  </a:cubicBezTo>
                  <a:cubicBezTo>
                    <a:pt x="4777" y="5832"/>
                    <a:pt x="4498" y="5553"/>
                    <a:pt x="4281" y="5088"/>
                  </a:cubicBezTo>
                  <a:cubicBezTo>
                    <a:pt x="4157" y="4808"/>
                    <a:pt x="4064" y="4529"/>
                    <a:pt x="4002" y="4250"/>
                  </a:cubicBezTo>
                  <a:close/>
                  <a:moveTo>
                    <a:pt x="11819" y="4591"/>
                  </a:moveTo>
                  <a:cubicBezTo>
                    <a:pt x="11850" y="4591"/>
                    <a:pt x="11850" y="4591"/>
                    <a:pt x="11850" y="4622"/>
                  </a:cubicBezTo>
                  <a:lnTo>
                    <a:pt x="11850" y="10981"/>
                  </a:lnTo>
                  <a:lnTo>
                    <a:pt x="2172" y="10981"/>
                  </a:lnTo>
                  <a:lnTo>
                    <a:pt x="2172" y="4622"/>
                  </a:lnTo>
                  <a:cubicBezTo>
                    <a:pt x="2172" y="4591"/>
                    <a:pt x="2172" y="4591"/>
                    <a:pt x="2203" y="4591"/>
                  </a:cubicBezTo>
                  <a:lnTo>
                    <a:pt x="2296" y="4591"/>
                  </a:lnTo>
                  <a:cubicBezTo>
                    <a:pt x="2901" y="5693"/>
                    <a:pt x="3994" y="6243"/>
                    <a:pt x="5088" y="6243"/>
                  </a:cubicBezTo>
                  <a:cubicBezTo>
                    <a:pt x="6181" y="6243"/>
                    <a:pt x="7274" y="5693"/>
                    <a:pt x="7879" y="4591"/>
                  </a:cubicBezTo>
                  <a:close/>
                  <a:moveTo>
                    <a:pt x="12408" y="3692"/>
                  </a:moveTo>
                  <a:cubicBezTo>
                    <a:pt x="12563" y="3692"/>
                    <a:pt x="12687" y="3847"/>
                    <a:pt x="12687" y="4002"/>
                  </a:cubicBezTo>
                  <a:lnTo>
                    <a:pt x="12687" y="10981"/>
                  </a:lnTo>
                  <a:lnTo>
                    <a:pt x="12222" y="10981"/>
                  </a:lnTo>
                  <a:lnTo>
                    <a:pt x="12222" y="4591"/>
                  </a:lnTo>
                  <a:cubicBezTo>
                    <a:pt x="12222" y="4374"/>
                    <a:pt x="12036" y="4157"/>
                    <a:pt x="11788" y="4157"/>
                  </a:cubicBezTo>
                  <a:lnTo>
                    <a:pt x="8034" y="4157"/>
                  </a:lnTo>
                  <a:cubicBezTo>
                    <a:pt x="8096" y="4002"/>
                    <a:pt x="8127" y="3847"/>
                    <a:pt x="8158" y="3692"/>
                  </a:cubicBezTo>
                  <a:close/>
                  <a:moveTo>
                    <a:pt x="5584" y="11385"/>
                  </a:moveTo>
                  <a:lnTo>
                    <a:pt x="5584" y="11912"/>
                  </a:lnTo>
                  <a:lnTo>
                    <a:pt x="621" y="11912"/>
                  </a:lnTo>
                  <a:cubicBezTo>
                    <a:pt x="497" y="11912"/>
                    <a:pt x="404" y="11819"/>
                    <a:pt x="404" y="11726"/>
                  </a:cubicBezTo>
                  <a:lnTo>
                    <a:pt x="404" y="11385"/>
                  </a:lnTo>
                  <a:close/>
                  <a:moveTo>
                    <a:pt x="7972" y="11385"/>
                  </a:moveTo>
                  <a:lnTo>
                    <a:pt x="7972" y="11912"/>
                  </a:lnTo>
                  <a:lnTo>
                    <a:pt x="5987" y="11912"/>
                  </a:lnTo>
                  <a:lnTo>
                    <a:pt x="5987" y="11385"/>
                  </a:lnTo>
                  <a:close/>
                  <a:moveTo>
                    <a:pt x="5057" y="1"/>
                  </a:moveTo>
                  <a:cubicBezTo>
                    <a:pt x="3350" y="1"/>
                    <a:pt x="1924" y="1365"/>
                    <a:pt x="1862" y="3071"/>
                  </a:cubicBezTo>
                  <a:lnTo>
                    <a:pt x="1862" y="3320"/>
                  </a:lnTo>
                  <a:lnTo>
                    <a:pt x="1551" y="3320"/>
                  </a:lnTo>
                  <a:cubicBezTo>
                    <a:pt x="1179" y="3320"/>
                    <a:pt x="869" y="3630"/>
                    <a:pt x="869" y="4002"/>
                  </a:cubicBezTo>
                  <a:lnTo>
                    <a:pt x="869" y="7910"/>
                  </a:lnTo>
                  <a:cubicBezTo>
                    <a:pt x="869" y="8050"/>
                    <a:pt x="970" y="8120"/>
                    <a:pt x="1071" y="8120"/>
                  </a:cubicBezTo>
                  <a:cubicBezTo>
                    <a:pt x="1171" y="8120"/>
                    <a:pt x="1272" y="8050"/>
                    <a:pt x="1272" y="7910"/>
                  </a:cubicBezTo>
                  <a:lnTo>
                    <a:pt x="1272" y="4002"/>
                  </a:lnTo>
                  <a:cubicBezTo>
                    <a:pt x="1272" y="3847"/>
                    <a:pt x="1396" y="3692"/>
                    <a:pt x="1551" y="3692"/>
                  </a:cubicBezTo>
                  <a:lnTo>
                    <a:pt x="1955" y="3692"/>
                  </a:lnTo>
                  <a:cubicBezTo>
                    <a:pt x="1986" y="3878"/>
                    <a:pt x="2017" y="4033"/>
                    <a:pt x="2079" y="4188"/>
                  </a:cubicBezTo>
                  <a:cubicBezTo>
                    <a:pt x="1893" y="4219"/>
                    <a:pt x="1737" y="4405"/>
                    <a:pt x="1737" y="4591"/>
                  </a:cubicBezTo>
                  <a:lnTo>
                    <a:pt x="1737" y="10981"/>
                  </a:lnTo>
                  <a:lnTo>
                    <a:pt x="1272" y="10981"/>
                  </a:lnTo>
                  <a:lnTo>
                    <a:pt x="1272" y="8748"/>
                  </a:lnTo>
                  <a:cubicBezTo>
                    <a:pt x="1272" y="8608"/>
                    <a:pt x="1171" y="8539"/>
                    <a:pt x="1071" y="8539"/>
                  </a:cubicBezTo>
                  <a:cubicBezTo>
                    <a:pt x="970" y="8539"/>
                    <a:pt x="869" y="8608"/>
                    <a:pt x="869" y="8748"/>
                  </a:cubicBezTo>
                  <a:lnTo>
                    <a:pt x="869" y="10981"/>
                  </a:lnTo>
                  <a:lnTo>
                    <a:pt x="373" y="10981"/>
                  </a:lnTo>
                  <a:cubicBezTo>
                    <a:pt x="155" y="10981"/>
                    <a:pt x="0" y="11167"/>
                    <a:pt x="0" y="11385"/>
                  </a:cubicBezTo>
                  <a:lnTo>
                    <a:pt x="0" y="11726"/>
                  </a:lnTo>
                  <a:cubicBezTo>
                    <a:pt x="0" y="12067"/>
                    <a:pt x="249" y="12346"/>
                    <a:pt x="590" y="12346"/>
                  </a:cubicBezTo>
                  <a:lnTo>
                    <a:pt x="9647" y="12346"/>
                  </a:lnTo>
                  <a:cubicBezTo>
                    <a:pt x="9927" y="12346"/>
                    <a:pt x="9927" y="11943"/>
                    <a:pt x="9647" y="11943"/>
                  </a:cubicBezTo>
                  <a:lnTo>
                    <a:pt x="8376" y="11943"/>
                  </a:lnTo>
                  <a:lnTo>
                    <a:pt x="8376" y="11385"/>
                  </a:lnTo>
                  <a:lnTo>
                    <a:pt x="13556" y="11385"/>
                  </a:lnTo>
                  <a:lnTo>
                    <a:pt x="13556" y="11726"/>
                  </a:lnTo>
                  <a:cubicBezTo>
                    <a:pt x="13556" y="11819"/>
                    <a:pt x="13463" y="11912"/>
                    <a:pt x="13339" y="11912"/>
                  </a:cubicBezTo>
                  <a:lnTo>
                    <a:pt x="10485" y="11912"/>
                  </a:lnTo>
                  <a:cubicBezTo>
                    <a:pt x="10206" y="11912"/>
                    <a:pt x="10206" y="12315"/>
                    <a:pt x="10485" y="12315"/>
                  </a:cubicBezTo>
                  <a:lnTo>
                    <a:pt x="13339" y="12315"/>
                  </a:lnTo>
                  <a:cubicBezTo>
                    <a:pt x="13680" y="12315"/>
                    <a:pt x="13959" y="12067"/>
                    <a:pt x="13959" y="11726"/>
                  </a:cubicBezTo>
                  <a:lnTo>
                    <a:pt x="13959" y="11354"/>
                  </a:lnTo>
                  <a:cubicBezTo>
                    <a:pt x="13959" y="11136"/>
                    <a:pt x="13773" y="10981"/>
                    <a:pt x="13556" y="10981"/>
                  </a:cubicBezTo>
                  <a:lnTo>
                    <a:pt x="13091" y="10981"/>
                  </a:lnTo>
                  <a:lnTo>
                    <a:pt x="13091" y="4002"/>
                  </a:lnTo>
                  <a:cubicBezTo>
                    <a:pt x="13091" y="3630"/>
                    <a:pt x="12780" y="3320"/>
                    <a:pt x="12408" y="3320"/>
                  </a:cubicBezTo>
                  <a:lnTo>
                    <a:pt x="8221" y="3320"/>
                  </a:lnTo>
                  <a:lnTo>
                    <a:pt x="8221" y="3071"/>
                  </a:lnTo>
                  <a:cubicBezTo>
                    <a:pt x="8158" y="1365"/>
                    <a:pt x="6763" y="1"/>
                    <a:pt x="50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87"/>
            <p:cNvSpPr/>
            <p:nvPr/>
          </p:nvSpPr>
          <p:spPr>
            <a:xfrm>
              <a:off x="4899950" y="2695450"/>
              <a:ext cx="101625" cy="78350"/>
            </a:xfrm>
            <a:custGeom>
              <a:rect b="b" l="l" r="r" t="t"/>
              <a:pathLst>
                <a:path extrusionOk="0" h="3134" w="4065">
                  <a:moveTo>
                    <a:pt x="1056" y="404"/>
                  </a:moveTo>
                  <a:lnTo>
                    <a:pt x="1087" y="435"/>
                  </a:lnTo>
                  <a:lnTo>
                    <a:pt x="1118" y="435"/>
                  </a:lnTo>
                  <a:cubicBezTo>
                    <a:pt x="1490" y="435"/>
                    <a:pt x="1800" y="745"/>
                    <a:pt x="1800" y="1087"/>
                  </a:cubicBezTo>
                  <a:lnTo>
                    <a:pt x="1800" y="2141"/>
                  </a:lnTo>
                  <a:cubicBezTo>
                    <a:pt x="1598" y="1971"/>
                    <a:pt x="1350" y="1885"/>
                    <a:pt x="1098" y="1885"/>
                  </a:cubicBezTo>
                  <a:cubicBezTo>
                    <a:pt x="846" y="1885"/>
                    <a:pt x="590" y="1971"/>
                    <a:pt x="373" y="2141"/>
                  </a:cubicBezTo>
                  <a:lnTo>
                    <a:pt x="373" y="1087"/>
                  </a:lnTo>
                  <a:cubicBezTo>
                    <a:pt x="373" y="714"/>
                    <a:pt x="683" y="404"/>
                    <a:pt x="1056" y="404"/>
                  </a:cubicBezTo>
                  <a:close/>
                  <a:moveTo>
                    <a:pt x="2917" y="404"/>
                  </a:moveTo>
                  <a:lnTo>
                    <a:pt x="2917" y="435"/>
                  </a:lnTo>
                  <a:lnTo>
                    <a:pt x="2979" y="435"/>
                  </a:lnTo>
                  <a:cubicBezTo>
                    <a:pt x="3351" y="435"/>
                    <a:pt x="3661" y="745"/>
                    <a:pt x="3661" y="1118"/>
                  </a:cubicBezTo>
                  <a:lnTo>
                    <a:pt x="3661" y="2172"/>
                  </a:lnTo>
                  <a:cubicBezTo>
                    <a:pt x="3444" y="1986"/>
                    <a:pt x="3196" y="1893"/>
                    <a:pt x="2948" y="1893"/>
                  </a:cubicBezTo>
                  <a:cubicBezTo>
                    <a:pt x="2669" y="1893"/>
                    <a:pt x="2420" y="1986"/>
                    <a:pt x="2234" y="2172"/>
                  </a:cubicBezTo>
                  <a:lnTo>
                    <a:pt x="2234" y="1087"/>
                  </a:lnTo>
                  <a:cubicBezTo>
                    <a:pt x="2234" y="714"/>
                    <a:pt x="2544" y="404"/>
                    <a:pt x="2917" y="404"/>
                  </a:cubicBezTo>
                  <a:close/>
                  <a:moveTo>
                    <a:pt x="1102" y="2312"/>
                  </a:moveTo>
                  <a:cubicBezTo>
                    <a:pt x="1358" y="2312"/>
                    <a:pt x="1614" y="2452"/>
                    <a:pt x="1738" y="2731"/>
                  </a:cubicBezTo>
                  <a:lnTo>
                    <a:pt x="466" y="2731"/>
                  </a:lnTo>
                  <a:cubicBezTo>
                    <a:pt x="590" y="2452"/>
                    <a:pt x="846" y="2312"/>
                    <a:pt x="1102" y="2312"/>
                  </a:cubicBezTo>
                  <a:close/>
                  <a:moveTo>
                    <a:pt x="2932" y="2312"/>
                  </a:moveTo>
                  <a:cubicBezTo>
                    <a:pt x="3188" y="2312"/>
                    <a:pt x="3444" y="2452"/>
                    <a:pt x="3568" y="2731"/>
                  </a:cubicBezTo>
                  <a:lnTo>
                    <a:pt x="2296" y="2731"/>
                  </a:lnTo>
                  <a:cubicBezTo>
                    <a:pt x="2420" y="2452"/>
                    <a:pt x="2676" y="2312"/>
                    <a:pt x="2932" y="2312"/>
                  </a:cubicBezTo>
                  <a:close/>
                  <a:moveTo>
                    <a:pt x="1087" y="1"/>
                  </a:moveTo>
                  <a:cubicBezTo>
                    <a:pt x="497" y="1"/>
                    <a:pt x="1" y="497"/>
                    <a:pt x="1" y="1087"/>
                  </a:cubicBezTo>
                  <a:lnTo>
                    <a:pt x="1" y="2917"/>
                  </a:lnTo>
                  <a:cubicBezTo>
                    <a:pt x="1" y="3041"/>
                    <a:pt x="94" y="3134"/>
                    <a:pt x="187" y="3134"/>
                  </a:cubicBezTo>
                  <a:lnTo>
                    <a:pt x="3847" y="3134"/>
                  </a:lnTo>
                  <a:cubicBezTo>
                    <a:pt x="3971" y="3134"/>
                    <a:pt x="4064" y="3041"/>
                    <a:pt x="4064" y="2917"/>
                  </a:cubicBezTo>
                  <a:lnTo>
                    <a:pt x="4064" y="1087"/>
                  </a:lnTo>
                  <a:cubicBezTo>
                    <a:pt x="4064" y="497"/>
                    <a:pt x="3568" y="1"/>
                    <a:pt x="2979" y="1"/>
                  </a:cubicBezTo>
                  <a:lnTo>
                    <a:pt x="2917" y="1"/>
                  </a:lnTo>
                  <a:cubicBezTo>
                    <a:pt x="2575" y="1"/>
                    <a:pt x="2234" y="187"/>
                    <a:pt x="2017" y="466"/>
                  </a:cubicBezTo>
                  <a:cubicBezTo>
                    <a:pt x="1831" y="187"/>
                    <a:pt x="1490" y="1"/>
                    <a:pt x="11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87"/>
            <p:cNvSpPr/>
            <p:nvPr/>
          </p:nvSpPr>
          <p:spPr>
            <a:xfrm>
              <a:off x="4842575" y="2718525"/>
              <a:ext cx="11650" cy="10300"/>
            </a:xfrm>
            <a:custGeom>
              <a:rect b="b" l="l" r="r" t="t"/>
              <a:pathLst>
                <a:path extrusionOk="0" h="412" w="466">
                  <a:moveTo>
                    <a:pt x="219" y="1"/>
                  </a:moveTo>
                  <a:cubicBezTo>
                    <a:pt x="198" y="1"/>
                    <a:pt x="177" y="3"/>
                    <a:pt x="156" y="9"/>
                  </a:cubicBezTo>
                  <a:lnTo>
                    <a:pt x="187" y="9"/>
                  </a:lnTo>
                  <a:cubicBezTo>
                    <a:pt x="62" y="40"/>
                    <a:pt x="0" y="164"/>
                    <a:pt x="31" y="257"/>
                  </a:cubicBezTo>
                  <a:cubicBezTo>
                    <a:pt x="62" y="350"/>
                    <a:pt x="125" y="412"/>
                    <a:pt x="218" y="412"/>
                  </a:cubicBezTo>
                  <a:lnTo>
                    <a:pt x="280" y="412"/>
                  </a:lnTo>
                  <a:cubicBezTo>
                    <a:pt x="404" y="381"/>
                    <a:pt x="466" y="257"/>
                    <a:pt x="435" y="164"/>
                  </a:cubicBezTo>
                  <a:cubicBezTo>
                    <a:pt x="409" y="61"/>
                    <a:pt x="319" y="1"/>
                    <a:pt x="2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87"/>
            <p:cNvSpPr/>
            <p:nvPr/>
          </p:nvSpPr>
          <p:spPr>
            <a:xfrm>
              <a:off x="4841950" y="2699300"/>
              <a:ext cx="11500" cy="7500"/>
            </a:xfrm>
            <a:custGeom>
              <a:rect b="b" l="l" r="r" t="t"/>
              <a:pathLst>
                <a:path extrusionOk="0" h="300" w="460">
                  <a:moveTo>
                    <a:pt x="217" y="1"/>
                  </a:moveTo>
                  <a:cubicBezTo>
                    <a:pt x="0" y="1"/>
                    <a:pt x="251" y="299"/>
                    <a:pt x="372" y="299"/>
                  </a:cubicBezTo>
                  <a:cubicBezTo>
                    <a:pt x="411" y="299"/>
                    <a:pt x="436" y="269"/>
                    <a:pt x="429" y="188"/>
                  </a:cubicBezTo>
                  <a:lnTo>
                    <a:pt x="429" y="188"/>
                  </a:lnTo>
                  <a:lnTo>
                    <a:pt x="460" y="219"/>
                  </a:lnTo>
                  <a:cubicBezTo>
                    <a:pt x="460" y="95"/>
                    <a:pt x="367" y="2"/>
                    <a:pt x="243" y="2"/>
                  </a:cubicBezTo>
                  <a:cubicBezTo>
                    <a:pt x="233" y="1"/>
                    <a:pt x="225"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87"/>
            <p:cNvSpPr/>
            <p:nvPr/>
          </p:nvSpPr>
          <p:spPr>
            <a:xfrm>
              <a:off x="4841225" y="2679175"/>
              <a:ext cx="11450" cy="7900"/>
            </a:xfrm>
            <a:custGeom>
              <a:rect b="b" l="l" r="r" t="t"/>
              <a:pathLst>
                <a:path extrusionOk="0" h="316" w="458">
                  <a:moveTo>
                    <a:pt x="241" y="1"/>
                  </a:moveTo>
                  <a:cubicBezTo>
                    <a:pt x="1" y="1"/>
                    <a:pt x="261" y="315"/>
                    <a:pt x="392" y="315"/>
                  </a:cubicBezTo>
                  <a:cubicBezTo>
                    <a:pt x="430" y="315"/>
                    <a:pt x="458" y="288"/>
                    <a:pt x="458" y="218"/>
                  </a:cubicBezTo>
                  <a:cubicBezTo>
                    <a:pt x="458" y="94"/>
                    <a:pt x="365" y="1"/>
                    <a:pt x="2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87"/>
            <p:cNvSpPr/>
            <p:nvPr/>
          </p:nvSpPr>
          <p:spPr>
            <a:xfrm>
              <a:off x="4856525" y="2731750"/>
              <a:ext cx="11675" cy="10275"/>
            </a:xfrm>
            <a:custGeom>
              <a:rect b="b" l="l" r="r" t="t"/>
              <a:pathLst>
                <a:path extrusionOk="0" h="411" w="467">
                  <a:moveTo>
                    <a:pt x="232" y="1"/>
                  </a:moveTo>
                  <a:cubicBezTo>
                    <a:pt x="132" y="1"/>
                    <a:pt x="59" y="81"/>
                    <a:pt x="32" y="162"/>
                  </a:cubicBezTo>
                  <a:cubicBezTo>
                    <a:pt x="1" y="286"/>
                    <a:pt x="94" y="379"/>
                    <a:pt x="187" y="410"/>
                  </a:cubicBezTo>
                  <a:lnTo>
                    <a:pt x="249" y="410"/>
                  </a:lnTo>
                  <a:cubicBezTo>
                    <a:pt x="342" y="410"/>
                    <a:pt x="404" y="348"/>
                    <a:pt x="435" y="255"/>
                  </a:cubicBezTo>
                  <a:cubicBezTo>
                    <a:pt x="466" y="131"/>
                    <a:pt x="404" y="38"/>
                    <a:pt x="280" y="7"/>
                  </a:cubicBezTo>
                  <a:cubicBezTo>
                    <a:pt x="263" y="3"/>
                    <a:pt x="247" y="1"/>
                    <a:pt x="2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87"/>
            <p:cNvSpPr/>
            <p:nvPr/>
          </p:nvSpPr>
          <p:spPr>
            <a:xfrm>
              <a:off x="4875925" y="2731750"/>
              <a:ext cx="11650" cy="10275"/>
            </a:xfrm>
            <a:custGeom>
              <a:rect b="b" l="l" r="r" t="t"/>
              <a:pathLst>
                <a:path extrusionOk="0" h="411" w="466">
                  <a:moveTo>
                    <a:pt x="231" y="1"/>
                  </a:moveTo>
                  <a:cubicBezTo>
                    <a:pt x="132" y="1"/>
                    <a:pt x="58" y="81"/>
                    <a:pt x="31" y="162"/>
                  </a:cubicBezTo>
                  <a:cubicBezTo>
                    <a:pt x="0" y="286"/>
                    <a:pt x="93" y="379"/>
                    <a:pt x="186" y="410"/>
                  </a:cubicBezTo>
                  <a:lnTo>
                    <a:pt x="248" y="410"/>
                  </a:lnTo>
                  <a:cubicBezTo>
                    <a:pt x="341" y="410"/>
                    <a:pt x="404" y="348"/>
                    <a:pt x="435" y="255"/>
                  </a:cubicBezTo>
                  <a:cubicBezTo>
                    <a:pt x="466" y="131"/>
                    <a:pt x="404" y="38"/>
                    <a:pt x="279" y="7"/>
                  </a:cubicBezTo>
                  <a:cubicBezTo>
                    <a:pt x="263" y="3"/>
                    <a:pt x="247" y="1"/>
                    <a:pt x="2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8" name="Google Shape;12968;p87"/>
          <p:cNvGrpSpPr/>
          <p:nvPr/>
        </p:nvGrpSpPr>
        <p:grpSpPr>
          <a:xfrm>
            <a:off x="1732945" y="1784561"/>
            <a:ext cx="349000" cy="267575"/>
            <a:chOff x="3960075" y="2532600"/>
            <a:chExt cx="349000" cy="267575"/>
          </a:xfrm>
        </p:grpSpPr>
        <p:sp>
          <p:nvSpPr>
            <p:cNvPr id="12969" name="Google Shape;12969;p87"/>
            <p:cNvSpPr/>
            <p:nvPr/>
          </p:nvSpPr>
          <p:spPr>
            <a:xfrm>
              <a:off x="4224900" y="2553550"/>
              <a:ext cx="11275" cy="7900"/>
            </a:xfrm>
            <a:custGeom>
              <a:rect b="b" l="l" r="r" t="t"/>
              <a:pathLst>
                <a:path extrusionOk="0" h="316" w="451">
                  <a:moveTo>
                    <a:pt x="264" y="1"/>
                  </a:moveTo>
                  <a:cubicBezTo>
                    <a:pt x="1" y="1"/>
                    <a:pt x="256" y="315"/>
                    <a:pt x="385" y="315"/>
                  </a:cubicBezTo>
                  <a:cubicBezTo>
                    <a:pt x="423" y="315"/>
                    <a:pt x="450" y="288"/>
                    <a:pt x="450" y="218"/>
                  </a:cubicBezTo>
                  <a:cubicBezTo>
                    <a:pt x="450" y="94"/>
                    <a:pt x="357" y="1"/>
                    <a:pt x="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87"/>
            <p:cNvSpPr/>
            <p:nvPr/>
          </p:nvSpPr>
          <p:spPr>
            <a:xfrm>
              <a:off x="4245850" y="2553550"/>
              <a:ext cx="12025" cy="7900"/>
            </a:xfrm>
            <a:custGeom>
              <a:rect b="b" l="l" r="r" t="t"/>
              <a:pathLst>
                <a:path extrusionOk="0" h="316" w="481">
                  <a:moveTo>
                    <a:pt x="264" y="1"/>
                  </a:moveTo>
                  <a:cubicBezTo>
                    <a:pt x="0" y="1"/>
                    <a:pt x="274" y="315"/>
                    <a:pt x="411" y="315"/>
                  </a:cubicBezTo>
                  <a:cubicBezTo>
                    <a:pt x="452" y="315"/>
                    <a:pt x="481" y="288"/>
                    <a:pt x="481" y="218"/>
                  </a:cubicBezTo>
                  <a:cubicBezTo>
                    <a:pt x="481" y="94"/>
                    <a:pt x="388" y="1"/>
                    <a:pt x="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87"/>
            <p:cNvSpPr/>
            <p:nvPr/>
          </p:nvSpPr>
          <p:spPr>
            <a:xfrm>
              <a:off x="4267375" y="2553550"/>
              <a:ext cx="11450" cy="7900"/>
            </a:xfrm>
            <a:custGeom>
              <a:rect b="b" l="l" r="r" t="t"/>
              <a:pathLst>
                <a:path extrusionOk="0" h="316" w="458">
                  <a:moveTo>
                    <a:pt x="240" y="1"/>
                  </a:moveTo>
                  <a:cubicBezTo>
                    <a:pt x="1" y="1"/>
                    <a:pt x="261" y="315"/>
                    <a:pt x="392" y="315"/>
                  </a:cubicBezTo>
                  <a:cubicBezTo>
                    <a:pt x="430" y="315"/>
                    <a:pt x="457" y="288"/>
                    <a:pt x="457" y="218"/>
                  </a:cubicBezTo>
                  <a:cubicBezTo>
                    <a:pt x="457" y="94"/>
                    <a:pt x="364" y="1"/>
                    <a:pt x="2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87"/>
            <p:cNvSpPr/>
            <p:nvPr/>
          </p:nvSpPr>
          <p:spPr>
            <a:xfrm>
              <a:off x="3960075" y="2532600"/>
              <a:ext cx="349000" cy="267575"/>
            </a:xfrm>
            <a:custGeom>
              <a:rect b="b" l="l" r="r" t="t"/>
              <a:pathLst>
                <a:path extrusionOk="0" h="10703" w="13960">
                  <a:moveTo>
                    <a:pt x="13525" y="404"/>
                  </a:moveTo>
                  <a:lnTo>
                    <a:pt x="13525" y="1676"/>
                  </a:lnTo>
                  <a:lnTo>
                    <a:pt x="5243" y="1676"/>
                  </a:lnTo>
                  <a:cubicBezTo>
                    <a:pt x="4964" y="1676"/>
                    <a:pt x="4964" y="2079"/>
                    <a:pt x="5243" y="2079"/>
                  </a:cubicBezTo>
                  <a:lnTo>
                    <a:pt x="7507" y="2079"/>
                  </a:lnTo>
                  <a:lnTo>
                    <a:pt x="7507" y="9090"/>
                  </a:lnTo>
                  <a:lnTo>
                    <a:pt x="404" y="9090"/>
                  </a:lnTo>
                  <a:lnTo>
                    <a:pt x="404" y="2079"/>
                  </a:lnTo>
                  <a:lnTo>
                    <a:pt x="4405" y="2079"/>
                  </a:lnTo>
                  <a:cubicBezTo>
                    <a:pt x="4684" y="2079"/>
                    <a:pt x="4684" y="1676"/>
                    <a:pt x="4405" y="1676"/>
                  </a:cubicBezTo>
                  <a:lnTo>
                    <a:pt x="404" y="1676"/>
                  </a:lnTo>
                  <a:lnTo>
                    <a:pt x="404" y="404"/>
                  </a:lnTo>
                  <a:close/>
                  <a:moveTo>
                    <a:pt x="13556" y="2079"/>
                  </a:moveTo>
                  <a:lnTo>
                    <a:pt x="13556" y="9090"/>
                  </a:lnTo>
                  <a:lnTo>
                    <a:pt x="7941" y="9090"/>
                  </a:lnTo>
                  <a:lnTo>
                    <a:pt x="7941" y="2079"/>
                  </a:lnTo>
                  <a:close/>
                  <a:moveTo>
                    <a:pt x="404" y="1"/>
                  </a:moveTo>
                  <a:cubicBezTo>
                    <a:pt x="187" y="1"/>
                    <a:pt x="0" y="187"/>
                    <a:pt x="0" y="404"/>
                  </a:cubicBezTo>
                  <a:lnTo>
                    <a:pt x="0" y="10299"/>
                  </a:lnTo>
                  <a:cubicBezTo>
                    <a:pt x="0" y="10516"/>
                    <a:pt x="187" y="10703"/>
                    <a:pt x="404" y="10703"/>
                  </a:cubicBezTo>
                  <a:lnTo>
                    <a:pt x="6359" y="10703"/>
                  </a:lnTo>
                  <a:cubicBezTo>
                    <a:pt x="6484" y="10703"/>
                    <a:pt x="6577" y="10610"/>
                    <a:pt x="6577" y="10516"/>
                  </a:cubicBezTo>
                  <a:cubicBezTo>
                    <a:pt x="6577" y="10392"/>
                    <a:pt x="6484" y="10299"/>
                    <a:pt x="6359" y="10299"/>
                  </a:cubicBezTo>
                  <a:lnTo>
                    <a:pt x="404" y="10299"/>
                  </a:lnTo>
                  <a:lnTo>
                    <a:pt x="404" y="9524"/>
                  </a:lnTo>
                  <a:lnTo>
                    <a:pt x="13556" y="9524"/>
                  </a:lnTo>
                  <a:lnTo>
                    <a:pt x="13556" y="10299"/>
                  </a:lnTo>
                  <a:lnTo>
                    <a:pt x="7197" y="10299"/>
                  </a:lnTo>
                  <a:cubicBezTo>
                    <a:pt x="7073" y="10299"/>
                    <a:pt x="6980" y="10392"/>
                    <a:pt x="6980" y="10516"/>
                  </a:cubicBezTo>
                  <a:cubicBezTo>
                    <a:pt x="6980" y="10610"/>
                    <a:pt x="7073" y="10703"/>
                    <a:pt x="7197" y="10703"/>
                  </a:cubicBezTo>
                  <a:lnTo>
                    <a:pt x="13556" y="10703"/>
                  </a:lnTo>
                  <a:cubicBezTo>
                    <a:pt x="13773" y="10703"/>
                    <a:pt x="13959" y="10516"/>
                    <a:pt x="13959" y="10299"/>
                  </a:cubicBezTo>
                  <a:lnTo>
                    <a:pt x="13959" y="404"/>
                  </a:lnTo>
                  <a:cubicBezTo>
                    <a:pt x="13959" y="187"/>
                    <a:pt x="13773" y="1"/>
                    <a:pt x="135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87"/>
            <p:cNvSpPr/>
            <p:nvPr/>
          </p:nvSpPr>
          <p:spPr>
            <a:xfrm>
              <a:off x="3983350" y="2627800"/>
              <a:ext cx="146575" cy="101225"/>
            </a:xfrm>
            <a:custGeom>
              <a:rect b="b" l="l" r="r" t="t"/>
              <a:pathLst>
                <a:path extrusionOk="0" h="4049" w="5863">
                  <a:moveTo>
                    <a:pt x="2900" y="396"/>
                  </a:moveTo>
                  <a:cubicBezTo>
                    <a:pt x="2947" y="396"/>
                    <a:pt x="2993" y="412"/>
                    <a:pt x="3040" y="443"/>
                  </a:cubicBezTo>
                  <a:lnTo>
                    <a:pt x="5242" y="1435"/>
                  </a:lnTo>
                  <a:lnTo>
                    <a:pt x="3040" y="2490"/>
                  </a:lnTo>
                  <a:lnTo>
                    <a:pt x="2792" y="2490"/>
                  </a:lnTo>
                  <a:lnTo>
                    <a:pt x="558" y="1435"/>
                  </a:lnTo>
                  <a:lnTo>
                    <a:pt x="2761" y="443"/>
                  </a:lnTo>
                  <a:cubicBezTo>
                    <a:pt x="2807" y="412"/>
                    <a:pt x="2854" y="396"/>
                    <a:pt x="2900" y="396"/>
                  </a:cubicBezTo>
                  <a:close/>
                  <a:moveTo>
                    <a:pt x="4343" y="2335"/>
                  </a:moveTo>
                  <a:lnTo>
                    <a:pt x="4343" y="3327"/>
                  </a:lnTo>
                  <a:lnTo>
                    <a:pt x="4157" y="3389"/>
                  </a:lnTo>
                  <a:cubicBezTo>
                    <a:pt x="3753" y="3545"/>
                    <a:pt x="3335" y="3622"/>
                    <a:pt x="2920" y="3622"/>
                  </a:cubicBezTo>
                  <a:cubicBezTo>
                    <a:pt x="2505" y="3622"/>
                    <a:pt x="2094" y="3545"/>
                    <a:pt x="1706" y="3389"/>
                  </a:cubicBezTo>
                  <a:lnTo>
                    <a:pt x="1520" y="3327"/>
                  </a:lnTo>
                  <a:lnTo>
                    <a:pt x="1520" y="2335"/>
                  </a:lnTo>
                  <a:lnTo>
                    <a:pt x="2637" y="2862"/>
                  </a:lnTo>
                  <a:cubicBezTo>
                    <a:pt x="2714" y="2909"/>
                    <a:pt x="2807" y="2932"/>
                    <a:pt x="2904" y="2932"/>
                  </a:cubicBezTo>
                  <a:cubicBezTo>
                    <a:pt x="3001" y="2932"/>
                    <a:pt x="3102" y="2909"/>
                    <a:pt x="3195" y="2862"/>
                  </a:cubicBezTo>
                  <a:lnTo>
                    <a:pt x="4343" y="2335"/>
                  </a:lnTo>
                  <a:close/>
                  <a:moveTo>
                    <a:pt x="2920" y="1"/>
                  </a:moveTo>
                  <a:cubicBezTo>
                    <a:pt x="2807" y="1"/>
                    <a:pt x="2699" y="24"/>
                    <a:pt x="2606" y="70"/>
                  </a:cubicBezTo>
                  <a:lnTo>
                    <a:pt x="248" y="1156"/>
                  </a:lnTo>
                  <a:cubicBezTo>
                    <a:pt x="0" y="1280"/>
                    <a:pt x="0" y="1652"/>
                    <a:pt x="279" y="1745"/>
                  </a:cubicBezTo>
                  <a:lnTo>
                    <a:pt x="1117" y="2149"/>
                  </a:lnTo>
                  <a:lnTo>
                    <a:pt x="1117" y="3389"/>
                  </a:lnTo>
                  <a:cubicBezTo>
                    <a:pt x="1117" y="3513"/>
                    <a:pt x="1179" y="3607"/>
                    <a:pt x="1303" y="3669"/>
                  </a:cubicBezTo>
                  <a:lnTo>
                    <a:pt x="1582" y="3793"/>
                  </a:lnTo>
                  <a:cubicBezTo>
                    <a:pt x="2016" y="3963"/>
                    <a:pt x="2474" y="4049"/>
                    <a:pt x="2931" y="4049"/>
                  </a:cubicBezTo>
                  <a:cubicBezTo>
                    <a:pt x="3389" y="4049"/>
                    <a:pt x="3846" y="3963"/>
                    <a:pt x="4281" y="3793"/>
                  </a:cubicBezTo>
                  <a:lnTo>
                    <a:pt x="4560" y="3669"/>
                  </a:lnTo>
                  <a:cubicBezTo>
                    <a:pt x="4653" y="3607"/>
                    <a:pt x="4746" y="3513"/>
                    <a:pt x="4746" y="3389"/>
                  </a:cubicBezTo>
                  <a:lnTo>
                    <a:pt x="4746" y="2149"/>
                  </a:lnTo>
                  <a:lnTo>
                    <a:pt x="5584" y="1745"/>
                  </a:lnTo>
                  <a:cubicBezTo>
                    <a:pt x="5832" y="1652"/>
                    <a:pt x="5863" y="1280"/>
                    <a:pt x="5615" y="1156"/>
                  </a:cubicBezTo>
                  <a:lnTo>
                    <a:pt x="3257" y="70"/>
                  </a:lnTo>
                  <a:cubicBezTo>
                    <a:pt x="3149" y="24"/>
                    <a:pt x="3032" y="1"/>
                    <a:pt x="2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87"/>
            <p:cNvSpPr/>
            <p:nvPr/>
          </p:nvSpPr>
          <p:spPr>
            <a:xfrm>
              <a:off x="4177975" y="2608600"/>
              <a:ext cx="10125" cy="10125"/>
            </a:xfrm>
            <a:custGeom>
              <a:rect b="b" l="l" r="r" t="t"/>
              <a:pathLst>
                <a:path extrusionOk="0" h="405" w="405">
                  <a:moveTo>
                    <a:pt x="187" y="1"/>
                  </a:moveTo>
                  <a:cubicBezTo>
                    <a:pt x="94" y="1"/>
                    <a:pt x="1" y="94"/>
                    <a:pt x="1" y="218"/>
                  </a:cubicBezTo>
                  <a:cubicBezTo>
                    <a:pt x="1" y="311"/>
                    <a:pt x="94" y="404"/>
                    <a:pt x="187" y="404"/>
                  </a:cubicBezTo>
                  <a:cubicBezTo>
                    <a:pt x="311" y="404"/>
                    <a:pt x="404" y="311"/>
                    <a:pt x="404" y="218"/>
                  </a:cubicBezTo>
                  <a:cubicBezTo>
                    <a:pt x="404" y="94"/>
                    <a:pt x="311"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87"/>
            <p:cNvSpPr/>
            <p:nvPr/>
          </p:nvSpPr>
          <p:spPr>
            <a:xfrm>
              <a:off x="4175650" y="2638075"/>
              <a:ext cx="12450" cy="10875"/>
            </a:xfrm>
            <a:custGeom>
              <a:rect b="b" l="l" r="r" t="t"/>
              <a:pathLst>
                <a:path extrusionOk="0" h="435" w="498">
                  <a:moveTo>
                    <a:pt x="280" y="1"/>
                  </a:moveTo>
                  <a:cubicBezTo>
                    <a:pt x="1" y="1"/>
                    <a:pt x="1" y="435"/>
                    <a:pt x="280" y="435"/>
                  </a:cubicBezTo>
                  <a:cubicBezTo>
                    <a:pt x="404" y="435"/>
                    <a:pt x="497" y="342"/>
                    <a:pt x="497" y="218"/>
                  </a:cubicBezTo>
                  <a:cubicBezTo>
                    <a:pt x="497" y="94"/>
                    <a:pt x="404" y="1"/>
                    <a:pt x="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87"/>
            <p:cNvSpPr/>
            <p:nvPr/>
          </p:nvSpPr>
          <p:spPr>
            <a:xfrm>
              <a:off x="4177975" y="2668325"/>
              <a:ext cx="10125" cy="10100"/>
            </a:xfrm>
            <a:custGeom>
              <a:rect b="b" l="l" r="r" t="t"/>
              <a:pathLst>
                <a:path extrusionOk="0" h="404" w="405">
                  <a:moveTo>
                    <a:pt x="187" y="0"/>
                  </a:moveTo>
                  <a:cubicBezTo>
                    <a:pt x="94" y="0"/>
                    <a:pt x="1" y="93"/>
                    <a:pt x="1" y="186"/>
                  </a:cubicBezTo>
                  <a:cubicBezTo>
                    <a:pt x="1" y="311"/>
                    <a:pt x="94" y="404"/>
                    <a:pt x="187" y="404"/>
                  </a:cubicBezTo>
                  <a:cubicBezTo>
                    <a:pt x="311" y="404"/>
                    <a:pt x="404" y="311"/>
                    <a:pt x="404" y="186"/>
                  </a:cubicBezTo>
                  <a:cubicBezTo>
                    <a:pt x="404" y="93"/>
                    <a:pt x="311"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87"/>
            <p:cNvSpPr/>
            <p:nvPr/>
          </p:nvSpPr>
          <p:spPr>
            <a:xfrm>
              <a:off x="4175650" y="2697800"/>
              <a:ext cx="12450" cy="10100"/>
            </a:xfrm>
            <a:custGeom>
              <a:rect b="b" l="l" r="r" t="t"/>
              <a:pathLst>
                <a:path extrusionOk="0" h="404" w="498">
                  <a:moveTo>
                    <a:pt x="280" y="0"/>
                  </a:moveTo>
                  <a:cubicBezTo>
                    <a:pt x="1" y="0"/>
                    <a:pt x="1" y="403"/>
                    <a:pt x="280" y="403"/>
                  </a:cubicBezTo>
                  <a:cubicBezTo>
                    <a:pt x="404" y="403"/>
                    <a:pt x="497" y="310"/>
                    <a:pt x="497" y="217"/>
                  </a:cubicBezTo>
                  <a:cubicBezTo>
                    <a:pt x="497" y="93"/>
                    <a:pt x="404" y="0"/>
                    <a:pt x="2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87"/>
            <p:cNvSpPr/>
            <p:nvPr/>
          </p:nvSpPr>
          <p:spPr>
            <a:xfrm>
              <a:off x="4177975" y="2728025"/>
              <a:ext cx="10125" cy="10125"/>
            </a:xfrm>
            <a:custGeom>
              <a:rect b="b" l="l" r="r" t="t"/>
              <a:pathLst>
                <a:path extrusionOk="0" h="405" w="405">
                  <a:moveTo>
                    <a:pt x="187" y="1"/>
                  </a:moveTo>
                  <a:cubicBezTo>
                    <a:pt x="94" y="1"/>
                    <a:pt x="1" y="94"/>
                    <a:pt x="1" y="187"/>
                  </a:cubicBezTo>
                  <a:cubicBezTo>
                    <a:pt x="1" y="311"/>
                    <a:pt x="94" y="404"/>
                    <a:pt x="187" y="404"/>
                  </a:cubicBezTo>
                  <a:cubicBezTo>
                    <a:pt x="311" y="404"/>
                    <a:pt x="404" y="311"/>
                    <a:pt x="404" y="187"/>
                  </a:cubicBezTo>
                  <a:cubicBezTo>
                    <a:pt x="404" y="94"/>
                    <a:pt x="311"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87"/>
            <p:cNvSpPr/>
            <p:nvPr/>
          </p:nvSpPr>
          <p:spPr>
            <a:xfrm>
              <a:off x="4196600" y="2608600"/>
              <a:ext cx="81450" cy="10125"/>
            </a:xfrm>
            <a:custGeom>
              <a:rect b="b" l="l" r="r" t="t"/>
              <a:pathLst>
                <a:path extrusionOk="0" h="405" w="3258">
                  <a:moveTo>
                    <a:pt x="217" y="1"/>
                  </a:moveTo>
                  <a:cubicBezTo>
                    <a:pt x="93" y="1"/>
                    <a:pt x="0" y="94"/>
                    <a:pt x="0" y="218"/>
                  </a:cubicBezTo>
                  <a:cubicBezTo>
                    <a:pt x="0" y="311"/>
                    <a:pt x="93" y="404"/>
                    <a:pt x="217" y="404"/>
                  </a:cubicBezTo>
                  <a:lnTo>
                    <a:pt x="3071" y="404"/>
                  </a:lnTo>
                  <a:cubicBezTo>
                    <a:pt x="3164" y="404"/>
                    <a:pt x="3257" y="311"/>
                    <a:pt x="3257" y="218"/>
                  </a:cubicBezTo>
                  <a:cubicBezTo>
                    <a:pt x="3257" y="94"/>
                    <a:pt x="3164" y="1"/>
                    <a:pt x="30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87"/>
            <p:cNvSpPr/>
            <p:nvPr/>
          </p:nvSpPr>
          <p:spPr>
            <a:xfrm>
              <a:off x="4195050" y="2638075"/>
              <a:ext cx="85325" cy="10875"/>
            </a:xfrm>
            <a:custGeom>
              <a:rect b="b" l="l" r="r" t="t"/>
              <a:pathLst>
                <a:path extrusionOk="0" h="435" w="3413">
                  <a:moveTo>
                    <a:pt x="279" y="1"/>
                  </a:moveTo>
                  <a:cubicBezTo>
                    <a:pt x="0" y="1"/>
                    <a:pt x="0" y="435"/>
                    <a:pt x="279" y="435"/>
                  </a:cubicBezTo>
                  <a:lnTo>
                    <a:pt x="3133" y="435"/>
                  </a:lnTo>
                  <a:cubicBezTo>
                    <a:pt x="3412" y="435"/>
                    <a:pt x="3412" y="1"/>
                    <a:pt x="3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87"/>
            <p:cNvSpPr/>
            <p:nvPr/>
          </p:nvSpPr>
          <p:spPr>
            <a:xfrm>
              <a:off x="4196600" y="2668325"/>
              <a:ext cx="81450" cy="10100"/>
            </a:xfrm>
            <a:custGeom>
              <a:rect b="b" l="l" r="r" t="t"/>
              <a:pathLst>
                <a:path extrusionOk="0" h="404" w="3258">
                  <a:moveTo>
                    <a:pt x="217" y="0"/>
                  </a:moveTo>
                  <a:cubicBezTo>
                    <a:pt x="93" y="0"/>
                    <a:pt x="0" y="93"/>
                    <a:pt x="0" y="186"/>
                  </a:cubicBezTo>
                  <a:cubicBezTo>
                    <a:pt x="0" y="311"/>
                    <a:pt x="93" y="404"/>
                    <a:pt x="217" y="404"/>
                  </a:cubicBezTo>
                  <a:lnTo>
                    <a:pt x="3071" y="404"/>
                  </a:lnTo>
                  <a:cubicBezTo>
                    <a:pt x="3164" y="404"/>
                    <a:pt x="3257" y="311"/>
                    <a:pt x="3257" y="186"/>
                  </a:cubicBezTo>
                  <a:cubicBezTo>
                    <a:pt x="3257" y="93"/>
                    <a:pt x="3164" y="0"/>
                    <a:pt x="30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87"/>
            <p:cNvSpPr/>
            <p:nvPr/>
          </p:nvSpPr>
          <p:spPr>
            <a:xfrm>
              <a:off x="4195050" y="2697800"/>
              <a:ext cx="85325" cy="10100"/>
            </a:xfrm>
            <a:custGeom>
              <a:rect b="b" l="l" r="r" t="t"/>
              <a:pathLst>
                <a:path extrusionOk="0" h="404" w="3413">
                  <a:moveTo>
                    <a:pt x="279" y="0"/>
                  </a:moveTo>
                  <a:cubicBezTo>
                    <a:pt x="0" y="0"/>
                    <a:pt x="0" y="403"/>
                    <a:pt x="279" y="403"/>
                  </a:cubicBezTo>
                  <a:lnTo>
                    <a:pt x="3133" y="403"/>
                  </a:lnTo>
                  <a:cubicBezTo>
                    <a:pt x="3412" y="403"/>
                    <a:pt x="3412" y="0"/>
                    <a:pt x="3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87"/>
            <p:cNvSpPr/>
            <p:nvPr/>
          </p:nvSpPr>
          <p:spPr>
            <a:xfrm>
              <a:off x="4196600" y="2728025"/>
              <a:ext cx="81450" cy="10125"/>
            </a:xfrm>
            <a:custGeom>
              <a:rect b="b" l="l" r="r" t="t"/>
              <a:pathLst>
                <a:path extrusionOk="0" h="405" w="3258">
                  <a:moveTo>
                    <a:pt x="217" y="1"/>
                  </a:moveTo>
                  <a:cubicBezTo>
                    <a:pt x="93" y="1"/>
                    <a:pt x="0" y="94"/>
                    <a:pt x="0" y="187"/>
                  </a:cubicBezTo>
                  <a:cubicBezTo>
                    <a:pt x="0" y="311"/>
                    <a:pt x="93" y="404"/>
                    <a:pt x="217" y="404"/>
                  </a:cubicBezTo>
                  <a:lnTo>
                    <a:pt x="3071" y="404"/>
                  </a:lnTo>
                  <a:cubicBezTo>
                    <a:pt x="3164" y="404"/>
                    <a:pt x="3257" y="311"/>
                    <a:pt x="3257" y="187"/>
                  </a:cubicBezTo>
                  <a:cubicBezTo>
                    <a:pt x="3257" y="94"/>
                    <a:pt x="3164" y="1"/>
                    <a:pt x="30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84" name="Google Shape;12984;p87"/>
          <p:cNvSpPr/>
          <p:nvPr/>
        </p:nvSpPr>
        <p:spPr>
          <a:xfrm>
            <a:off x="3227595" y="1805474"/>
            <a:ext cx="349000" cy="225750"/>
          </a:xfrm>
          <a:custGeom>
            <a:rect b="b" l="l" r="r" t="t"/>
            <a:pathLst>
              <a:path extrusionOk="0" h="9030" w="13960">
                <a:moveTo>
                  <a:pt x="6111" y="2856"/>
                </a:moveTo>
                <a:lnTo>
                  <a:pt x="6111" y="3477"/>
                </a:lnTo>
                <a:lnTo>
                  <a:pt x="5150" y="3477"/>
                </a:lnTo>
                <a:lnTo>
                  <a:pt x="5150" y="2856"/>
                </a:lnTo>
                <a:close/>
                <a:moveTo>
                  <a:pt x="10144" y="2856"/>
                </a:moveTo>
                <a:lnTo>
                  <a:pt x="10144" y="3477"/>
                </a:lnTo>
                <a:lnTo>
                  <a:pt x="9213" y="3477"/>
                </a:lnTo>
                <a:lnTo>
                  <a:pt x="9213" y="2856"/>
                </a:lnTo>
                <a:close/>
                <a:moveTo>
                  <a:pt x="4746" y="3291"/>
                </a:moveTo>
                <a:lnTo>
                  <a:pt x="4746" y="4035"/>
                </a:lnTo>
                <a:lnTo>
                  <a:pt x="3816" y="4035"/>
                </a:lnTo>
                <a:lnTo>
                  <a:pt x="3816" y="3291"/>
                </a:lnTo>
                <a:close/>
                <a:moveTo>
                  <a:pt x="7445" y="3291"/>
                </a:moveTo>
                <a:lnTo>
                  <a:pt x="7445" y="4035"/>
                </a:lnTo>
                <a:lnTo>
                  <a:pt x="6514" y="4035"/>
                </a:lnTo>
                <a:lnTo>
                  <a:pt x="6514" y="3291"/>
                </a:lnTo>
                <a:close/>
                <a:moveTo>
                  <a:pt x="6111" y="3880"/>
                </a:moveTo>
                <a:lnTo>
                  <a:pt x="6111" y="4252"/>
                </a:lnTo>
                <a:lnTo>
                  <a:pt x="5150" y="4252"/>
                </a:lnTo>
                <a:lnTo>
                  <a:pt x="5150" y="3880"/>
                </a:lnTo>
                <a:close/>
                <a:moveTo>
                  <a:pt x="10144" y="3880"/>
                </a:moveTo>
                <a:lnTo>
                  <a:pt x="10144" y="4252"/>
                </a:lnTo>
                <a:lnTo>
                  <a:pt x="9213" y="4252"/>
                </a:lnTo>
                <a:lnTo>
                  <a:pt x="9213" y="3880"/>
                </a:lnTo>
                <a:close/>
                <a:moveTo>
                  <a:pt x="4746" y="4469"/>
                </a:moveTo>
                <a:lnTo>
                  <a:pt x="4746" y="4810"/>
                </a:lnTo>
                <a:lnTo>
                  <a:pt x="3816" y="4810"/>
                </a:lnTo>
                <a:lnTo>
                  <a:pt x="3816" y="4469"/>
                </a:lnTo>
                <a:close/>
                <a:moveTo>
                  <a:pt x="7445" y="4469"/>
                </a:moveTo>
                <a:lnTo>
                  <a:pt x="7445" y="4810"/>
                </a:lnTo>
                <a:lnTo>
                  <a:pt x="6514" y="4810"/>
                </a:lnTo>
                <a:lnTo>
                  <a:pt x="6514" y="4469"/>
                </a:lnTo>
                <a:close/>
                <a:moveTo>
                  <a:pt x="8810" y="4066"/>
                </a:moveTo>
                <a:lnTo>
                  <a:pt x="8810" y="5121"/>
                </a:lnTo>
                <a:lnTo>
                  <a:pt x="7848" y="5121"/>
                </a:lnTo>
                <a:lnTo>
                  <a:pt x="7848" y="4066"/>
                </a:lnTo>
                <a:close/>
                <a:moveTo>
                  <a:pt x="8810" y="5524"/>
                </a:moveTo>
                <a:lnTo>
                  <a:pt x="8810" y="5896"/>
                </a:lnTo>
                <a:lnTo>
                  <a:pt x="7848" y="5896"/>
                </a:lnTo>
                <a:lnTo>
                  <a:pt x="7848" y="5524"/>
                </a:lnTo>
                <a:close/>
                <a:moveTo>
                  <a:pt x="4746" y="5214"/>
                </a:moveTo>
                <a:lnTo>
                  <a:pt x="4746" y="7664"/>
                </a:lnTo>
                <a:lnTo>
                  <a:pt x="3816" y="7664"/>
                </a:lnTo>
                <a:lnTo>
                  <a:pt x="3785" y="5214"/>
                </a:lnTo>
                <a:close/>
                <a:moveTo>
                  <a:pt x="6080" y="4655"/>
                </a:moveTo>
                <a:lnTo>
                  <a:pt x="6080" y="7664"/>
                </a:lnTo>
                <a:lnTo>
                  <a:pt x="5150" y="7664"/>
                </a:lnTo>
                <a:lnTo>
                  <a:pt x="5150" y="4655"/>
                </a:lnTo>
                <a:close/>
                <a:moveTo>
                  <a:pt x="7445" y="5214"/>
                </a:moveTo>
                <a:lnTo>
                  <a:pt x="7445" y="7664"/>
                </a:lnTo>
                <a:lnTo>
                  <a:pt x="6514" y="7664"/>
                </a:lnTo>
                <a:lnTo>
                  <a:pt x="6514" y="5214"/>
                </a:lnTo>
                <a:close/>
                <a:moveTo>
                  <a:pt x="8810" y="6299"/>
                </a:moveTo>
                <a:lnTo>
                  <a:pt x="8810" y="7664"/>
                </a:lnTo>
                <a:lnTo>
                  <a:pt x="7848" y="7664"/>
                </a:lnTo>
                <a:lnTo>
                  <a:pt x="7848" y="6299"/>
                </a:lnTo>
                <a:close/>
                <a:moveTo>
                  <a:pt x="10144" y="4655"/>
                </a:moveTo>
                <a:lnTo>
                  <a:pt x="10144" y="7664"/>
                </a:lnTo>
                <a:lnTo>
                  <a:pt x="9182" y="7664"/>
                </a:lnTo>
                <a:lnTo>
                  <a:pt x="9182" y="4655"/>
                </a:lnTo>
                <a:close/>
                <a:moveTo>
                  <a:pt x="11819" y="1274"/>
                </a:moveTo>
                <a:lnTo>
                  <a:pt x="11819" y="7664"/>
                </a:lnTo>
                <a:lnTo>
                  <a:pt x="10547" y="7664"/>
                </a:lnTo>
                <a:lnTo>
                  <a:pt x="10547" y="2856"/>
                </a:lnTo>
                <a:cubicBezTo>
                  <a:pt x="10547" y="2639"/>
                  <a:pt x="10392" y="2453"/>
                  <a:pt x="10175" y="2453"/>
                </a:cubicBezTo>
                <a:lnTo>
                  <a:pt x="9182" y="2453"/>
                </a:lnTo>
                <a:cubicBezTo>
                  <a:pt x="8965" y="2453"/>
                  <a:pt x="8810" y="2639"/>
                  <a:pt x="8810" y="2856"/>
                </a:cubicBezTo>
                <a:lnTo>
                  <a:pt x="8810" y="3663"/>
                </a:lnTo>
                <a:lnTo>
                  <a:pt x="7848" y="3663"/>
                </a:lnTo>
                <a:lnTo>
                  <a:pt x="7848" y="3260"/>
                </a:lnTo>
                <a:cubicBezTo>
                  <a:pt x="7848" y="3042"/>
                  <a:pt x="7693" y="2887"/>
                  <a:pt x="7476" y="2887"/>
                </a:cubicBezTo>
                <a:lnTo>
                  <a:pt x="6514" y="2887"/>
                </a:lnTo>
                <a:lnTo>
                  <a:pt x="6514" y="2856"/>
                </a:lnTo>
                <a:cubicBezTo>
                  <a:pt x="6514" y="2639"/>
                  <a:pt x="6328" y="2453"/>
                  <a:pt x="6111" y="2453"/>
                </a:cubicBezTo>
                <a:lnTo>
                  <a:pt x="5150" y="2453"/>
                </a:lnTo>
                <a:cubicBezTo>
                  <a:pt x="4932" y="2453"/>
                  <a:pt x="4777" y="2639"/>
                  <a:pt x="4777" y="2856"/>
                </a:cubicBezTo>
                <a:lnTo>
                  <a:pt x="4777" y="2887"/>
                </a:lnTo>
                <a:lnTo>
                  <a:pt x="3816" y="2887"/>
                </a:lnTo>
                <a:cubicBezTo>
                  <a:pt x="3599" y="2887"/>
                  <a:pt x="3413" y="3042"/>
                  <a:pt x="3413" y="3260"/>
                </a:cubicBezTo>
                <a:lnTo>
                  <a:pt x="3413" y="7664"/>
                </a:lnTo>
                <a:lnTo>
                  <a:pt x="2141" y="7664"/>
                </a:lnTo>
                <a:lnTo>
                  <a:pt x="2141" y="1274"/>
                </a:lnTo>
                <a:close/>
                <a:moveTo>
                  <a:pt x="5584" y="8067"/>
                </a:moveTo>
                <a:lnTo>
                  <a:pt x="5584" y="8595"/>
                </a:lnTo>
                <a:lnTo>
                  <a:pt x="590" y="8595"/>
                </a:lnTo>
                <a:cubicBezTo>
                  <a:pt x="497" y="8595"/>
                  <a:pt x="404" y="8502"/>
                  <a:pt x="404" y="8409"/>
                </a:cubicBezTo>
                <a:lnTo>
                  <a:pt x="404" y="8067"/>
                </a:lnTo>
                <a:close/>
                <a:moveTo>
                  <a:pt x="7941" y="8067"/>
                </a:moveTo>
                <a:lnTo>
                  <a:pt x="7972" y="8595"/>
                </a:lnTo>
                <a:lnTo>
                  <a:pt x="5987" y="8595"/>
                </a:lnTo>
                <a:lnTo>
                  <a:pt x="5987" y="8067"/>
                </a:lnTo>
                <a:close/>
                <a:moveTo>
                  <a:pt x="12455" y="1"/>
                </a:moveTo>
                <a:cubicBezTo>
                  <a:pt x="12440" y="1"/>
                  <a:pt x="12424" y="1"/>
                  <a:pt x="12408" y="3"/>
                </a:cubicBezTo>
                <a:lnTo>
                  <a:pt x="1551" y="3"/>
                </a:lnTo>
                <a:cubicBezTo>
                  <a:pt x="1179" y="3"/>
                  <a:pt x="869" y="313"/>
                  <a:pt x="869" y="685"/>
                </a:cubicBezTo>
                <a:lnTo>
                  <a:pt x="869" y="1616"/>
                </a:lnTo>
                <a:cubicBezTo>
                  <a:pt x="822" y="1740"/>
                  <a:pt x="939" y="1802"/>
                  <a:pt x="1055" y="1802"/>
                </a:cubicBezTo>
                <a:cubicBezTo>
                  <a:pt x="1171" y="1802"/>
                  <a:pt x="1288" y="1740"/>
                  <a:pt x="1241" y="1616"/>
                </a:cubicBezTo>
                <a:lnTo>
                  <a:pt x="1241" y="685"/>
                </a:lnTo>
                <a:cubicBezTo>
                  <a:pt x="1241" y="530"/>
                  <a:pt x="1365" y="406"/>
                  <a:pt x="1551" y="406"/>
                </a:cubicBezTo>
                <a:lnTo>
                  <a:pt x="12377" y="406"/>
                </a:lnTo>
                <a:cubicBezTo>
                  <a:pt x="12532" y="406"/>
                  <a:pt x="12656" y="530"/>
                  <a:pt x="12656" y="685"/>
                </a:cubicBezTo>
                <a:lnTo>
                  <a:pt x="12656" y="7664"/>
                </a:lnTo>
                <a:lnTo>
                  <a:pt x="12222" y="7664"/>
                </a:lnTo>
                <a:lnTo>
                  <a:pt x="12222" y="1274"/>
                </a:lnTo>
                <a:cubicBezTo>
                  <a:pt x="12222" y="1057"/>
                  <a:pt x="12036" y="871"/>
                  <a:pt x="11788" y="840"/>
                </a:cubicBezTo>
                <a:lnTo>
                  <a:pt x="2172" y="840"/>
                </a:lnTo>
                <a:cubicBezTo>
                  <a:pt x="1924" y="840"/>
                  <a:pt x="1738" y="1057"/>
                  <a:pt x="1738" y="1274"/>
                </a:cubicBezTo>
                <a:lnTo>
                  <a:pt x="1738" y="7664"/>
                </a:lnTo>
                <a:lnTo>
                  <a:pt x="1272" y="7664"/>
                </a:lnTo>
                <a:lnTo>
                  <a:pt x="1272" y="2422"/>
                </a:lnTo>
                <a:cubicBezTo>
                  <a:pt x="1303" y="2298"/>
                  <a:pt x="1179" y="2236"/>
                  <a:pt x="1059" y="2236"/>
                </a:cubicBezTo>
                <a:cubicBezTo>
                  <a:pt x="939" y="2236"/>
                  <a:pt x="822" y="2298"/>
                  <a:pt x="869" y="2422"/>
                </a:cubicBezTo>
                <a:lnTo>
                  <a:pt x="869" y="7664"/>
                </a:lnTo>
                <a:lnTo>
                  <a:pt x="404" y="7664"/>
                </a:lnTo>
                <a:cubicBezTo>
                  <a:pt x="187" y="7664"/>
                  <a:pt x="0" y="7850"/>
                  <a:pt x="0" y="8067"/>
                </a:cubicBezTo>
                <a:lnTo>
                  <a:pt x="0" y="8409"/>
                </a:lnTo>
                <a:cubicBezTo>
                  <a:pt x="0" y="8750"/>
                  <a:pt x="280" y="9029"/>
                  <a:pt x="621" y="9029"/>
                </a:cubicBezTo>
                <a:lnTo>
                  <a:pt x="11571" y="9029"/>
                </a:lnTo>
                <a:cubicBezTo>
                  <a:pt x="11695" y="9029"/>
                  <a:pt x="11788" y="8936"/>
                  <a:pt x="11788" y="8812"/>
                </a:cubicBezTo>
                <a:cubicBezTo>
                  <a:pt x="11788" y="8688"/>
                  <a:pt x="11695" y="8595"/>
                  <a:pt x="11571" y="8595"/>
                </a:cubicBezTo>
                <a:lnTo>
                  <a:pt x="8376" y="8595"/>
                </a:lnTo>
                <a:lnTo>
                  <a:pt x="8376" y="8067"/>
                </a:lnTo>
                <a:lnTo>
                  <a:pt x="13556" y="8067"/>
                </a:lnTo>
                <a:lnTo>
                  <a:pt x="13556" y="8409"/>
                </a:lnTo>
                <a:cubicBezTo>
                  <a:pt x="13556" y="8502"/>
                  <a:pt x="13463" y="8595"/>
                  <a:pt x="13339" y="8595"/>
                </a:cubicBezTo>
                <a:lnTo>
                  <a:pt x="12377" y="8595"/>
                </a:lnTo>
                <a:cubicBezTo>
                  <a:pt x="12284" y="8595"/>
                  <a:pt x="12191" y="8688"/>
                  <a:pt x="12191" y="8812"/>
                </a:cubicBezTo>
                <a:cubicBezTo>
                  <a:pt x="12191" y="8905"/>
                  <a:pt x="12284" y="8998"/>
                  <a:pt x="12377" y="8998"/>
                </a:cubicBezTo>
                <a:lnTo>
                  <a:pt x="13339" y="8998"/>
                </a:lnTo>
                <a:cubicBezTo>
                  <a:pt x="13680" y="8998"/>
                  <a:pt x="13959" y="8719"/>
                  <a:pt x="13959" y="8409"/>
                </a:cubicBezTo>
                <a:lnTo>
                  <a:pt x="13959" y="8036"/>
                </a:lnTo>
                <a:cubicBezTo>
                  <a:pt x="13959" y="7819"/>
                  <a:pt x="13773" y="7664"/>
                  <a:pt x="13556" y="7664"/>
                </a:cubicBezTo>
                <a:lnTo>
                  <a:pt x="13091" y="7664"/>
                </a:lnTo>
                <a:lnTo>
                  <a:pt x="13091" y="685"/>
                </a:lnTo>
                <a:cubicBezTo>
                  <a:pt x="13091" y="329"/>
                  <a:pt x="12806" y="1"/>
                  <a:pt x="124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85" name="Google Shape;12985;p87"/>
          <p:cNvGrpSpPr/>
          <p:nvPr/>
        </p:nvGrpSpPr>
        <p:grpSpPr>
          <a:xfrm>
            <a:off x="3993514" y="1820248"/>
            <a:ext cx="349775" cy="196200"/>
            <a:chOff x="2443225" y="2532550"/>
            <a:chExt cx="349775" cy="268400"/>
          </a:xfrm>
        </p:grpSpPr>
        <p:sp>
          <p:nvSpPr>
            <p:cNvPr id="12986" name="Google Shape;12986;p87"/>
            <p:cNvSpPr/>
            <p:nvPr/>
          </p:nvSpPr>
          <p:spPr>
            <a:xfrm>
              <a:off x="2443225" y="2532550"/>
              <a:ext cx="349775" cy="268400"/>
            </a:xfrm>
            <a:custGeom>
              <a:rect b="b" l="l" r="r" t="t"/>
              <a:pathLst>
                <a:path extrusionOk="0" h="10736" w="13991">
                  <a:moveTo>
                    <a:pt x="3444" y="3012"/>
                  </a:moveTo>
                  <a:lnTo>
                    <a:pt x="3444" y="9402"/>
                  </a:lnTo>
                  <a:lnTo>
                    <a:pt x="2172" y="9402"/>
                  </a:lnTo>
                  <a:lnTo>
                    <a:pt x="2172" y="3012"/>
                  </a:lnTo>
                  <a:close/>
                  <a:moveTo>
                    <a:pt x="10113" y="406"/>
                  </a:moveTo>
                  <a:cubicBezTo>
                    <a:pt x="10144" y="406"/>
                    <a:pt x="10175" y="437"/>
                    <a:pt x="10175" y="468"/>
                  </a:cubicBezTo>
                  <a:lnTo>
                    <a:pt x="10175" y="9402"/>
                  </a:lnTo>
                  <a:lnTo>
                    <a:pt x="3847" y="9402"/>
                  </a:lnTo>
                  <a:lnTo>
                    <a:pt x="3847" y="468"/>
                  </a:lnTo>
                  <a:cubicBezTo>
                    <a:pt x="3847" y="437"/>
                    <a:pt x="3878" y="406"/>
                    <a:pt x="3909" y="406"/>
                  </a:cubicBezTo>
                  <a:close/>
                  <a:moveTo>
                    <a:pt x="11819" y="2981"/>
                  </a:moveTo>
                  <a:cubicBezTo>
                    <a:pt x="11819" y="2981"/>
                    <a:pt x="11850" y="2981"/>
                    <a:pt x="11850" y="3012"/>
                  </a:cubicBezTo>
                  <a:lnTo>
                    <a:pt x="11850" y="9402"/>
                  </a:lnTo>
                  <a:lnTo>
                    <a:pt x="10578" y="9402"/>
                  </a:lnTo>
                  <a:lnTo>
                    <a:pt x="10578" y="2981"/>
                  </a:lnTo>
                  <a:close/>
                  <a:moveTo>
                    <a:pt x="12439" y="2112"/>
                  </a:moveTo>
                  <a:cubicBezTo>
                    <a:pt x="12595" y="2112"/>
                    <a:pt x="12719" y="2236"/>
                    <a:pt x="12719" y="2422"/>
                  </a:cubicBezTo>
                  <a:lnTo>
                    <a:pt x="12719" y="9402"/>
                  </a:lnTo>
                  <a:lnTo>
                    <a:pt x="12284" y="9402"/>
                  </a:lnTo>
                  <a:lnTo>
                    <a:pt x="12284" y="3012"/>
                  </a:lnTo>
                  <a:cubicBezTo>
                    <a:pt x="12253" y="2764"/>
                    <a:pt x="12067" y="2578"/>
                    <a:pt x="11850" y="2578"/>
                  </a:cubicBezTo>
                  <a:lnTo>
                    <a:pt x="10578" y="2578"/>
                  </a:lnTo>
                  <a:lnTo>
                    <a:pt x="10578" y="2112"/>
                  </a:lnTo>
                  <a:close/>
                  <a:moveTo>
                    <a:pt x="5584" y="9805"/>
                  </a:moveTo>
                  <a:lnTo>
                    <a:pt x="5584" y="10332"/>
                  </a:lnTo>
                  <a:lnTo>
                    <a:pt x="621" y="10332"/>
                  </a:lnTo>
                  <a:cubicBezTo>
                    <a:pt x="528" y="10332"/>
                    <a:pt x="435" y="10239"/>
                    <a:pt x="435" y="10115"/>
                  </a:cubicBezTo>
                  <a:lnTo>
                    <a:pt x="435" y="9805"/>
                  </a:lnTo>
                  <a:close/>
                  <a:moveTo>
                    <a:pt x="7973" y="9805"/>
                  </a:moveTo>
                  <a:lnTo>
                    <a:pt x="7973" y="10332"/>
                  </a:lnTo>
                  <a:lnTo>
                    <a:pt x="5987" y="10332"/>
                  </a:lnTo>
                  <a:lnTo>
                    <a:pt x="5987" y="9805"/>
                  </a:lnTo>
                  <a:close/>
                  <a:moveTo>
                    <a:pt x="3856" y="0"/>
                  </a:moveTo>
                  <a:cubicBezTo>
                    <a:pt x="3603" y="0"/>
                    <a:pt x="3415" y="207"/>
                    <a:pt x="3444" y="468"/>
                  </a:cubicBezTo>
                  <a:lnTo>
                    <a:pt x="3444" y="1709"/>
                  </a:lnTo>
                  <a:lnTo>
                    <a:pt x="1583" y="1709"/>
                  </a:lnTo>
                  <a:cubicBezTo>
                    <a:pt x="1210" y="1709"/>
                    <a:pt x="869" y="2019"/>
                    <a:pt x="869" y="2422"/>
                  </a:cubicBezTo>
                  <a:lnTo>
                    <a:pt x="869" y="3353"/>
                  </a:lnTo>
                  <a:cubicBezTo>
                    <a:pt x="869" y="3477"/>
                    <a:pt x="978" y="3539"/>
                    <a:pt x="1086" y="3539"/>
                  </a:cubicBezTo>
                  <a:cubicBezTo>
                    <a:pt x="1195" y="3539"/>
                    <a:pt x="1303" y="3477"/>
                    <a:pt x="1303" y="3353"/>
                  </a:cubicBezTo>
                  <a:lnTo>
                    <a:pt x="1303" y="2422"/>
                  </a:lnTo>
                  <a:cubicBezTo>
                    <a:pt x="1272" y="2236"/>
                    <a:pt x="1428" y="2112"/>
                    <a:pt x="1583" y="2112"/>
                  </a:cubicBezTo>
                  <a:lnTo>
                    <a:pt x="3444" y="2112"/>
                  </a:lnTo>
                  <a:lnTo>
                    <a:pt x="3444" y="2578"/>
                  </a:lnTo>
                  <a:lnTo>
                    <a:pt x="2172" y="2578"/>
                  </a:lnTo>
                  <a:cubicBezTo>
                    <a:pt x="1955" y="2578"/>
                    <a:pt x="1738" y="2764"/>
                    <a:pt x="1738" y="3012"/>
                  </a:cubicBezTo>
                  <a:lnTo>
                    <a:pt x="1738" y="9402"/>
                  </a:lnTo>
                  <a:lnTo>
                    <a:pt x="1303" y="9402"/>
                  </a:lnTo>
                  <a:lnTo>
                    <a:pt x="1303" y="4160"/>
                  </a:lnTo>
                  <a:cubicBezTo>
                    <a:pt x="1303" y="4020"/>
                    <a:pt x="1195" y="3950"/>
                    <a:pt x="1086" y="3950"/>
                  </a:cubicBezTo>
                  <a:cubicBezTo>
                    <a:pt x="978" y="3950"/>
                    <a:pt x="869" y="4020"/>
                    <a:pt x="869" y="4160"/>
                  </a:cubicBezTo>
                  <a:lnTo>
                    <a:pt x="869" y="9402"/>
                  </a:lnTo>
                  <a:lnTo>
                    <a:pt x="404" y="9402"/>
                  </a:lnTo>
                  <a:cubicBezTo>
                    <a:pt x="187" y="9402"/>
                    <a:pt x="1" y="9557"/>
                    <a:pt x="1" y="9774"/>
                  </a:cubicBezTo>
                  <a:lnTo>
                    <a:pt x="1" y="10146"/>
                  </a:lnTo>
                  <a:cubicBezTo>
                    <a:pt x="1" y="10456"/>
                    <a:pt x="280" y="10736"/>
                    <a:pt x="621" y="10736"/>
                  </a:cubicBezTo>
                  <a:lnTo>
                    <a:pt x="11571" y="10736"/>
                  </a:lnTo>
                  <a:cubicBezTo>
                    <a:pt x="11695" y="10736"/>
                    <a:pt x="11788" y="10643"/>
                    <a:pt x="11788" y="10518"/>
                  </a:cubicBezTo>
                  <a:cubicBezTo>
                    <a:pt x="11788" y="10425"/>
                    <a:pt x="11695" y="10332"/>
                    <a:pt x="11571" y="10332"/>
                  </a:cubicBezTo>
                  <a:lnTo>
                    <a:pt x="8376" y="10332"/>
                  </a:lnTo>
                  <a:lnTo>
                    <a:pt x="8376" y="9805"/>
                  </a:lnTo>
                  <a:lnTo>
                    <a:pt x="13556" y="9805"/>
                  </a:lnTo>
                  <a:lnTo>
                    <a:pt x="13556" y="10115"/>
                  </a:lnTo>
                  <a:cubicBezTo>
                    <a:pt x="13556" y="10239"/>
                    <a:pt x="13463" y="10332"/>
                    <a:pt x="13370" y="10332"/>
                  </a:cubicBezTo>
                  <a:lnTo>
                    <a:pt x="12408" y="10332"/>
                  </a:lnTo>
                  <a:cubicBezTo>
                    <a:pt x="12284" y="10332"/>
                    <a:pt x="12191" y="10425"/>
                    <a:pt x="12191" y="10518"/>
                  </a:cubicBezTo>
                  <a:cubicBezTo>
                    <a:pt x="12191" y="10643"/>
                    <a:pt x="12284" y="10736"/>
                    <a:pt x="12408" y="10736"/>
                  </a:cubicBezTo>
                  <a:lnTo>
                    <a:pt x="13370" y="10736"/>
                  </a:lnTo>
                  <a:cubicBezTo>
                    <a:pt x="13711" y="10736"/>
                    <a:pt x="13990" y="10456"/>
                    <a:pt x="13990" y="10115"/>
                  </a:cubicBezTo>
                  <a:lnTo>
                    <a:pt x="13990" y="9774"/>
                  </a:lnTo>
                  <a:cubicBezTo>
                    <a:pt x="13990" y="9557"/>
                    <a:pt x="13804" y="9402"/>
                    <a:pt x="13618" y="9402"/>
                  </a:cubicBezTo>
                  <a:lnTo>
                    <a:pt x="13122" y="9402"/>
                  </a:lnTo>
                  <a:lnTo>
                    <a:pt x="13122" y="2422"/>
                  </a:lnTo>
                  <a:cubicBezTo>
                    <a:pt x="13122" y="2019"/>
                    <a:pt x="12812" y="1709"/>
                    <a:pt x="12439" y="1709"/>
                  </a:cubicBezTo>
                  <a:lnTo>
                    <a:pt x="10578" y="1709"/>
                  </a:lnTo>
                  <a:lnTo>
                    <a:pt x="10578" y="468"/>
                  </a:lnTo>
                  <a:cubicBezTo>
                    <a:pt x="10607" y="207"/>
                    <a:pt x="10419" y="0"/>
                    <a:pt x="10166" y="0"/>
                  </a:cubicBezTo>
                  <a:cubicBezTo>
                    <a:pt x="10148" y="0"/>
                    <a:pt x="10131" y="1"/>
                    <a:pt x="10113" y="3"/>
                  </a:cubicBezTo>
                  <a:lnTo>
                    <a:pt x="3909" y="3"/>
                  </a:lnTo>
                  <a:cubicBezTo>
                    <a:pt x="3891" y="1"/>
                    <a:pt x="3874" y="0"/>
                    <a:pt x="3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87"/>
            <p:cNvSpPr/>
            <p:nvPr/>
          </p:nvSpPr>
          <p:spPr>
            <a:xfrm>
              <a:off x="2555675" y="2562075"/>
              <a:ext cx="31825" cy="31825"/>
            </a:xfrm>
            <a:custGeom>
              <a:rect b="b" l="l" r="r" t="t"/>
              <a:pathLst>
                <a:path extrusionOk="0" h="1273" w="1273">
                  <a:moveTo>
                    <a:pt x="869" y="404"/>
                  </a:moveTo>
                  <a:lnTo>
                    <a:pt x="869" y="838"/>
                  </a:lnTo>
                  <a:lnTo>
                    <a:pt x="435" y="838"/>
                  </a:lnTo>
                  <a:lnTo>
                    <a:pt x="435" y="404"/>
                  </a:lnTo>
                  <a:close/>
                  <a:moveTo>
                    <a:pt x="373" y="1"/>
                  </a:moveTo>
                  <a:cubicBezTo>
                    <a:pt x="187" y="1"/>
                    <a:pt x="0" y="156"/>
                    <a:pt x="0" y="342"/>
                  </a:cubicBezTo>
                  <a:lnTo>
                    <a:pt x="0" y="900"/>
                  </a:lnTo>
                  <a:cubicBezTo>
                    <a:pt x="0" y="1086"/>
                    <a:pt x="156" y="1272"/>
                    <a:pt x="373" y="1272"/>
                  </a:cubicBezTo>
                  <a:lnTo>
                    <a:pt x="931" y="1272"/>
                  </a:lnTo>
                  <a:cubicBezTo>
                    <a:pt x="1117" y="1272"/>
                    <a:pt x="1272" y="1086"/>
                    <a:pt x="1272" y="900"/>
                  </a:cubicBezTo>
                  <a:lnTo>
                    <a:pt x="1272" y="342"/>
                  </a:lnTo>
                  <a:cubicBezTo>
                    <a:pt x="1272" y="156"/>
                    <a:pt x="1117" y="1"/>
                    <a:pt x="9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87"/>
            <p:cNvSpPr/>
            <p:nvPr/>
          </p:nvSpPr>
          <p:spPr>
            <a:xfrm>
              <a:off x="2555675" y="2613950"/>
              <a:ext cx="31825" cy="31900"/>
            </a:xfrm>
            <a:custGeom>
              <a:rect b="b" l="l" r="r" t="t"/>
              <a:pathLst>
                <a:path extrusionOk="0" h="1276" w="1273">
                  <a:moveTo>
                    <a:pt x="869" y="407"/>
                  </a:moveTo>
                  <a:lnTo>
                    <a:pt x="869" y="842"/>
                  </a:lnTo>
                  <a:lnTo>
                    <a:pt x="435" y="842"/>
                  </a:lnTo>
                  <a:lnTo>
                    <a:pt x="435" y="407"/>
                  </a:lnTo>
                  <a:close/>
                  <a:moveTo>
                    <a:pt x="972" y="1"/>
                  </a:moveTo>
                  <a:cubicBezTo>
                    <a:pt x="958" y="1"/>
                    <a:pt x="945" y="2"/>
                    <a:pt x="931" y="4"/>
                  </a:cubicBezTo>
                  <a:lnTo>
                    <a:pt x="373" y="4"/>
                  </a:lnTo>
                  <a:cubicBezTo>
                    <a:pt x="156" y="4"/>
                    <a:pt x="0" y="159"/>
                    <a:pt x="0" y="345"/>
                  </a:cubicBezTo>
                  <a:lnTo>
                    <a:pt x="0" y="904"/>
                  </a:lnTo>
                  <a:cubicBezTo>
                    <a:pt x="0" y="1090"/>
                    <a:pt x="156" y="1276"/>
                    <a:pt x="373" y="1276"/>
                  </a:cubicBezTo>
                  <a:lnTo>
                    <a:pt x="931" y="1276"/>
                  </a:lnTo>
                  <a:cubicBezTo>
                    <a:pt x="1117" y="1245"/>
                    <a:pt x="1272" y="1090"/>
                    <a:pt x="1272" y="904"/>
                  </a:cubicBezTo>
                  <a:lnTo>
                    <a:pt x="1272" y="345"/>
                  </a:lnTo>
                  <a:cubicBezTo>
                    <a:pt x="1272" y="173"/>
                    <a:pt x="1139" y="1"/>
                    <a:pt x="9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87"/>
            <p:cNvSpPr/>
            <p:nvPr/>
          </p:nvSpPr>
          <p:spPr>
            <a:xfrm>
              <a:off x="2555675" y="2665225"/>
              <a:ext cx="31825" cy="31825"/>
            </a:xfrm>
            <a:custGeom>
              <a:rect b="b" l="l" r="r" t="t"/>
              <a:pathLst>
                <a:path extrusionOk="0" h="1273" w="1273">
                  <a:moveTo>
                    <a:pt x="869" y="435"/>
                  </a:moveTo>
                  <a:lnTo>
                    <a:pt x="869" y="869"/>
                  </a:lnTo>
                  <a:lnTo>
                    <a:pt x="435" y="869"/>
                  </a:lnTo>
                  <a:lnTo>
                    <a:pt x="435" y="435"/>
                  </a:lnTo>
                  <a:close/>
                  <a:moveTo>
                    <a:pt x="373" y="0"/>
                  </a:moveTo>
                  <a:cubicBezTo>
                    <a:pt x="156" y="0"/>
                    <a:pt x="0" y="186"/>
                    <a:pt x="0" y="372"/>
                  </a:cubicBezTo>
                  <a:lnTo>
                    <a:pt x="0" y="931"/>
                  </a:lnTo>
                  <a:cubicBezTo>
                    <a:pt x="0" y="1117"/>
                    <a:pt x="187" y="1272"/>
                    <a:pt x="373" y="1272"/>
                  </a:cubicBezTo>
                  <a:lnTo>
                    <a:pt x="931" y="1272"/>
                  </a:lnTo>
                  <a:cubicBezTo>
                    <a:pt x="1117" y="1272"/>
                    <a:pt x="1272" y="1117"/>
                    <a:pt x="1272" y="931"/>
                  </a:cubicBezTo>
                  <a:lnTo>
                    <a:pt x="1272" y="372"/>
                  </a:lnTo>
                  <a:cubicBezTo>
                    <a:pt x="1272" y="186"/>
                    <a:pt x="1117" y="0"/>
                    <a:pt x="9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87"/>
            <p:cNvSpPr/>
            <p:nvPr/>
          </p:nvSpPr>
          <p:spPr>
            <a:xfrm>
              <a:off x="2555675" y="2717175"/>
              <a:ext cx="31825" cy="31825"/>
            </a:xfrm>
            <a:custGeom>
              <a:rect b="b" l="l" r="r" t="t"/>
              <a:pathLst>
                <a:path extrusionOk="0" h="1273" w="1273">
                  <a:moveTo>
                    <a:pt x="869" y="435"/>
                  </a:moveTo>
                  <a:lnTo>
                    <a:pt x="869" y="869"/>
                  </a:lnTo>
                  <a:lnTo>
                    <a:pt x="435" y="869"/>
                  </a:lnTo>
                  <a:lnTo>
                    <a:pt x="435" y="435"/>
                  </a:lnTo>
                  <a:close/>
                  <a:moveTo>
                    <a:pt x="373" y="1"/>
                  </a:moveTo>
                  <a:cubicBezTo>
                    <a:pt x="156" y="1"/>
                    <a:pt x="0" y="156"/>
                    <a:pt x="0" y="373"/>
                  </a:cubicBezTo>
                  <a:lnTo>
                    <a:pt x="0" y="931"/>
                  </a:lnTo>
                  <a:cubicBezTo>
                    <a:pt x="0" y="1117"/>
                    <a:pt x="156" y="1272"/>
                    <a:pt x="373" y="1272"/>
                  </a:cubicBezTo>
                  <a:lnTo>
                    <a:pt x="931" y="1272"/>
                  </a:lnTo>
                  <a:cubicBezTo>
                    <a:pt x="1117" y="1272"/>
                    <a:pt x="1272" y="1117"/>
                    <a:pt x="1272" y="931"/>
                  </a:cubicBezTo>
                  <a:lnTo>
                    <a:pt x="1272" y="373"/>
                  </a:lnTo>
                  <a:cubicBezTo>
                    <a:pt x="1272" y="187"/>
                    <a:pt x="1117" y="1"/>
                    <a:pt x="9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1" name="Google Shape;12991;p87"/>
            <p:cNvSpPr/>
            <p:nvPr/>
          </p:nvSpPr>
          <p:spPr>
            <a:xfrm>
              <a:off x="2596325" y="2563375"/>
              <a:ext cx="87325" cy="10475"/>
            </a:xfrm>
            <a:custGeom>
              <a:rect b="b" l="l" r="r" t="t"/>
              <a:pathLst>
                <a:path extrusionOk="0" h="419" w="3493">
                  <a:moveTo>
                    <a:pt x="183" y="0"/>
                  </a:moveTo>
                  <a:cubicBezTo>
                    <a:pt x="0" y="0"/>
                    <a:pt x="5" y="419"/>
                    <a:pt x="198" y="419"/>
                  </a:cubicBezTo>
                  <a:cubicBezTo>
                    <a:pt x="210" y="419"/>
                    <a:pt x="223" y="417"/>
                    <a:pt x="236" y="414"/>
                  </a:cubicBezTo>
                  <a:lnTo>
                    <a:pt x="3338" y="414"/>
                  </a:lnTo>
                  <a:cubicBezTo>
                    <a:pt x="3493" y="321"/>
                    <a:pt x="3493" y="73"/>
                    <a:pt x="3338" y="11"/>
                  </a:cubicBezTo>
                  <a:lnTo>
                    <a:pt x="236" y="11"/>
                  </a:lnTo>
                  <a:cubicBezTo>
                    <a:pt x="216" y="4"/>
                    <a:pt x="199"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87"/>
            <p:cNvSpPr/>
            <p:nvPr/>
          </p:nvSpPr>
          <p:spPr>
            <a:xfrm>
              <a:off x="2595225" y="2583025"/>
              <a:ext cx="33375" cy="10875"/>
            </a:xfrm>
            <a:custGeom>
              <a:rect b="b" l="l" r="r" t="t"/>
              <a:pathLst>
                <a:path extrusionOk="0" h="435" w="1335">
                  <a:moveTo>
                    <a:pt x="280" y="0"/>
                  </a:moveTo>
                  <a:cubicBezTo>
                    <a:pt x="0" y="0"/>
                    <a:pt x="0" y="434"/>
                    <a:pt x="280" y="434"/>
                  </a:cubicBezTo>
                  <a:lnTo>
                    <a:pt x="1055" y="434"/>
                  </a:lnTo>
                  <a:cubicBezTo>
                    <a:pt x="1334" y="434"/>
                    <a:pt x="1334" y="0"/>
                    <a:pt x="10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87"/>
            <p:cNvSpPr/>
            <p:nvPr/>
          </p:nvSpPr>
          <p:spPr>
            <a:xfrm>
              <a:off x="2595225" y="2614825"/>
              <a:ext cx="90750" cy="10100"/>
            </a:xfrm>
            <a:custGeom>
              <a:rect b="b" l="l" r="r" t="t"/>
              <a:pathLst>
                <a:path extrusionOk="0" h="404" w="3630">
                  <a:moveTo>
                    <a:pt x="280" y="0"/>
                  </a:moveTo>
                  <a:cubicBezTo>
                    <a:pt x="0" y="0"/>
                    <a:pt x="0" y="403"/>
                    <a:pt x="280" y="403"/>
                  </a:cubicBezTo>
                  <a:lnTo>
                    <a:pt x="3382" y="403"/>
                  </a:lnTo>
                  <a:cubicBezTo>
                    <a:pt x="3630" y="403"/>
                    <a:pt x="3630"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87"/>
            <p:cNvSpPr/>
            <p:nvPr/>
          </p:nvSpPr>
          <p:spPr>
            <a:xfrm>
              <a:off x="2596775" y="2634200"/>
              <a:ext cx="30275" cy="10100"/>
            </a:xfrm>
            <a:custGeom>
              <a:rect b="b" l="l" r="r" t="t"/>
              <a:pathLst>
                <a:path extrusionOk="0" h="404" w="1211">
                  <a:moveTo>
                    <a:pt x="218" y="0"/>
                  </a:moveTo>
                  <a:cubicBezTo>
                    <a:pt x="94" y="0"/>
                    <a:pt x="0" y="94"/>
                    <a:pt x="0" y="218"/>
                  </a:cubicBezTo>
                  <a:cubicBezTo>
                    <a:pt x="0" y="311"/>
                    <a:pt x="94" y="404"/>
                    <a:pt x="218" y="404"/>
                  </a:cubicBezTo>
                  <a:lnTo>
                    <a:pt x="993" y="404"/>
                  </a:lnTo>
                  <a:cubicBezTo>
                    <a:pt x="1117" y="404"/>
                    <a:pt x="1210" y="311"/>
                    <a:pt x="1210" y="218"/>
                  </a:cubicBezTo>
                  <a:cubicBezTo>
                    <a:pt x="1210" y="94"/>
                    <a:pt x="1117" y="0"/>
                    <a:pt x="9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87"/>
            <p:cNvSpPr/>
            <p:nvPr/>
          </p:nvSpPr>
          <p:spPr>
            <a:xfrm>
              <a:off x="2596450" y="2666500"/>
              <a:ext cx="87200" cy="9875"/>
            </a:xfrm>
            <a:custGeom>
              <a:rect b="b" l="l" r="r" t="t"/>
              <a:pathLst>
                <a:path extrusionOk="0" h="395" w="3488">
                  <a:moveTo>
                    <a:pt x="177" y="1"/>
                  </a:moveTo>
                  <a:cubicBezTo>
                    <a:pt x="0" y="1"/>
                    <a:pt x="0" y="394"/>
                    <a:pt x="177" y="394"/>
                  </a:cubicBezTo>
                  <a:cubicBezTo>
                    <a:pt x="194" y="394"/>
                    <a:pt x="211" y="391"/>
                    <a:pt x="231" y="384"/>
                  </a:cubicBezTo>
                  <a:lnTo>
                    <a:pt x="3333" y="384"/>
                  </a:lnTo>
                  <a:cubicBezTo>
                    <a:pt x="3488" y="321"/>
                    <a:pt x="3488" y="73"/>
                    <a:pt x="3333" y="11"/>
                  </a:cubicBezTo>
                  <a:lnTo>
                    <a:pt x="231" y="11"/>
                  </a:lnTo>
                  <a:cubicBezTo>
                    <a:pt x="211" y="4"/>
                    <a:pt x="194"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87"/>
            <p:cNvSpPr/>
            <p:nvPr/>
          </p:nvSpPr>
          <p:spPr>
            <a:xfrm>
              <a:off x="2595225" y="2686150"/>
              <a:ext cx="33375" cy="10125"/>
            </a:xfrm>
            <a:custGeom>
              <a:rect b="b" l="l" r="r" t="t"/>
              <a:pathLst>
                <a:path extrusionOk="0" h="405" w="1335">
                  <a:moveTo>
                    <a:pt x="280" y="1"/>
                  </a:moveTo>
                  <a:cubicBezTo>
                    <a:pt x="0" y="1"/>
                    <a:pt x="0" y="404"/>
                    <a:pt x="280" y="404"/>
                  </a:cubicBezTo>
                  <a:lnTo>
                    <a:pt x="1055" y="404"/>
                  </a:lnTo>
                  <a:cubicBezTo>
                    <a:pt x="1334" y="404"/>
                    <a:pt x="1334" y="1"/>
                    <a:pt x="10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87"/>
            <p:cNvSpPr/>
            <p:nvPr/>
          </p:nvSpPr>
          <p:spPr>
            <a:xfrm>
              <a:off x="2596775" y="2718725"/>
              <a:ext cx="87650" cy="10100"/>
            </a:xfrm>
            <a:custGeom>
              <a:rect b="b" l="l" r="r" t="t"/>
              <a:pathLst>
                <a:path extrusionOk="0" h="404" w="3506">
                  <a:moveTo>
                    <a:pt x="218" y="1"/>
                  </a:moveTo>
                  <a:cubicBezTo>
                    <a:pt x="94" y="1"/>
                    <a:pt x="0" y="94"/>
                    <a:pt x="0" y="218"/>
                  </a:cubicBezTo>
                  <a:cubicBezTo>
                    <a:pt x="0" y="311"/>
                    <a:pt x="94" y="404"/>
                    <a:pt x="218" y="404"/>
                  </a:cubicBezTo>
                  <a:lnTo>
                    <a:pt x="3320" y="404"/>
                  </a:lnTo>
                  <a:cubicBezTo>
                    <a:pt x="3413" y="404"/>
                    <a:pt x="3506" y="311"/>
                    <a:pt x="3506" y="218"/>
                  </a:cubicBezTo>
                  <a:cubicBezTo>
                    <a:pt x="3506" y="94"/>
                    <a:pt x="3413" y="1"/>
                    <a:pt x="33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87"/>
            <p:cNvSpPr/>
            <p:nvPr/>
          </p:nvSpPr>
          <p:spPr>
            <a:xfrm>
              <a:off x="2597550" y="2738125"/>
              <a:ext cx="29500" cy="10100"/>
            </a:xfrm>
            <a:custGeom>
              <a:rect b="b" l="l" r="r" t="t"/>
              <a:pathLst>
                <a:path extrusionOk="0" h="404" w="1180">
                  <a:moveTo>
                    <a:pt x="187" y="0"/>
                  </a:moveTo>
                  <a:cubicBezTo>
                    <a:pt x="94" y="0"/>
                    <a:pt x="1" y="93"/>
                    <a:pt x="1" y="217"/>
                  </a:cubicBezTo>
                  <a:cubicBezTo>
                    <a:pt x="1" y="310"/>
                    <a:pt x="94" y="403"/>
                    <a:pt x="187" y="403"/>
                  </a:cubicBezTo>
                  <a:lnTo>
                    <a:pt x="962" y="403"/>
                  </a:lnTo>
                  <a:cubicBezTo>
                    <a:pt x="1086" y="403"/>
                    <a:pt x="1179" y="310"/>
                    <a:pt x="1179" y="217"/>
                  </a:cubicBezTo>
                  <a:cubicBezTo>
                    <a:pt x="1179" y="93"/>
                    <a:pt x="1086" y="0"/>
                    <a:pt x="9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9" name="Google Shape;12999;p87"/>
          <p:cNvGrpSpPr/>
          <p:nvPr/>
        </p:nvGrpSpPr>
        <p:grpSpPr>
          <a:xfrm>
            <a:off x="4725464" y="1769449"/>
            <a:ext cx="349000" cy="297800"/>
            <a:chOff x="1680925" y="2517875"/>
            <a:chExt cx="349000" cy="297800"/>
          </a:xfrm>
        </p:grpSpPr>
        <p:sp>
          <p:nvSpPr>
            <p:cNvPr id="13000" name="Google Shape;13000;p87"/>
            <p:cNvSpPr/>
            <p:nvPr/>
          </p:nvSpPr>
          <p:spPr>
            <a:xfrm>
              <a:off x="1946525" y="2568275"/>
              <a:ext cx="11275" cy="7900"/>
            </a:xfrm>
            <a:custGeom>
              <a:rect b="b" l="l" r="r" t="t"/>
              <a:pathLst>
                <a:path extrusionOk="0" h="316" w="451">
                  <a:moveTo>
                    <a:pt x="264" y="1"/>
                  </a:moveTo>
                  <a:cubicBezTo>
                    <a:pt x="1" y="1"/>
                    <a:pt x="256" y="316"/>
                    <a:pt x="385" y="316"/>
                  </a:cubicBezTo>
                  <a:cubicBezTo>
                    <a:pt x="423" y="316"/>
                    <a:pt x="451" y="288"/>
                    <a:pt x="451" y="218"/>
                  </a:cubicBezTo>
                  <a:cubicBezTo>
                    <a:pt x="451" y="94"/>
                    <a:pt x="358" y="1"/>
                    <a:pt x="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87"/>
            <p:cNvSpPr/>
            <p:nvPr/>
          </p:nvSpPr>
          <p:spPr>
            <a:xfrm>
              <a:off x="1967075" y="2568275"/>
              <a:ext cx="11675" cy="10125"/>
            </a:xfrm>
            <a:custGeom>
              <a:rect b="b" l="l" r="r" t="t"/>
              <a:pathLst>
                <a:path extrusionOk="0" h="405" w="467">
                  <a:moveTo>
                    <a:pt x="280" y="1"/>
                  </a:moveTo>
                  <a:cubicBezTo>
                    <a:pt x="1" y="1"/>
                    <a:pt x="1" y="404"/>
                    <a:pt x="280" y="404"/>
                  </a:cubicBezTo>
                  <a:cubicBezTo>
                    <a:pt x="373" y="404"/>
                    <a:pt x="466" y="311"/>
                    <a:pt x="466" y="218"/>
                  </a:cubicBezTo>
                  <a:cubicBezTo>
                    <a:pt x="466" y="94"/>
                    <a:pt x="373" y="1"/>
                    <a:pt x="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87"/>
            <p:cNvSpPr/>
            <p:nvPr/>
          </p:nvSpPr>
          <p:spPr>
            <a:xfrm>
              <a:off x="1989000" y="2568275"/>
              <a:ext cx="11450" cy="7900"/>
            </a:xfrm>
            <a:custGeom>
              <a:rect b="b" l="l" r="r" t="t"/>
              <a:pathLst>
                <a:path extrusionOk="0" h="316" w="458">
                  <a:moveTo>
                    <a:pt x="240" y="1"/>
                  </a:moveTo>
                  <a:cubicBezTo>
                    <a:pt x="1" y="1"/>
                    <a:pt x="261" y="316"/>
                    <a:pt x="392" y="316"/>
                  </a:cubicBezTo>
                  <a:cubicBezTo>
                    <a:pt x="430" y="316"/>
                    <a:pt x="458" y="288"/>
                    <a:pt x="458" y="218"/>
                  </a:cubicBezTo>
                  <a:cubicBezTo>
                    <a:pt x="458" y="94"/>
                    <a:pt x="365" y="1"/>
                    <a:pt x="2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87"/>
            <p:cNvSpPr/>
            <p:nvPr/>
          </p:nvSpPr>
          <p:spPr>
            <a:xfrm>
              <a:off x="1680925" y="2517875"/>
              <a:ext cx="349000" cy="297800"/>
            </a:xfrm>
            <a:custGeom>
              <a:rect b="b" l="l" r="r" t="t"/>
              <a:pathLst>
                <a:path extrusionOk="0" h="11912" w="13960">
                  <a:moveTo>
                    <a:pt x="4592" y="404"/>
                  </a:moveTo>
                  <a:cubicBezTo>
                    <a:pt x="4747" y="404"/>
                    <a:pt x="4871" y="528"/>
                    <a:pt x="4871" y="683"/>
                  </a:cubicBezTo>
                  <a:lnTo>
                    <a:pt x="4871" y="1179"/>
                  </a:lnTo>
                  <a:lnTo>
                    <a:pt x="435" y="1179"/>
                  </a:lnTo>
                  <a:lnTo>
                    <a:pt x="435" y="683"/>
                  </a:lnTo>
                  <a:cubicBezTo>
                    <a:pt x="435" y="528"/>
                    <a:pt x="559" y="404"/>
                    <a:pt x="714" y="404"/>
                  </a:cubicBezTo>
                  <a:close/>
                  <a:moveTo>
                    <a:pt x="13587" y="3258"/>
                  </a:moveTo>
                  <a:lnTo>
                    <a:pt x="13587" y="11478"/>
                  </a:lnTo>
                  <a:lnTo>
                    <a:pt x="7197" y="11478"/>
                  </a:lnTo>
                  <a:lnTo>
                    <a:pt x="7197" y="3258"/>
                  </a:lnTo>
                  <a:close/>
                  <a:moveTo>
                    <a:pt x="714" y="1"/>
                  </a:moveTo>
                  <a:cubicBezTo>
                    <a:pt x="311" y="1"/>
                    <a:pt x="32" y="280"/>
                    <a:pt x="32" y="683"/>
                  </a:cubicBezTo>
                  <a:lnTo>
                    <a:pt x="32" y="11478"/>
                  </a:lnTo>
                  <a:cubicBezTo>
                    <a:pt x="1" y="11726"/>
                    <a:pt x="187" y="11912"/>
                    <a:pt x="435" y="11912"/>
                  </a:cubicBezTo>
                  <a:lnTo>
                    <a:pt x="3754" y="11912"/>
                  </a:lnTo>
                  <a:cubicBezTo>
                    <a:pt x="3847" y="11912"/>
                    <a:pt x="3940" y="11819"/>
                    <a:pt x="3940" y="11726"/>
                  </a:cubicBezTo>
                  <a:cubicBezTo>
                    <a:pt x="3940" y="11602"/>
                    <a:pt x="3847" y="11509"/>
                    <a:pt x="3754" y="11509"/>
                  </a:cubicBezTo>
                  <a:lnTo>
                    <a:pt x="435" y="11509"/>
                  </a:lnTo>
                  <a:lnTo>
                    <a:pt x="435" y="3258"/>
                  </a:lnTo>
                  <a:lnTo>
                    <a:pt x="6794" y="3258"/>
                  </a:lnTo>
                  <a:lnTo>
                    <a:pt x="6794" y="11478"/>
                  </a:lnTo>
                  <a:lnTo>
                    <a:pt x="4561" y="11478"/>
                  </a:lnTo>
                  <a:cubicBezTo>
                    <a:pt x="4436" y="11478"/>
                    <a:pt x="4343" y="11571"/>
                    <a:pt x="4343" y="11695"/>
                  </a:cubicBezTo>
                  <a:cubicBezTo>
                    <a:pt x="4312" y="11819"/>
                    <a:pt x="4436" y="11912"/>
                    <a:pt x="4561" y="11912"/>
                  </a:cubicBezTo>
                  <a:lnTo>
                    <a:pt x="13556" y="11912"/>
                  </a:lnTo>
                  <a:cubicBezTo>
                    <a:pt x="13773" y="11912"/>
                    <a:pt x="13959" y="11726"/>
                    <a:pt x="13959" y="11509"/>
                  </a:cubicBezTo>
                  <a:lnTo>
                    <a:pt x="13959" y="1583"/>
                  </a:lnTo>
                  <a:cubicBezTo>
                    <a:pt x="13959" y="1365"/>
                    <a:pt x="13773" y="1179"/>
                    <a:pt x="13556" y="1179"/>
                  </a:cubicBezTo>
                  <a:lnTo>
                    <a:pt x="9275" y="1179"/>
                  </a:lnTo>
                  <a:cubicBezTo>
                    <a:pt x="9267" y="1178"/>
                    <a:pt x="9260" y="1178"/>
                    <a:pt x="9252" y="1178"/>
                  </a:cubicBezTo>
                  <a:cubicBezTo>
                    <a:pt x="9035" y="1178"/>
                    <a:pt x="9035" y="1584"/>
                    <a:pt x="9252" y="1584"/>
                  </a:cubicBezTo>
                  <a:cubicBezTo>
                    <a:pt x="9260" y="1584"/>
                    <a:pt x="9267" y="1584"/>
                    <a:pt x="9275" y="1583"/>
                  </a:cubicBezTo>
                  <a:lnTo>
                    <a:pt x="13556" y="1583"/>
                  </a:lnTo>
                  <a:lnTo>
                    <a:pt x="13556" y="2854"/>
                  </a:lnTo>
                  <a:lnTo>
                    <a:pt x="435" y="2854"/>
                  </a:lnTo>
                  <a:lnTo>
                    <a:pt x="435" y="1583"/>
                  </a:lnTo>
                  <a:lnTo>
                    <a:pt x="8438" y="1583"/>
                  </a:lnTo>
                  <a:cubicBezTo>
                    <a:pt x="8446" y="1584"/>
                    <a:pt x="8454" y="1584"/>
                    <a:pt x="8461" y="1584"/>
                  </a:cubicBezTo>
                  <a:cubicBezTo>
                    <a:pt x="8678" y="1584"/>
                    <a:pt x="8678" y="1178"/>
                    <a:pt x="8461" y="1178"/>
                  </a:cubicBezTo>
                  <a:cubicBezTo>
                    <a:pt x="8454" y="1178"/>
                    <a:pt x="8446" y="1178"/>
                    <a:pt x="8438" y="1179"/>
                  </a:cubicBezTo>
                  <a:lnTo>
                    <a:pt x="5274" y="1179"/>
                  </a:lnTo>
                  <a:lnTo>
                    <a:pt x="5274" y="683"/>
                  </a:lnTo>
                  <a:cubicBezTo>
                    <a:pt x="5274" y="280"/>
                    <a:pt x="4964" y="1"/>
                    <a:pt x="45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87"/>
            <p:cNvSpPr/>
            <p:nvPr/>
          </p:nvSpPr>
          <p:spPr>
            <a:xfrm>
              <a:off x="1708850" y="2623350"/>
              <a:ext cx="124875" cy="32600"/>
            </a:xfrm>
            <a:custGeom>
              <a:rect b="b" l="l" r="r" t="t"/>
              <a:pathLst>
                <a:path extrusionOk="0" h="1304" w="4995">
                  <a:moveTo>
                    <a:pt x="4149" y="433"/>
                  </a:moveTo>
                  <a:cubicBezTo>
                    <a:pt x="4397" y="433"/>
                    <a:pt x="4397" y="901"/>
                    <a:pt x="4149" y="901"/>
                  </a:cubicBezTo>
                  <a:cubicBezTo>
                    <a:pt x="4142" y="901"/>
                    <a:pt x="4134" y="901"/>
                    <a:pt x="4126" y="900"/>
                  </a:cubicBezTo>
                  <a:lnTo>
                    <a:pt x="838" y="900"/>
                  </a:lnTo>
                  <a:cubicBezTo>
                    <a:pt x="559" y="838"/>
                    <a:pt x="559" y="466"/>
                    <a:pt x="838" y="434"/>
                  </a:cubicBezTo>
                  <a:lnTo>
                    <a:pt x="4126" y="434"/>
                  </a:lnTo>
                  <a:cubicBezTo>
                    <a:pt x="4134" y="434"/>
                    <a:pt x="4142" y="433"/>
                    <a:pt x="4149" y="433"/>
                  </a:cubicBezTo>
                  <a:close/>
                  <a:moveTo>
                    <a:pt x="838" y="0"/>
                  </a:moveTo>
                  <a:cubicBezTo>
                    <a:pt x="0" y="0"/>
                    <a:pt x="0" y="1303"/>
                    <a:pt x="838" y="1303"/>
                  </a:cubicBezTo>
                  <a:lnTo>
                    <a:pt x="4126" y="1303"/>
                  </a:lnTo>
                  <a:cubicBezTo>
                    <a:pt x="4994" y="1303"/>
                    <a:pt x="4994" y="0"/>
                    <a:pt x="4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87"/>
            <p:cNvSpPr/>
            <p:nvPr/>
          </p:nvSpPr>
          <p:spPr>
            <a:xfrm>
              <a:off x="1715825" y="2670650"/>
              <a:ext cx="111700" cy="10100"/>
            </a:xfrm>
            <a:custGeom>
              <a:rect b="b" l="l" r="r" t="t"/>
              <a:pathLst>
                <a:path extrusionOk="0" h="404" w="4468">
                  <a:moveTo>
                    <a:pt x="280" y="0"/>
                  </a:moveTo>
                  <a:cubicBezTo>
                    <a:pt x="1" y="0"/>
                    <a:pt x="1" y="404"/>
                    <a:pt x="280" y="404"/>
                  </a:cubicBezTo>
                  <a:lnTo>
                    <a:pt x="4188" y="404"/>
                  </a:lnTo>
                  <a:cubicBezTo>
                    <a:pt x="4467" y="404"/>
                    <a:pt x="4467" y="0"/>
                    <a:pt x="4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87"/>
            <p:cNvSpPr/>
            <p:nvPr/>
          </p:nvSpPr>
          <p:spPr>
            <a:xfrm>
              <a:off x="1718150" y="2695200"/>
              <a:ext cx="108275" cy="10500"/>
            </a:xfrm>
            <a:custGeom>
              <a:rect b="b" l="l" r="r" t="t"/>
              <a:pathLst>
                <a:path extrusionOk="0" h="420" w="4331">
                  <a:moveTo>
                    <a:pt x="4148" y="1"/>
                  </a:moveTo>
                  <a:cubicBezTo>
                    <a:pt x="4132" y="1"/>
                    <a:pt x="4114" y="4"/>
                    <a:pt x="4095" y="11"/>
                  </a:cubicBezTo>
                  <a:lnTo>
                    <a:pt x="187" y="11"/>
                  </a:lnTo>
                  <a:cubicBezTo>
                    <a:pt x="1" y="73"/>
                    <a:pt x="1" y="352"/>
                    <a:pt x="187" y="414"/>
                  </a:cubicBezTo>
                  <a:lnTo>
                    <a:pt x="4095" y="414"/>
                  </a:lnTo>
                  <a:cubicBezTo>
                    <a:pt x="4108" y="418"/>
                    <a:pt x="4121" y="419"/>
                    <a:pt x="4132" y="419"/>
                  </a:cubicBezTo>
                  <a:cubicBezTo>
                    <a:pt x="4325" y="419"/>
                    <a:pt x="4331" y="1"/>
                    <a:pt x="41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87"/>
            <p:cNvSpPr/>
            <p:nvPr/>
          </p:nvSpPr>
          <p:spPr>
            <a:xfrm>
              <a:off x="1715825" y="2720275"/>
              <a:ext cx="111700" cy="10875"/>
            </a:xfrm>
            <a:custGeom>
              <a:rect b="b" l="l" r="r" t="t"/>
              <a:pathLst>
                <a:path extrusionOk="0" h="435" w="4468">
                  <a:moveTo>
                    <a:pt x="280" y="1"/>
                  </a:moveTo>
                  <a:cubicBezTo>
                    <a:pt x="1" y="1"/>
                    <a:pt x="1" y="435"/>
                    <a:pt x="280" y="435"/>
                  </a:cubicBezTo>
                  <a:lnTo>
                    <a:pt x="4188" y="435"/>
                  </a:lnTo>
                  <a:cubicBezTo>
                    <a:pt x="4467" y="435"/>
                    <a:pt x="4467" y="1"/>
                    <a:pt x="4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8" name="Google Shape;13008;p87"/>
            <p:cNvSpPr/>
            <p:nvPr/>
          </p:nvSpPr>
          <p:spPr>
            <a:xfrm>
              <a:off x="1877125" y="2623350"/>
              <a:ext cx="125650" cy="32600"/>
            </a:xfrm>
            <a:custGeom>
              <a:rect b="b" l="l" r="r" t="t"/>
              <a:pathLst>
                <a:path extrusionOk="0" h="1304" w="5026">
                  <a:moveTo>
                    <a:pt x="846" y="433"/>
                  </a:moveTo>
                  <a:cubicBezTo>
                    <a:pt x="853" y="433"/>
                    <a:pt x="861" y="434"/>
                    <a:pt x="869" y="434"/>
                  </a:cubicBezTo>
                  <a:lnTo>
                    <a:pt x="4157" y="434"/>
                  </a:lnTo>
                  <a:cubicBezTo>
                    <a:pt x="4436" y="466"/>
                    <a:pt x="4436" y="838"/>
                    <a:pt x="4157" y="900"/>
                  </a:cubicBezTo>
                  <a:lnTo>
                    <a:pt x="869" y="900"/>
                  </a:lnTo>
                  <a:cubicBezTo>
                    <a:pt x="861" y="901"/>
                    <a:pt x="853" y="901"/>
                    <a:pt x="846" y="901"/>
                  </a:cubicBezTo>
                  <a:cubicBezTo>
                    <a:pt x="598" y="901"/>
                    <a:pt x="598" y="433"/>
                    <a:pt x="846" y="433"/>
                  </a:cubicBezTo>
                  <a:close/>
                  <a:moveTo>
                    <a:pt x="869" y="0"/>
                  </a:moveTo>
                  <a:cubicBezTo>
                    <a:pt x="1" y="0"/>
                    <a:pt x="1" y="1303"/>
                    <a:pt x="869" y="1303"/>
                  </a:cubicBezTo>
                  <a:lnTo>
                    <a:pt x="4157" y="1303"/>
                  </a:lnTo>
                  <a:cubicBezTo>
                    <a:pt x="5026" y="1303"/>
                    <a:pt x="5026" y="0"/>
                    <a:pt x="4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9" name="Google Shape;13009;p87"/>
            <p:cNvSpPr/>
            <p:nvPr/>
          </p:nvSpPr>
          <p:spPr>
            <a:xfrm>
              <a:off x="1877125" y="2748200"/>
              <a:ext cx="125650" cy="31825"/>
            </a:xfrm>
            <a:custGeom>
              <a:rect b="b" l="l" r="r" t="t"/>
              <a:pathLst>
                <a:path extrusionOk="0" h="1273" w="5026">
                  <a:moveTo>
                    <a:pt x="4157" y="404"/>
                  </a:moveTo>
                  <a:cubicBezTo>
                    <a:pt x="4281" y="404"/>
                    <a:pt x="4405" y="497"/>
                    <a:pt x="4405" y="621"/>
                  </a:cubicBezTo>
                  <a:cubicBezTo>
                    <a:pt x="4405" y="745"/>
                    <a:pt x="4281" y="869"/>
                    <a:pt x="4157" y="869"/>
                  </a:cubicBezTo>
                  <a:lnTo>
                    <a:pt x="869" y="869"/>
                  </a:lnTo>
                  <a:cubicBezTo>
                    <a:pt x="745" y="869"/>
                    <a:pt x="621" y="745"/>
                    <a:pt x="621" y="621"/>
                  </a:cubicBezTo>
                  <a:cubicBezTo>
                    <a:pt x="621" y="497"/>
                    <a:pt x="745" y="404"/>
                    <a:pt x="869" y="404"/>
                  </a:cubicBezTo>
                  <a:close/>
                  <a:moveTo>
                    <a:pt x="869" y="0"/>
                  </a:moveTo>
                  <a:cubicBezTo>
                    <a:pt x="1" y="0"/>
                    <a:pt x="1" y="1272"/>
                    <a:pt x="869" y="1272"/>
                  </a:cubicBezTo>
                  <a:lnTo>
                    <a:pt x="4157" y="1272"/>
                  </a:lnTo>
                  <a:cubicBezTo>
                    <a:pt x="5026" y="1272"/>
                    <a:pt x="5026" y="0"/>
                    <a:pt x="4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87"/>
            <p:cNvSpPr/>
            <p:nvPr/>
          </p:nvSpPr>
          <p:spPr>
            <a:xfrm>
              <a:off x="1709625" y="2748200"/>
              <a:ext cx="124875" cy="31825"/>
            </a:xfrm>
            <a:custGeom>
              <a:rect b="b" l="l" r="r" t="t"/>
              <a:pathLst>
                <a:path extrusionOk="0" h="1273" w="4995">
                  <a:moveTo>
                    <a:pt x="4157" y="404"/>
                  </a:moveTo>
                  <a:cubicBezTo>
                    <a:pt x="4281" y="404"/>
                    <a:pt x="4374" y="497"/>
                    <a:pt x="4374" y="652"/>
                  </a:cubicBezTo>
                  <a:cubicBezTo>
                    <a:pt x="4374" y="776"/>
                    <a:pt x="4281" y="869"/>
                    <a:pt x="4157" y="869"/>
                  </a:cubicBezTo>
                  <a:lnTo>
                    <a:pt x="838" y="869"/>
                  </a:lnTo>
                  <a:cubicBezTo>
                    <a:pt x="714" y="869"/>
                    <a:pt x="621" y="776"/>
                    <a:pt x="621" y="652"/>
                  </a:cubicBezTo>
                  <a:cubicBezTo>
                    <a:pt x="621" y="497"/>
                    <a:pt x="714" y="404"/>
                    <a:pt x="838" y="404"/>
                  </a:cubicBezTo>
                  <a:close/>
                  <a:moveTo>
                    <a:pt x="838" y="0"/>
                  </a:moveTo>
                  <a:cubicBezTo>
                    <a:pt x="0" y="0"/>
                    <a:pt x="0" y="1272"/>
                    <a:pt x="838" y="1272"/>
                  </a:cubicBezTo>
                  <a:lnTo>
                    <a:pt x="4157" y="1272"/>
                  </a:lnTo>
                  <a:cubicBezTo>
                    <a:pt x="4994" y="1272"/>
                    <a:pt x="4994" y="0"/>
                    <a:pt x="4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87"/>
            <p:cNvSpPr/>
            <p:nvPr/>
          </p:nvSpPr>
          <p:spPr>
            <a:xfrm>
              <a:off x="1884875" y="2670650"/>
              <a:ext cx="111700" cy="10100"/>
            </a:xfrm>
            <a:custGeom>
              <a:rect b="b" l="l" r="r" t="t"/>
              <a:pathLst>
                <a:path extrusionOk="0" h="404" w="4468">
                  <a:moveTo>
                    <a:pt x="280" y="0"/>
                  </a:moveTo>
                  <a:cubicBezTo>
                    <a:pt x="1" y="0"/>
                    <a:pt x="1" y="404"/>
                    <a:pt x="280" y="404"/>
                  </a:cubicBezTo>
                  <a:lnTo>
                    <a:pt x="4188" y="404"/>
                  </a:lnTo>
                  <a:cubicBezTo>
                    <a:pt x="4468" y="404"/>
                    <a:pt x="4468" y="0"/>
                    <a:pt x="4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87"/>
            <p:cNvSpPr/>
            <p:nvPr/>
          </p:nvSpPr>
          <p:spPr>
            <a:xfrm>
              <a:off x="1886100" y="2695975"/>
              <a:ext cx="109250" cy="9850"/>
            </a:xfrm>
            <a:custGeom>
              <a:rect b="b" l="l" r="r" t="t"/>
              <a:pathLst>
                <a:path extrusionOk="0" h="394" w="4370">
                  <a:moveTo>
                    <a:pt x="178" y="1"/>
                  </a:moveTo>
                  <a:cubicBezTo>
                    <a:pt x="0" y="1"/>
                    <a:pt x="0" y="394"/>
                    <a:pt x="178" y="394"/>
                  </a:cubicBezTo>
                  <a:cubicBezTo>
                    <a:pt x="194" y="394"/>
                    <a:pt x="212" y="390"/>
                    <a:pt x="231" y="383"/>
                  </a:cubicBezTo>
                  <a:lnTo>
                    <a:pt x="4139" y="383"/>
                  </a:lnTo>
                  <a:cubicBezTo>
                    <a:pt x="4159" y="390"/>
                    <a:pt x="4176" y="394"/>
                    <a:pt x="4193" y="394"/>
                  </a:cubicBezTo>
                  <a:cubicBezTo>
                    <a:pt x="4370" y="394"/>
                    <a:pt x="4370" y="1"/>
                    <a:pt x="4193" y="1"/>
                  </a:cubicBezTo>
                  <a:cubicBezTo>
                    <a:pt x="4176" y="1"/>
                    <a:pt x="4159" y="4"/>
                    <a:pt x="4139" y="11"/>
                  </a:cubicBezTo>
                  <a:lnTo>
                    <a:pt x="231" y="11"/>
                  </a:lnTo>
                  <a:cubicBezTo>
                    <a:pt x="212" y="4"/>
                    <a:pt x="194"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87"/>
            <p:cNvSpPr/>
            <p:nvPr/>
          </p:nvSpPr>
          <p:spPr>
            <a:xfrm>
              <a:off x="1884875" y="2720275"/>
              <a:ext cx="111700" cy="10875"/>
            </a:xfrm>
            <a:custGeom>
              <a:rect b="b" l="l" r="r" t="t"/>
              <a:pathLst>
                <a:path extrusionOk="0" h="435" w="4468">
                  <a:moveTo>
                    <a:pt x="280" y="1"/>
                  </a:moveTo>
                  <a:cubicBezTo>
                    <a:pt x="1" y="1"/>
                    <a:pt x="1" y="435"/>
                    <a:pt x="280" y="435"/>
                  </a:cubicBezTo>
                  <a:lnTo>
                    <a:pt x="4188" y="435"/>
                  </a:lnTo>
                  <a:cubicBezTo>
                    <a:pt x="4468" y="435"/>
                    <a:pt x="4468" y="1"/>
                    <a:pt x="4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4" name="Google Shape;13014;p87"/>
          <p:cNvGrpSpPr/>
          <p:nvPr/>
        </p:nvGrpSpPr>
        <p:grpSpPr>
          <a:xfrm>
            <a:off x="6275158" y="1767599"/>
            <a:ext cx="348975" cy="301500"/>
            <a:chOff x="7719625" y="3086300"/>
            <a:chExt cx="348975" cy="301500"/>
          </a:xfrm>
        </p:grpSpPr>
        <p:sp>
          <p:nvSpPr>
            <p:cNvPr id="13015" name="Google Shape;13015;p87"/>
            <p:cNvSpPr/>
            <p:nvPr/>
          </p:nvSpPr>
          <p:spPr>
            <a:xfrm>
              <a:off x="7719625" y="3086300"/>
              <a:ext cx="348975" cy="301500"/>
            </a:xfrm>
            <a:custGeom>
              <a:rect b="b" l="l" r="r" t="t"/>
              <a:pathLst>
                <a:path extrusionOk="0" h="12060" w="13959">
                  <a:moveTo>
                    <a:pt x="5584" y="404"/>
                  </a:moveTo>
                  <a:cubicBezTo>
                    <a:pt x="5615" y="404"/>
                    <a:pt x="5646" y="435"/>
                    <a:pt x="5646" y="466"/>
                  </a:cubicBezTo>
                  <a:lnTo>
                    <a:pt x="5646" y="3847"/>
                  </a:lnTo>
                  <a:lnTo>
                    <a:pt x="5460" y="3754"/>
                  </a:lnTo>
                  <a:cubicBezTo>
                    <a:pt x="5413" y="3723"/>
                    <a:pt x="5359" y="3707"/>
                    <a:pt x="5308" y="3707"/>
                  </a:cubicBezTo>
                  <a:cubicBezTo>
                    <a:pt x="5258" y="3707"/>
                    <a:pt x="5211" y="3723"/>
                    <a:pt x="5180" y="3754"/>
                  </a:cubicBezTo>
                  <a:lnTo>
                    <a:pt x="4932" y="3878"/>
                  </a:lnTo>
                  <a:lnTo>
                    <a:pt x="4932" y="466"/>
                  </a:lnTo>
                  <a:cubicBezTo>
                    <a:pt x="4932" y="435"/>
                    <a:pt x="4932" y="404"/>
                    <a:pt x="4963" y="404"/>
                  </a:cubicBezTo>
                  <a:close/>
                  <a:moveTo>
                    <a:pt x="6297" y="1117"/>
                  </a:moveTo>
                  <a:cubicBezTo>
                    <a:pt x="6545" y="1117"/>
                    <a:pt x="6762" y="1334"/>
                    <a:pt x="6762" y="1583"/>
                  </a:cubicBezTo>
                  <a:lnTo>
                    <a:pt x="6762" y="8283"/>
                  </a:lnTo>
                  <a:cubicBezTo>
                    <a:pt x="6638" y="8190"/>
                    <a:pt x="6452" y="8128"/>
                    <a:pt x="6297" y="8128"/>
                  </a:cubicBezTo>
                  <a:lnTo>
                    <a:pt x="6297" y="8159"/>
                  </a:lnTo>
                  <a:lnTo>
                    <a:pt x="2047" y="8159"/>
                  </a:lnTo>
                  <a:cubicBezTo>
                    <a:pt x="1830" y="8159"/>
                    <a:pt x="1675" y="7973"/>
                    <a:pt x="1675" y="7786"/>
                  </a:cubicBezTo>
                  <a:lnTo>
                    <a:pt x="1675" y="1490"/>
                  </a:lnTo>
                  <a:cubicBezTo>
                    <a:pt x="1675" y="1272"/>
                    <a:pt x="1830" y="1117"/>
                    <a:pt x="2047" y="1117"/>
                  </a:cubicBezTo>
                  <a:lnTo>
                    <a:pt x="4498" y="1117"/>
                  </a:lnTo>
                  <a:lnTo>
                    <a:pt x="4498" y="4064"/>
                  </a:lnTo>
                  <a:cubicBezTo>
                    <a:pt x="4498" y="4157"/>
                    <a:pt x="4560" y="4281"/>
                    <a:pt x="4653" y="4312"/>
                  </a:cubicBezTo>
                  <a:cubicBezTo>
                    <a:pt x="4684" y="4343"/>
                    <a:pt x="4746" y="4374"/>
                    <a:pt x="4808" y="4374"/>
                  </a:cubicBezTo>
                  <a:cubicBezTo>
                    <a:pt x="4839" y="4374"/>
                    <a:pt x="4901" y="4343"/>
                    <a:pt x="4963" y="4312"/>
                  </a:cubicBezTo>
                  <a:lnTo>
                    <a:pt x="5304" y="4126"/>
                  </a:lnTo>
                  <a:lnTo>
                    <a:pt x="5615" y="4312"/>
                  </a:lnTo>
                  <a:cubicBezTo>
                    <a:pt x="5646" y="4343"/>
                    <a:pt x="5692" y="4359"/>
                    <a:pt x="5743" y="4359"/>
                  </a:cubicBezTo>
                  <a:cubicBezTo>
                    <a:pt x="5793" y="4359"/>
                    <a:pt x="5847" y="4343"/>
                    <a:pt x="5894" y="4312"/>
                  </a:cubicBezTo>
                  <a:cubicBezTo>
                    <a:pt x="5987" y="4250"/>
                    <a:pt x="6049" y="4157"/>
                    <a:pt x="6049" y="4064"/>
                  </a:cubicBezTo>
                  <a:lnTo>
                    <a:pt x="6049" y="1117"/>
                  </a:lnTo>
                  <a:close/>
                  <a:moveTo>
                    <a:pt x="10981" y="9430"/>
                  </a:moveTo>
                  <a:lnTo>
                    <a:pt x="12687" y="9741"/>
                  </a:lnTo>
                  <a:lnTo>
                    <a:pt x="12718" y="9741"/>
                  </a:lnTo>
                  <a:cubicBezTo>
                    <a:pt x="12718" y="9772"/>
                    <a:pt x="12718" y="9772"/>
                    <a:pt x="12718" y="9772"/>
                  </a:cubicBezTo>
                  <a:lnTo>
                    <a:pt x="12470" y="10051"/>
                  </a:lnTo>
                  <a:cubicBezTo>
                    <a:pt x="12408" y="10082"/>
                    <a:pt x="12377" y="10144"/>
                    <a:pt x="12377" y="10206"/>
                  </a:cubicBezTo>
                  <a:cubicBezTo>
                    <a:pt x="12377" y="10268"/>
                    <a:pt x="12408" y="10330"/>
                    <a:pt x="12470" y="10392"/>
                  </a:cubicBezTo>
                  <a:lnTo>
                    <a:pt x="13183" y="11136"/>
                  </a:lnTo>
                  <a:lnTo>
                    <a:pt x="12656" y="11633"/>
                  </a:lnTo>
                  <a:lnTo>
                    <a:pt x="11943" y="10888"/>
                  </a:lnTo>
                  <a:cubicBezTo>
                    <a:pt x="11881" y="10842"/>
                    <a:pt x="11819" y="10819"/>
                    <a:pt x="11760" y="10819"/>
                  </a:cubicBezTo>
                  <a:cubicBezTo>
                    <a:pt x="11702" y="10819"/>
                    <a:pt x="11648" y="10842"/>
                    <a:pt x="11601" y="10888"/>
                  </a:cubicBezTo>
                  <a:lnTo>
                    <a:pt x="11322" y="11167"/>
                  </a:lnTo>
                  <a:lnTo>
                    <a:pt x="11291" y="11167"/>
                  </a:lnTo>
                  <a:lnTo>
                    <a:pt x="11291" y="11136"/>
                  </a:lnTo>
                  <a:lnTo>
                    <a:pt x="10981" y="9430"/>
                  </a:lnTo>
                  <a:close/>
                  <a:moveTo>
                    <a:pt x="4963" y="1"/>
                  </a:moveTo>
                  <a:cubicBezTo>
                    <a:pt x="4715" y="1"/>
                    <a:pt x="4498" y="218"/>
                    <a:pt x="4498" y="466"/>
                  </a:cubicBezTo>
                  <a:lnTo>
                    <a:pt x="4498" y="714"/>
                  </a:lnTo>
                  <a:lnTo>
                    <a:pt x="2047" y="714"/>
                  </a:lnTo>
                  <a:cubicBezTo>
                    <a:pt x="1644" y="714"/>
                    <a:pt x="1303" y="1024"/>
                    <a:pt x="1272" y="1427"/>
                  </a:cubicBezTo>
                  <a:lnTo>
                    <a:pt x="683" y="1427"/>
                  </a:lnTo>
                  <a:cubicBezTo>
                    <a:pt x="310" y="1427"/>
                    <a:pt x="0" y="1738"/>
                    <a:pt x="0" y="2110"/>
                  </a:cubicBezTo>
                  <a:lnTo>
                    <a:pt x="0" y="9275"/>
                  </a:lnTo>
                  <a:cubicBezTo>
                    <a:pt x="0" y="9679"/>
                    <a:pt x="310" y="9958"/>
                    <a:pt x="683" y="9958"/>
                  </a:cubicBezTo>
                  <a:lnTo>
                    <a:pt x="2358" y="9958"/>
                  </a:lnTo>
                  <a:cubicBezTo>
                    <a:pt x="2606" y="9958"/>
                    <a:pt x="2606" y="9554"/>
                    <a:pt x="2358" y="9554"/>
                  </a:cubicBezTo>
                  <a:lnTo>
                    <a:pt x="683" y="9554"/>
                  </a:lnTo>
                  <a:cubicBezTo>
                    <a:pt x="527" y="9554"/>
                    <a:pt x="403" y="9430"/>
                    <a:pt x="403" y="9275"/>
                  </a:cubicBezTo>
                  <a:lnTo>
                    <a:pt x="403" y="2110"/>
                  </a:lnTo>
                  <a:cubicBezTo>
                    <a:pt x="403" y="1971"/>
                    <a:pt x="503" y="1857"/>
                    <a:pt x="635" y="1857"/>
                  </a:cubicBezTo>
                  <a:cubicBezTo>
                    <a:pt x="651" y="1857"/>
                    <a:pt x="666" y="1859"/>
                    <a:pt x="683" y="1862"/>
                  </a:cubicBezTo>
                  <a:lnTo>
                    <a:pt x="1272" y="1862"/>
                  </a:lnTo>
                  <a:lnTo>
                    <a:pt x="1272" y="7786"/>
                  </a:lnTo>
                  <a:cubicBezTo>
                    <a:pt x="1272" y="8221"/>
                    <a:pt x="1613" y="8562"/>
                    <a:pt x="2047" y="8562"/>
                  </a:cubicBezTo>
                  <a:lnTo>
                    <a:pt x="6297" y="8562"/>
                  </a:lnTo>
                  <a:cubicBezTo>
                    <a:pt x="6545" y="8562"/>
                    <a:pt x="6762" y="8748"/>
                    <a:pt x="6793" y="8996"/>
                  </a:cubicBezTo>
                  <a:cubicBezTo>
                    <a:pt x="6793" y="9089"/>
                    <a:pt x="6886" y="9182"/>
                    <a:pt x="6979" y="9182"/>
                  </a:cubicBezTo>
                  <a:cubicBezTo>
                    <a:pt x="7073" y="9182"/>
                    <a:pt x="7166" y="9089"/>
                    <a:pt x="7197" y="8996"/>
                  </a:cubicBezTo>
                  <a:cubicBezTo>
                    <a:pt x="7197" y="8748"/>
                    <a:pt x="7414" y="8562"/>
                    <a:pt x="7662" y="8562"/>
                  </a:cubicBezTo>
                  <a:lnTo>
                    <a:pt x="11943" y="8562"/>
                  </a:lnTo>
                  <a:cubicBezTo>
                    <a:pt x="12346" y="8562"/>
                    <a:pt x="12718" y="8221"/>
                    <a:pt x="12718" y="7786"/>
                  </a:cubicBezTo>
                  <a:lnTo>
                    <a:pt x="12718" y="1862"/>
                  </a:lnTo>
                  <a:lnTo>
                    <a:pt x="13276" y="1862"/>
                  </a:lnTo>
                  <a:cubicBezTo>
                    <a:pt x="13432" y="1862"/>
                    <a:pt x="13556" y="1986"/>
                    <a:pt x="13556" y="2141"/>
                  </a:cubicBezTo>
                  <a:lnTo>
                    <a:pt x="13556" y="9306"/>
                  </a:lnTo>
                  <a:cubicBezTo>
                    <a:pt x="13556" y="9430"/>
                    <a:pt x="13432" y="9554"/>
                    <a:pt x="13276" y="9554"/>
                  </a:cubicBezTo>
                  <a:lnTo>
                    <a:pt x="13059" y="9554"/>
                  </a:lnTo>
                  <a:cubicBezTo>
                    <a:pt x="12966" y="9430"/>
                    <a:pt x="12873" y="9368"/>
                    <a:pt x="12749" y="9337"/>
                  </a:cubicBezTo>
                  <a:lnTo>
                    <a:pt x="10950" y="9027"/>
                  </a:lnTo>
                  <a:cubicBezTo>
                    <a:pt x="10921" y="9020"/>
                    <a:pt x="10892" y="9016"/>
                    <a:pt x="10864" y="9016"/>
                  </a:cubicBezTo>
                  <a:cubicBezTo>
                    <a:pt x="10655" y="9016"/>
                    <a:pt x="10492" y="9211"/>
                    <a:pt x="10547" y="9430"/>
                  </a:cubicBezTo>
                  <a:lnTo>
                    <a:pt x="10547" y="9554"/>
                  </a:lnTo>
                  <a:lnTo>
                    <a:pt x="3164" y="9554"/>
                  </a:lnTo>
                  <a:cubicBezTo>
                    <a:pt x="2885" y="9554"/>
                    <a:pt x="2885" y="9958"/>
                    <a:pt x="3164" y="9958"/>
                  </a:cubicBezTo>
                  <a:lnTo>
                    <a:pt x="10640" y="9958"/>
                  </a:lnTo>
                  <a:lnTo>
                    <a:pt x="10857" y="11199"/>
                  </a:lnTo>
                  <a:cubicBezTo>
                    <a:pt x="10897" y="11439"/>
                    <a:pt x="11092" y="11576"/>
                    <a:pt x="11292" y="11576"/>
                  </a:cubicBezTo>
                  <a:cubicBezTo>
                    <a:pt x="11402" y="11576"/>
                    <a:pt x="11513" y="11535"/>
                    <a:pt x="11601" y="11447"/>
                  </a:cubicBezTo>
                  <a:lnTo>
                    <a:pt x="11725" y="11292"/>
                  </a:lnTo>
                  <a:lnTo>
                    <a:pt x="12408" y="11943"/>
                  </a:lnTo>
                  <a:cubicBezTo>
                    <a:pt x="12470" y="12021"/>
                    <a:pt x="12563" y="12059"/>
                    <a:pt x="12660" y="12059"/>
                  </a:cubicBezTo>
                  <a:cubicBezTo>
                    <a:pt x="12757" y="12059"/>
                    <a:pt x="12858" y="12021"/>
                    <a:pt x="12935" y="11943"/>
                  </a:cubicBezTo>
                  <a:lnTo>
                    <a:pt x="13494" y="11416"/>
                  </a:lnTo>
                  <a:cubicBezTo>
                    <a:pt x="13556" y="11323"/>
                    <a:pt x="13587" y="11230"/>
                    <a:pt x="13587" y="11136"/>
                  </a:cubicBezTo>
                  <a:cubicBezTo>
                    <a:pt x="13587" y="11043"/>
                    <a:pt x="13556" y="10950"/>
                    <a:pt x="13494" y="10857"/>
                  </a:cubicBezTo>
                  <a:lnTo>
                    <a:pt x="12811" y="10206"/>
                  </a:lnTo>
                  <a:lnTo>
                    <a:pt x="12966" y="10082"/>
                  </a:lnTo>
                  <a:cubicBezTo>
                    <a:pt x="12997" y="10051"/>
                    <a:pt x="13028" y="10020"/>
                    <a:pt x="13028" y="9958"/>
                  </a:cubicBezTo>
                  <a:lnTo>
                    <a:pt x="13276" y="9958"/>
                  </a:lnTo>
                  <a:cubicBezTo>
                    <a:pt x="13649" y="9958"/>
                    <a:pt x="13959" y="9679"/>
                    <a:pt x="13959" y="9275"/>
                  </a:cubicBezTo>
                  <a:lnTo>
                    <a:pt x="13959" y="2110"/>
                  </a:lnTo>
                  <a:cubicBezTo>
                    <a:pt x="13959" y="1738"/>
                    <a:pt x="13649" y="1427"/>
                    <a:pt x="13276" y="1427"/>
                  </a:cubicBezTo>
                  <a:lnTo>
                    <a:pt x="12718" y="1427"/>
                  </a:lnTo>
                  <a:cubicBezTo>
                    <a:pt x="12687" y="1024"/>
                    <a:pt x="12346" y="714"/>
                    <a:pt x="11943" y="714"/>
                  </a:cubicBezTo>
                  <a:lnTo>
                    <a:pt x="9988" y="714"/>
                  </a:lnTo>
                  <a:cubicBezTo>
                    <a:pt x="9802" y="776"/>
                    <a:pt x="9802" y="1024"/>
                    <a:pt x="9988" y="1117"/>
                  </a:cubicBezTo>
                  <a:lnTo>
                    <a:pt x="11943" y="1117"/>
                  </a:lnTo>
                  <a:cubicBezTo>
                    <a:pt x="12129" y="1117"/>
                    <a:pt x="12284" y="1272"/>
                    <a:pt x="12284" y="1459"/>
                  </a:cubicBezTo>
                  <a:lnTo>
                    <a:pt x="12284" y="7786"/>
                  </a:lnTo>
                  <a:cubicBezTo>
                    <a:pt x="12284" y="7973"/>
                    <a:pt x="12129" y="8159"/>
                    <a:pt x="11943" y="8159"/>
                  </a:cubicBezTo>
                  <a:lnTo>
                    <a:pt x="7662" y="8159"/>
                  </a:lnTo>
                  <a:cubicBezTo>
                    <a:pt x="7507" y="8159"/>
                    <a:pt x="7321" y="8190"/>
                    <a:pt x="7197" y="8283"/>
                  </a:cubicBezTo>
                  <a:lnTo>
                    <a:pt x="7197" y="1583"/>
                  </a:lnTo>
                  <a:cubicBezTo>
                    <a:pt x="7197" y="1334"/>
                    <a:pt x="7414" y="1117"/>
                    <a:pt x="7662" y="1117"/>
                  </a:cubicBezTo>
                  <a:lnTo>
                    <a:pt x="9182" y="1117"/>
                  </a:lnTo>
                  <a:cubicBezTo>
                    <a:pt x="9193" y="1121"/>
                    <a:pt x="9204" y="1122"/>
                    <a:pt x="9214" y="1122"/>
                  </a:cubicBezTo>
                  <a:cubicBezTo>
                    <a:pt x="9383" y="1122"/>
                    <a:pt x="9388" y="704"/>
                    <a:pt x="9228" y="704"/>
                  </a:cubicBezTo>
                  <a:cubicBezTo>
                    <a:pt x="9214" y="704"/>
                    <a:pt x="9199" y="707"/>
                    <a:pt x="9182" y="714"/>
                  </a:cubicBezTo>
                  <a:lnTo>
                    <a:pt x="7662" y="714"/>
                  </a:lnTo>
                  <a:cubicBezTo>
                    <a:pt x="7491" y="931"/>
                    <a:pt x="7235" y="1040"/>
                    <a:pt x="6979" y="1040"/>
                  </a:cubicBezTo>
                  <a:cubicBezTo>
                    <a:pt x="6724" y="1040"/>
                    <a:pt x="6468" y="931"/>
                    <a:pt x="6297" y="714"/>
                  </a:cubicBezTo>
                  <a:lnTo>
                    <a:pt x="6049" y="714"/>
                  </a:lnTo>
                  <a:lnTo>
                    <a:pt x="6049" y="466"/>
                  </a:lnTo>
                  <a:cubicBezTo>
                    <a:pt x="6049" y="218"/>
                    <a:pt x="5832" y="1"/>
                    <a:pt x="5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87"/>
            <p:cNvSpPr/>
            <p:nvPr/>
          </p:nvSpPr>
          <p:spPr>
            <a:xfrm>
              <a:off x="7778550" y="3139800"/>
              <a:ext cx="40350" cy="10900"/>
            </a:xfrm>
            <a:custGeom>
              <a:rect b="b" l="l" r="r" t="t"/>
              <a:pathLst>
                <a:path extrusionOk="0" h="436" w="1614">
                  <a:moveTo>
                    <a:pt x="280" y="1"/>
                  </a:moveTo>
                  <a:cubicBezTo>
                    <a:pt x="1" y="1"/>
                    <a:pt x="1" y="435"/>
                    <a:pt x="280" y="435"/>
                  </a:cubicBezTo>
                  <a:lnTo>
                    <a:pt x="1365" y="435"/>
                  </a:lnTo>
                  <a:cubicBezTo>
                    <a:pt x="1614" y="435"/>
                    <a:pt x="1614" y="1"/>
                    <a:pt x="13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87"/>
            <p:cNvSpPr/>
            <p:nvPr/>
          </p:nvSpPr>
          <p:spPr>
            <a:xfrm>
              <a:off x="7780875" y="3163600"/>
              <a:ext cx="36875" cy="9850"/>
            </a:xfrm>
            <a:custGeom>
              <a:rect b="b" l="l" r="r" t="t"/>
              <a:pathLst>
                <a:path extrusionOk="0" h="394" w="1475">
                  <a:moveTo>
                    <a:pt x="1319" y="0"/>
                  </a:moveTo>
                  <a:cubicBezTo>
                    <a:pt x="1305" y="0"/>
                    <a:pt x="1289" y="3"/>
                    <a:pt x="1272" y="11"/>
                  </a:cubicBezTo>
                  <a:lnTo>
                    <a:pt x="187" y="11"/>
                  </a:lnTo>
                  <a:cubicBezTo>
                    <a:pt x="1" y="73"/>
                    <a:pt x="1" y="321"/>
                    <a:pt x="187" y="383"/>
                  </a:cubicBezTo>
                  <a:lnTo>
                    <a:pt x="1272" y="383"/>
                  </a:lnTo>
                  <a:cubicBezTo>
                    <a:pt x="1289" y="390"/>
                    <a:pt x="1305" y="393"/>
                    <a:pt x="1319" y="393"/>
                  </a:cubicBezTo>
                  <a:cubicBezTo>
                    <a:pt x="1474" y="393"/>
                    <a:pt x="1474" y="0"/>
                    <a:pt x="1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87"/>
            <p:cNvSpPr/>
            <p:nvPr/>
          </p:nvSpPr>
          <p:spPr>
            <a:xfrm>
              <a:off x="7778550" y="3186350"/>
              <a:ext cx="40350" cy="10875"/>
            </a:xfrm>
            <a:custGeom>
              <a:rect b="b" l="l" r="r" t="t"/>
              <a:pathLst>
                <a:path extrusionOk="0" h="435" w="1614">
                  <a:moveTo>
                    <a:pt x="280" y="0"/>
                  </a:moveTo>
                  <a:cubicBezTo>
                    <a:pt x="1" y="0"/>
                    <a:pt x="1" y="434"/>
                    <a:pt x="280" y="434"/>
                  </a:cubicBezTo>
                  <a:lnTo>
                    <a:pt x="1365" y="434"/>
                  </a:lnTo>
                  <a:cubicBezTo>
                    <a:pt x="1614" y="434"/>
                    <a:pt x="1614" y="0"/>
                    <a:pt x="13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87"/>
            <p:cNvSpPr/>
            <p:nvPr/>
          </p:nvSpPr>
          <p:spPr>
            <a:xfrm>
              <a:off x="7778550" y="3210375"/>
              <a:ext cx="96950" cy="10100"/>
            </a:xfrm>
            <a:custGeom>
              <a:rect b="b" l="l" r="r" t="t"/>
              <a:pathLst>
                <a:path extrusionOk="0" h="404" w="3878">
                  <a:moveTo>
                    <a:pt x="280" y="1"/>
                  </a:moveTo>
                  <a:cubicBezTo>
                    <a:pt x="1" y="1"/>
                    <a:pt x="1" y="404"/>
                    <a:pt x="280" y="404"/>
                  </a:cubicBezTo>
                  <a:lnTo>
                    <a:pt x="3599" y="404"/>
                  </a:lnTo>
                  <a:cubicBezTo>
                    <a:pt x="3878" y="404"/>
                    <a:pt x="3878" y="1"/>
                    <a:pt x="35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0" name="Google Shape;13020;p87"/>
            <p:cNvSpPr/>
            <p:nvPr/>
          </p:nvSpPr>
          <p:spPr>
            <a:xfrm>
              <a:off x="7778550" y="3235200"/>
              <a:ext cx="96950" cy="10100"/>
            </a:xfrm>
            <a:custGeom>
              <a:rect b="b" l="l" r="r" t="t"/>
              <a:pathLst>
                <a:path extrusionOk="0" h="404" w="3878">
                  <a:moveTo>
                    <a:pt x="280" y="0"/>
                  </a:moveTo>
                  <a:cubicBezTo>
                    <a:pt x="1" y="0"/>
                    <a:pt x="1" y="404"/>
                    <a:pt x="280" y="404"/>
                  </a:cubicBezTo>
                  <a:lnTo>
                    <a:pt x="3599" y="404"/>
                  </a:lnTo>
                  <a:cubicBezTo>
                    <a:pt x="3878" y="404"/>
                    <a:pt x="3878" y="0"/>
                    <a:pt x="35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87"/>
            <p:cNvSpPr/>
            <p:nvPr/>
          </p:nvSpPr>
          <p:spPr>
            <a:xfrm>
              <a:off x="7778550" y="3260000"/>
              <a:ext cx="96950" cy="10125"/>
            </a:xfrm>
            <a:custGeom>
              <a:rect b="b" l="l" r="r" t="t"/>
              <a:pathLst>
                <a:path extrusionOk="0" h="405" w="3878">
                  <a:moveTo>
                    <a:pt x="280" y="1"/>
                  </a:moveTo>
                  <a:cubicBezTo>
                    <a:pt x="1" y="1"/>
                    <a:pt x="1" y="404"/>
                    <a:pt x="280" y="404"/>
                  </a:cubicBezTo>
                  <a:lnTo>
                    <a:pt x="3599" y="404"/>
                  </a:lnTo>
                  <a:cubicBezTo>
                    <a:pt x="3878" y="404"/>
                    <a:pt x="3878" y="1"/>
                    <a:pt x="35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87"/>
            <p:cNvSpPr/>
            <p:nvPr/>
          </p:nvSpPr>
          <p:spPr>
            <a:xfrm>
              <a:off x="7917375" y="3210375"/>
              <a:ext cx="97725" cy="10100"/>
            </a:xfrm>
            <a:custGeom>
              <a:rect b="b" l="l" r="r" t="t"/>
              <a:pathLst>
                <a:path extrusionOk="0" h="404" w="3909">
                  <a:moveTo>
                    <a:pt x="279" y="1"/>
                  </a:moveTo>
                  <a:cubicBezTo>
                    <a:pt x="0" y="1"/>
                    <a:pt x="0" y="404"/>
                    <a:pt x="279" y="404"/>
                  </a:cubicBezTo>
                  <a:lnTo>
                    <a:pt x="3629" y="404"/>
                  </a:lnTo>
                  <a:cubicBezTo>
                    <a:pt x="3909" y="404"/>
                    <a:pt x="3909" y="1"/>
                    <a:pt x="36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87"/>
            <p:cNvSpPr/>
            <p:nvPr/>
          </p:nvSpPr>
          <p:spPr>
            <a:xfrm>
              <a:off x="7917375" y="3235200"/>
              <a:ext cx="97725" cy="10100"/>
            </a:xfrm>
            <a:custGeom>
              <a:rect b="b" l="l" r="r" t="t"/>
              <a:pathLst>
                <a:path extrusionOk="0" h="404" w="3909">
                  <a:moveTo>
                    <a:pt x="279" y="0"/>
                  </a:moveTo>
                  <a:cubicBezTo>
                    <a:pt x="0" y="0"/>
                    <a:pt x="0" y="404"/>
                    <a:pt x="279" y="404"/>
                  </a:cubicBezTo>
                  <a:lnTo>
                    <a:pt x="3629" y="404"/>
                  </a:lnTo>
                  <a:cubicBezTo>
                    <a:pt x="3909" y="404"/>
                    <a:pt x="3909" y="0"/>
                    <a:pt x="3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87"/>
            <p:cNvSpPr/>
            <p:nvPr/>
          </p:nvSpPr>
          <p:spPr>
            <a:xfrm>
              <a:off x="7917375" y="3260000"/>
              <a:ext cx="97725" cy="10125"/>
            </a:xfrm>
            <a:custGeom>
              <a:rect b="b" l="l" r="r" t="t"/>
              <a:pathLst>
                <a:path extrusionOk="0" h="405" w="3909">
                  <a:moveTo>
                    <a:pt x="279" y="1"/>
                  </a:moveTo>
                  <a:cubicBezTo>
                    <a:pt x="0" y="1"/>
                    <a:pt x="0" y="404"/>
                    <a:pt x="279" y="404"/>
                  </a:cubicBezTo>
                  <a:lnTo>
                    <a:pt x="3629" y="404"/>
                  </a:lnTo>
                  <a:cubicBezTo>
                    <a:pt x="3909" y="404"/>
                    <a:pt x="3909" y="1"/>
                    <a:pt x="36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87"/>
            <p:cNvSpPr/>
            <p:nvPr/>
          </p:nvSpPr>
          <p:spPr>
            <a:xfrm>
              <a:off x="7921250" y="3132050"/>
              <a:ext cx="89975" cy="63625"/>
            </a:xfrm>
            <a:custGeom>
              <a:rect b="b" l="l" r="r" t="t"/>
              <a:pathLst>
                <a:path extrusionOk="0" h="2545" w="3599">
                  <a:moveTo>
                    <a:pt x="3133" y="404"/>
                  </a:moveTo>
                  <a:cubicBezTo>
                    <a:pt x="3164" y="404"/>
                    <a:pt x="3195" y="435"/>
                    <a:pt x="3195" y="466"/>
                  </a:cubicBezTo>
                  <a:lnTo>
                    <a:pt x="3195" y="2079"/>
                  </a:lnTo>
                  <a:cubicBezTo>
                    <a:pt x="3195" y="2110"/>
                    <a:pt x="3164" y="2110"/>
                    <a:pt x="3133" y="2110"/>
                  </a:cubicBezTo>
                  <a:lnTo>
                    <a:pt x="465" y="2110"/>
                  </a:lnTo>
                  <a:cubicBezTo>
                    <a:pt x="434" y="2110"/>
                    <a:pt x="403" y="2110"/>
                    <a:pt x="403" y="2079"/>
                  </a:cubicBezTo>
                  <a:lnTo>
                    <a:pt x="403" y="466"/>
                  </a:lnTo>
                  <a:cubicBezTo>
                    <a:pt x="403" y="435"/>
                    <a:pt x="434" y="404"/>
                    <a:pt x="465" y="404"/>
                  </a:cubicBezTo>
                  <a:close/>
                  <a:moveTo>
                    <a:pt x="465" y="1"/>
                  </a:moveTo>
                  <a:cubicBezTo>
                    <a:pt x="217" y="1"/>
                    <a:pt x="0" y="187"/>
                    <a:pt x="0" y="466"/>
                  </a:cubicBezTo>
                  <a:lnTo>
                    <a:pt x="0" y="2079"/>
                  </a:lnTo>
                  <a:cubicBezTo>
                    <a:pt x="0" y="2327"/>
                    <a:pt x="217" y="2544"/>
                    <a:pt x="465" y="2544"/>
                  </a:cubicBezTo>
                  <a:lnTo>
                    <a:pt x="3133" y="2544"/>
                  </a:lnTo>
                  <a:cubicBezTo>
                    <a:pt x="3381" y="2544"/>
                    <a:pt x="3598" y="2327"/>
                    <a:pt x="3598" y="2079"/>
                  </a:cubicBezTo>
                  <a:lnTo>
                    <a:pt x="3598" y="466"/>
                  </a:lnTo>
                  <a:cubicBezTo>
                    <a:pt x="3598" y="218"/>
                    <a:pt x="3381" y="1"/>
                    <a:pt x="3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6" name="Google Shape;13026;p87"/>
          <p:cNvGrpSpPr/>
          <p:nvPr/>
        </p:nvGrpSpPr>
        <p:grpSpPr>
          <a:xfrm>
            <a:off x="7745340" y="1769836"/>
            <a:ext cx="349000" cy="297025"/>
            <a:chOff x="6217500" y="3088625"/>
            <a:chExt cx="349000" cy="297025"/>
          </a:xfrm>
        </p:grpSpPr>
        <p:sp>
          <p:nvSpPr>
            <p:cNvPr id="13027" name="Google Shape;13027;p87"/>
            <p:cNvSpPr/>
            <p:nvPr/>
          </p:nvSpPr>
          <p:spPr>
            <a:xfrm>
              <a:off x="6484275" y="3139025"/>
              <a:ext cx="9325" cy="10125"/>
            </a:xfrm>
            <a:custGeom>
              <a:rect b="b" l="l" r="r" t="t"/>
              <a:pathLst>
                <a:path extrusionOk="0" h="405" w="373">
                  <a:moveTo>
                    <a:pt x="186" y="1"/>
                  </a:moveTo>
                  <a:cubicBezTo>
                    <a:pt x="0" y="63"/>
                    <a:pt x="0" y="342"/>
                    <a:pt x="186" y="404"/>
                  </a:cubicBezTo>
                  <a:cubicBezTo>
                    <a:pt x="276" y="404"/>
                    <a:pt x="365" y="319"/>
                    <a:pt x="372" y="203"/>
                  </a:cubicBezTo>
                  <a:lnTo>
                    <a:pt x="372" y="203"/>
                  </a:lnTo>
                  <a:cubicBezTo>
                    <a:pt x="372" y="208"/>
                    <a:pt x="373" y="213"/>
                    <a:pt x="373" y="218"/>
                  </a:cubicBezTo>
                  <a:lnTo>
                    <a:pt x="373" y="187"/>
                  </a:lnTo>
                  <a:cubicBezTo>
                    <a:pt x="373" y="192"/>
                    <a:pt x="372" y="197"/>
                    <a:pt x="372" y="203"/>
                  </a:cubicBezTo>
                  <a:cubicBezTo>
                    <a:pt x="365" y="86"/>
                    <a:pt x="27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87"/>
            <p:cNvSpPr/>
            <p:nvPr/>
          </p:nvSpPr>
          <p:spPr>
            <a:xfrm>
              <a:off x="6504000" y="3139025"/>
              <a:ext cx="11325" cy="7550"/>
            </a:xfrm>
            <a:custGeom>
              <a:rect b="b" l="l" r="r" t="t"/>
              <a:pathLst>
                <a:path extrusionOk="0" h="302" w="453">
                  <a:moveTo>
                    <a:pt x="235" y="1"/>
                  </a:moveTo>
                  <a:cubicBezTo>
                    <a:pt x="1" y="1"/>
                    <a:pt x="244" y="302"/>
                    <a:pt x="378" y="302"/>
                  </a:cubicBezTo>
                  <a:cubicBezTo>
                    <a:pt x="421" y="302"/>
                    <a:pt x="452" y="270"/>
                    <a:pt x="452" y="187"/>
                  </a:cubicBezTo>
                  <a:cubicBezTo>
                    <a:pt x="452" y="94"/>
                    <a:pt x="359" y="1"/>
                    <a:pt x="2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87"/>
            <p:cNvSpPr/>
            <p:nvPr/>
          </p:nvSpPr>
          <p:spPr>
            <a:xfrm>
              <a:off x="6524950" y="3139025"/>
              <a:ext cx="11300" cy="7550"/>
            </a:xfrm>
            <a:custGeom>
              <a:rect b="b" l="l" r="r" t="t"/>
              <a:pathLst>
                <a:path extrusionOk="0" h="302" w="452">
                  <a:moveTo>
                    <a:pt x="235" y="1"/>
                  </a:moveTo>
                  <a:cubicBezTo>
                    <a:pt x="0" y="1"/>
                    <a:pt x="244" y="302"/>
                    <a:pt x="377" y="302"/>
                  </a:cubicBezTo>
                  <a:cubicBezTo>
                    <a:pt x="420" y="302"/>
                    <a:pt x="452" y="270"/>
                    <a:pt x="452" y="187"/>
                  </a:cubicBezTo>
                  <a:cubicBezTo>
                    <a:pt x="452" y="94"/>
                    <a:pt x="359" y="1"/>
                    <a:pt x="2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87"/>
            <p:cNvSpPr/>
            <p:nvPr/>
          </p:nvSpPr>
          <p:spPr>
            <a:xfrm>
              <a:off x="6217500" y="3088625"/>
              <a:ext cx="349000" cy="297025"/>
            </a:xfrm>
            <a:custGeom>
              <a:rect b="b" l="l" r="r" t="t"/>
              <a:pathLst>
                <a:path extrusionOk="0" h="11881" w="13960">
                  <a:moveTo>
                    <a:pt x="4561" y="404"/>
                  </a:moveTo>
                  <a:cubicBezTo>
                    <a:pt x="4716" y="404"/>
                    <a:pt x="4840" y="528"/>
                    <a:pt x="4840" y="652"/>
                  </a:cubicBezTo>
                  <a:lnTo>
                    <a:pt x="4840" y="1179"/>
                  </a:lnTo>
                  <a:lnTo>
                    <a:pt x="404" y="1179"/>
                  </a:lnTo>
                  <a:lnTo>
                    <a:pt x="404" y="652"/>
                  </a:lnTo>
                  <a:cubicBezTo>
                    <a:pt x="404" y="528"/>
                    <a:pt x="528" y="404"/>
                    <a:pt x="683" y="404"/>
                  </a:cubicBezTo>
                  <a:close/>
                  <a:moveTo>
                    <a:pt x="13525" y="1583"/>
                  </a:moveTo>
                  <a:lnTo>
                    <a:pt x="13525" y="2823"/>
                  </a:lnTo>
                  <a:lnTo>
                    <a:pt x="404" y="2823"/>
                  </a:lnTo>
                  <a:lnTo>
                    <a:pt x="404" y="1583"/>
                  </a:lnTo>
                  <a:close/>
                  <a:moveTo>
                    <a:pt x="13556" y="3258"/>
                  </a:moveTo>
                  <a:lnTo>
                    <a:pt x="13556" y="11478"/>
                  </a:lnTo>
                  <a:lnTo>
                    <a:pt x="404" y="11478"/>
                  </a:lnTo>
                  <a:lnTo>
                    <a:pt x="404" y="3258"/>
                  </a:lnTo>
                  <a:close/>
                  <a:moveTo>
                    <a:pt x="683" y="1"/>
                  </a:moveTo>
                  <a:cubicBezTo>
                    <a:pt x="280" y="1"/>
                    <a:pt x="1" y="280"/>
                    <a:pt x="1" y="652"/>
                  </a:cubicBezTo>
                  <a:lnTo>
                    <a:pt x="1" y="11478"/>
                  </a:lnTo>
                  <a:cubicBezTo>
                    <a:pt x="1" y="11695"/>
                    <a:pt x="187" y="11881"/>
                    <a:pt x="404" y="11881"/>
                  </a:cubicBezTo>
                  <a:lnTo>
                    <a:pt x="13525" y="11881"/>
                  </a:lnTo>
                  <a:cubicBezTo>
                    <a:pt x="13773" y="11881"/>
                    <a:pt x="13959" y="11695"/>
                    <a:pt x="13959" y="11478"/>
                  </a:cubicBezTo>
                  <a:lnTo>
                    <a:pt x="13959" y="1583"/>
                  </a:lnTo>
                  <a:cubicBezTo>
                    <a:pt x="13959" y="1366"/>
                    <a:pt x="13773" y="1179"/>
                    <a:pt x="13525" y="1179"/>
                  </a:cubicBezTo>
                  <a:lnTo>
                    <a:pt x="5243" y="1179"/>
                  </a:lnTo>
                  <a:lnTo>
                    <a:pt x="5243" y="652"/>
                  </a:lnTo>
                  <a:cubicBezTo>
                    <a:pt x="5243" y="280"/>
                    <a:pt x="4964" y="1"/>
                    <a:pt x="45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87"/>
            <p:cNvSpPr/>
            <p:nvPr/>
          </p:nvSpPr>
          <p:spPr>
            <a:xfrm>
              <a:off x="6274900" y="3185575"/>
              <a:ext cx="233425" cy="79900"/>
            </a:xfrm>
            <a:custGeom>
              <a:rect b="b" l="l" r="r" t="t"/>
              <a:pathLst>
                <a:path extrusionOk="0" h="3196" w="9337">
                  <a:moveTo>
                    <a:pt x="2978" y="403"/>
                  </a:moveTo>
                  <a:lnTo>
                    <a:pt x="2978" y="2792"/>
                  </a:lnTo>
                  <a:lnTo>
                    <a:pt x="434" y="2792"/>
                  </a:lnTo>
                  <a:lnTo>
                    <a:pt x="434" y="403"/>
                  </a:lnTo>
                  <a:close/>
                  <a:moveTo>
                    <a:pt x="403" y="0"/>
                  </a:moveTo>
                  <a:cubicBezTo>
                    <a:pt x="186" y="0"/>
                    <a:pt x="0" y="155"/>
                    <a:pt x="0" y="372"/>
                  </a:cubicBezTo>
                  <a:lnTo>
                    <a:pt x="0" y="2823"/>
                  </a:lnTo>
                  <a:cubicBezTo>
                    <a:pt x="0" y="3040"/>
                    <a:pt x="186" y="3195"/>
                    <a:pt x="403" y="3195"/>
                  </a:cubicBezTo>
                  <a:lnTo>
                    <a:pt x="8965" y="3195"/>
                  </a:lnTo>
                  <a:cubicBezTo>
                    <a:pt x="9182" y="3195"/>
                    <a:pt x="9337" y="3040"/>
                    <a:pt x="9337" y="2823"/>
                  </a:cubicBezTo>
                  <a:lnTo>
                    <a:pt x="9337" y="372"/>
                  </a:lnTo>
                  <a:cubicBezTo>
                    <a:pt x="9337" y="155"/>
                    <a:pt x="9182" y="0"/>
                    <a:pt x="8965" y="0"/>
                  </a:cubicBezTo>
                  <a:lnTo>
                    <a:pt x="6514" y="0"/>
                  </a:lnTo>
                  <a:cubicBezTo>
                    <a:pt x="6235" y="0"/>
                    <a:pt x="6235" y="403"/>
                    <a:pt x="6514" y="403"/>
                  </a:cubicBezTo>
                  <a:lnTo>
                    <a:pt x="8965" y="403"/>
                  </a:lnTo>
                  <a:lnTo>
                    <a:pt x="8965" y="2792"/>
                  </a:lnTo>
                  <a:lnTo>
                    <a:pt x="3381" y="2792"/>
                  </a:lnTo>
                  <a:lnTo>
                    <a:pt x="3381" y="403"/>
                  </a:lnTo>
                  <a:lnTo>
                    <a:pt x="5708" y="403"/>
                  </a:lnTo>
                  <a:cubicBezTo>
                    <a:pt x="5956" y="403"/>
                    <a:pt x="5956" y="0"/>
                    <a:pt x="57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87"/>
            <p:cNvSpPr/>
            <p:nvPr/>
          </p:nvSpPr>
          <p:spPr>
            <a:xfrm>
              <a:off x="6274900" y="3279400"/>
              <a:ext cx="233425" cy="80675"/>
            </a:xfrm>
            <a:custGeom>
              <a:rect b="b" l="l" r="r" t="t"/>
              <a:pathLst>
                <a:path extrusionOk="0" h="3227" w="9337">
                  <a:moveTo>
                    <a:pt x="8934" y="435"/>
                  </a:moveTo>
                  <a:lnTo>
                    <a:pt x="8965" y="2823"/>
                  </a:lnTo>
                  <a:lnTo>
                    <a:pt x="6390" y="2823"/>
                  </a:lnTo>
                  <a:lnTo>
                    <a:pt x="6390" y="435"/>
                  </a:lnTo>
                  <a:close/>
                  <a:moveTo>
                    <a:pt x="403" y="0"/>
                  </a:moveTo>
                  <a:cubicBezTo>
                    <a:pt x="186" y="0"/>
                    <a:pt x="0" y="186"/>
                    <a:pt x="0" y="404"/>
                  </a:cubicBezTo>
                  <a:lnTo>
                    <a:pt x="0" y="2823"/>
                  </a:lnTo>
                  <a:cubicBezTo>
                    <a:pt x="0" y="3040"/>
                    <a:pt x="186" y="3226"/>
                    <a:pt x="403" y="3226"/>
                  </a:cubicBezTo>
                  <a:lnTo>
                    <a:pt x="1551" y="3226"/>
                  </a:lnTo>
                  <a:cubicBezTo>
                    <a:pt x="1830" y="3226"/>
                    <a:pt x="1830" y="2792"/>
                    <a:pt x="1551" y="2792"/>
                  </a:cubicBezTo>
                  <a:lnTo>
                    <a:pt x="403" y="2792"/>
                  </a:lnTo>
                  <a:lnTo>
                    <a:pt x="403" y="404"/>
                  </a:lnTo>
                  <a:lnTo>
                    <a:pt x="5987" y="404"/>
                  </a:lnTo>
                  <a:lnTo>
                    <a:pt x="5987" y="2792"/>
                  </a:lnTo>
                  <a:lnTo>
                    <a:pt x="2389" y="2792"/>
                  </a:lnTo>
                  <a:cubicBezTo>
                    <a:pt x="2109" y="2792"/>
                    <a:pt x="2109" y="3226"/>
                    <a:pt x="2389" y="3226"/>
                  </a:cubicBezTo>
                  <a:lnTo>
                    <a:pt x="8965" y="3226"/>
                  </a:lnTo>
                  <a:cubicBezTo>
                    <a:pt x="9182" y="3226"/>
                    <a:pt x="9337" y="3040"/>
                    <a:pt x="9337" y="2823"/>
                  </a:cubicBezTo>
                  <a:lnTo>
                    <a:pt x="9337" y="404"/>
                  </a:lnTo>
                  <a:cubicBezTo>
                    <a:pt x="9337" y="186"/>
                    <a:pt x="9182" y="0"/>
                    <a:pt x="8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87"/>
            <p:cNvSpPr/>
            <p:nvPr/>
          </p:nvSpPr>
          <p:spPr>
            <a:xfrm>
              <a:off x="6447050" y="3297225"/>
              <a:ext cx="38800" cy="45000"/>
            </a:xfrm>
            <a:custGeom>
              <a:rect b="b" l="l" r="r" t="t"/>
              <a:pathLst>
                <a:path extrusionOk="0" h="1800" w="1552">
                  <a:moveTo>
                    <a:pt x="776" y="745"/>
                  </a:moveTo>
                  <a:lnTo>
                    <a:pt x="900" y="1055"/>
                  </a:lnTo>
                  <a:lnTo>
                    <a:pt x="652" y="1055"/>
                  </a:lnTo>
                  <a:lnTo>
                    <a:pt x="776" y="745"/>
                  </a:lnTo>
                  <a:close/>
                  <a:moveTo>
                    <a:pt x="776" y="1"/>
                  </a:moveTo>
                  <a:cubicBezTo>
                    <a:pt x="683" y="1"/>
                    <a:pt x="590" y="63"/>
                    <a:pt x="559" y="156"/>
                  </a:cubicBezTo>
                  <a:lnTo>
                    <a:pt x="31" y="1521"/>
                  </a:lnTo>
                  <a:cubicBezTo>
                    <a:pt x="0" y="1614"/>
                    <a:pt x="62" y="1738"/>
                    <a:pt x="156" y="1769"/>
                  </a:cubicBezTo>
                  <a:lnTo>
                    <a:pt x="156" y="1800"/>
                  </a:lnTo>
                  <a:lnTo>
                    <a:pt x="249" y="1800"/>
                  </a:lnTo>
                  <a:cubicBezTo>
                    <a:pt x="311" y="1800"/>
                    <a:pt x="404" y="1738"/>
                    <a:pt x="435" y="1645"/>
                  </a:cubicBezTo>
                  <a:lnTo>
                    <a:pt x="497" y="1459"/>
                  </a:lnTo>
                  <a:lnTo>
                    <a:pt x="1055" y="1459"/>
                  </a:lnTo>
                  <a:lnTo>
                    <a:pt x="1148" y="1645"/>
                  </a:lnTo>
                  <a:cubicBezTo>
                    <a:pt x="1172" y="1740"/>
                    <a:pt x="1250" y="1780"/>
                    <a:pt x="1327" y="1780"/>
                  </a:cubicBezTo>
                  <a:cubicBezTo>
                    <a:pt x="1351" y="1780"/>
                    <a:pt x="1374" y="1776"/>
                    <a:pt x="1396" y="1769"/>
                  </a:cubicBezTo>
                  <a:cubicBezTo>
                    <a:pt x="1520" y="1738"/>
                    <a:pt x="1551" y="1614"/>
                    <a:pt x="1520" y="1521"/>
                  </a:cubicBezTo>
                  <a:lnTo>
                    <a:pt x="993" y="156"/>
                  </a:lnTo>
                  <a:cubicBezTo>
                    <a:pt x="962" y="63"/>
                    <a:pt x="869" y="1"/>
                    <a:pt x="7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87"/>
            <p:cNvSpPr/>
            <p:nvPr/>
          </p:nvSpPr>
          <p:spPr>
            <a:xfrm>
              <a:off x="6285750" y="3202125"/>
              <a:ext cx="59975" cy="45500"/>
            </a:xfrm>
            <a:custGeom>
              <a:rect b="b" l="l" r="r" t="t"/>
              <a:pathLst>
                <a:path extrusionOk="0" h="1820" w="2399">
                  <a:moveTo>
                    <a:pt x="1183" y="421"/>
                  </a:moveTo>
                  <a:cubicBezTo>
                    <a:pt x="1202" y="421"/>
                    <a:pt x="1221" y="422"/>
                    <a:pt x="1241" y="424"/>
                  </a:cubicBezTo>
                  <a:cubicBezTo>
                    <a:pt x="1520" y="424"/>
                    <a:pt x="1737" y="641"/>
                    <a:pt x="1737" y="920"/>
                  </a:cubicBezTo>
                  <a:cubicBezTo>
                    <a:pt x="1737" y="951"/>
                    <a:pt x="1706" y="1013"/>
                    <a:pt x="1706" y="1075"/>
                  </a:cubicBezTo>
                  <a:lnTo>
                    <a:pt x="1644" y="1013"/>
                  </a:lnTo>
                  <a:cubicBezTo>
                    <a:pt x="1601" y="970"/>
                    <a:pt x="1551" y="952"/>
                    <a:pt x="1503" y="952"/>
                  </a:cubicBezTo>
                  <a:cubicBezTo>
                    <a:pt x="1343" y="952"/>
                    <a:pt x="1199" y="1149"/>
                    <a:pt x="1365" y="1292"/>
                  </a:cubicBezTo>
                  <a:lnTo>
                    <a:pt x="1427" y="1354"/>
                  </a:lnTo>
                  <a:cubicBezTo>
                    <a:pt x="1365" y="1385"/>
                    <a:pt x="1303" y="1385"/>
                    <a:pt x="1241" y="1385"/>
                  </a:cubicBezTo>
                  <a:cubicBezTo>
                    <a:pt x="1221" y="1387"/>
                    <a:pt x="1202" y="1388"/>
                    <a:pt x="1183" y="1388"/>
                  </a:cubicBezTo>
                  <a:cubicBezTo>
                    <a:pt x="547" y="1388"/>
                    <a:pt x="547" y="421"/>
                    <a:pt x="1183" y="421"/>
                  </a:cubicBezTo>
                  <a:close/>
                  <a:moveTo>
                    <a:pt x="1241" y="0"/>
                  </a:moveTo>
                  <a:cubicBezTo>
                    <a:pt x="1100" y="0"/>
                    <a:pt x="952" y="35"/>
                    <a:pt x="807" y="114"/>
                  </a:cubicBezTo>
                  <a:cubicBezTo>
                    <a:pt x="0" y="579"/>
                    <a:pt x="311" y="1789"/>
                    <a:pt x="1241" y="1820"/>
                  </a:cubicBezTo>
                  <a:cubicBezTo>
                    <a:pt x="1396" y="1820"/>
                    <a:pt x="1582" y="1758"/>
                    <a:pt x="1706" y="1664"/>
                  </a:cubicBezTo>
                  <a:lnTo>
                    <a:pt x="1800" y="1727"/>
                  </a:lnTo>
                  <a:cubicBezTo>
                    <a:pt x="1831" y="1789"/>
                    <a:pt x="1862" y="1789"/>
                    <a:pt x="1924" y="1789"/>
                  </a:cubicBezTo>
                  <a:cubicBezTo>
                    <a:pt x="1986" y="1789"/>
                    <a:pt x="2048" y="1789"/>
                    <a:pt x="2079" y="1727"/>
                  </a:cubicBezTo>
                  <a:cubicBezTo>
                    <a:pt x="2141" y="1664"/>
                    <a:pt x="2141" y="1540"/>
                    <a:pt x="2079" y="1447"/>
                  </a:cubicBezTo>
                  <a:lnTo>
                    <a:pt x="2017" y="1385"/>
                  </a:lnTo>
                  <a:cubicBezTo>
                    <a:pt x="2398" y="724"/>
                    <a:pt x="1883" y="0"/>
                    <a:pt x="12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87"/>
            <p:cNvSpPr/>
            <p:nvPr/>
          </p:nvSpPr>
          <p:spPr>
            <a:xfrm>
              <a:off x="6371825" y="3208825"/>
              <a:ext cx="113250" cy="10100"/>
            </a:xfrm>
            <a:custGeom>
              <a:rect b="b" l="l" r="r" t="t"/>
              <a:pathLst>
                <a:path extrusionOk="0" h="404" w="4530">
                  <a:moveTo>
                    <a:pt x="280" y="1"/>
                  </a:moveTo>
                  <a:cubicBezTo>
                    <a:pt x="1" y="1"/>
                    <a:pt x="1" y="404"/>
                    <a:pt x="280" y="404"/>
                  </a:cubicBezTo>
                  <a:lnTo>
                    <a:pt x="4312" y="404"/>
                  </a:lnTo>
                  <a:cubicBezTo>
                    <a:pt x="4436" y="404"/>
                    <a:pt x="4529" y="311"/>
                    <a:pt x="4529" y="187"/>
                  </a:cubicBezTo>
                  <a:cubicBezTo>
                    <a:pt x="4529" y="94"/>
                    <a:pt x="4436" y="1"/>
                    <a:pt x="43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6" name="Google Shape;13036;p87"/>
            <p:cNvSpPr/>
            <p:nvPr/>
          </p:nvSpPr>
          <p:spPr>
            <a:xfrm>
              <a:off x="6371825" y="3232100"/>
              <a:ext cx="40350" cy="10100"/>
            </a:xfrm>
            <a:custGeom>
              <a:rect b="b" l="l" r="r" t="t"/>
              <a:pathLst>
                <a:path extrusionOk="0" h="404" w="1614">
                  <a:moveTo>
                    <a:pt x="280" y="0"/>
                  </a:moveTo>
                  <a:cubicBezTo>
                    <a:pt x="1" y="0"/>
                    <a:pt x="1" y="403"/>
                    <a:pt x="280" y="403"/>
                  </a:cubicBezTo>
                  <a:lnTo>
                    <a:pt x="1334" y="403"/>
                  </a:lnTo>
                  <a:cubicBezTo>
                    <a:pt x="1614" y="403"/>
                    <a:pt x="1614"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7" name="Google Shape;13037;p87"/>
            <p:cNvSpPr/>
            <p:nvPr/>
          </p:nvSpPr>
          <p:spPr>
            <a:xfrm>
              <a:off x="6299875" y="3304175"/>
              <a:ext cx="111350" cy="10175"/>
            </a:xfrm>
            <a:custGeom>
              <a:rect b="b" l="l" r="r" t="t"/>
              <a:pathLst>
                <a:path extrusionOk="0" h="407" w="4454">
                  <a:moveTo>
                    <a:pt x="191" y="0"/>
                  </a:moveTo>
                  <a:cubicBezTo>
                    <a:pt x="1" y="0"/>
                    <a:pt x="1" y="407"/>
                    <a:pt x="191" y="407"/>
                  </a:cubicBezTo>
                  <a:cubicBezTo>
                    <a:pt x="197" y="407"/>
                    <a:pt x="204" y="406"/>
                    <a:pt x="211" y="405"/>
                  </a:cubicBezTo>
                  <a:lnTo>
                    <a:pt x="4243" y="405"/>
                  </a:lnTo>
                  <a:cubicBezTo>
                    <a:pt x="4250" y="406"/>
                    <a:pt x="4257" y="407"/>
                    <a:pt x="4264" y="407"/>
                  </a:cubicBezTo>
                  <a:cubicBezTo>
                    <a:pt x="4454" y="407"/>
                    <a:pt x="4454" y="0"/>
                    <a:pt x="4264" y="0"/>
                  </a:cubicBezTo>
                  <a:cubicBezTo>
                    <a:pt x="4257" y="0"/>
                    <a:pt x="4250" y="1"/>
                    <a:pt x="4243" y="2"/>
                  </a:cubicBezTo>
                  <a:lnTo>
                    <a:pt x="211" y="2"/>
                  </a:lnTo>
                  <a:cubicBezTo>
                    <a:pt x="204" y="1"/>
                    <a:pt x="197"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87"/>
            <p:cNvSpPr/>
            <p:nvPr/>
          </p:nvSpPr>
          <p:spPr>
            <a:xfrm>
              <a:off x="6374150" y="3327475"/>
              <a:ext cx="37250" cy="10100"/>
            </a:xfrm>
            <a:custGeom>
              <a:rect b="b" l="l" r="r" t="t"/>
              <a:pathLst>
                <a:path extrusionOk="0" h="404" w="1490">
                  <a:moveTo>
                    <a:pt x="218" y="1"/>
                  </a:moveTo>
                  <a:cubicBezTo>
                    <a:pt x="94" y="1"/>
                    <a:pt x="1" y="94"/>
                    <a:pt x="1" y="187"/>
                  </a:cubicBezTo>
                  <a:cubicBezTo>
                    <a:pt x="1" y="311"/>
                    <a:pt x="94" y="404"/>
                    <a:pt x="218" y="404"/>
                  </a:cubicBezTo>
                  <a:lnTo>
                    <a:pt x="1272" y="404"/>
                  </a:lnTo>
                  <a:cubicBezTo>
                    <a:pt x="1396" y="404"/>
                    <a:pt x="1490" y="311"/>
                    <a:pt x="1490" y="187"/>
                  </a:cubicBezTo>
                  <a:cubicBezTo>
                    <a:pt x="1490" y="94"/>
                    <a:pt x="1396" y="1"/>
                    <a:pt x="1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9" name="Google Shape;13039;p87"/>
          <p:cNvGrpSpPr/>
          <p:nvPr/>
        </p:nvGrpSpPr>
        <p:grpSpPr>
          <a:xfrm>
            <a:off x="7826378" y="2261379"/>
            <a:ext cx="186925" cy="348975"/>
            <a:chOff x="7051925" y="1923875"/>
            <a:chExt cx="186925" cy="348975"/>
          </a:xfrm>
        </p:grpSpPr>
        <p:sp>
          <p:nvSpPr>
            <p:cNvPr id="13040" name="Google Shape;13040;p87"/>
            <p:cNvSpPr/>
            <p:nvPr/>
          </p:nvSpPr>
          <p:spPr>
            <a:xfrm>
              <a:off x="7051925" y="1923875"/>
              <a:ext cx="186925" cy="348975"/>
            </a:xfrm>
            <a:custGeom>
              <a:rect b="b" l="l" r="r" t="t"/>
              <a:pathLst>
                <a:path extrusionOk="0" h="13959" w="7477">
                  <a:moveTo>
                    <a:pt x="6825" y="403"/>
                  </a:moveTo>
                  <a:cubicBezTo>
                    <a:pt x="6949" y="403"/>
                    <a:pt x="7073" y="527"/>
                    <a:pt x="7073" y="651"/>
                  </a:cubicBezTo>
                  <a:lnTo>
                    <a:pt x="7073" y="1427"/>
                  </a:lnTo>
                  <a:lnTo>
                    <a:pt x="435" y="1427"/>
                  </a:lnTo>
                  <a:lnTo>
                    <a:pt x="435" y="651"/>
                  </a:lnTo>
                  <a:cubicBezTo>
                    <a:pt x="435" y="527"/>
                    <a:pt x="528" y="403"/>
                    <a:pt x="652" y="403"/>
                  </a:cubicBezTo>
                  <a:close/>
                  <a:moveTo>
                    <a:pt x="652" y="0"/>
                  </a:moveTo>
                  <a:cubicBezTo>
                    <a:pt x="311" y="0"/>
                    <a:pt x="1" y="279"/>
                    <a:pt x="1" y="651"/>
                  </a:cubicBezTo>
                  <a:lnTo>
                    <a:pt x="1" y="3350"/>
                  </a:lnTo>
                  <a:cubicBezTo>
                    <a:pt x="1" y="3474"/>
                    <a:pt x="94" y="3567"/>
                    <a:pt x="218" y="3567"/>
                  </a:cubicBezTo>
                  <a:cubicBezTo>
                    <a:pt x="342" y="3567"/>
                    <a:pt x="435" y="3474"/>
                    <a:pt x="404" y="3350"/>
                  </a:cubicBezTo>
                  <a:lnTo>
                    <a:pt x="404" y="1830"/>
                  </a:lnTo>
                  <a:lnTo>
                    <a:pt x="7042" y="1830"/>
                  </a:lnTo>
                  <a:lnTo>
                    <a:pt x="7042" y="12128"/>
                  </a:lnTo>
                  <a:lnTo>
                    <a:pt x="4591" y="12128"/>
                  </a:lnTo>
                  <a:cubicBezTo>
                    <a:pt x="4467" y="12128"/>
                    <a:pt x="4374" y="12222"/>
                    <a:pt x="4374" y="12315"/>
                  </a:cubicBezTo>
                  <a:cubicBezTo>
                    <a:pt x="4374" y="12439"/>
                    <a:pt x="4467" y="12532"/>
                    <a:pt x="4591" y="12532"/>
                  </a:cubicBezTo>
                  <a:lnTo>
                    <a:pt x="7042" y="12532"/>
                  </a:lnTo>
                  <a:lnTo>
                    <a:pt x="7042" y="13307"/>
                  </a:lnTo>
                  <a:cubicBezTo>
                    <a:pt x="7042" y="13431"/>
                    <a:pt x="6949" y="13555"/>
                    <a:pt x="6825" y="13555"/>
                  </a:cubicBezTo>
                  <a:lnTo>
                    <a:pt x="652" y="13555"/>
                  </a:lnTo>
                  <a:cubicBezTo>
                    <a:pt x="528" y="13555"/>
                    <a:pt x="404" y="13431"/>
                    <a:pt x="404" y="13307"/>
                  </a:cubicBezTo>
                  <a:lnTo>
                    <a:pt x="404" y="12532"/>
                  </a:lnTo>
                  <a:lnTo>
                    <a:pt x="3754" y="12532"/>
                  </a:lnTo>
                  <a:cubicBezTo>
                    <a:pt x="3878" y="12532"/>
                    <a:pt x="3971" y="12439"/>
                    <a:pt x="3971" y="12315"/>
                  </a:cubicBezTo>
                  <a:cubicBezTo>
                    <a:pt x="3971" y="12222"/>
                    <a:pt x="3878" y="12128"/>
                    <a:pt x="3754" y="12128"/>
                  </a:cubicBezTo>
                  <a:lnTo>
                    <a:pt x="404" y="12128"/>
                  </a:lnTo>
                  <a:lnTo>
                    <a:pt x="404" y="4157"/>
                  </a:lnTo>
                  <a:cubicBezTo>
                    <a:pt x="404" y="4064"/>
                    <a:pt x="342" y="3970"/>
                    <a:pt x="218" y="3970"/>
                  </a:cubicBezTo>
                  <a:cubicBezTo>
                    <a:pt x="94" y="3970"/>
                    <a:pt x="1" y="4064"/>
                    <a:pt x="1" y="4157"/>
                  </a:cubicBezTo>
                  <a:lnTo>
                    <a:pt x="1" y="13307"/>
                  </a:lnTo>
                  <a:cubicBezTo>
                    <a:pt x="1" y="13679"/>
                    <a:pt x="311" y="13959"/>
                    <a:pt x="652" y="13959"/>
                  </a:cubicBezTo>
                  <a:lnTo>
                    <a:pt x="6825" y="13959"/>
                  </a:lnTo>
                  <a:cubicBezTo>
                    <a:pt x="7166" y="13959"/>
                    <a:pt x="7476" y="13679"/>
                    <a:pt x="7476" y="13307"/>
                  </a:cubicBezTo>
                  <a:lnTo>
                    <a:pt x="7476" y="651"/>
                  </a:lnTo>
                  <a:cubicBezTo>
                    <a:pt x="7476" y="279"/>
                    <a:pt x="7166" y="0"/>
                    <a:pt x="68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87"/>
            <p:cNvSpPr/>
            <p:nvPr/>
          </p:nvSpPr>
          <p:spPr>
            <a:xfrm>
              <a:off x="7082175" y="1992875"/>
              <a:ext cx="126425" cy="216775"/>
            </a:xfrm>
            <a:custGeom>
              <a:rect b="b" l="l" r="r" t="t"/>
              <a:pathLst>
                <a:path extrusionOk="0" h="8671" w="5057">
                  <a:moveTo>
                    <a:pt x="4622" y="404"/>
                  </a:moveTo>
                  <a:cubicBezTo>
                    <a:pt x="4622" y="404"/>
                    <a:pt x="4622" y="435"/>
                    <a:pt x="4622" y="435"/>
                  </a:cubicBezTo>
                  <a:lnTo>
                    <a:pt x="4622" y="6763"/>
                  </a:lnTo>
                  <a:cubicBezTo>
                    <a:pt x="4622" y="6794"/>
                    <a:pt x="4622" y="6794"/>
                    <a:pt x="4622" y="6794"/>
                  </a:cubicBezTo>
                  <a:lnTo>
                    <a:pt x="3319" y="6794"/>
                  </a:lnTo>
                  <a:lnTo>
                    <a:pt x="3319" y="6329"/>
                  </a:lnTo>
                  <a:cubicBezTo>
                    <a:pt x="3319" y="6142"/>
                    <a:pt x="3164" y="5987"/>
                    <a:pt x="2978" y="5987"/>
                  </a:cubicBezTo>
                  <a:lnTo>
                    <a:pt x="2079" y="5987"/>
                  </a:lnTo>
                  <a:cubicBezTo>
                    <a:pt x="1892" y="5987"/>
                    <a:pt x="1737" y="6142"/>
                    <a:pt x="1737" y="6329"/>
                  </a:cubicBezTo>
                  <a:lnTo>
                    <a:pt x="1737" y="6794"/>
                  </a:lnTo>
                  <a:lnTo>
                    <a:pt x="404" y="6794"/>
                  </a:lnTo>
                  <a:cubicBezTo>
                    <a:pt x="372" y="6794"/>
                    <a:pt x="372" y="6794"/>
                    <a:pt x="372" y="6763"/>
                  </a:cubicBezTo>
                  <a:lnTo>
                    <a:pt x="372" y="435"/>
                  </a:lnTo>
                  <a:cubicBezTo>
                    <a:pt x="372" y="435"/>
                    <a:pt x="372" y="404"/>
                    <a:pt x="404" y="404"/>
                  </a:cubicBezTo>
                  <a:close/>
                  <a:moveTo>
                    <a:pt x="2916" y="6391"/>
                  </a:moveTo>
                  <a:lnTo>
                    <a:pt x="2916" y="6980"/>
                  </a:lnTo>
                  <a:cubicBezTo>
                    <a:pt x="2916" y="7104"/>
                    <a:pt x="3009" y="7197"/>
                    <a:pt x="3164" y="7197"/>
                  </a:cubicBezTo>
                  <a:lnTo>
                    <a:pt x="3226" y="7197"/>
                  </a:lnTo>
                  <a:lnTo>
                    <a:pt x="2544" y="8190"/>
                  </a:lnTo>
                  <a:lnTo>
                    <a:pt x="1830" y="7197"/>
                  </a:lnTo>
                  <a:lnTo>
                    <a:pt x="1923" y="7197"/>
                  </a:lnTo>
                  <a:cubicBezTo>
                    <a:pt x="2048" y="7197"/>
                    <a:pt x="2141" y="7104"/>
                    <a:pt x="2141" y="6980"/>
                  </a:cubicBezTo>
                  <a:lnTo>
                    <a:pt x="2141" y="6391"/>
                  </a:lnTo>
                  <a:close/>
                  <a:moveTo>
                    <a:pt x="435" y="1"/>
                  </a:moveTo>
                  <a:cubicBezTo>
                    <a:pt x="186" y="1"/>
                    <a:pt x="0" y="218"/>
                    <a:pt x="0" y="435"/>
                  </a:cubicBezTo>
                  <a:lnTo>
                    <a:pt x="0" y="6763"/>
                  </a:lnTo>
                  <a:cubicBezTo>
                    <a:pt x="0" y="7011"/>
                    <a:pt x="186" y="7197"/>
                    <a:pt x="435" y="7197"/>
                  </a:cubicBezTo>
                  <a:lnTo>
                    <a:pt x="1365" y="7197"/>
                  </a:lnTo>
                  <a:cubicBezTo>
                    <a:pt x="1365" y="7228"/>
                    <a:pt x="1396" y="7228"/>
                    <a:pt x="1396" y="7259"/>
                  </a:cubicBezTo>
                  <a:lnTo>
                    <a:pt x="2265" y="8531"/>
                  </a:lnTo>
                  <a:cubicBezTo>
                    <a:pt x="2327" y="8624"/>
                    <a:pt x="2428" y="8671"/>
                    <a:pt x="2528" y="8671"/>
                  </a:cubicBezTo>
                  <a:cubicBezTo>
                    <a:pt x="2629" y="8671"/>
                    <a:pt x="2730" y="8624"/>
                    <a:pt x="2792" y="8531"/>
                  </a:cubicBezTo>
                  <a:lnTo>
                    <a:pt x="3692" y="7259"/>
                  </a:lnTo>
                  <a:cubicBezTo>
                    <a:pt x="3692" y="7259"/>
                    <a:pt x="3723" y="7228"/>
                    <a:pt x="3723" y="7197"/>
                  </a:cubicBezTo>
                  <a:lnTo>
                    <a:pt x="4622" y="7197"/>
                  </a:lnTo>
                  <a:cubicBezTo>
                    <a:pt x="4870" y="7197"/>
                    <a:pt x="5056" y="7011"/>
                    <a:pt x="5056" y="6763"/>
                  </a:cubicBezTo>
                  <a:lnTo>
                    <a:pt x="5056" y="435"/>
                  </a:lnTo>
                  <a:cubicBezTo>
                    <a:pt x="5056" y="218"/>
                    <a:pt x="4870" y="1"/>
                    <a:pt x="46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87"/>
            <p:cNvSpPr/>
            <p:nvPr/>
          </p:nvSpPr>
          <p:spPr>
            <a:xfrm>
              <a:off x="7106975" y="2021575"/>
              <a:ext cx="39575" cy="10875"/>
            </a:xfrm>
            <a:custGeom>
              <a:rect b="b" l="l" r="r" t="t"/>
              <a:pathLst>
                <a:path extrusionOk="0" h="435" w="1583">
                  <a:moveTo>
                    <a:pt x="280" y="0"/>
                  </a:moveTo>
                  <a:cubicBezTo>
                    <a:pt x="1" y="0"/>
                    <a:pt x="1" y="435"/>
                    <a:pt x="280" y="435"/>
                  </a:cubicBezTo>
                  <a:lnTo>
                    <a:pt x="1304" y="435"/>
                  </a:lnTo>
                  <a:cubicBezTo>
                    <a:pt x="1583" y="435"/>
                    <a:pt x="1583" y="0"/>
                    <a:pt x="13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87"/>
            <p:cNvSpPr/>
            <p:nvPr/>
          </p:nvSpPr>
          <p:spPr>
            <a:xfrm>
              <a:off x="7106975" y="2044825"/>
              <a:ext cx="76800" cy="10125"/>
            </a:xfrm>
            <a:custGeom>
              <a:rect b="b" l="l" r="r" t="t"/>
              <a:pathLst>
                <a:path extrusionOk="0" h="405" w="3072">
                  <a:moveTo>
                    <a:pt x="280" y="1"/>
                  </a:moveTo>
                  <a:cubicBezTo>
                    <a:pt x="1" y="1"/>
                    <a:pt x="1" y="404"/>
                    <a:pt x="280" y="404"/>
                  </a:cubicBezTo>
                  <a:lnTo>
                    <a:pt x="2793" y="404"/>
                  </a:lnTo>
                  <a:cubicBezTo>
                    <a:pt x="3072" y="404"/>
                    <a:pt x="3072" y="1"/>
                    <a:pt x="27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87"/>
            <p:cNvSpPr/>
            <p:nvPr/>
          </p:nvSpPr>
          <p:spPr>
            <a:xfrm>
              <a:off x="7108525" y="2067325"/>
              <a:ext cx="73700" cy="10100"/>
            </a:xfrm>
            <a:custGeom>
              <a:rect b="b" l="l" r="r" t="t"/>
              <a:pathLst>
                <a:path extrusionOk="0" h="404" w="2948">
                  <a:moveTo>
                    <a:pt x="218" y="1"/>
                  </a:moveTo>
                  <a:cubicBezTo>
                    <a:pt x="94" y="1"/>
                    <a:pt x="1" y="94"/>
                    <a:pt x="1" y="218"/>
                  </a:cubicBezTo>
                  <a:cubicBezTo>
                    <a:pt x="1" y="311"/>
                    <a:pt x="94" y="404"/>
                    <a:pt x="218" y="404"/>
                  </a:cubicBezTo>
                  <a:lnTo>
                    <a:pt x="2731" y="404"/>
                  </a:lnTo>
                  <a:cubicBezTo>
                    <a:pt x="2855" y="404"/>
                    <a:pt x="2948" y="311"/>
                    <a:pt x="2948" y="218"/>
                  </a:cubicBezTo>
                  <a:cubicBezTo>
                    <a:pt x="2948" y="94"/>
                    <a:pt x="2855" y="1"/>
                    <a:pt x="27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87"/>
            <p:cNvSpPr/>
            <p:nvPr/>
          </p:nvSpPr>
          <p:spPr>
            <a:xfrm>
              <a:off x="7107950" y="2089775"/>
              <a:ext cx="74850" cy="10175"/>
            </a:xfrm>
            <a:custGeom>
              <a:rect b="b" l="l" r="r" t="t"/>
              <a:pathLst>
                <a:path extrusionOk="0" h="407" w="2994">
                  <a:moveTo>
                    <a:pt x="218" y="1"/>
                  </a:moveTo>
                  <a:cubicBezTo>
                    <a:pt x="1" y="1"/>
                    <a:pt x="1" y="407"/>
                    <a:pt x="218" y="407"/>
                  </a:cubicBezTo>
                  <a:cubicBezTo>
                    <a:pt x="225" y="407"/>
                    <a:pt x="233" y="406"/>
                    <a:pt x="241" y="405"/>
                  </a:cubicBezTo>
                  <a:lnTo>
                    <a:pt x="2754" y="405"/>
                  </a:lnTo>
                  <a:cubicBezTo>
                    <a:pt x="2762" y="406"/>
                    <a:pt x="2769" y="407"/>
                    <a:pt x="2777" y="407"/>
                  </a:cubicBezTo>
                  <a:cubicBezTo>
                    <a:pt x="2994" y="407"/>
                    <a:pt x="2994" y="1"/>
                    <a:pt x="2777" y="1"/>
                  </a:cubicBezTo>
                  <a:cubicBezTo>
                    <a:pt x="2769" y="1"/>
                    <a:pt x="2762" y="1"/>
                    <a:pt x="2754" y="2"/>
                  </a:cubicBezTo>
                  <a:lnTo>
                    <a:pt x="241" y="2"/>
                  </a:lnTo>
                  <a:cubicBezTo>
                    <a:pt x="233" y="1"/>
                    <a:pt x="225" y="1"/>
                    <a:pt x="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87"/>
            <p:cNvSpPr/>
            <p:nvPr/>
          </p:nvSpPr>
          <p:spPr>
            <a:xfrm>
              <a:off x="7107950" y="2112950"/>
              <a:ext cx="74875" cy="10275"/>
            </a:xfrm>
            <a:custGeom>
              <a:rect b="b" l="l" r="r" t="t"/>
              <a:pathLst>
                <a:path extrusionOk="0" h="411" w="2995">
                  <a:moveTo>
                    <a:pt x="200" y="0"/>
                  </a:moveTo>
                  <a:cubicBezTo>
                    <a:pt x="0" y="0"/>
                    <a:pt x="7" y="410"/>
                    <a:pt x="219" y="410"/>
                  </a:cubicBezTo>
                  <a:cubicBezTo>
                    <a:pt x="226" y="410"/>
                    <a:pt x="234" y="410"/>
                    <a:pt x="241" y="409"/>
                  </a:cubicBezTo>
                  <a:lnTo>
                    <a:pt x="2754" y="409"/>
                  </a:lnTo>
                  <a:cubicBezTo>
                    <a:pt x="2761" y="410"/>
                    <a:pt x="2768" y="410"/>
                    <a:pt x="2776" y="410"/>
                  </a:cubicBezTo>
                  <a:cubicBezTo>
                    <a:pt x="2988" y="410"/>
                    <a:pt x="2994" y="0"/>
                    <a:pt x="2795" y="0"/>
                  </a:cubicBezTo>
                  <a:cubicBezTo>
                    <a:pt x="2782" y="0"/>
                    <a:pt x="2768" y="2"/>
                    <a:pt x="2754" y="6"/>
                  </a:cubicBezTo>
                  <a:lnTo>
                    <a:pt x="241" y="6"/>
                  </a:lnTo>
                  <a:cubicBezTo>
                    <a:pt x="226" y="2"/>
                    <a:pt x="213"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47" name="Google Shape;13047;p87"/>
          <p:cNvGrpSpPr/>
          <p:nvPr/>
        </p:nvGrpSpPr>
        <p:grpSpPr>
          <a:xfrm>
            <a:off x="7009895" y="2293141"/>
            <a:ext cx="348225" cy="285450"/>
            <a:chOff x="5452875" y="3094050"/>
            <a:chExt cx="348225" cy="285450"/>
          </a:xfrm>
        </p:grpSpPr>
        <p:sp>
          <p:nvSpPr>
            <p:cNvPr id="13048" name="Google Shape;13048;p87"/>
            <p:cNvSpPr/>
            <p:nvPr/>
          </p:nvSpPr>
          <p:spPr>
            <a:xfrm>
              <a:off x="5452875" y="3094050"/>
              <a:ext cx="348225" cy="285450"/>
            </a:xfrm>
            <a:custGeom>
              <a:rect b="b" l="l" r="r" t="t"/>
              <a:pathLst>
                <a:path extrusionOk="0" h="11418" w="13929">
                  <a:moveTo>
                    <a:pt x="4188" y="404"/>
                  </a:moveTo>
                  <a:lnTo>
                    <a:pt x="4188" y="4437"/>
                  </a:lnTo>
                  <a:lnTo>
                    <a:pt x="404" y="4437"/>
                  </a:lnTo>
                  <a:lnTo>
                    <a:pt x="404" y="745"/>
                  </a:lnTo>
                  <a:cubicBezTo>
                    <a:pt x="404" y="559"/>
                    <a:pt x="528" y="404"/>
                    <a:pt x="714" y="404"/>
                  </a:cubicBezTo>
                  <a:close/>
                  <a:moveTo>
                    <a:pt x="11726" y="5925"/>
                  </a:moveTo>
                  <a:cubicBezTo>
                    <a:pt x="11881" y="5925"/>
                    <a:pt x="12005" y="6050"/>
                    <a:pt x="12005" y="6205"/>
                  </a:cubicBezTo>
                  <a:cubicBezTo>
                    <a:pt x="12005" y="6267"/>
                    <a:pt x="11974" y="6298"/>
                    <a:pt x="11943" y="6360"/>
                  </a:cubicBezTo>
                  <a:lnTo>
                    <a:pt x="11292" y="6236"/>
                  </a:lnTo>
                  <a:cubicBezTo>
                    <a:pt x="11199" y="6236"/>
                    <a:pt x="11106" y="6267"/>
                    <a:pt x="11013" y="6329"/>
                  </a:cubicBezTo>
                  <a:cubicBezTo>
                    <a:pt x="10981" y="6360"/>
                    <a:pt x="10950" y="6422"/>
                    <a:pt x="10950" y="6453"/>
                  </a:cubicBezTo>
                  <a:lnTo>
                    <a:pt x="10795" y="6453"/>
                  </a:lnTo>
                  <a:cubicBezTo>
                    <a:pt x="10454" y="6453"/>
                    <a:pt x="10454" y="5925"/>
                    <a:pt x="10795" y="5925"/>
                  </a:cubicBezTo>
                  <a:close/>
                  <a:moveTo>
                    <a:pt x="13215" y="435"/>
                  </a:moveTo>
                  <a:cubicBezTo>
                    <a:pt x="13401" y="435"/>
                    <a:pt x="13556" y="559"/>
                    <a:pt x="13556" y="745"/>
                  </a:cubicBezTo>
                  <a:lnTo>
                    <a:pt x="13556" y="4437"/>
                  </a:lnTo>
                  <a:lnTo>
                    <a:pt x="8903" y="4437"/>
                  </a:lnTo>
                  <a:cubicBezTo>
                    <a:pt x="8624" y="4437"/>
                    <a:pt x="8624" y="4840"/>
                    <a:pt x="8903" y="4840"/>
                  </a:cubicBezTo>
                  <a:lnTo>
                    <a:pt x="13556" y="4840"/>
                  </a:lnTo>
                  <a:lnTo>
                    <a:pt x="13556" y="7569"/>
                  </a:lnTo>
                  <a:lnTo>
                    <a:pt x="13122" y="7569"/>
                  </a:lnTo>
                  <a:lnTo>
                    <a:pt x="12719" y="7166"/>
                  </a:lnTo>
                  <a:lnTo>
                    <a:pt x="12781" y="7104"/>
                  </a:lnTo>
                  <a:cubicBezTo>
                    <a:pt x="12874" y="7011"/>
                    <a:pt x="12905" y="6856"/>
                    <a:pt x="12843" y="6732"/>
                  </a:cubicBezTo>
                  <a:cubicBezTo>
                    <a:pt x="12812" y="6577"/>
                    <a:pt x="12719" y="6484"/>
                    <a:pt x="12563" y="6453"/>
                  </a:cubicBezTo>
                  <a:lnTo>
                    <a:pt x="12377" y="6422"/>
                  </a:lnTo>
                  <a:cubicBezTo>
                    <a:pt x="12408" y="6360"/>
                    <a:pt x="12408" y="6267"/>
                    <a:pt x="12408" y="6174"/>
                  </a:cubicBezTo>
                  <a:cubicBezTo>
                    <a:pt x="12408" y="5801"/>
                    <a:pt x="12098" y="5491"/>
                    <a:pt x="11726" y="5491"/>
                  </a:cubicBezTo>
                  <a:lnTo>
                    <a:pt x="10826" y="5491"/>
                  </a:lnTo>
                  <a:cubicBezTo>
                    <a:pt x="9958" y="5553"/>
                    <a:pt x="9958" y="6794"/>
                    <a:pt x="10826" y="6856"/>
                  </a:cubicBezTo>
                  <a:lnTo>
                    <a:pt x="10981" y="6856"/>
                  </a:lnTo>
                  <a:lnTo>
                    <a:pt x="11106" y="7569"/>
                  </a:lnTo>
                  <a:lnTo>
                    <a:pt x="404" y="7569"/>
                  </a:lnTo>
                  <a:lnTo>
                    <a:pt x="404" y="4809"/>
                  </a:lnTo>
                  <a:lnTo>
                    <a:pt x="8097" y="4809"/>
                  </a:lnTo>
                  <a:cubicBezTo>
                    <a:pt x="8376" y="4809"/>
                    <a:pt x="8376" y="4406"/>
                    <a:pt x="8097" y="4406"/>
                  </a:cubicBezTo>
                  <a:lnTo>
                    <a:pt x="4592" y="4406"/>
                  </a:lnTo>
                  <a:lnTo>
                    <a:pt x="4592" y="435"/>
                  </a:lnTo>
                  <a:close/>
                  <a:moveTo>
                    <a:pt x="11354" y="6670"/>
                  </a:moveTo>
                  <a:lnTo>
                    <a:pt x="12408" y="6856"/>
                  </a:lnTo>
                  <a:lnTo>
                    <a:pt x="12284" y="7011"/>
                  </a:lnTo>
                  <a:cubicBezTo>
                    <a:pt x="12191" y="7104"/>
                    <a:pt x="12191" y="7228"/>
                    <a:pt x="12284" y="7321"/>
                  </a:cubicBezTo>
                  <a:lnTo>
                    <a:pt x="12781" y="7818"/>
                  </a:lnTo>
                  <a:lnTo>
                    <a:pt x="12501" y="8097"/>
                  </a:lnTo>
                  <a:lnTo>
                    <a:pt x="12005" y="7600"/>
                  </a:lnTo>
                  <a:cubicBezTo>
                    <a:pt x="11974" y="7569"/>
                    <a:pt x="11912" y="7538"/>
                    <a:pt x="11850" y="7538"/>
                  </a:cubicBezTo>
                  <a:cubicBezTo>
                    <a:pt x="11788" y="7538"/>
                    <a:pt x="11726" y="7569"/>
                    <a:pt x="11695" y="7600"/>
                  </a:cubicBezTo>
                  <a:lnTo>
                    <a:pt x="11540" y="7725"/>
                  </a:lnTo>
                  <a:lnTo>
                    <a:pt x="11354" y="6670"/>
                  </a:lnTo>
                  <a:close/>
                  <a:moveTo>
                    <a:pt x="8252" y="9462"/>
                  </a:moveTo>
                  <a:lnTo>
                    <a:pt x="8469" y="11013"/>
                  </a:lnTo>
                  <a:lnTo>
                    <a:pt x="5460" y="11013"/>
                  </a:lnTo>
                  <a:lnTo>
                    <a:pt x="5677" y="9462"/>
                  </a:lnTo>
                  <a:close/>
                  <a:moveTo>
                    <a:pt x="745" y="1"/>
                  </a:moveTo>
                  <a:cubicBezTo>
                    <a:pt x="342" y="1"/>
                    <a:pt x="1" y="342"/>
                    <a:pt x="1" y="745"/>
                  </a:cubicBezTo>
                  <a:lnTo>
                    <a:pt x="1" y="8717"/>
                  </a:lnTo>
                  <a:cubicBezTo>
                    <a:pt x="1" y="9120"/>
                    <a:pt x="342" y="9462"/>
                    <a:pt x="745" y="9462"/>
                  </a:cubicBezTo>
                  <a:lnTo>
                    <a:pt x="2265" y="9462"/>
                  </a:lnTo>
                  <a:cubicBezTo>
                    <a:pt x="2544" y="9462"/>
                    <a:pt x="2544" y="9027"/>
                    <a:pt x="2265" y="9027"/>
                  </a:cubicBezTo>
                  <a:lnTo>
                    <a:pt x="745" y="9027"/>
                  </a:lnTo>
                  <a:cubicBezTo>
                    <a:pt x="559" y="9027"/>
                    <a:pt x="404" y="8903"/>
                    <a:pt x="404" y="8717"/>
                  </a:cubicBezTo>
                  <a:lnTo>
                    <a:pt x="404" y="7973"/>
                  </a:lnTo>
                  <a:lnTo>
                    <a:pt x="11199" y="7973"/>
                  </a:lnTo>
                  <a:cubicBezTo>
                    <a:pt x="11261" y="8066"/>
                    <a:pt x="11323" y="8128"/>
                    <a:pt x="11416" y="8190"/>
                  </a:cubicBezTo>
                  <a:cubicBezTo>
                    <a:pt x="11455" y="8198"/>
                    <a:pt x="11491" y="8201"/>
                    <a:pt x="11527" y="8201"/>
                  </a:cubicBezTo>
                  <a:cubicBezTo>
                    <a:pt x="11633" y="8201"/>
                    <a:pt x="11726" y="8167"/>
                    <a:pt x="11819" y="8097"/>
                  </a:cubicBezTo>
                  <a:lnTo>
                    <a:pt x="11881" y="8035"/>
                  </a:lnTo>
                  <a:lnTo>
                    <a:pt x="12315" y="8438"/>
                  </a:lnTo>
                  <a:cubicBezTo>
                    <a:pt x="12377" y="8500"/>
                    <a:pt x="12455" y="8531"/>
                    <a:pt x="12532" y="8531"/>
                  </a:cubicBezTo>
                  <a:cubicBezTo>
                    <a:pt x="12610" y="8531"/>
                    <a:pt x="12688" y="8500"/>
                    <a:pt x="12750" y="8438"/>
                  </a:cubicBezTo>
                  <a:lnTo>
                    <a:pt x="13153" y="8066"/>
                  </a:lnTo>
                  <a:cubicBezTo>
                    <a:pt x="13184" y="8035"/>
                    <a:pt x="13184" y="8004"/>
                    <a:pt x="13215" y="8004"/>
                  </a:cubicBezTo>
                  <a:lnTo>
                    <a:pt x="13556" y="8004"/>
                  </a:lnTo>
                  <a:lnTo>
                    <a:pt x="13556" y="8717"/>
                  </a:lnTo>
                  <a:cubicBezTo>
                    <a:pt x="13556" y="8903"/>
                    <a:pt x="13401" y="9058"/>
                    <a:pt x="13215" y="9058"/>
                  </a:cubicBezTo>
                  <a:lnTo>
                    <a:pt x="3072" y="9058"/>
                  </a:lnTo>
                  <a:cubicBezTo>
                    <a:pt x="2792" y="9058"/>
                    <a:pt x="2792" y="9462"/>
                    <a:pt x="3072" y="9462"/>
                  </a:cubicBezTo>
                  <a:lnTo>
                    <a:pt x="5274" y="9462"/>
                  </a:lnTo>
                  <a:lnTo>
                    <a:pt x="5057" y="11013"/>
                  </a:lnTo>
                  <a:lnTo>
                    <a:pt x="4405" y="11013"/>
                  </a:lnTo>
                  <a:cubicBezTo>
                    <a:pt x="4397" y="11012"/>
                    <a:pt x="4390" y="11011"/>
                    <a:pt x="4382" y="11011"/>
                  </a:cubicBezTo>
                  <a:cubicBezTo>
                    <a:pt x="4165" y="11011"/>
                    <a:pt x="4165" y="11417"/>
                    <a:pt x="4382" y="11417"/>
                  </a:cubicBezTo>
                  <a:cubicBezTo>
                    <a:pt x="4390" y="11417"/>
                    <a:pt x="4397" y="11417"/>
                    <a:pt x="4405" y="11416"/>
                  </a:cubicBezTo>
                  <a:lnTo>
                    <a:pt x="9555" y="11416"/>
                  </a:lnTo>
                  <a:cubicBezTo>
                    <a:pt x="9562" y="11417"/>
                    <a:pt x="9568" y="11417"/>
                    <a:pt x="9575" y="11417"/>
                  </a:cubicBezTo>
                  <a:cubicBezTo>
                    <a:pt x="9765" y="11417"/>
                    <a:pt x="9765" y="11011"/>
                    <a:pt x="9575" y="11011"/>
                  </a:cubicBezTo>
                  <a:cubicBezTo>
                    <a:pt x="9568" y="11011"/>
                    <a:pt x="9562" y="11012"/>
                    <a:pt x="9555" y="11013"/>
                  </a:cubicBezTo>
                  <a:lnTo>
                    <a:pt x="8872" y="11013"/>
                  </a:lnTo>
                  <a:lnTo>
                    <a:pt x="8655" y="9462"/>
                  </a:lnTo>
                  <a:lnTo>
                    <a:pt x="13184" y="9462"/>
                  </a:lnTo>
                  <a:cubicBezTo>
                    <a:pt x="13618" y="9462"/>
                    <a:pt x="13928" y="9120"/>
                    <a:pt x="13928" y="8717"/>
                  </a:cubicBezTo>
                  <a:lnTo>
                    <a:pt x="13928" y="745"/>
                  </a:lnTo>
                  <a:cubicBezTo>
                    <a:pt x="13928" y="342"/>
                    <a:pt x="13618" y="1"/>
                    <a:pt x="13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87"/>
            <p:cNvSpPr/>
            <p:nvPr/>
          </p:nvSpPr>
          <p:spPr>
            <a:xfrm>
              <a:off x="5483125" y="3132025"/>
              <a:ext cx="51975" cy="44250"/>
            </a:xfrm>
            <a:custGeom>
              <a:rect b="b" l="l" r="r" t="t"/>
              <a:pathLst>
                <a:path extrusionOk="0" h="1770" w="2079">
                  <a:moveTo>
                    <a:pt x="1179" y="405"/>
                  </a:moveTo>
                  <a:cubicBezTo>
                    <a:pt x="1489" y="405"/>
                    <a:pt x="1737" y="746"/>
                    <a:pt x="1644" y="1056"/>
                  </a:cubicBezTo>
                  <a:lnTo>
                    <a:pt x="1396" y="808"/>
                  </a:lnTo>
                  <a:cubicBezTo>
                    <a:pt x="1365" y="777"/>
                    <a:pt x="1311" y="762"/>
                    <a:pt x="1257" y="762"/>
                  </a:cubicBezTo>
                  <a:cubicBezTo>
                    <a:pt x="1202" y="762"/>
                    <a:pt x="1148" y="777"/>
                    <a:pt x="1117" y="808"/>
                  </a:cubicBezTo>
                  <a:cubicBezTo>
                    <a:pt x="1024" y="901"/>
                    <a:pt x="1024" y="1025"/>
                    <a:pt x="1117" y="1118"/>
                  </a:cubicBezTo>
                  <a:lnTo>
                    <a:pt x="1365" y="1336"/>
                  </a:lnTo>
                  <a:cubicBezTo>
                    <a:pt x="1303" y="1367"/>
                    <a:pt x="1241" y="1367"/>
                    <a:pt x="1179" y="1367"/>
                  </a:cubicBezTo>
                  <a:cubicBezTo>
                    <a:pt x="559" y="1367"/>
                    <a:pt x="559" y="405"/>
                    <a:pt x="1179" y="405"/>
                  </a:cubicBezTo>
                  <a:close/>
                  <a:moveTo>
                    <a:pt x="1192" y="1"/>
                  </a:moveTo>
                  <a:cubicBezTo>
                    <a:pt x="970" y="1"/>
                    <a:pt x="742" y="87"/>
                    <a:pt x="559" y="281"/>
                  </a:cubicBezTo>
                  <a:cubicBezTo>
                    <a:pt x="0" y="839"/>
                    <a:pt x="373" y="1770"/>
                    <a:pt x="1179" y="1770"/>
                  </a:cubicBezTo>
                  <a:cubicBezTo>
                    <a:pt x="1334" y="1770"/>
                    <a:pt x="1520" y="1739"/>
                    <a:pt x="1644" y="1646"/>
                  </a:cubicBezTo>
                  <a:lnTo>
                    <a:pt x="1737" y="1708"/>
                  </a:lnTo>
                  <a:cubicBezTo>
                    <a:pt x="1769" y="1739"/>
                    <a:pt x="1800" y="1770"/>
                    <a:pt x="1862" y="1770"/>
                  </a:cubicBezTo>
                  <a:cubicBezTo>
                    <a:pt x="1924" y="1770"/>
                    <a:pt x="1986" y="1739"/>
                    <a:pt x="2017" y="1708"/>
                  </a:cubicBezTo>
                  <a:cubicBezTo>
                    <a:pt x="2079" y="1646"/>
                    <a:pt x="2079" y="1491"/>
                    <a:pt x="2017" y="1429"/>
                  </a:cubicBezTo>
                  <a:lnTo>
                    <a:pt x="1955" y="1367"/>
                  </a:lnTo>
                  <a:cubicBezTo>
                    <a:pt x="2017" y="1211"/>
                    <a:pt x="2079" y="1056"/>
                    <a:pt x="2079" y="901"/>
                  </a:cubicBezTo>
                  <a:cubicBezTo>
                    <a:pt x="2079" y="360"/>
                    <a:pt x="1646" y="1"/>
                    <a:pt x="1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87"/>
            <p:cNvSpPr/>
            <p:nvPr/>
          </p:nvSpPr>
          <p:spPr>
            <a:xfrm>
              <a:off x="5487000" y="3231325"/>
              <a:ext cx="65175" cy="34925"/>
            </a:xfrm>
            <a:custGeom>
              <a:rect b="b" l="l" r="r" t="t"/>
              <a:pathLst>
                <a:path extrusionOk="0" h="1397" w="2607">
                  <a:moveTo>
                    <a:pt x="1769" y="434"/>
                  </a:moveTo>
                  <a:cubicBezTo>
                    <a:pt x="2141" y="434"/>
                    <a:pt x="2141" y="962"/>
                    <a:pt x="1769" y="962"/>
                  </a:cubicBezTo>
                  <a:lnTo>
                    <a:pt x="838" y="962"/>
                  </a:lnTo>
                  <a:cubicBezTo>
                    <a:pt x="466" y="962"/>
                    <a:pt x="466" y="434"/>
                    <a:pt x="838" y="434"/>
                  </a:cubicBezTo>
                  <a:close/>
                  <a:moveTo>
                    <a:pt x="838" y="0"/>
                  </a:moveTo>
                  <a:cubicBezTo>
                    <a:pt x="1" y="62"/>
                    <a:pt x="1" y="1303"/>
                    <a:pt x="838" y="1396"/>
                  </a:cubicBezTo>
                  <a:lnTo>
                    <a:pt x="1769" y="1396"/>
                  </a:lnTo>
                  <a:cubicBezTo>
                    <a:pt x="2606" y="1303"/>
                    <a:pt x="2606" y="62"/>
                    <a:pt x="17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87"/>
            <p:cNvSpPr/>
            <p:nvPr/>
          </p:nvSpPr>
          <p:spPr>
            <a:xfrm>
              <a:off x="5555725" y="3231275"/>
              <a:ext cx="71175" cy="35000"/>
            </a:xfrm>
            <a:custGeom>
              <a:rect b="b" l="l" r="r" t="t"/>
              <a:pathLst>
                <a:path extrusionOk="0" h="1400" w="2847">
                  <a:moveTo>
                    <a:pt x="1873" y="436"/>
                  </a:moveTo>
                  <a:cubicBezTo>
                    <a:pt x="2246" y="436"/>
                    <a:pt x="2246" y="964"/>
                    <a:pt x="1873" y="964"/>
                  </a:cubicBezTo>
                  <a:lnTo>
                    <a:pt x="974" y="964"/>
                  </a:lnTo>
                  <a:cubicBezTo>
                    <a:pt x="602" y="964"/>
                    <a:pt x="602" y="436"/>
                    <a:pt x="974" y="436"/>
                  </a:cubicBezTo>
                  <a:close/>
                  <a:moveTo>
                    <a:pt x="915" y="0"/>
                  </a:moveTo>
                  <a:cubicBezTo>
                    <a:pt x="1" y="0"/>
                    <a:pt x="1" y="1400"/>
                    <a:pt x="915" y="1400"/>
                  </a:cubicBezTo>
                  <a:cubicBezTo>
                    <a:pt x="935" y="1400"/>
                    <a:pt x="954" y="1399"/>
                    <a:pt x="974" y="1398"/>
                  </a:cubicBezTo>
                  <a:lnTo>
                    <a:pt x="1873" y="1398"/>
                  </a:lnTo>
                  <a:cubicBezTo>
                    <a:pt x="1893" y="1399"/>
                    <a:pt x="1913" y="1400"/>
                    <a:pt x="1932" y="1400"/>
                  </a:cubicBezTo>
                  <a:cubicBezTo>
                    <a:pt x="2847" y="1400"/>
                    <a:pt x="2847" y="0"/>
                    <a:pt x="1932" y="0"/>
                  </a:cubicBezTo>
                  <a:cubicBezTo>
                    <a:pt x="1913" y="0"/>
                    <a:pt x="1893" y="1"/>
                    <a:pt x="1873" y="2"/>
                  </a:cubicBezTo>
                  <a:lnTo>
                    <a:pt x="974" y="2"/>
                  </a:lnTo>
                  <a:cubicBezTo>
                    <a:pt x="954" y="1"/>
                    <a:pt x="935" y="0"/>
                    <a:pt x="9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87"/>
            <p:cNvSpPr/>
            <p:nvPr/>
          </p:nvSpPr>
          <p:spPr>
            <a:xfrm>
              <a:off x="5627825" y="3231275"/>
              <a:ext cx="67800" cy="35000"/>
            </a:xfrm>
            <a:custGeom>
              <a:rect b="b" l="l" r="r" t="t"/>
              <a:pathLst>
                <a:path extrusionOk="0" h="1400" w="2712">
                  <a:moveTo>
                    <a:pt x="1874" y="436"/>
                  </a:moveTo>
                  <a:cubicBezTo>
                    <a:pt x="2246" y="436"/>
                    <a:pt x="2246" y="964"/>
                    <a:pt x="1874" y="964"/>
                  </a:cubicBezTo>
                  <a:lnTo>
                    <a:pt x="944" y="964"/>
                  </a:lnTo>
                  <a:cubicBezTo>
                    <a:pt x="571" y="964"/>
                    <a:pt x="571" y="436"/>
                    <a:pt x="944" y="436"/>
                  </a:cubicBezTo>
                  <a:close/>
                  <a:moveTo>
                    <a:pt x="887" y="0"/>
                  </a:moveTo>
                  <a:cubicBezTo>
                    <a:pt x="1" y="0"/>
                    <a:pt x="1" y="1400"/>
                    <a:pt x="887" y="1400"/>
                  </a:cubicBezTo>
                  <a:cubicBezTo>
                    <a:pt x="906" y="1400"/>
                    <a:pt x="924" y="1399"/>
                    <a:pt x="944" y="1398"/>
                  </a:cubicBezTo>
                  <a:lnTo>
                    <a:pt x="1874" y="1398"/>
                  </a:lnTo>
                  <a:cubicBezTo>
                    <a:pt x="2712" y="1305"/>
                    <a:pt x="2712" y="64"/>
                    <a:pt x="1874" y="2"/>
                  </a:cubicBezTo>
                  <a:lnTo>
                    <a:pt x="944" y="2"/>
                  </a:lnTo>
                  <a:cubicBezTo>
                    <a:pt x="924" y="1"/>
                    <a:pt x="906" y="0"/>
                    <a:pt x="8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3" name="Google Shape;13053;p87"/>
            <p:cNvSpPr/>
            <p:nvPr/>
          </p:nvSpPr>
          <p:spPr>
            <a:xfrm>
              <a:off x="5594025" y="3126625"/>
              <a:ext cx="174500" cy="10100"/>
            </a:xfrm>
            <a:custGeom>
              <a:rect b="b" l="l" r="r" t="t"/>
              <a:pathLst>
                <a:path extrusionOk="0" h="404" w="6980">
                  <a:moveTo>
                    <a:pt x="279" y="1"/>
                  </a:moveTo>
                  <a:cubicBezTo>
                    <a:pt x="0" y="1"/>
                    <a:pt x="0" y="404"/>
                    <a:pt x="279" y="404"/>
                  </a:cubicBezTo>
                  <a:lnTo>
                    <a:pt x="6700" y="404"/>
                  </a:lnTo>
                  <a:cubicBezTo>
                    <a:pt x="6980" y="404"/>
                    <a:pt x="6980" y="1"/>
                    <a:pt x="67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87"/>
            <p:cNvSpPr/>
            <p:nvPr/>
          </p:nvSpPr>
          <p:spPr>
            <a:xfrm>
              <a:off x="5595575" y="3149900"/>
              <a:ext cx="171400" cy="10100"/>
            </a:xfrm>
            <a:custGeom>
              <a:rect b="b" l="l" r="r" t="t"/>
              <a:pathLst>
                <a:path extrusionOk="0" h="404" w="6856">
                  <a:moveTo>
                    <a:pt x="217" y="0"/>
                  </a:moveTo>
                  <a:cubicBezTo>
                    <a:pt x="93" y="0"/>
                    <a:pt x="0" y="93"/>
                    <a:pt x="0" y="217"/>
                  </a:cubicBezTo>
                  <a:cubicBezTo>
                    <a:pt x="0" y="310"/>
                    <a:pt x="93" y="403"/>
                    <a:pt x="217" y="403"/>
                  </a:cubicBezTo>
                  <a:lnTo>
                    <a:pt x="6638" y="403"/>
                  </a:lnTo>
                  <a:cubicBezTo>
                    <a:pt x="6762" y="403"/>
                    <a:pt x="6855" y="310"/>
                    <a:pt x="6855" y="217"/>
                  </a:cubicBezTo>
                  <a:cubicBezTo>
                    <a:pt x="6855" y="93"/>
                    <a:pt x="6762" y="0"/>
                    <a:pt x="66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87"/>
            <p:cNvSpPr/>
            <p:nvPr/>
          </p:nvSpPr>
          <p:spPr>
            <a:xfrm>
              <a:off x="5594025" y="3173150"/>
              <a:ext cx="59725" cy="10900"/>
            </a:xfrm>
            <a:custGeom>
              <a:rect b="b" l="l" r="r" t="t"/>
              <a:pathLst>
                <a:path extrusionOk="0" h="436" w="2389">
                  <a:moveTo>
                    <a:pt x="279" y="1"/>
                  </a:moveTo>
                  <a:cubicBezTo>
                    <a:pt x="0" y="1"/>
                    <a:pt x="0" y="435"/>
                    <a:pt x="279" y="435"/>
                  </a:cubicBezTo>
                  <a:lnTo>
                    <a:pt x="2109" y="435"/>
                  </a:lnTo>
                  <a:cubicBezTo>
                    <a:pt x="2389" y="435"/>
                    <a:pt x="2389" y="1"/>
                    <a:pt x="2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6" name="Google Shape;13056;p87"/>
          <p:cNvGrpSpPr/>
          <p:nvPr/>
        </p:nvGrpSpPr>
        <p:grpSpPr>
          <a:xfrm>
            <a:off x="7009508" y="1769836"/>
            <a:ext cx="349000" cy="297025"/>
            <a:chOff x="6971275" y="3088625"/>
            <a:chExt cx="349000" cy="297025"/>
          </a:xfrm>
        </p:grpSpPr>
        <p:sp>
          <p:nvSpPr>
            <p:cNvPr id="13057" name="Google Shape;13057;p87"/>
            <p:cNvSpPr/>
            <p:nvPr/>
          </p:nvSpPr>
          <p:spPr>
            <a:xfrm>
              <a:off x="7055025" y="3176525"/>
              <a:ext cx="199325" cy="185100"/>
            </a:xfrm>
            <a:custGeom>
              <a:rect b="b" l="l" r="r" t="t"/>
              <a:pathLst>
                <a:path extrusionOk="0" h="7404" w="7973">
                  <a:moveTo>
                    <a:pt x="6825" y="393"/>
                  </a:moveTo>
                  <a:cubicBezTo>
                    <a:pt x="7290" y="393"/>
                    <a:pt x="7538" y="982"/>
                    <a:pt x="7197" y="1324"/>
                  </a:cubicBezTo>
                  <a:cubicBezTo>
                    <a:pt x="7087" y="1434"/>
                    <a:pt x="6955" y="1482"/>
                    <a:pt x="6825" y="1482"/>
                  </a:cubicBezTo>
                  <a:cubicBezTo>
                    <a:pt x="6554" y="1482"/>
                    <a:pt x="6298" y="1267"/>
                    <a:pt x="6298" y="951"/>
                  </a:cubicBezTo>
                  <a:cubicBezTo>
                    <a:pt x="6298" y="641"/>
                    <a:pt x="6515" y="393"/>
                    <a:pt x="6825" y="393"/>
                  </a:cubicBezTo>
                  <a:close/>
                  <a:moveTo>
                    <a:pt x="5894" y="1075"/>
                  </a:moveTo>
                  <a:cubicBezTo>
                    <a:pt x="5925" y="1510"/>
                    <a:pt x="6266" y="1820"/>
                    <a:pt x="6701" y="1882"/>
                  </a:cubicBezTo>
                  <a:lnTo>
                    <a:pt x="6701" y="5666"/>
                  </a:lnTo>
                  <a:cubicBezTo>
                    <a:pt x="6701" y="5666"/>
                    <a:pt x="6670" y="5697"/>
                    <a:pt x="6639" y="5697"/>
                  </a:cubicBezTo>
                  <a:lnTo>
                    <a:pt x="4716" y="5697"/>
                  </a:lnTo>
                  <a:cubicBezTo>
                    <a:pt x="4591" y="5697"/>
                    <a:pt x="4467" y="5759"/>
                    <a:pt x="4374" y="5852"/>
                  </a:cubicBezTo>
                  <a:lnTo>
                    <a:pt x="3444" y="7000"/>
                  </a:lnTo>
                  <a:lnTo>
                    <a:pt x="3413" y="7000"/>
                  </a:lnTo>
                  <a:lnTo>
                    <a:pt x="2451" y="5852"/>
                  </a:lnTo>
                  <a:cubicBezTo>
                    <a:pt x="2358" y="5759"/>
                    <a:pt x="2234" y="5697"/>
                    <a:pt x="2110" y="5697"/>
                  </a:cubicBezTo>
                  <a:lnTo>
                    <a:pt x="466" y="5697"/>
                  </a:lnTo>
                  <a:cubicBezTo>
                    <a:pt x="435" y="5697"/>
                    <a:pt x="404" y="5666"/>
                    <a:pt x="404" y="5666"/>
                  </a:cubicBezTo>
                  <a:lnTo>
                    <a:pt x="404" y="1138"/>
                  </a:lnTo>
                  <a:cubicBezTo>
                    <a:pt x="404" y="1107"/>
                    <a:pt x="435" y="1075"/>
                    <a:pt x="466" y="1075"/>
                  </a:cubicBezTo>
                  <a:close/>
                  <a:moveTo>
                    <a:pt x="6813" y="0"/>
                  </a:moveTo>
                  <a:cubicBezTo>
                    <a:pt x="6416" y="0"/>
                    <a:pt x="6031" y="253"/>
                    <a:pt x="5894" y="703"/>
                  </a:cubicBezTo>
                  <a:lnTo>
                    <a:pt x="435" y="703"/>
                  </a:lnTo>
                  <a:cubicBezTo>
                    <a:pt x="187" y="703"/>
                    <a:pt x="1" y="889"/>
                    <a:pt x="1" y="1138"/>
                  </a:cubicBezTo>
                  <a:lnTo>
                    <a:pt x="1" y="5666"/>
                  </a:lnTo>
                  <a:cubicBezTo>
                    <a:pt x="1" y="5914"/>
                    <a:pt x="187" y="6101"/>
                    <a:pt x="435" y="6101"/>
                  </a:cubicBezTo>
                  <a:lnTo>
                    <a:pt x="2141" y="6101"/>
                  </a:lnTo>
                  <a:lnTo>
                    <a:pt x="3071" y="7248"/>
                  </a:lnTo>
                  <a:cubicBezTo>
                    <a:pt x="3134" y="7341"/>
                    <a:pt x="3289" y="7403"/>
                    <a:pt x="3413" y="7403"/>
                  </a:cubicBezTo>
                  <a:cubicBezTo>
                    <a:pt x="3537" y="7403"/>
                    <a:pt x="3661" y="7341"/>
                    <a:pt x="3754" y="7248"/>
                  </a:cubicBezTo>
                  <a:lnTo>
                    <a:pt x="4684" y="6101"/>
                  </a:lnTo>
                  <a:lnTo>
                    <a:pt x="6639" y="6101"/>
                  </a:lnTo>
                  <a:cubicBezTo>
                    <a:pt x="6887" y="6101"/>
                    <a:pt x="7104" y="5914"/>
                    <a:pt x="7104" y="5666"/>
                  </a:cubicBezTo>
                  <a:lnTo>
                    <a:pt x="7104" y="1851"/>
                  </a:lnTo>
                  <a:cubicBezTo>
                    <a:pt x="7786" y="1634"/>
                    <a:pt x="7973" y="765"/>
                    <a:pt x="7476" y="269"/>
                  </a:cubicBezTo>
                  <a:cubicBezTo>
                    <a:pt x="7282" y="86"/>
                    <a:pt x="7045" y="0"/>
                    <a:pt x="6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87"/>
            <p:cNvSpPr/>
            <p:nvPr/>
          </p:nvSpPr>
          <p:spPr>
            <a:xfrm>
              <a:off x="7081400" y="3218900"/>
              <a:ext cx="45000" cy="10125"/>
            </a:xfrm>
            <a:custGeom>
              <a:rect b="b" l="l" r="r" t="t"/>
              <a:pathLst>
                <a:path extrusionOk="0" h="405" w="1800">
                  <a:moveTo>
                    <a:pt x="279" y="1"/>
                  </a:moveTo>
                  <a:cubicBezTo>
                    <a:pt x="0" y="1"/>
                    <a:pt x="0" y="404"/>
                    <a:pt x="279" y="404"/>
                  </a:cubicBezTo>
                  <a:lnTo>
                    <a:pt x="1520" y="404"/>
                  </a:lnTo>
                  <a:cubicBezTo>
                    <a:pt x="1799" y="404"/>
                    <a:pt x="1799" y="1"/>
                    <a:pt x="15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87"/>
            <p:cNvSpPr/>
            <p:nvPr/>
          </p:nvSpPr>
          <p:spPr>
            <a:xfrm>
              <a:off x="7082950" y="3242950"/>
              <a:ext cx="118675" cy="10875"/>
            </a:xfrm>
            <a:custGeom>
              <a:rect b="b" l="l" r="r" t="t"/>
              <a:pathLst>
                <a:path extrusionOk="0" h="435" w="4747">
                  <a:moveTo>
                    <a:pt x="217" y="0"/>
                  </a:moveTo>
                  <a:cubicBezTo>
                    <a:pt x="93" y="0"/>
                    <a:pt x="0" y="94"/>
                    <a:pt x="0" y="218"/>
                  </a:cubicBezTo>
                  <a:cubicBezTo>
                    <a:pt x="0" y="342"/>
                    <a:pt x="93" y="435"/>
                    <a:pt x="217" y="435"/>
                  </a:cubicBezTo>
                  <a:lnTo>
                    <a:pt x="4529" y="435"/>
                  </a:lnTo>
                  <a:cubicBezTo>
                    <a:pt x="4653" y="435"/>
                    <a:pt x="4746" y="342"/>
                    <a:pt x="4746" y="218"/>
                  </a:cubicBezTo>
                  <a:cubicBezTo>
                    <a:pt x="4746" y="94"/>
                    <a:pt x="4653" y="0"/>
                    <a:pt x="4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0" name="Google Shape;13060;p87"/>
            <p:cNvSpPr/>
            <p:nvPr/>
          </p:nvSpPr>
          <p:spPr>
            <a:xfrm>
              <a:off x="7081400" y="3267775"/>
              <a:ext cx="121775" cy="10100"/>
            </a:xfrm>
            <a:custGeom>
              <a:rect b="b" l="l" r="r" t="t"/>
              <a:pathLst>
                <a:path extrusionOk="0" h="404" w="4871">
                  <a:moveTo>
                    <a:pt x="279" y="0"/>
                  </a:moveTo>
                  <a:cubicBezTo>
                    <a:pt x="0" y="0"/>
                    <a:pt x="0" y="403"/>
                    <a:pt x="279" y="403"/>
                  </a:cubicBezTo>
                  <a:lnTo>
                    <a:pt x="4591" y="403"/>
                  </a:lnTo>
                  <a:cubicBezTo>
                    <a:pt x="4870" y="403"/>
                    <a:pt x="4870" y="0"/>
                    <a:pt x="45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1" name="Google Shape;13061;p87"/>
            <p:cNvSpPr/>
            <p:nvPr/>
          </p:nvSpPr>
          <p:spPr>
            <a:xfrm>
              <a:off x="7082475" y="3291550"/>
              <a:ext cx="119600" cy="10475"/>
            </a:xfrm>
            <a:custGeom>
              <a:rect b="b" l="l" r="r" t="t"/>
              <a:pathLst>
                <a:path extrusionOk="0" h="419" w="4784">
                  <a:moveTo>
                    <a:pt x="183" y="0"/>
                  </a:moveTo>
                  <a:cubicBezTo>
                    <a:pt x="1" y="0"/>
                    <a:pt x="6" y="419"/>
                    <a:pt x="199" y="419"/>
                  </a:cubicBezTo>
                  <a:cubicBezTo>
                    <a:pt x="211" y="419"/>
                    <a:pt x="223" y="417"/>
                    <a:pt x="236" y="414"/>
                  </a:cubicBezTo>
                  <a:lnTo>
                    <a:pt x="4548" y="414"/>
                  </a:lnTo>
                  <a:cubicBezTo>
                    <a:pt x="4561" y="417"/>
                    <a:pt x="4574" y="419"/>
                    <a:pt x="4585" y="419"/>
                  </a:cubicBezTo>
                  <a:cubicBezTo>
                    <a:pt x="4778" y="419"/>
                    <a:pt x="4784" y="0"/>
                    <a:pt x="4601" y="0"/>
                  </a:cubicBezTo>
                  <a:cubicBezTo>
                    <a:pt x="4585" y="0"/>
                    <a:pt x="4567" y="3"/>
                    <a:pt x="4548" y="11"/>
                  </a:cubicBezTo>
                  <a:lnTo>
                    <a:pt x="236" y="11"/>
                  </a:lnTo>
                  <a:cubicBezTo>
                    <a:pt x="217" y="3"/>
                    <a:pt x="20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87"/>
            <p:cNvSpPr/>
            <p:nvPr/>
          </p:nvSpPr>
          <p:spPr>
            <a:xfrm>
              <a:off x="6971275" y="3088625"/>
              <a:ext cx="349000" cy="297025"/>
            </a:xfrm>
            <a:custGeom>
              <a:rect b="b" l="l" r="r" t="t"/>
              <a:pathLst>
                <a:path extrusionOk="0" h="11881" w="13960">
                  <a:moveTo>
                    <a:pt x="4560" y="404"/>
                  </a:moveTo>
                  <a:cubicBezTo>
                    <a:pt x="4715" y="404"/>
                    <a:pt x="4840" y="497"/>
                    <a:pt x="4840" y="652"/>
                  </a:cubicBezTo>
                  <a:lnTo>
                    <a:pt x="4840" y="1179"/>
                  </a:lnTo>
                  <a:lnTo>
                    <a:pt x="404" y="1179"/>
                  </a:lnTo>
                  <a:lnTo>
                    <a:pt x="404" y="652"/>
                  </a:lnTo>
                  <a:cubicBezTo>
                    <a:pt x="404" y="497"/>
                    <a:pt x="497" y="404"/>
                    <a:pt x="652" y="404"/>
                  </a:cubicBezTo>
                  <a:close/>
                  <a:moveTo>
                    <a:pt x="652" y="1"/>
                  </a:moveTo>
                  <a:cubicBezTo>
                    <a:pt x="280" y="1"/>
                    <a:pt x="0" y="280"/>
                    <a:pt x="0" y="652"/>
                  </a:cubicBezTo>
                  <a:lnTo>
                    <a:pt x="0" y="11478"/>
                  </a:lnTo>
                  <a:cubicBezTo>
                    <a:pt x="0" y="11695"/>
                    <a:pt x="156" y="11881"/>
                    <a:pt x="404" y="11881"/>
                  </a:cubicBezTo>
                  <a:lnTo>
                    <a:pt x="9337" y="11881"/>
                  </a:lnTo>
                  <a:cubicBezTo>
                    <a:pt x="9461" y="11881"/>
                    <a:pt x="9554" y="11788"/>
                    <a:pt x="9554" y="11695"/>
                  </a:cubicBezTo>
                  <a:cubicBezTo>
                    <a:pt x="9554" y="11571"/>
                    <a:pt x="9461" y="11478"/>
                    <a:pt x="9337" y="11478"/>
                  </a:cubicBezTo>
                  <a:lnTo>
                    <a:pt x="404" y="11478"/>
                  </a:lnTo>
                  <a:lnTo>
                    <a:pt x="404" y="3258"/>
                  </a:lnTo>
                  <a:lnTo>
                    <a:pt x="3754" y="3258"/>
                  </a:lnTo>
                  <a:cubicBezTo>
                    <a:pt x="4033" y="3258"/>
                    <a:pt x="4033" y="2854"/>
                    <a:pt x="3754" y="2854"/>
                  </a:cubicBezTo>
                  <a:lnTo>
                    <a:pt x="404" y="2854"/>
                  </a:lnTo>
                  <a:lnTo>
                    <a:pt x="404" y="1583"/>
                  </a:lnTo>
                  <a:lnTo>
                    <a:pt x="13556" y="1583"/>
                  </a:lnTo>
                  <a:lnTo>
                    <a:pt x="13556" y="2854"/>
                  </a:lnTo>
                  <a:lnTo>
                    <a:pt x="4560" y="2854"/>
                  </a:lnTo>
                  <a:cubicBezTo>
                    <a:pt x="4281" y="2854"/>
                    <a:pt x="4281" y="3258"/>
                    <a:pt x="4560" y="3258"/>
                  </a:cubicBezTo>
                  <a:lnTo>
                    <a:pt x="13525" y="3258"/>
                  </a:lnTo>
                  <a:lnTo>
                    <a:pt x="13525" y="11478"/>
                  </a:lnTo>
                  <a:lnTo>
                    <a:pt x="10175" y="11478"/>
                  </a:lnTo>
                  <a:cubicBezTo>
                    <a:pt x="10051" y="11478"/>
                    <a:pt x="9958" y="11571"/>
                    <a:pt x="9958" y="11695"/>
                  </a:cubicBezTo>
                  <a:cubicBezTo>
                    <a:pt x="9958" y="11788"/>
                    <a:pt x="10051" y="11881"/>
                    <a:pt x="10175" y="11881"/>
                  </a:cubicBezTo>
                  <a:lnTo>
                    <a:pt x="13525" y="11881"/>
                  </a:lnTo>
                  <a:cubicBezTo>
                    <a:pt x="13773" y="11881"/>
                    <a:pt x="13959" y="11695"/>
                    <a:pt x="13959" y="11478"/>
                  </a:cubicBezTo>
                  <a:lnTo>
                    <a:pt x="13959" y="1583"/>
                  </a:lnTo>
                  <a:cubicBezTo>
                    <a:pt x="13959" y="1366"/>
                    <a:pt x="13773" y="1179"/>
                    <a:pt x="13525" y="1179"/>
                  </a:cubicBezTo>
                  <a:lnTo>
                    <a:pt x="5243" y="1179"/>
                  </a:lnTo>
                  <a:lnTo>
                    <a:pt x="5243" y="652"/>
                  </a:lnTo>
                  <a:cubicBezTo>
                    <a:pt x="5243" y="280"/>
                    <a:pt x="4933" y="1"/>
                    <a:pt x="4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87"/>
            <p:cNvSpPr/>
            <p:nvPr/>
          </p:nvSpPr>
          <p:spPr>
            <a:xfrm>
              <a:off x="7236425" y="3139000"/>
              <a:ext cx="10950" cy="7475"/>
            </a:xfrm>
            <a:custGeom>
              <a:rect b="b" l="l" r="r" t="t"/>
              <a:pathLst>
                <a:path extrusionOk="0" h="299" w="438">
                  <a:moveTo>
                    <a:pt x="197" y="1"/>
                  </a:moveTo>
                  <a:cubicBezTo>
                    <a:pt x="1" y="1"/>
                    <a:pt x="240" y="299"/>
                    <a:pt x="367" y="299"/>
                  </a:cubicBezTo>
                  <a:cubicBezTo>
                    <a:pt x="408" y="299"/>
                    <a:pt x="437" y="268"/>
                    <a:pt x="437" y="188"/>
                  </a:cubicBezTo>
                  <a:cubicBezTo>
                    <a:pt x="437" y="95"/>
                    <a:pt x="344" y="2"/>
                    <a:pt x="220" y="2"/>
                  </a:cubicBezTo>
                  <a:cubicBezTo>
                    <a:pt x="212" y="1"/>
                    <a:pt x="204"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87"/>
            <p:cNvSpPr/>
            <p:nvPr/>
          </p:nvSpPr>
          <p:spPr>
            <a:xfrm>
              <a:off x="7257550" y="3139000"/>
              <a:ext cx="10750" cy="7475"/>
            </a:xfrm>
            <a:custGeom>
              <a:rect b="b" l="l" r="r" t="t"/>
              <a:pathLst>
                <a:path extrusionOk="0" h="299" w="430">
                  <a:moveTo>
                    <a:pt x="218" y="1"/>
                  </a:moveTo>
                  <a:cubicBezTo>
                    <a:pt x="0" y="1"/>
                    <a:pt x="234" y="299"/>
                    <a:pt x="360" y="299"/>
                  </a:cubicBezTo>
                  <a:cubicBezTo>
                    <a:pt x="401" y="299"/>
                    <a:pt x="430" y="268"/>
                    <a:pt x="430" y="188"/>
                  </a:cubicBezTo>
                  <a:cubicBezTo>
                    <a:pt x="430" y="95"/>
                    <a:pt x="337" y="2"/>
                    <a:pt x="244" y="2"/>
                  </a:cubicBezTo>
                  <a:cubicBezTo>
                    <a:pt x="234" y="1"/>
                    <a:pt x="226" y="1"/>
                    <a:pt x="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87"/>
            <p:cNvSpPr/>
            <p:nvPr/>
          </p:nvSpPr>
          <p:spPr>
            <a:xfrm>
              <a:off x="7278125" y="3139025"/>
              <a:ext cx="11900" cy="7550"/>
            </a:xfrm>
            <a:custGeom>
              <a:rect b="b" l="l" r="r" t="t"/>
              <a:pathLst>
                <a:path extrusionOk="0" h="302" w="476">
                  <a:moveTo>
                    <a:pt x="258" y="1"/>
                  </a:moveTo>
                  <a:cubicBezTo>
                    <a:pt x="1" y="1"/>
                    <a:pt x="256" y="302"/>
                    <a:pt x="397" y="302"/>
                  </a:cubicBezTo>
                  <a:cubicBezTo>
                    <a:pt x="442" y="302"/>
                    <a:pt x="475" y="270"/>
                    <a:pt x="475" y="187"/>
                  </a:cubicBezTo>
                  <a:cubicBezTo>
                    <a:pt x="475" y="63"/>
                    <a:pt x="382" y="1"/>
                    <a:pt x="2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66" name="Google Shape;13066;p87"/>
          <p:cNvGrpSpPr/>
          <p:nvPr/>
        </p:nvGrpSpPr>
        <p:grpSpPr>
          <a:xfrm>
            <a:off x="6286395" y="2261366"/>
            <a:ext cx="326500" cy="349000"/>
            <a:chOff x="6982900" y="2492275"/>
            <a:chExt cx="326500" cy="349000"/>
          </a:xfrm>
        </p:grpSpPr>
        <p:sp>
          <p:nvSpPr>
            <p:cNvPr id="13067" name="Google Shape;13067;p87"/>
            <p:cNvSpPr/>
            <p:nvPr/>
          </p:nvSpPr>
          <p:spPr>
            <a:xfrm>
              <a:off x="6983675" y="2682275"/>
              <a:ext cx="228025" cy="159000"/>
            </a:xfrm>
            <a:custGeom>
              <a:rect b="b" l="l" r="r" t="t"/>
              <a:pathLst>
                <a:path extrusionOk="0" h="6360" w="9121">
                  <a:moveTo>
                    <a:pt x="590" y="1"/>
                  </a:moveTo>
                  <a:cubicBezTo>
                    <a:pt x="249" y="1"/>
                    <a:pt x="1" y="280"/>
                    <a:pt x="1" y="590"/>
                  </a:cubicBezTo>
                  <a:lnTo>
                    <a:pt x="1" y="5770"/>
                  </a:lnTo>
                  <a:cubicBezTo>
                    <a:pt x="1" y="6080"/>
                    <a:pt x="249" y="6360"/>
                    <a:pt x="590" y="6360"/>
                  </a:cubicBezTo>
                  <a:lnTo>
                    <a:pt x="8903" y="6360"/>
                  </a:lnTo>
                  <a:cubicBezTo>
                    <a:pt x="9027" y="6360"/>
                    <a:pt x="9120" y="6267"/>
                    <a:pt x="9120" y="6142"/>
                  </a:cubicBezTo>
                  <a:cubicBezTo>
                    <a:pt x="9120" y="6018"/>
                    <a:pt x="9027" y="5925"/>
                    <a:pt x="8903" y="5925"/>
                  </a:cubicBezTo>
                  <a:lnTo>
                    <a:pt x="590" y="5925"/>
                  </a:lnTo>
                  <a:cubicBezTo>
                    <a:pt x="466" y="5925"/>
                    <a:pt x="404" y="5863"/>
                    <a:pt x="404" y="5770"/>
                  </a:cubicBezTo>
                  <a:lnTo>
                    <a:pt x="404" y="590"/>
                  </a:lnTo>
                  <a:cubicBezTo>
                    <a:pt x="404" y="497"/>
                    <a:pt x="466" y="435"/>
                    <a:pt x="590" y="435"/>
                  </a:cubicBezTo>
                  <a:lnTo>
                    <a:pt x="3475" y="435"/>
                  </a:lnTo>
                  <a:cubicBezTo>
                    <a:pt x="3754" y="435"/>
                    <a:pt x="3754" y="1"/>
                    <a:pt x="34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8" name="Google Shape;13068;p87"/>
            <p:cNvSpPr/>
            <p:nvPr/>
          </p:nvSpPr>
          <p:spPr>
            <a:xfrm>
              <a:off x="6982900" y="2492275"/>
              <a:ext cx="326500" cy="349000"/>
            </a:xfrm>
            <a:custGeom>
              <a:rect b="b" l="l" r="r" t="t"/>
              <a:pathLst>
                <a:path extrusionOk="0" h="13960" w="13060">
                  <a:moveTo>
                    <a:pt x="3487" y="396"/>
                  </a:moveTo>
                  <a:cubicBezTo>
                    <a:pt x="3552" y="396"/>
                    <a:pt x="3615" y="420"/>
                    <a:pt x="3661" y="466"/>
                  </a:cubicBezTo>
                  <a:lnTo>
                    <a:pt x="6546" y="1738"/>
                  </a:lnTo>
                  <a:lnTo>
                    <a:pt x="3630" y="3072"/>
                  </a:lnTo>
                  <a:cubicBezTo>
                    <a:pt x="3584" y="3103"/>
                    <a:pt x="3529" y="3118"/>
                    <a:pt x="3475" y="3118"/>
                  </a:cubicBezTo>
                  <a:cubicBezTo>
                    <a:pt x="3421" y="3118"/>
                    <a:pt x="3366" y="3103"/>
                    <a:pt x="3320" y="3072"/>
                  </a:cubicBezTo>
                  <a:lnTo>
                    <a:pt x="435" y="1738"/>
                  </a:lnTo>
                  <a:lnTo>
                    <a:pt x="3289" y="466"/>
                  </a:lnTo>
                  <a:cubicBezTo>
                    <a:pt x="3351" y="420"/>
                    <a:pt x="3421" y="396"/>
                    <a:pt x="3487" y="396"/>
                  </a:cubicBezTo>
                  <a:close/>
                  <a:moveTo>
                    <a:pt x="5274" y="2762"/>
                  </a:moveTo>
                  <a:lnTo>
                    <a:pt x="5274" y="4096"/>
                  </a:lnTo>
                  <a:lnTo>
                    <a:pt x="4995" y="4220"/>
                  </a:lnTo>
                  <a:cubicBezTo>
                    <a:pt x="4514" y="4406"/>
                    <a:pt x="4002" y="4499"/>
                    <a:pt x="3487" y="4499"/>
                  </a:cubicBezTo>
                  <a:cubicBezTo>
                    <a:pt x="2971" y="4499"/>
                    <a:pt x="2451" y="4406"/>
                    <a:pt x="1955" y="4220"/>
                  </a:cubicBezTo>
                  <a:lnTo>
                    <a:pt x="1676" y="4096"/>
                  </a:lnTo>
                  <a:lnTo>
                    <a:pt x="1676" y="2762"/>
                  </a:lnTo>
                  <a:lnTo>
                    <a:pt x="3134" y="3444"/>
                  </a:lnTo>
                  <a:cubicBezTo>
                    <a:pt x="3258" y="3506"/>
                    <a:pt x="3351" y="3506"/>
                    <a:pt x="3475" y="3506"/>
                  </a:cubicBezTo>
                  <a:cubicBezTo>
                    <a:pt x="3599" y="3506"/>
                    <a:pt x="3723" y="3506"/>
                    <a:pt x="3816" y="3444"/>
                  </a:cubicBezTo>
                  <a:lnTo>
                    <a:pt x="5274" y="2762"/>
                  </a:lnTo>
                  <a:close/>
                  <a:moveTo>
                    <a:pt x="3494" y="1"/>
                  </a:moveTo>
                  <a:cubicBezTo>
                    <a:pt x="3366" y="1"/>
                    <a:pt x="3242" y="32"/>
                    <a:pt x="3134" y="94"/>
                  </a:cubicBezTo>
                  <a:lnTo>
                    <a:pt x="187" y="1397"/>
                  </a:lnTo>
                  <a:cubicBezTo>
                    <a:pt x="63" y="1459"/>
                    <a:pt x="1" y="1614"/>
                    <a:pt x="1" y="1738"/>
                  </a:cubicBezTo>
                  <a:cubicBezTo>
                    <a:pt x="1" y="1893"/>
                    <a:pt x="94" y="2017"/>
                    <a:pt x="218" y="2079"/>
                  </a:cubicBezTo>
                  <a:lnTo>
                    <a:pt x="1304" y="2576"/>
                  </a:lnTo>
                  <a:lnTo>
                    <a:pt x="1304" y="4158"/>
                  </a:lnTo>
                  <a:cubicBezTo>
                    <a:pt x="1273" y="4282"/>
                    <a:pt x="1366" y="4406"/>
                    <a:pt x="1490" y="4437"/>
                  </a:cubicBezTo>
                  <a:lnTo>
                    <a:pt x="1831" y="4592"/>
                  </a:lnTo>
                  <a:cubicBezTo>
                    <a:pt x="2358" y="4809"/>
                    <a:pt x="2917" y="4902"/>
                    <a:pt x="3506" y="4902"/>
                  </a:cubicBezTo>
                  <a:cubicBezTo>
                    <a:pt x="4095" y="4902"/>
                    <a:pt x="4654" y="4809"/>
                    <a:pt x="5181" y="4592"/>
                  </a:cubicBezTo>
                  <a:lnTo>
                    <a:pt x="5522" y="4437"/>
                  </a:lnTo>
                  <a:cubicBezTo>
                    <a:pt x="5646" y="4406"/>
                    <a:pt x="5708" y="4282"/>
                    <a:pt x="5708" y="4158"/>
                  </a:cubicBezTo>
                  <a:lnTo>
                    <a:pt x="5708" y="4033"/>
                  </a:lnTo>
                  <a:lnTo>
                    <a:pt x="7787" y="4033"/>
                  </a:lnTo>
                  <a:cubicBezTo>
                    <a:pt x="8407" y="4064"/>
                    <a:pt x="8407" y="4964"/>
                    <a:pt x="7787" y="5026"/>
                  </a:cubicBezTo>
                  <a:lnTo>
                    <a:pt x="5398" y="5026"/>
                  </a:lnTo>
                  <a:cubicBezTo>
                    <a:pt x="4250" y="5026"/>
                    <a:pt x="4250" y="6763"/>
                    <a:pt x="5398" y="6763"/>
                  </a:cubicBezTo>
                  <a:lnTo>
                    <a:pt x="6577" y="6763"/>
                  </a:lnTo>
                  <a:cubicBezTo>
                    <a:pt x="6701" y="6763"/>
                    <a:pt x="6794" y="6856"/>
                    <a:pt x="6794" y="6980"/>
                  </a:cubicBezTo>
                  <a:lnTo>
                    <a:pt x="6794" y="7601"/>
                  </a:lnTo>
                  <a:lnTo>
                    <a:pt x="4375" y="7601"/>
                  </a:lnTo>
                  <a:cubicBezTo>
                    <a:pt x="4095" y="7601"/>
                    <a:pt x="4095" y="8004"/>
                    <a:pt x="4375" y="8004"/>
                  </a:cubicBezTo>
                  <a:lnTo>
                    <a:pt x="12471" y="7942"/>
                  </a:lnTo>
                  <a:cubicBezTo>
                    <a:pt x="12564" y="7942"/>
                    <a:pt x="12626" y="8035"/>
                    <a:pt x="12626" y="8128"/>
                  </a:cubicBezTo>
                  <a:lnTo>
                    <a:pt x="12626" y="13370"/>
                  </a:lnTo>
                  <a:cubicBezTo>
                    <a:pt x="12626" y="13463"/>
                    <a:pt x="12564" y="13525"/>
                    <a:pt x="12471" y="13525"/>
                  </a:cubicBezTo>
                  <a:lnTo>
                    <a:pt x="9803" y="13525"/>
                  </a:lnTo>
                  <a:cubicBezTo>
                    <a:pt x="9679" y="13525"/>
                    <a:pt x="9586" y="13618"/>
                    <a:pt x="9586" y="13742"/>
                  </a:cubicBezTo>
                  <a:cubicBezTo>
                    <a:pt x="9586" y="13867"/>
                    <a:pt x="9679" y="13960"/>
                    <a:pt x="9803" y="13960"/>
                  </a:cubicBezTo>
                  <a:lnTo>
                    <a:pt x="12471" y="13960"/>
                  </a:lnTo>
                  <a:cubicBezTo>
                    <a:pt x="12781" y="13960"/>
                    <a:pt x="13060" y="13680"/>
                    <a:pt x="13060" y="13370"/>
                  </a:cubicBezTo>
                  <a:lnTo>
                    <a:pt x="13060" y="8159"/>
                  </a:lnTo>
                  <a:cubicBezTo>
                    <a:pt x="13060" y="7818"/>
                    <a:pt x="12781" y="7570"/>
                    <a:pt x="12471" y="7570"/>
                  </a:cubicBezTo>
                  <a:lnTo>
                    <a:pt x="7166" y="7570"/>
                  </a:lnTo>
                  <a:lnTo>
                    <a:pt x="7166" y="7011"/>
                  </a:lnTo>
                  <a:cubicBezTo>
                    <a:pt x="7166" y="6639"/>
                    <a:pt x="6887" y="6360"/>
                    <a:pt x="6546" y="6360"/>
                  </a:cubicBezTo>
                  <a:lnTo>
                    <a:pt x="5398" y="6360"/>
                  </a:lnTo>
                  <a:cubicBezTo>
                    <a:pt x="4778" y="6360"/>
                    <a:pt x="4778" y="5429"/>
                    <a:pt x="5398" y="5429"/>
                  </a:cubicBezTo>
                  <a:lnTo>
                    <a:pt x="7756" y="5429"/>
                  </a:lnTo>
                  <a:cubicBezTo>
                    <a:pt x="8965" y="5429"/>
                    <a:pt x="8965" y="3630"/>
                    <a:pt x="7756" y="3630"/>
                  </a:cubicBezTo>
                  <a:lnTo>
                    <a:pt x="5677" y="3630"/>
                  </a:lnTo>
                  <a:lnTo>
                    <a:pt x="5677" y="2576"/>
                  </a:lnTo>
                  <a:lnTo>
                    <a:pt x="6763" y="2079"/>
                  </a:lnTo>
                  <a:cubicBezTo>
                    <a:pt x="6887" y="2017"/>
                    <a:pt x="6980" y="1893"/>
                    <a:pt x="6980" y="1738"/>
                  </a:cubicBezTo>
                  <a:cubicBezTo>
                    <a:pt x="6980" y="1614"/>
                    <a:pt x="6918" y="1459"/>
                    <a:pt x="6794" y="1397"/>
                  </a:cubicBezTo>
                  <a:lnTo>
                    <a:pt x="3878" y="94"/>
                  </a:lnTo>
                  <a:cubicBezTo>
                    <a:pt x="3754" y="32"/>
                    <a:pt x="3622" y="1"/>
                    <a:pt x="34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87"/>
            <p:cNvSpPr/>
            <p:nvPr/>
          </p:nvSpPr>
          <p:spPr>
            <a:xfrm>
              <a:off x="7009275" y="2704775"/>
              <a:ext cx="31050" cy="31025"/>
            </a:xfrm>
            <a:custGeom>
              <a:rect b="b" l="l" r="r" t="t"/>
              <a:pathLst>
                <a:path extrusionOk="0" h="1241" w="1242">
                  <a:moveTo>
                    <a:pt x="807" y="434"/>
                  </a:moveTo>
                  <a:lnTo>
                    <a:pt x="807" y="807"/>
                  </a:lnTo>
                  <a:lnTo>
                    <a:pt x="404" y="807"/>
                  </a:lnTo>
                  <a:lnTo>
                    <a:pt x="404" y="434"/>
                  </a:lnTo>
                  <a:close/>
                  <a:moveTo>
                    <a:pt x="435" y="0"/>
                  </a:moveTo>
                  <a:cubicBezTo>
                    <a:pt x="187" y="0"/>
                    <a:pt x="0" y="186"/>
                    <a:pt x="0" y="434"/>
                  </a:cubicBezTo>
                  <a:lnTo>
                    <a:pt x="0" y="807"/>
                  </a:lnTo>
                  <a:cubicBezTo>
                    <a:pt x="0" y="1055"/>
                    <a:pt x="187" y="1241"/>
                    <a:pt x="404" y="1241"/>
                  </a:cubicBezTo>
                  <a:lnTo>
                    <a:pt x="807" y="1241"/>
                  </a:lnTo>
                  <a:cubicBezTo>
                    <a:pt x="1024" y="1241"/>
                    <a:pt x="1210" y="1055"/>
                    <a:pt x="1210" y="838"/>
                  </a:cubicBezTo>
                  <a:lnTo>
                    <a:pt x="1241" y="434"/>
                  </a:lnTo>
                  <a:cubicBezTo>
                    <a:pt x="1241" y="186"/>
                    <a:pt x="1055" y="0"/>
                    <a:pt x="8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87"/>
            <p:cNvSpPr/>
            <p:nvPr/>
          </p:nvSpPr>
          <p:spPr>
            <a:xfrm>
              <a:off x="7049600" y="2704775"/>
              <a:ext cx="31050" cy="31025"/>
            </a:xfrm>
            <a:custGeom>
              <a:rect b="b" l="l" r="r" t="t"/>
              <a:pathLst>
                <a:path extrusionOk="0" h="1241" w="1242">
                  <a:moveTo>
                    <a:pt x="807" y="434"/>
                  </a:moveTo>
                  <a:lnTo>
                    <a:pt x="838" y="807"/>
                  </a:lnTo>
                  <a:lnTo>
                    <a:pt x="404" y="807"/>
                  </a:lnTo>
                  <a:lnTo>
                    <a:pt x="404" y="434"/>
                  </a:lnTo>
                  <a:close/>
                  <a:moveTo>
                    <a:pt x="404" y="0"/>
                  </a:moveTo>
                  <a:cubicBezTo>
                    <a:pt x="187" y="0"/>
                    <a:pt x="0" y="186"/>
                    <a:pt x="0" y="434"/>
                  </a:cubicBezTo>
                  <a:lnTo>
                    <a:pt x="0" y="807"/>
                  </a:lnTo>
                  <a:cubicBezTo>
                    <a:pt x="0" y="1055"/>
                    <a:pt x="187" y="1241"/>
                    <a:pt x="404" y="1241"/>
                  </a:cubicBezTo>
                  <a:lnTo>
                    <a:pt x="807" y="1241"/>
                  </a:lnTo>
                  <a:cubicBezTo>
                    <a:pt x="1055" y="1210"/>
                    <a:pt x="1241" y="1055"/>
                    <a:pt x="1241" y="807"/>
                  </a:cubicBezTo>
                  <a:lnTo>
                    <a:pt x="1241" y="434"/>
                  </a:lnTo>
                  <a:cubicBezTo>
                    <a:pt x="1241" y="186"/>
                    <a:pt x="1055" y="0"/>
                    <a:pt x="8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87"/>
            <p:cNvSpPr/>
            <p:nvPr/>
          </p:nvSpPr>
          <p:spPr>
            <a:xfrm>
              <a:off x="7089925" y="2705550"/>
              <a:ext cx="30275" cy="30250"/>
            </a:xfrm>
            <a:custGeom>
              <a:rect b="b" l="l" r="r" t="t"/>
              <a:pathLst>
                <a:path extrusionOk="0" h="1210" w="1211">
                  <a:moveTo>
                    <a:pt x="807" y="403"/>
                  </a:moveTo>
                  <a:lnTo>
                    <a:pt x="807" y="776"/>
                  </a:lnTo>
                  <a:lnTo>
                    <a:pt x="404" y="776"/>
                  </a:lnTo>
                  <a:lnTo>
                    <a:pt x="435" y="403"/>
                  </a:lnTo>
                  <a:close/>
                  <a:moveTo>
                    <a:pt x="435" y="0"/>
                  </a:moveTo>
                  <a:cubicBezTo>
                    <a:pt x="187" y="0"/>
                    <a:pt x="0" y="186"/>
                    <a:pt x="0" y="403"/>
                  </a:cubicBezTo>
                  <a:lnTo>
                    <a:pt x="0" y="807"/>
                  </a:lnTo>
                  <a:cubicBezTo>
                    <a:pt x="0" y="1024"/>
                    <a:pt x="187" y="1210"/>
                    <a:pt x="435" y="1210"/>
                  </a:cubicBezTo>
                  <a:lnTo>
                    <a:pt x="807" y="1210"/>
                  </a:lnTo>
                  <a:cubicBezTo>
                    <a:pt x="1024" y="1210"/>
                    <a:pt x="1210" y="1024"/>
                    <a:pt x="1210" y="807"/>
                  </a:cubicBezTo>
                  <a:lnTo>
                    <a:pt x="1210" y="403"/>
                  </a:lnTo>
                  <a:cubicBezTo>
                    <a:pt x="1210" y="186"/>
                    <a:pt x="1024" y="0"/>
                    <a:pt x="8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87"/>
            <p:cNvSpPr/>
            <p:nvPr/>
          </p:nvSpPr>
          <p:spPr>
            <a:xfrm>
              <a:off x="7130250" y="2705550"/>
              <a:ext cx="31050" cy="30250"/>
            </a:xfrm>
            <a:custGeom>
              <a:rect b="b" l="l" r="r" t="t"/>
              <a:pathLst>
                <a:path extrusionOk="0" h="1210" w="1242">
                  <a:moveTo>
                    <a:pt x="838" y="403"/>
                  </a:moveTo>
                  <a:lnTo>
                    <a:pt x="838" y="776"/>
                  </a:lnTo>
                  <a:lnTo>
                    <a:pt x="404" y="776"/>
                  </a:lnTo>
                  <a:lnTo>
                    <a:pt x="435" y="403"/>
                  </a:lnTo>
                  <a:close/>
                  <a:moveTo>
                    <a:pt x="435" y="0"/>
                  </a:moveTo>
                  <a:cubicBezTo>
                    <a:pt x="187" y="0"/>
                    <a:pt x="0" y="186"/>
                    <a:pt x="0" y="403"/>
                  </a:cubicBezTo>
                  <a:lnTo>
                    <a:pt x="0" y="807"/>
                  </a:lnTo>
                  <a:cubicBezTo>
                    <a:pt x="0" y="1024"/>
                    <a:pt x="187" y="1210"/>
                    <a:pt x="435" y="1210"/>
                  </a:cubicBezTo>
                  <a:lnTo>
                    <a:pt x="838" y="1210"/>
                  </a:lnTo>
                  <a:cubicBezTo>
                    <a:pt x="1055" y="1210"/>
                    <a:pt x="1241" y="1024"/>
                    <a:pt x="1241" y="807"/>
                  </a:cubicBezTo>
                  <a:lnTo>
                    <a:pt x="1241" y="403"/>
                  </a:lnTo>
                  <a:cubicBezTo>
                    <a:pt x="1241" y="186"/>
                    <a:pt x="1055" y="0"/>
                    <a:pt x="8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87"/>
            <p:cNvSpPr/>
            <p:nvPr/>
          </p:nvSpPr>
          <p:spPr>
            <a:xfrm>
              <a:off x="7171350" y="2705550"/>
              <a:ext cx="30275" cy="30250"/>
            </a:xfrm>
            <a:custGeom>
              <a:rect b="b" l="l" r="r" t="t"/>
              <a:pathLst>
                <a:path extrusionOk="0" h="1210" w="1211">
                  <a:moveTo>
                    <a:pt x="807" y="403"/>
                  </a:moveTo>
                  <a:lnTo>
                    <a:pt x="807" y="776"/>
                  </a:lnTo>
                  <a:lnTo>
                    <a:pt x="373" y="776"/>
                  </a:lnTo>
                  <a:lnTo>
                    <a:pt x="404" y="403"/>
                  </a:lnTo>
                  <a:close/>
                  <a:moveTo>
                    <a:pt x="404" y="0"/>
                  </a:moveTo>
                  <a:cubicBezTo>
                    <a:pt x="187" y="0"/>
                    <a:pt x="0" y="186"/>
                    <a:pt x="0" y="403"/>
                  </a:cubicBezTo>
                  <a:lnTo>
                    <a:pt x="0" y="807"/>
                  </a:lnTo>
                  <a:cubicBezTo>
                    <a:pt x="0" y="1024"/>
                    <a:pt x="187" y="1210"/>
                    <a:pt x="404" y="1210"/>
                  </a:cubicBezTo>
                  <a:lnTo>
                    <a:pt x="807" y="1210"/>
                  </a:lnTo>
                  <a:cubicBezTo>
                    <a:pt x="1024" y="1210"/>
                    <a:pt x="1210" y="1024"/>
                    <a:pt x="1210" y="807"/>
                  </a:cubicBezTo>
                  <a:lnTo>
                    <a:pt x="1210" y="403"/>
                  </a:lnTo>
                  <a:cubicBezTo>
                    <a:pt x="1210" y="186"/>
                    <a:pt x="1024" y="0"/>
                    <a:pt x="8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87"/>
            <p:cNvSpPr/>
            <p:nvPr/>
          </p:nvSpPr>
          <p:spPr>
            <a:xfrm>
              <a:off x="7211675" y="2704775"/>
              <a:ext cx="31050" cy="31025"/>
            </a:xfrm>
            <a:custGeom>
              <a:rect b="b" l="l" r="r" t="t"/>
              <a:pathLst>
                <a:path extrusionOk="0" h="1241" w="1242">
                  <a:moveTo>
                    <a:pt x="838" y="434"/>
                  </a:moveTo>
                  <a:lnTo>
                    <a:pt x="838" y="807"/>
                  </a:lnTo>
                  <a:lnTo>
                    <a:pt x="435" y="807"/>
                  </a:lnTo>
                  <a:lnTo>
                    <a:pt x="404" y="434"/>
                  </a:lnTo>
                  <a:close/>
                  <a:moveTo>
                    <a:pt x="404" y="0"/>
                  </a:moveTo>
                  <a:cubicBezTo>
                    <a:pt x="187" y="0"/>
                    <a:pt x="0" y="186"/>
                    <a:pt x="0" y="434"/>
                  </a:cubicBezTo>
                  <a:lnTo>
                    <a:pt x="0" y="807"/>
                  </a:lnTo>
                  <a:cubicBezTo>
                    <a:pt x="0" y="1055"/>
                    <a:pt x="187" y="1210"/>
                    <a:pt x="404" y="1210"/>
                  </a:cubicBezTo>
                  <a:lnTo>
                    <a:pt x="404" y="1241"/>
                  </a:lnTo>
                  <a:lnTo>
                    <a:pt x="838" y="1241"/>
                  </a:lnTo>
                  <a:cubicBezTo>
                    <a:pt x="1055" y="1241"/>
                    <a:pt x="1241" y="1055"/>
                    <a:pt x="1241" y="838"/>
                  </a:cubicBezTo>
                  <a:lnTo>
                    <a:pt x="1241" y="434"/>
                  </a:lnTo>
                  <a:cubicBezTo>
                    <a:pt x="1241" y="217"/>
                    <a:pt x="1055" y="31"/>
                    <a:pt x="8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87"/>
            <p:cNvSpPr/>
            <p:nvPr/>
          </p:nvSpPr>
          <p:spPr>
            <a:xfrm>
              <a:off x="7252000" y="2705550"/>
              <a:ext cx="30275" cy="30250"/>
            </a:xfrm>
            <a:custGeom>
              <a:rect b="b" l="l" r="r" t="t"/>
              <a:pathLst>
                <a:path extrusionOk="0" h="1210" w="1211">
                  <a:moveTo>
                    <a:pt x="807" y="403"/>
                  </a:moveTo>
                  <a:lnTo>
                    <a:pt x="807" y="776"/>
                  </a:lnTo>
                  <a:lnTo>
                    <a:pt x="404" y="776"/>
                  </a:lnTo>
                  <a:lnTo>
                    <a:pt x="435" y="403"/>
                  </a:lnTo>
                  <a:close/>
                  <a:moveTo>
                    <a:pt x="435" y="0"/>
                  </a:moveTo>
                  <a:cubicBezTo>
                    <a:pt x="187" y="0"/>
                    <a:pt x="0" y="155"/>
                    <a:pt x="0" y="403"/>
                  </a:cubicBezTo>
                  <a:lnTo>
                    <a:pt x="0" y="776"/>
                  </a:lnTo>
                  <a:cubicBezTo>
                    <a:pt x="0" y="1024"/>
                    <a:pt x="187" y="1210"/>
                    <a:pt x="404" y="1210"/>
                  </a:cubicBezTo>
                  <a:lnTo>
                    <a:pt x="807" y="1210"/>
                  </a:lnTo>
                  <a:cubicBezTo>
                    <a:pt x="1024" y="1210"/>
                    <a:pt x="1210" y="1024"/>
                    <a:pt x="1210" y="807"/>
                  </a:cubicBezTo>
                  <a:lnTo>
                    <a:pt x="1210" y="403"/>
                  </a:lnTo>
                  <a:cubicBezTo>
                    <a:pt x="1210" y="186"/>
                    <a:pt x="1024" y="0"/>
                    <a:pt x="8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87"/>
            <p:cNvSpPr/>
            <p:nvPr/>
          </p:nvSpPr>
          <p:spPr>
            <a:xfrm>
              <a:off x="7009275" y="2745875"/>
              <a:ext cx="31050" cy="31025"/>
            </a:xfrm>
            <a:custGeom>
              <a:rect b="b" l="l" r="r" t="t"/>
              <a:pathLst>
                <a:path extrusionOk="0" h="1241" w="1242">
                  <a:moveTo>
                    <a:pt x="807" y="403"/>
                  </a:moveTo>
                  <a:lnTo>
                    <a:pt x="807" y="807"/>
                  </a:lnTo>
                  <a:lnTo>
                    <a:pt x="435" y="807"/>
                  </a:lnTo>
                  <a:lnTo>
                    <a:pt x="435" y="403"/>
                  </a:lnTo>
                  <a:close/>
                  <a:moveTo>
                    <a:pt x="435" y="0"/>
                  </a:moveTo>
                  <a:cubicBezTo>
                    <a:pt x="187" y="0"/>
                    <a:pt x="0" y="186"/>
                    <a:pt x="0" y="403"/>
                  </a:cubicBezTo>
                  <a:lnTo>
                    <a:pt x="0" y="807"/>
                  </a:lnTo>
                  <a:cubicBezTo>
                    <a:pt x="0" y="1024"/>
                    <a:pt x="156" y="1241"/>
                    <a:pt x="404" y="1241"/>
                  </a:cubicBezTo>
                  <a:lnTo>
                    <a:pt x="807" y="1241"/>
                  </a:lnTo>
                  <a:cubicBezTo>
                    <a:pt x="1024" y="1241"/>
                    <a:pt x="1210" y="1055"/>
                    <a:pt x="1210" y="838"/>
                  </a:cubicBezTo>
                  <a:lnTo>
                    <a:pt x="1241" y="403"/>
                  </a:lnTo>
                  <a:cubicBezTo>
                    <a:pt x="1241" y="186"/>
                    <a:pt x="1055" y="0"/>
                    <a:pt x="8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7" name="Google Shape;13077;p87"/>
            <p:cNvSpPr/>
            <p:nvPr/>
          </p:nvSpPr>
          <p:spPr>
            <a:xfrm>
              <a:off x="7048825" y="2745875"/>
              <a:ext cx="31825" cy="31025"/>
            </a:xfrm>
            <a:custGeom>
              <a:rect b="b" l="l" r="r" t="t"/>
              <a:pathLst>
                <a:path extrusionOk="0" h="1241" w="1273">
                  <a:moveTo>
                    <a:pt x="869" y="403"/>
                  </a:moveTo>
                  <a:lnTo>
                    <a:pt x="869" y="807"/>
                  </a:lnTo>
                  <a:lnTo>
                    <a:pt x="435" y="807"/>
                  </a:lnTo>
                  <a:lnTo>
                    <a:pt x="435" y="403"/>
                  </a:lnTo>
                  <a:close/>
                  <a:moveTo>
                    <a:pt x="435" y="0"/>
                  </a:moveTo>
                  <a:cubicBezTo>
                    <a:pt x="218" y="0"/>
                    <a:pt x="31" y="186"/>
                    <a:pt x="31" y="403"/>
                  </a:cubicBezTo>
                  <a:lnTo>
                    <a:pt x="31" y="807"/>
                  </a:lnTo>
                  <a:cubicBezTo>
                    <a:pt x="0" y="1024"/>
                    <a:pt x="187" y="1241"/>
                    <a:pt x="435" y="1241"/>
                  </a:cubicBezTo>
                  <a:lnTo>
                    <a:pt x="838" y="1241"/>
                  </a:lnTo>
                  <a:cubicBezTo>
                    <a:pt x="1086" y="1241"/>
                    <a:pt x="1272" y="1055"/>
                    <a:pt x="1272" y="838"/>
                  </a:cubicBezTo>
                  <a:lnTo>
                    <a:pt x="1272" y="403"/>
                  </a:lnTo>
                  <a:cubicBezTo>
                    <a:pt x="1272" y="186"/>
                    <a:pt x="1086" y="0"/>
                    <a:pt x="8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87"/>
            <p:cNvSpPr/>
            <p:nvPr/>
          </p:nvSpPr>
          <p:spPr>
            <a:xfrm>
              <a:off x="7089925" y="2746575"/>
              <a:ext cx="30275" cy="30325"/>
            </a:xfrm>
            <a:custGeom>
              <a:rect b="b" l="l" r="r" t="t"/>
              <a:pathLst>
                <a:path extrusionOk="0" h="1213" w="1211">
                  <a:moveTo>
                    <a:pt x="807" y="407"/>
                  </a:moveTo>
                  <a:lnTo>
                    <a:pt x="807" y="779"/>
                  </a:lnTo>
                  <a:lnTo>
                    <a:pt x="404" y="779"/>
                  </a:lnTo>
                  <a:lnTo>
                    <a:pt x="404" y="407"/>
                  </a:lnTo>
                  <a:close/>
                  <a:moveTo>
                    <a:pt x="387" y="0"/>
                  </a:moveTo>
                  <a:cubicBezTo>
                    <a:pt x="163" y="0"/>
                    <a:pt x="0" y="203"/>
                    <a:pt x="0" y="407"/>
                  </a:cubicBezTo>
                  <a:lnTo>
                    <a:pt x="0" y="779"/>
                  </a:lnTo>
                  <a:cubicBezTo>
                    <a:pt x="0" y="1027"/>
                    <a:pt x="187" y="1213"/>
                    <a:pt x="435" y="1213"/>
                  </a:cubicBezTo>
                  <a:lnTo>
                    <a:pt x="807" y="1213"/>
                  </a:lnTo>
                  <a:cubicBezTo>
                    <a:pt x="1024" y="1213"/>
                    <a:pt x="1210" y="1027"/>
                    <a:pt x="1210" y="810"/>
                  </a:cubicBezTo>
                  <a:lnTo>
                    <a:pt x="1210" y="407"/>
                  </a:lnTo>
                  <a:cubicBezTo>
                    <a:pt x="1210" y="203"/>
                    <a:pt x="1047" y="0"/>
                    <a:pt x="849" y="0"/>
                  </a:cubicBezTo>
                  <a:cubicBezTo>
                    <a:pt x="835" y="0"/>
                    <a:pt x="821" y="1"/>
                    <a:pt x="807" y="3"/>
                  </a:cubicBezTo>
                  <a:lnTo>
                    <a:pt x="435" y="3"/>
                  </a:lnTo>
                  <a:cubicBezTo>
                    <a:pt x="419" y="1"/>
                    <a:pt x="403"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9" name="Google Shape;13079;p87"/>
            <p:cNvSpPr/>
            <p:nvPr/>
          </p:nvSpPr>
          <p:spPr>
            <a:xfrm>
              <a:off x="7130250" y="2746575"/>
              <a:ext cx="31050" cy="30325"/>
            </a:xfrm>
            <a:custGeom>
              <a:rect b="b" l="l" r="r" t="t"/>
              <a:pathLst>
                <a:path extrusionOk="0" h="1213" w="1242">
                  <a:moveTo>
                    <a:pt x="838" y="407"/>
                  </a:moveTo>
                  <a:lnTo>
                    <a:pt x="838" y="779"/>
                  </a:lnTo>
                  <a:lnTo>
                    <a:pt x="435" y="779"/>
                  </a:lnTo>
                  <a:lnTo>
                    <a:pt x="435" y="407"/>
                  </a:lnTo>
                  <a:close/>
                  <a:moveTo>
                    <a:pt x="387" y="0"/>
                  </a:moveTo>
                  <a:cubicBezTo>
                    <a:pt x="163" y="0"/>
                    <a:pt x="0" y="203"/>
                    <a:pt x="0" y="407"/>
                  </a:cubicBezTo>
                  <a:lnTo>
                    <a:pt x="0" y="779"/>
                  </a:lnTo>
                  <a:cubicBezTo>
                    <a:pt x="0" y="1027"/>
                    <a:pt x="187" y="1213"/>
                    <a:pt x="435" y="1213"/>
                  </a:cubicBezTo>
                  <a:lnTo>
                    <a:pt x="838" y="1213"/>
                  </a:lnTo>
                  <a:cubicBezTo>
                    <a:pt x="1055" y="1213"/>
                    <a:pt x="1241" y="1027"/>
                    <a:pt x="1241" y="810"/>
                  </a:cubicBezTo>
                  <a:lnTo>
                    <a:pt x="1241" y="407"/>
                  </a:lnTo>
                  <a:cubicBezTo>
                    <a:pt x="1241" y="203"/>
                    <a:pt x="1078" y="0"/>
                    <a:pt x="880" y="0"/>
                  </a:cubicBezTo>
                  <a:cubicBezTo>
                    <a:pt x="866" y="0"/>
                    <a:pt x="852" y="1"/>
                    <a:pt x="838" y="3"/>
                  </a:cubicBezTo>
                  <a:lnTo>
                    <a:pt x="435" y="3"/>
                  </a:lnTo>
                  <a:cubicBezTo>
                    <a:pt x="419" y="1"/>
                    <a:pt x="403"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87"/>
            <p:cNvSpPr/>
            <p:nvPr/>
          </p:nvSpPr>
          <p:spPr>
            <a:xfrm>
              <a:off x="7170575" y="2746575"/>
              <a:ext cx="31050" cy="30325"/>
            </a:xfrm>
            <a:custGeom>
              <a:rect b="b" l="l" r="r" t="t"/>
              <a:pathLst>
                <a:path extrusionOk="0" h="1213" w="1242">
                  <a:moveTo>
                    <a:pt x="807" y="407"/>
                  </a:moveTo>
                  <a:lnTo>
                    <a:pt x="807" y="779"/>
                  </a:lnTo>
                  <a:lnTo>
                    <a:pt x="435" y="779"/>
                  </a:lnTo>
                  <a:lnTo>
                    <a:pt x="435" y="407"/>
                  </a:lnTo>
                  <a:close/>
                  <a:moveTo>
                    <a:pt x="393" y="0"/>
                  </a:moveTo>
                  <a:cubicBezTo>
                    <a:pt x="194" y="0"/>
                    <a:pt x="31" y="203"/>
                    <a:pt x="31" y="407"/>
                  </a:cubicBezTo>
                  <a:lnTo>
                    <a:pt x="31" y="779"/>
                  </a:lnTo>
                  <a:cubicBezTo>
                    <a:pt x="0" y="1027"/>
                    <a:pt x="187" y="1213"/>
                    <a:pt x="435" y="1213"/>
                  </a:cubicBezTo>
                  <a:lnTo>
                    <a:pt x="838" y="1213"/>
                  </a:lnTo>
                  <a:cubicBezTo>
                    <a:pt x="1055" y="1213"/>
                    <a:pt x="1241" y="1027"/>
                    <a:pt x="1241" y="810"/>
                  </a:cubicBezTo>
                  <a:lnTo>
                    <a:pt x="1241" y="407"/>
                  </a:lnTo>
                  <a:cubicBezTo>
                    <a:pt x="1241" y="203"/>
                    <a:pt x="1078" y="0"/>
                    <a:pt x="880" y="0"/>
                  </a:cubicBezTo>
                  <a:cubicBezTo>
                    <a:pt x="866" y="0"/>
                    <a:pt x="852" y="1"/>
                    <a:pt x="838" y="3"/>
                  </a:cubicBezTo>
                  <a:lnTo>
                    <a:pt x="435" y="3"/>
                  </a:lnTo>
                  <a:cubicBezTo>
                    <a:pt x="421" y="1"/>
                    <a:pt x="407" y="0"/>
                    <a:pt x="3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87"/>
            <p:cNvSpPr/>
            <p:nvPr/>
          </p:nvSpPr>
          <p:spPr>
            <a:xfrm>
              <a:off x="7211675" y="2745875"/>
              <a:ext cx="31050" cy="31025"/>
            </a:xfrm>
            <a:custGeom>
              <a:rect b="b" l="l" r="r" t="t"/>
              <a:pathLst>
                <a:path extrusionOk="0" h="1241" w="1242">
                  <a:moveTo>
                    <a:pt x="838" y="435"/>
                  </a:moveTo>
                  <a:lnTo>
                    <a:pt x="838" y="807"/>
                  </a:lnTo>
                  <a:lnTo>
                    <a:pt x="404" y="807"/>
                  </a:lnTo>
                  <a:lnTo>
                    <a:pt x="404" y="435"/>
                  </a:lnTo>
                  <a:close/>
                  <a:moveTo>
                    <a:pt x="404" y="0"/>
                  </a:moveTo>
                  <a:cubicBezTo>
                    <a:pt x="187" y="0"/>
                    <a:pt x="0" y="186"/>
                    <a:pt x="0" y="403"/>
                  </a:cubicBezTo>
                  <a:lnTo>
                    <a:pt x="0" y="807"/>
                  </a:lnTo>
                  <a:cubicBezTo>
                    <a:pt x="0" y="1055"/>
                    <a:pt x="187" y="1241"/>
                    <a:pt x="404" y="1241"/>
                  </a:cubicBezTo>
                  <a:lnTo>
                    <a:pt x="838" y="1241"/>
                  </a:lnTo>
                  <a:cubicBezTo>
                    <a:pt x="1055" y="1210"/>
                    <a:pt x="1241" y="1024"/>
                    <a:pt x="1241" y="807"/>
                  </a:cubicBezTo>
                  <a:lnTo>
                    <a:pt x="1241" y="435"/>
                  </a:lnTo>
                  <a:cubicBezTo>
                    <a:pt x="1241" y="186"/>
                    <a:pt x="1055" y="0"/>
                    <a:pt x="8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87"/>
            <p:cNvSpPr/>
            <p:nvPr/>
          </p:nvSpPr>
          <p:spPr>
            <a:xfrm>
              <a:off x="7252000" y="2746550"/>
              <a:ext cx="30275" cy="30350"/>
            </a:xfrm>
            <a:custGeom>
              <a:rect b="b" l="l" r="r" t="t"/>
              <a:pathLst>
                <a:path extrusionOk="0" h="1214" w="1211">
                  <a:moveTo>
                    <a:pt x="807" y="408"/>
                  </a:moveTo>
                  <a:lnTo>
                    <a:pt x="807" y="780"/>
                  </a:lnTo>
                  <a:lnTo>
                    <a:pt x="404" y="780"/>
                  </a:lnTo>
                  <a:lnTo>
                    <a:pt x="404" y="408"/>
                  </a:lnTo>
                  <a:close/>
                  <a:moveTo>
                    <a:pt x="381" y="1"/>
                  </a:moveTo>
                  <a:cubicBezTo>
                    <a:pt x="160" y="1"/>
                    <a:pt x="0" y="175"/>
                    <a:pt x="0" y="376"/>
                  </a:cubicBezTo>
                  <a:lnTo>
                    <a:pt x="0" y="780"/>
                  </a:lnTo>
                  <a:cubicBezTo>
                    <a:pt x="0" y="1028"/>
                    <a:pt x="187" y="1214"/>
                    <a:pt x="435" y="1214"/>
                  </a:cubicBezTo>
                  <a:lnTo>
                    <a:pt x="807" y="1214"/>
                  </a:lnTo>
                  <a:cubicBezTo>
                    <a:pt x="1024" y="1214"/>
                    <a:pt x="1210" y="1028"/>
                    <a:pt x="1210" y="811"/>
                  </a:cubicBezTo>
                  <a:lnTo>
                    <a:pt x="1210" y="408"/>
                  </a:lnTo>
                  <a:cubicBezTo>
                    <a:pt x="1210" y="204"/>
                    <a:pt x="1047" y="1"/>
                    <a:pt x="849" y="1"/>
                  </a:cubicBezTo>
                  <a:cubicBezTo>
                    <a:pt x="835" y="1"/>
                    <a:pt x="821" y="2"/>
                    <a:pt x="807" y="4"/>
                  </a:cubicBezTo>
                  <a:lnTo>
                    <a:pt x="435" y="4"/>
                  </a:lnTo>
                  <a:cubicBezTo>
                    <a:pt x="416" y="2"/>
                    <a:pt x="398"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3" name="Google Shape;13083;p87"/>
            <p:cNvSpPr/>
            <p:nvPr/>
          </p:nvSpPr>
          <p:spPr>
            <a:xfrm>
              <a:off x="7008500" y="2786875"/>
              <a:ext cx="31050" cy="30350"/>
            </a:xfrm>
            <a:custGeom>
              <a:rect b="b" l="l" r="r" t="t"/>
              <a:pathLst>
                <a:path extrusionOk="0" h="1214" w="1242">
                  <a:moveTo>
                    <a:pt x="838" y="376"/>
                  </a:moveTo>
                  <a:lnTo>
                    <a:pt x="838" y="811"/>
                  </a:lnTo>
                  <a:lnTo>
                    <a:pt x="435" y="811"/>
                  </a:lnTo>
                  <a:lnTo>
                    <a:pt x="435" y="376"/>
                  </a:lnTo>
                  <a:close/>
                  <a:moveTo>
                    <a:pt x="412" y="1"/>
                  </a:moveTo>
                  <a:cubicBezTo>
                    <a:pt x="191" y="1"/>
                    <a:pt x="31" y="175"/>
                    <a:pt x="31" y="376"/>
                  </a:cubicBezTo>
                  <a:lnTo>
                    <a:pt x="31" y="780"/>
                  </a:lnTo>
                  <a:cubicBezTo>
                    <a:pt x="0" y="997"/>
                    <a:pt x="187" y="1214"/>
                    <a:pt x="435" y="1214"/>
                  </a:cubicBezTo>
                  <a:lnTo>
                    <a:pt x="838" y="1214"/>
                  </a:lnTo>
                  <a:cubicBezTo>
                    <a:pt x="1055" y="1214"/>
                    <a:pt x="1241" y="1028"/>
                    <a:pt x="1241" y="811"/>
                  </a:cubicBezTo>
                  <a:lnTo>
                    <a:pt x="1241" y="376"/>
                  </a:lnTo>
                  <a:cubicBezTo>
                    <a:pt x="1210" y="159"/>
                    <a:pt x="1055" y="4"/>
                    <a:pt x="838" y="4"/>
                  </a:cubicBezTo>
                  <a:lnTo>
                    <a:pt x="466" y="4"/>
                  </a:lnTo>
                  <a:cubicBezTo>
                    <a:pt x="447" y="2"/>
                    <a:pt x="429" y="1"/>
                    <a:pt x="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87"/>
            <p:cNvSpPr/>
            <p:nvPr/>
          </p:nvSpPr>
          <p:spPr>
            <a:xfrm>
              <a:off x="7049600" y="2786875"/>
              <a:ext cx="31050" cy="29575"/>
            </a:xfrm>
            <a:custGeom>
              <a:rect b="b" l="l" r="r" t="t"/>
              <a:pathLst>
                <a:path extrusionOk="0" h="1183" w="1242">
                  <a:moveTo>
                    <a:pt x="807" y="376"/>
                  </a:moveTo>
                  <a:lnTo>
                    <a:pt x="807" y="811"/>
                  </a:lnTo>
                  <a:lnTo>
                    <a:pt x="404" y="811"/>
                  </a:lnTo>
                  <a:lnTo>
                    <a:pt x="404" y="376"/>
                  </a:lnTo>
                  <a:close/>
                  <a:moveTo>
                    <a:pt x="356" y="1"/>
                  </a:moveTo>
                  <a:cubicBezTo>
                    <a:pt x="160" y="1"/>
                    <a:pt x="0" y="175"/>
                    <a:pt x="0" y="376"/>
                  </a:cubicBezTo>
                  <a:lnTo>
                    <a:pt x="0" y="780"/>
                  </a:lnTo>
                  <a:cubicBezTo>
                    <a:pt x="0" y="997"/>
                    <a:pt x="187" y="1183"/>
                    <a:pt x="404" y="1183"/>
                  </a:cubicBezTo>
                  <a:lnTo>
                    <a:pt x="807" y="1183"/>
                  </a:lnTo>
                  <a:cubicBezTo>
                    <a:pt x="1055" y="1183"/>
                    <a:pt x="1241" y="997"/>
                    <a:pt x="1241" y="780"/>
                  </a:cubicBezTo>
                  <a:lnTo>
                    <a:pt x="1241" y="376"/>
                  </a:lnTo>
                  <a:cubicBezTo>
                    <a:pt x="1212" y="175"/>
                    <a:pt x="1051" y="1"/>
                    <a:pt x="854" y="1"/>
                  </a:cubicBezTo>
                  <a:cubicBezTo>
                    <a:pt x="839" y="1"/>
                    <a:pt x="823" y="2"/>
                    <a:pt x="807" y="4"/>
                  </a:cubicBezTo>
                  <a:lnTo>
                    <a:pt x="404" y="4"/>
                  </a:lnTo>
                  <a:cubicBezTo>
                    <a:pt x="388" y="2"/>
                    <a:pt x="372" y="1"/>
                    <a:pt x="3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87"/>
            <p:cNvSpPr/>
            <p:nvPr/>
          </p:nvSpPr>
          <p:spPr>
            <a:xfrm>
              <a:off x="7089925" y="2786875"/>
              <a:ext cx="110925" cy="30350"/>
            </a:xfrm>
            <a:custGeom>
              <a:rect b="b" l="l" r="r" t="t"/>
              <a:pathLst>
                <a:path extrusionOk="0" h="1214" w="4437">
                  <a:moveTo>
                    <a:pt x="4033" y="407"/>
                  </a:moveTo>
                  <a:lnTo>
                    <a:pt x="4033" y="811"/>
                  </a:lnTo>
                  <a:lnTo>
                    <a:pt x="404" y="811"/>
                  </a:lnTo>
                  <a:lnTo>
                    <a:pt x="404" y="407"/>
                  </a:lnTo>
                  <a:close/>
                  <a:moveTo>
                    <a:pt x="381" y="1"/>
                  </a:moveTo>
                  <a:cubicBezTo>
                    <a:pt x="164" y="1"/>
                    <a:pt x="29" y="175"/>
                    <a:pt x="0" y="376"/>
                  </a:cubicBezTo>
                  <a:lnTo>
                    <a:pt x="0" y="811"/>
                  </a:lnTo>
                  <a:cubicBezTo>
                    <a:pt x="0" y="1028"/>
                    <a:pt x="187" y="1214"/>
                    <a:pt x="435" y="1214"/>
                  </a:cubicBezTo>
                  <a:lnTo>
                    <a:pt x="4033" y="1214"/>
                  </a:lnTo>
                  <a:cubicBezTo>
                    <a:pt x="4250" y="1214"/>
                    <a:pt x="4436" y="1028"/>
                    <a:pt x="4436" y="811"/>
                  </a:cubicBezTo>
                  <a:lnTo>
                    <a:pt x="4436" y="376"/>
                  </a:lnTo>
                  <a:cubicBezTo>
                    <a:pt x="4436" y="175"/>
                    <a:pt x="4277" y="1"/>
                    <a:pt x="4080" y="1"/>
                  </a:cubicBezTo>
                  <a:cubicBezTo>
                    <a:pt x="4065" y="1"/>
                    <a:pt x="4049" y="2"/>
                    <a:pt x="4033" y="4"/>
                  </a:cubicBezTo>
                  <a:lnTo>
                    <a:pt x="435" y="4"/>
                  </a:lnTo>
                  <a:cubicBezTo>
                    <a:pt x="416" y="2"/>
                    <a:pt x="399"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87"/>
            <p:cNvSpPr/>
            <p:nvPr/>
          </p:nvSpPr>
          <p:spPr>
            <a:xfrm>
              <a:off x="7211675" y="2786875"/>
              <a:ext cx="31050" cy="30350"/>
            </a:xfrm>
            <a:custGeom>
              <a:rect b="b" l="l" r="r" t="t"/>
              <a:pathLst>
                <a:path extrusionOk="0" h="1214" w="1242">
                  <a:moveTo>
                    <a:pt x="838" y="376"/>
                  </a:moveTo>
                  <a:lnTo>
                    <a:pt x="838" y="780"/>
                  </a:lnTo>
                  <a:lnTo>
                    <a:pt x="435" y="780"/>
                  </a:lnTo>
                  <a:lnTo>
                    <a:pt x="435" y="376"/>
                  </a:lnTo>
                  <a:close/>
                  <a:moveTo>
                    <a:pt x="356" y="1"/>
                  </a:moveTo>
                  <a:cubicBezTo>
                    <a:pt x="160" y="1"/>
                    <a:pt x="0" y="175"/>
                    <a:pt x="0" y="376"/>
                  </a:cubicBezTo>
                  <a:lnTo>
                    <a:pt x="0" y="780"/>
                  </a:lnTo>
                  <a:cubicBezTo>
                    <a:pt x="0" y="997"/>
                    <a:pt x="187" y="1183"/>
                    <a:pt x="404" y="1183"/>
                  </a:cubicBezTo>
                  <a:lnTo>
                    <a:pt x="838" y="1214"/>
                  </a:lnTo>
                  <a:cubicBezTo>
                    <a:pt x="1055" y="1214"/>
                    <a:pt x="1241" y="1028"/>
                    <a:pt x="1241" y="811"/>
                  </a:cubicBezTo>
                  <a:lnTo>
                    <a:pt x="1241" y="376"/>
                  </a:lnTo>
                  <a:cubicBezTo>
                    <a:pt x="1210" y="159"/>
                    <a:pt x="1055" y="4"/>
                    <a:pt x="838" y="4"/>
                  </a:cubicBezTo>
                  <a:lnTo>
                    <a:pt x="404" y="4"/>
                  </a:lnTo>
                  <a:cubicBezTo>
                    <a:pt x="388" y="2"/>
                    <a:pt x="372" y="1"/>
                    <a:pt x="3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87"/>
            <p:cNvSpPr/>
            <p:nvPr/>
          </p:nvSpPr>
          <p:spPr>
            <a:xfrm>
              <a:off x="7252000" y="2786875"/>
              <a:ext cx="30275" cy="30350"/>
            </a:xfrm>
            <a:custGeom>
              <a:rect b="b" l="l" r="r" t="t"/>
              <a:pathLst>
                <a:path extrusionOk="0" h="1214" w="1211">
                  <a:moveTo>
                    <a:pt x="807" y="407"/>
                  </a:moveTo>
                  <a:lnTo>
                    <a:pt x="807" y="811"/>
                  </a:lnTo>
                  <a:lnTo>
                    <a:pt x="373" y="811"/>
                  </a:lnTo>
                  <a:lnTo>
                    <a:pt x="404" y="407"/>
                  </a:lnTo>
                  <a:close/>
                  <a:moveTo>
                    <a:pt x="387" y="1"/>
                  </a:moveTo>
                  <a:cubicBezTo>
                    <a:pt x="187" y="1"/>
                    <a:pt x="0" y="175"/>
                    <a:pt x="0" y="376"/>
                  </a:cubicBezTo>
                  <a:lnTo>
                    <a:pt x="0" y="811"/>
                  </a:lnTo>
                  <a:cubicBezTo>
                    <a:pt x="0" y="1028"/>
                    <a:pt x="187" y="1214"/>
                    <a:pt x="404" y="1214"/>
                  </a:cubicBezTo>
                  <a:lnTo>
                    <a:pt x="807" y="1214"/>
                  </a:lnTo>
                  <a:cubicBezTo>
                    <a:pt x="1024" y="1214"/>
                    <a:pt x="1210" y="1028"/>
                    <a:pt x="1210" y="811"/>
                  </a:cubicBezTo>
                  <a:lnTo>
                    <a:pt x="1210" y="376"/>
                  </a:lnTo>
                  <a:cubicBezTo>
                    <a:pt x="1210" y="159"/>
                    <a:pt x="1024" y="4"/>
                    <a:pt x="838" y="4"/>
                  </a:cubicBezTo>
                  <a:lnTo>
                    <a:pt x="435" y="4"/>
                  </a:lnTo>
                  <a:cubicBezTo>
                    <a:pt x="419" y="2"/>
                    <a:pt x="403" y="1"/>
                    <a:pt x="3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88" name="Google Shape;13088;p87"/>
          <p:cNvGrpSpPr/>
          <p:nvPr/>
        </p:nvGrpSpPr>
        <p:grpSpPr>
          <a:xfrm>
            <a:off x="5563054" y="2261241"/>
            <a:ext cx="239650" cy="349250"/>
            <a:chOff x="4775100" y="1923875"/>
            <a:chExt cx="239650" cy="349250"/>
          </a:xfrm>
        </p:grpSpPr>
        <p:sp>
          <p:nvSpPr>
            <p:cNvPr id="13089" name="Google Shape;13089;p87"/>
            <p:cNvSpPr/>
            <p:nvPr/>
          </p:nvSpPr>
          <p:spPr>
            <a:xfrm>
              <a:off x="4775100" y="1923875"/>
              <a:ext cx="239650" cy="349250"/>
            </a:xfrm>
            <a:custGeom>
              <a:rect b="b" l="l" r="r" t="t"/>
              <a:pathLst>
                <a:path extrusionOk="0" h="13970" w="9586">
                  <a:moveTo>
                    <a:pt x="8128" y="403"/>
                  </a:moveTo>
                  <a:cubicBezTo>
                    <a:pt x="8221" y="403"/>
                    <a:pt x="8314" y="496"/>
                    <a:pt x="8314" y="589"/>
                  </a:cubicBezTo>
                  <a:lnTo>
                    <a:pt x="8314" y="4839"/>
                  </a:lnTo>
                  <a:cubicBezTo>
                    <a:pt x="8314" y="4963"/>
                    <a:pt x="8221" y="5025"/>
                    <a:pt x="8128" y="5025"/>
                  </a:cubicBezTo>
                  <a:lnTo>
                    <a:pt x="5243" y="5025"/>
                  </a:lnTo>
                  <a:cubicBezTo>
                    <a:pt x="5150" y="5025"/>
                    <a:pt x="5057" y="5056"/>
                    <a:pt x="4995" y="5087"/>
                  </a:cubicBezTo>
                  <a:lnTo>
                    <a:pt x="4995" y="682"/>
                  </a:lnTo>
                  <a:cubicBezTo>
                    <a:pt x="4995" y="527"/>
                    <a:pt x="5088" y="403"/>
                    <a:pt x="5243" y="403"/>
                  </a:cubicBezTo>
                  <a:close/>
                  <a:moveTo>
                    <a:pt x="4782" y="10337"/>
                  </a:moveTo>
                  <a:cubicBezTo>
                    <a:pt x="5088" y="10337"/>
                    <a:pt x="5398" y="10531"/>
                    <a:pt x="5460" y="10919"/>
                  </a:cubicBezTo>
                  <a:lnTo>
                    <a:pt x="5615" y="12315"/>
                  </a:lnTo>
                  <a:cubicBezTo>
                    <a:pt x="5367" y="12128"/>
                    <a:pt x="5088" y="12035"/>
                    <a:pt x="4778" y="12035"/>
                  </a:cubicBezTo>
                  <a:cubicBezTo>
                    <a:pt x="4468" y="12035"/>
                    <a:pt x="4188" y="12128"/>
                    <a:pt x="3940" y="12315"/>
                  </a:cubicBezTo>
                  <a:lnTo>
                    <a:pt x="4126" y="10919"/>
                  </a:lnTo>
                  <a:cubicBezTo>
                    <a:pt x="4173" y="10531"/>
                    <a:pt x="4475" y="10337"/>
                    <a:pt x="4782" y="10337"/>
                  </a:cubicBezTo>
                  <a:close/>
                  <a:moveTo>
                    <a:pt x="4751" y="12469"/>
                  </a:moveTo>
                  <a:cubicBezTo>
                    <a:pt x="5078" y="12469"/>
                    <a:pt x="5408" y="12617"/>
                    <a:pt x="5615" y="12904"/>
                  </a:cubicBezTo>
                  <a:cubicBezTo>
                    <a:pt x="5584" y="13028"/>
                    <a:pt x="5522" y="13152"/>
                    <a:pt x="5429" y="13245"/>
                  </a:cubicBezTo>
                  <a:cubicBezTo>
                    <a:pt x="5274" y="13462"/>
                    <a:pt x="5026" y="13555"/>
                    <a:pt x="4778" y="13555"/>
                  </a:cubicBezTo>
                  <a:cubicBezTo>
                    <a:pt x="4530" y="13555"/>
                    <a:pt x="4281" y="13431"/>
                    <a:pt x="4126" y="13245"/>
                  </a:cubicBezTo>
                  <a:cubicBezTo>
                    <a:pt x="4033" y="13152"/>
                    <a:pt x="3971" y="13028"/>
                    <a:pt x="3940" y="12873"/>
                  </a:cubicBezTo>
                  <a:cubicBezTo>
                    <a:pt x="4136" y="12602"/>
                    <a:pt x="4442" y="12469"/>
                    <a:pt x="4751" y="12469"/>
                  </a:cubicBezTo>
                  <a:close/>
                  <a:moveTo>
                    <a:pt x="1428" y="0"/>
                  </a:moveTo>
                  <a:cubicBezTo>
                    <a:pt x="1148" y="0"/>
                    <a:pt x="900" y="217"/>
                    <a:pt x="869" y="496"/>
                  </a:cubicBezTo>
                  <a:lnTo>
                    <a:pt x="652" y="496"/>
                  </a:lnTo>
                  <a:cubicBezTo>
                    <a:pt x="280" y="496"/>
                    <a:pt x="1" y="775"/>
                    <a:pt x="1" y="1148"/>
                  </a:cubicBezTo>
                  <a:lnTo>
                    <a:pt x="1" y="5645"/>
                  </a:lnTo>
                  <a:cubicBezTo>
                    <a:pt x="1" y="5987"/>
                    <a:pt x="280" y="6297"/>
                    <a:pt x="652" y="6297"/>
                  </a:cubicBezTo>
                  <a:lnTo>
                    <a:pt x="3785" y="6297"/>
                  </a:lnTo>
                  <a:cubicBezTo>
                    <a:pt x="3940" y="6607"/>
                    <a:pt x="4219" y="6855"/>
                    <a:pt x="4592" y="6917"/>
                  </a:cubicBezTo>
                  <a:lnTo>
                    <a:pt x="4592" y="7445"/>
                  </a:lnTo>
                  <a:cubicBezTo>
                    <a:pt x="4561" y="7755"/>
                    <a:pt x="4809" y="8003"/>
                    <a:pt x="5119" y="8003"/>
                  </a:cubicBezTo>
                  <a:lnTo>
                    <a:pt x="7942" y="8003"/>
                  </a:lnTo>
                  <a:cubicBezTo>
                    <a:pt x="8314" y="8034"/>
                    <a:pt x="8314" y="8561"/>
                    <a:pt x="7942" y="8623"/>
                  </a:cubicBezTo>
                  <a:lnTo>
                    <a:pt x="5119" y="8623"/>
                  </a:lnTo>
                  <a:cubicBezTo>
                    <a:pt x="4809" y="8623"/>
                    <a:pt x="4561" y="8840"/>
                    <a:pt x="4592" y="9151"/>
                  </a:cubicBezTo>
                  <a:lnTo>
                    <a:pt x="4592" y="9926"/>
                  </a:lnTo>
                  <a:cubicBezTo>
                    <a:pt x="4095" y="10019"/>
                    <a:pt x="3754" y="10391"/>
                    <a:pt x="3692" y="10857"/>
                  </a:cubicBezTo>
                  <a:lnTo>
                    <a:pt x="3475" y="12501"/>
                  </a:lnTo>
                  <a:cubicBezTo>
                    <a:pt x="3370" y="13364"/>
                    <a:pt x="4064" y="13969"/>
                    <a:pt x="4783" y="13969"/>
                  </a:cubicBezTo>
                  <a:cubicBezTo>
                    <a:pt x="5124" y="13969"/>
                    <a:pt x="5470" y="13833"/>
                    <a:pt x="5739" y="13524"/>
                  </a:cubicBezTo>
                  <a:cubicBezTo>
                    <a:pt x="5987" y="13214"/>
                    <a:pt x="6112" y="12842"/>
                    <a:pt x="6050" y="12501"/>
                  </a:cubicBezTo>
                  <a:lnTo>
                    <a:pt x="5832" y="10857"/>
                  </a:lnTo>
                  <a:cubicBezTo>
                    <a:pt x="5770" y="10391"/>
                    <a:pt x="5429" y="10019"/>
                    <a:pt x="4964" y="9926"/>
                  </a:cubicBezTo>
                  <a:lnTo>
                    <a:pt x="4964" y="9151"/>
                  </a:lnTo>
                  <a:cubicBezTo>
                    <a:pt x="4964" y="9089"/>
                    <a:pt x="5026" y="9027"/>
                    <a:pt x="5088" y="9027"/>
                  </a:cubicBezTo>
                  <a:lnTo>
                    <a:pt x="7911" y="9027"/>
                  </a:lnTo>
                  <a:cubicBezTo>
                    <a:pt x="8810" y="8965"/>
                    <a:pt x="8810" y="7662"/>
                    <a:pt x="7911" y="7600"/>
                  </a:cubicBezTo>
                  <a:lnTo>
                    <a:pt x="5088" y="7600"/>
                  </a:lnTo>
                  <a:cubicBezTo>
                    <a:pt x="5026" y="7600"/>
                    <a:pt x="4964" y="7538"/>
                    <a:pt x="4964" y="7476"/>
                  </a:cubicBezTo>
                  <a:lnTo>
                    <a:pt x="4964" y="6917"/>
                  </a:lnTo>
                  <a:cubicBezTo>
                    <a:pt x="5305" y="6855"/>
                    <a:pt x="5615" y="6638"/>
                    <a:pt x="5770" y="6297"/>
                  </a:cubicBezTo>
                  <a:lnTo>
                    <a:pt x="7694" y="6297"/>
                  </a:lnTo>
                  <a:cubicBezTo>
                    <a:pt x="7787" y="6297"/>
                    <a:pt x="7880" y="6204"/>
                    <a:pt x="7880" y="6111"/>
                  </a:cubicBezTo>
                  <a:cubicBezTo>
                    <a:pt x="7880" y="5987"/>
                    <a:pt x="7787" y="5894"/>
                    <a:pt x="7694" y="5894"/>
                  </a:cubicBezTo>
                  <a:lnTo>
                    <a:pt x="5708" y="5894"/>
                  </a:lnTo>
                  <a:cubicBezTo>
                    <a:pt x="5584" y="5894"/>
                    <a:pt x="5460" y="5956"/>
                    <a:pt x="5429" y="6080"/>
                  </a:cubicBezTo>
                  <a:cubicBezTo>
                    <a:pt x="5305" y="6374"/>
                    <a:pt x="5034" y="6522"/>
                    <a:pt x="4762" y="6522"/>
                  </a:cubicBezTo>
                  <a:cubicBezTo>
                    <a:pt x="4491" y="6522"/>
                    <a:pt x="4219" y="6374"/>
                    <a:pt x="4095" y="6080"/>
                  </a:cubicBezTo>
                  <a:cubicBezTo>
                    <a:pt x="4064" y="5956"/>
                    <a:pt x="3940" y="5894"/>
                    <a:pt x="3816" y="5894"/>
                  </a:cubicBezTo>
                  <a:lnTo>
                    <a:pt x="621" y="5894"/>
                  </a:lnTo>
                  <a:cubicBezTo>
                    <a:pt x="497" y="5894"/>
                    <a:pt x="373" y="5770"/>
                    <a:pt x="373" y="5645"/>
                  </a:cubicBezTo>
                  <a:lnTo>
                    <a:pt x="373" y="1179"/>
                  </a:lnTo>
                  <a:cubicBezTo>
                    <a:pt x="373" y="1024"/>
                    <a:pt x="497" y="931"/>
                    <a:pt x="621" y="931"/>
                  </a:cubicBezTo>
                  <a:lnTo>
                    <a:pt x="838" y="931"/>
                  </a:lnTo>
                  <a:lnTo>
                    <a:pt x="838" y="4839"/>
                  </a:lnTo>
                  <a:cubicBezTo>
                    <a:pt x="838" y="5180"/>
                    <a:pt x="1117" y="5428"/>
                    <a:pt x="1428" y="5428"/>
                  </a:cubicBezTo>
                  <a:lnTo>
                    <a:pt x="4312" y="5428"/>
                  </a:lnTo>
                  <a:cubicBezTo>
                    <a:pt x="4437" y="5428"/>
                    <a:pt x="4561" y="5521"/>
                    <a:pt x="4561" y="5676"/>
                  </a:cubicBezTo>
                  <a:cubicBezTo>
                    <a:pt x="4592" y="5770"/>
                    <a:pt x="4685" y="5832"/>
                    <a:pt x="4778" y="5863"/>
                  </a:cubicBezTo>
                  <a:cubicBezTo>
                    <a:pt x="4871" y="5832"/>
                    <a:pt x="4964" y="5770"/>
                    <a:pt x="4995" y="5676"/>
                  </a:cubicBezTo>
                  <a:cubicBezTo>
                    <a:pt x="4995" y="5521"/>
                    <a:pt x="5119" y="5428"/>
                    <a:pt x="5243" y="5428"/>
                  </a:cubicBezTo>
                  <a:lnTo>
                    <a:pt x="8128" y="5428"/>
                  </a:lnTo>
                  <a:cubicBezTo>
                    <a:pt x="8469" y="5428"/>
                    <a:pt x="8717" y="5180"/>
                    <a:pt x="8748" y="4839"/>
                  </a:cubicBezTo>
                  <a:lnTo>
                    <a:pt x="8748" y="900"/>
                  </a:lnTo>
                  <a:lnTo>
                    <a:pt x="8934" y="900"/>
                  </a:lnTo>
                  <a:cubicBezTo>
                    <a:pt x="9058" y="900"/>
                    <a:pt x="9182" y="1024"/>
                    <a:pt x="9182" y="1148"/>
                  </a:cubicBezTo>
                  <a:lnTo>
                    <a:pt x="9182" y="5645"/>
                  </a:lnTo>
                  <a:cubicBezTo>
                    <a:pt x="9182" y="5770"/>
                    <a:pt x="9058" y="5894"/>
                    <a:pt x="8934" y="5894"/>
                  </a:cubicBezTo>
                  <a:lnTo>
                    <a:pt x="8531" y="5894"/>
                  </a:lnTo>
                  <a:cubicBezTo>
                    <a:pt x="8438" y="5894"/>
                    <a:pt x="8345" y="5987"/>
                    <a:pt x="8345" y="6080"/>
                  </a:cubicBezTo>
                  <a:cubicBezTo>
                    <a:pt x="8345" y="6204"/>
                    <a:pt x="8438" y="6297"/>
                    <a:pt x="8531" y="6297"/>
                  </a:cubicBezTo>
                  <a:lnTo>
                    <a:pt x="8934" y="6297"/>
                  </a:lnTo>
                  <a:cubicBezTo>
                    <a:pt x="9307" y="6297"/>
                    <a:pt x="9586" y="5987"/>
                    <a:pt x="9586" y="5645"/>
                  </a:cubicBezTo>
                  <a:lnTo>
                    <a:pt x="9586" y="1179"/>
                  </a:lnTo>
                  <a:cubicBezTo>
                    <a:pt x="9586" y="806"/>
                    <a:pt x="9307" y="496"/>
                    <a:pt x="8934" y="496"/>
                  </a:cubicBezTo>
                  <a:lnTo>
                    <a:pt x="8717" y="496"/>
                  </a:lnTo>
                  <a:cubicBezTo>
                    <a:pt x="8655" y="217"/>
                    <a:pt x="8407" y="0"/>
                    <a:pt x="8128" y="0"/>
                  </a:cubicBezTo>
                  <a:lnTo>
                    <a:pt x="5243" y="0"/>
                  </a:lnTo>
                  <a:cubicBezTo>
                    <a:pt x="5057" y="0"/>
                    <a:pt x="4902" y="62"/>
                    <a:pt x="4778" y="186"/>
                  </a:cubicBezTo>
                  <a:cubicBezTo>
                    <a:pt x="4654" y="62"/>
                    <a:pt x="4499" y="0"/>
                    <a:pt x="4312" y="0"/>
                  </a:cubicBezTo>
                  <a:lnTo>
                    <a:pt x="3723" y="0"/>
                  </a:lnTo>
                  <a:cubicBezTo>
                    <a:pt x="3630" y="0"/>
                    <a:pt x="3537" y="93"/>
                    <a:pt x="3537" y="217"/>
                  </a:cubicBezTo>
                  <a:cubicBezTo>
                    <a:pt x="3537" y="310"/>
                    <a:pt x="3630" y="403"/>
                    <a:pt x="3723" y="403"/>
                  </a:cubicBezTo>
                  <a:lnTo>
                    <a:pt x="4312" y="403"/>
                  </a:lnTo>
                  <a:cubicBezTo>
                    <a:pt x="4468" y="403"/>
                    <a:pt x="4561" y="527"/>
                    <a:pt x="4561" y="682"/>
                  </a:cubicBezTo>
                  <a:lnTo>
                    <a:pt x="4561" y="5087"/>
                  </a:lnTo>
                  <a:cubicBezTo>
                    <a:pt x="4499" y="5056"/>
                    <a:pt x="4406" y="5025"/>
                    <a:pt x="4312" y="5025"/>
                  </a:cubicBezTo>
                  <a:lnTo>
                    <a:pt x="1428" y="5025"/>
                  </a:lnTo>
                  <a:cubicBezTo>
                    <a:pt x="1335" y="5025"/>
                    <a:pt x="1242" y="4963"/>
                    <a:pt x="1242" y="4839"/>
                  </a:cubicBezTo>
                  <a:lnTo>
                    <a:pt x="1242" y="589"/>
                  </a:lnTo>
                  <a:cubicBezTo>
                    <a:pt x="1242" y="496"/>
                    <a:pt x="1335" y="403"/>
                    <a:pt x="1428" y="403"/>
                  </a:cubicBezTo>
                  <a:lnTo>
                    <a:pt x="2917" y="403"/>
                  </a:lnTo>
                  <a:cubicBezTo>
                    <a:pt x="3041" y="403"/>
                    <a:pt x="3134" y="310"/>
                    <a:pt x="3134" y="186"/>
                  </a:cubicBezTo>
                  <a:cubicBezTo>
                    <a:pt x="3103" y="93"/>
                    <a:pt x="3041"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87"/>
            <p:cNvSpPr/>
            <p:nvPr/>
          </p:nvSpPr>
          <p:spPr>
            <a:xfrm>
              <a:off x="4816200" y="1951775"/>
              <a:ext cx="63625" cy="10100"/>
            </a:xfrm>
            <a:custGeom>
              <a:rect b="b" l="l" r="r" t="t"/>
              <a:pathLst>
                <a:path extrusionOk="0" h="404" w="2545">
                  <a:moveTo>
                    <a:pt x="280" y="1"/>
                  </a:moveTo>
                  <a:cubicBezTo>
                    <a:pt x="1" y="1"/>
                    <a:pt x="1" y="404"/>
                    <a:pt x="280" y="404"/>
                  </a:cubicBezTo>
                  <a:lnTo>
                    <a:pt x="2296" y="404"/>
                  </a:lnTo>
                  <a:cubicBezTo>
                    <a:pt x="2544" y="404"/>
                    <a:pt x="2544" y="1"/>
                    <a:pt x="22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87"/>
            <p:cNvSpPr/>
            <p:nvPr/>
          </p:nvSpPr>
          <p:spPr>
            <a:xfrm>
              <a:off x="4816200" y="1975050"/>
              <a:ext cx="63625" cy="10100"/>
            </a:xfrm>
            <a:custGeom>
              <a:rect b="b" l="l" r="r" t="t"/>
              <a:pathLst>
                <a:path extrusionOk="0" h="404" w="2545">
                  <a:moveTo>
                    <a:pt x="280" y="0"/>
                  </a:moveTo>
                  <a:cubicBezTo>
                    <a:pt x="1" y="0"/>
                    <a:pt x="1" y="404"/>
                    <a:pt x="280" y="404"/>
                  </a:cubicBezTo>
                  <a:lnTo>
                    <a:pt x="2296" y="404"/>
                  </a:lnTo>
                  <a:cubicBezTo>
                    <a:pt x="2544" y="404"/>
                    <a:pt x="2544" y="0"/>
                    <a:pt x="22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87"/>
            <p:cNvSpPr/>
            <p:nvPr/>
          </p:nvSpPr>
          <p:spPr>
            <a:xfrm>
              <a:off x="4816200" y="1998300"/>
              <a:ext cx="63625" cy="10125"/>
            </a:xfrm>
            <a:custGeom>
              <a:rect b="b" l="l" r="r" t="t"/>
              <a:pathLst>
                <a:path extrusionOk="0" h="405" w="2545">
                  <a:moveTo>
                    <a:pt x="280" y="1"/>
                  </a:moveTo>
                  <a:cubicBezTo>
                    <a:pt x="1" y="1"/>
                    <a:pt x="1" y="404"/>
                    <a:pt x="280" y="404"/>
                  </a:cubicBezTo>
                  <a:lnTo>
                    <a:pt x="2296" y="404"/>
                  </a:lnTo>
                  <a:cubicBezTo>
                    <a:pt x="2544" y="404"/>
                    <a:pt x="2544" y="1"/>
                    <a:pt x="22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87"/>
            <p:cNvSpPr/>
            <p:nvPr/>
          </p:nvSpPr>
          <p:spPr>
            <a:xfrm>
              <a:off x="4817750" y="2021575"/>
              <a:ext cx="60525" cy="10100"/>
            </a:xfrm>
            <a:custGeom>
              <a:rect b="b" l="l" r="r" t="t"/>
              <a:pathLst>
                <a:path extrusionOk="0" h="404" w="2421">
                  <a:moveTo>
                    <a:pt x="218" y="0"/>
                  </a:moveTo>
                  <a:cubicBezTo>
                    <a:pt x="94" y="0"/>
                    <a:pt x="1" y="93"/>
                    <a:pt x="1" y="187"/>
                  </a:cubicBezTo>
                  <a:cubicBezTo>
                    <a:pt x="1" y="311"/>
                    <a:pt x="94" y="404"/>
                    <a:pt x="218" y="404"/>
                  </a:cubicBezTo>
                  <a:lnTo>
                    <a:pt x="2234" y="404"/>
                  </a:lnTo>
                  <a:cubicBezTo>
                    <a:pt x="2327" y="404"/>
                    <a:pt x="2420" y="311"/>
                    <a:pt x="2420" y="187"/>
                  </a:cubicBezTo>
                  <a:cubicBezTo>
                    <a:pt x="2420" y="93"/>
                    <a:pt x="2327" y="0"/>
                    <a:pt x="22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87"/>
            <p:cNvSpPr/>
            <p:nvPr/>
          </p:nvSpPr>
          <p:spPr>
            <a:xfrm>
              <a:off x="4910825" y="1951775"/>
              <a:ext cx="63600" cy="10100"/>
            </a:xfrm>
            <a:custGeom>
              <a:rect b="b" l="l" r="r" t="t"/>
              <a:pathLst>
                <a:path extrusionOk="0" h="404" w="2544">
                  <a:moveTo>
                    <a:pt x="248" y="1"/>
                  </a:moveTo>
                  <a:cubicBezTo>
                    <a:pt x="0" y="1"/>
                    <a:pt x="0" y="404"/>
                    <a:pt x="248" y="404"/>
                  </a:cubicBezTo>
                  <a:lnTo>
                    <a:pt x="2265" y="404"/>
                  </a:lnTo>
                  <a:cubicBezTo>
                    <a:pt x="2544" y="404"/>
                    <a:pt x="2544" y="1"/>
                    <a:pt x="22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87"/>
            <p:cNvSpPr/>
            <p:nvPr/>
          </p:nvSpPr>
          <p:spPr>
            <a:xfrm>
              <a:off x="4910825" y="1975050"/>
              <a:ext cx="63600" cy="10100"/>
            </a:xfrm>
            <a:custGeom>
              <a:rect b="b" l="l" r="r" t="t"/>
              <a:pathLst>
                <a:path extrusionOk="0" h="404" w="2544">
                  <a:moveTo>
                    <a:pt x="248" y="0"/>
                  </a:moveTo>
                  <a:cubicBezTo>
                    <a:pt x="0" y="0"/>
                    <a:pt x="0" y="404"/>
                    <a:pt x="248" y="404"/>
                  </a:cubicBezTo>
                  <a:lnTo>
                    <a:pt x="2265" y="404"/>
                  </a:lnTo>
                  <a:cubicBezTo>
                    <a:pt x="2544" y="404"/>
                    <a:pt x="2544" y="0"/>
                    <a:pt x="22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87"/>
            <p:cNvSpPr/>
            <p:nvPr/>
          </p:nvSpPr>
          <p:spPr>
            <a:xfrm>
              <a:off x="4910825" y="1998300"/>
              <a:ext cx="63600" cy="10125"/>
            </a:xfrm>
            <a:custGeom>
              <a:rect b="b" l="l" r="r" t="t"/>
              <a:pathLst>
                <a:path extrusionOk="0" h="405" w="2544">
                  <a:moveTo>
                    <a:pt x="248" y="1"/>
                  </a:moveTo>
                  <a:cubicBezTo>
                    <a:pt x="0" y="1"/>
                    <a:pt x="0" y="404"/>
                    <a:pt x="248" y="404"/>
                  </a:cubicBezTo>
                  <a:lnTo>
                    <a:pt x="2265" y="404"/>
                  </a:lnTo>
                  <a:cubicBezTo>
                    <a:pt x="2544" y="404"/>
                    <a:pt x="2544" y="1"/>
                    <a:pt x="22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87"/>
            <p:cNvSpPr/>
            <p:nvPr/>
          </p:nvSpPr>
          <p:spPr>
            <a:xfrm>
              <a:off x="4912375" y="2021575"/>
              <a:ext cx="60500" cy="10100"/>
            </a:xfrm>
            <a:custGeom>
              <a:rect b="b" l="l" r="r" t="t"/>
              <a:pathLst>
                <a:path extrusionOk="0" h="404" w="2420">
                  <a:moveTo>
                    <a:pt x="186" y="0"/>
                  </a:moveTo>
                  <a:cubicBezTo>
                    <a:pt x="93" y="0"/>
                    <a:pt x="0" y="93"/>
                    <a:pt x="0" y="187"/>
                  </a:cubicBezTo>
                  <a:cubicBezTo>
                    <a:pt x="0" y="311"/>
                    <a:pt x="93" y="404"/>
                    <a:pt x="186" y="404"/>
                  </a:cubicBezTo>
                  <a:lnTo>
                    <a:pt x="2203" y="404"/>
                  </a:lnTo>
                  <a:cubicBezTo>
                    <a:pt x="2327" y="404"/>
                    <a:pt x="2420" y="311"/>
                    <a:pt x="2420" y="187"/>
                  </a:cubicBezTo>
                  <a:cubicBezTo>
                    <a:pt x="2420" y="93"/>
                    <a:pt x="2327" y="0"/>
                    <a:pt x="2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87"/>
            <p:cNvSpPr/>
            <p:nvPr/>
          </p:nvSpPr>
          <p:spPr>
            <a:xfrm>
              <a:off x="4889100" y="2191400"/>
              <a:ext cx="10875" cy="13975"/>
            </a:xfrm>
            <a:custGeom>
              <a:rect b="b" l="l" r="r" t="t"/>
              <a:pathLst>
                <a:path extrusionOk="0" h="559" w="435">
                  <a:moveTo>
                    <a:pt x="218" y="1"/>
                  </a:moveTo>
                  <a:cubicBezTo>
                    <a:pt x="94" y="1"/>
                    <a:pt x="1" y="94"/>
                    <a:pt x="1" y="187"/>
                  </a:cubicBezTo>
                  <a:lnTo>
                    <a:pt x="1" y="373"/>
                  </a:lnTo>
                  <a:cubicBezTo>
                    <a:pt x="1" y="466"/>
                    <a:pt x="94" y="559"/>
                    <a:pt x="218" y="559"/>
                  </a:cubicBezTo>
                  <a:cubicBezTo>
                    <a:pt x="342" y="559"/>
                    <a:pt x="435" y="466"/>
                    <a:pt x="435" y="373"/>
                  </a:cubicBezTo>
                  <a:lnTo>
                    <a:pt x="435" y="187"/>
                  </a:lnTo>
                  <a:cubicBezTo>
                    <a:pt x="435" y="94"/>
                    <a:pt x="342" y="1"/>
                    <a:pt x="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99" name="Google Shape;13099;p87"/>
          <p:cNvGrpSpPr/>
          <p:nvPr/>
        </p:nvGrpSpPr>
        <p:grpSpPr>
          <a:xfrm>
            <a:off x="4725464" y="2293141"/>
            <a:ext cx="349000" cy="285450"/>
            <a:chOff x="4720050" y="3094050"/>
            <a:chExt cx="349000" cy="285450"/>
          </a:xfrm>
        </p:grpSpPr>
        <p:sp>
          <p:nvSpPr>
            <p:cNvPr id="13100" name="Google Shape;13100;p87"/>
            <p:cNvSpPr/>
            <p:nvPr/>
          </p:nvSpPr>
          <p:spPr>
            <a:xfrm>
              <a:off x="4783625" y="3198550"/>
              <a:ext cx="11675" cy="10300"/>
            </a:xfrm>
            <a:custGeom>
              <a:rect b="b" l="l" r="r" t="t"/>
              <a:pathLst>
                <a:path extrusionOk="0" h="412" w="467">
                  <a:moveTo>
                    <a:pt x="219" y="0"/>
                  </a:moveTo>
                  <a:cubicBezTo>
                    <a:pt x="126" y="0"/>
                    <a:pt x="58" y="61"/>
                    <a:pt x="32" y="163"/>
                  </a:cubicBezTo>
                  <a:cubicBezTo>
                    <a:pt x="1" y="257"/>
                    <a:pt x="63" y="381"/>
                    <a:pt x="187" y="412"/>
                  </a:cubicBezTo>
                  <a:cubicBezTo>
                    <a:pt x="404" y="412"/>
                    <a:pt x="466" y="101"/>
                    <a:pt x="280" y="8"/>
                  </a:cubicBezTo>
                  <a:cubicBezTo>
                    <a:pt x="259" y="3"/>
                    <a:pt x="238"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87"/>
            <p:cNvSpPr/>
            <p:nvPr/>
          </p:nvSpPr>
          <p:spPr>
            <a:xfrm>
              <a:off x="4720050" y="3094050"/>
              <a:ext cx="349000" cy="285450"/>
            </a:xfrm>
            <a:custGeom>
              <a:rect b="b" l="l" r="r" t="t"/>
              <a:pathLst>
                <a:path extrusionOk="0" h="11418" w="13960">
                  <a:moveTo>
                    <a:pt x="4002" y="1521"/>
                  </a:moveTo>
                  <a:cubicBezTo>
                    <a:pt x="4095" y="1521"/>
                    <a:pt x="4157" y="1583"/>
                    <a:pt x="4157" y="1676"/>
                  </a:cubicBezTo>
                  <a:lnTo>
                    <a:pt x="4157" y="1986"/>
                  </a:lnTo>
                  <a:lnTo>
                    <a:pt x="1769" y="1986"/>
                  </a:lnTo>
                  <a:lnTo>
                    <a:pt x="1769" y="1676"/>
                  </a:lnTo>
                  <a:cubicBezTo>
                    <a:pt x="1769" y="1583"/>
                    <a:pt x="1831" y="1521"/>
                    <a:pt x="1893" y="1521"/>
                  </a:cubicBezTo>
                  <a:close/>
                  <a:moveTo>
                    <a:pt x="3009" y="3878"/>
                  </a:moveTo>
                  <a:cubicBezTo>
                    <a:pt x="3506" y="3878"/>
                    <a:pt x="3878" y="4250"/>
                    <a:pt x="3878" y="4747"/>
                  </a:cubicBezTo>
                  <a:lnTo>
                    <a:pt x="3878" y="5305"/>
                  </a:lnTo>
                  <a:cubicBezTo>
                    <a:pt x="3878" y="5801"/>
                    <a:pt x="3506" y="6174"/>
                    <a:pt x="3009" y="6174"/>
                  </a:cubicBezTo>
                  <a:lnTo>
                    <a:pt x="1769" y="6174"/>
                  </a:lnTo>
                  <a:lnTo>
                    <a:pt x="1769" y="3878"/>
                  </a:lnTo>
                  <a:close/>
                  <a:moveTo>
                    <a:pt x="13215" y="435"/>
                  </a:moveTo>
                  <a:cubicBezTo>
                    <a:pt x="13401" y="435"/>
                    <a:pt x="13556" y="559"/>
                    <a:pt x="13556" y="745"/>
                  </a:cubicBezTo>
                  <a:lnTo>
                    <a:pt x="13556" y="7569"/>
                  </a:lnTo>
                  <a:lnTo>
                    <a:pt x="12439" y="7569"/>
                  </a:lnTo>
                  <a:lnTo>
                    <a:pt x="12439" y="2544"/>
                  </a:lnTo>
                  <a:cubicBezTo>
                    <a:pt x="12439" y="2234"/>
                    <a:pt x="12191" y="1986"/>
                    <a:pt x="11881" y="1986"/>
                  </a:cubicBezTo>
                  <a:lnTo>
                    <a:pt x="8252" y="1986"/>
                  </a:lnTo>
                  <a:cubicBezTo>
                    <a:pt x="8238" y="1983"/>
                    <a:pt x="8226" y="1981"/>
                    <a:pt x="8214" y="1981"/>
                  </a:cubicBezTo>
                  <a:cubicBezTo>
                    <a:pt x="8021" y="1981"/>
                    <a:pt x="8016" y="2400"/>
                    <a:pt x="8198" y="2400"/>
                  </a:cubicBezTo>
                  <a:cubicBezTo>
                    <a:pt x="8215" y="2400"/>
                    <a:pt x="8232" y="2396"/>
                    <a:pt x="8252" y="2389"/>
                  </a:cubicBezTo>
                  <a:lnTo>
                    <a:pt x="11881" y="2389"/>
                  </a:lnTo>
                  <a:cubicBezTo>
                    <a:pt x="11974" y="2389"/>
                    <a:pt x="12036" y="2451"/>
                    <a:pt x="12036" y="2513"/>
                  </a:cubicBezTo>
                  <a:lnTo>
                    <a:pt x="12036" y="7569"/>
                  </a:lnTo>
                  <a:lnTo>
                    <a:pt x="1769" y="7569"/>
                  </a:lnTo>
                  <a:lnTo>
                    <a:pt x="1769" y="6577"/>
                  </a:lnTo>
                  <a:lnTo>
                    <a:pt x="3009" y="6577"/>
                  </a:lnTo>
                  <a:cubicBezTo>
                    <a:pt x="3723" y="6577"/>
                    <a:pt x="4281" y="5987"/>
                    <a:pt x="4281" y="5305"/>
                  </a:cubicBezTo>
                  <a:lnTo>
                    <a:pt x="4281" y="4716"/>
                  </a:lnTo>
                  <a:cubicBezTo>
                    <a:pt x="4281" y="4002"/>
                    <a:pt x="3723" y="3444"/>
                    <a:pt x="3009" y="3444"/>
                  </a:cubicBezTo>
                  <a:lnTo>
                    <a:pt x="1769" y="3444"/>
                  </a:lnTo>
                  <a:lnTo>
                    <a:pt x="1769" y="2358"/>
                  </a:lnTo>
                  <a:lnTo>
                    <a:pt x="7445" y="2358"/>
                  </a:lnTo>
                  <a:cubicBezTo>
                    <a:pt x="7464" y="2365"/>
                    <a:pt x="7482" y="2369"/>
                    <a:pt x="7498" y="2369"/>
                  </a:cubicBezTo>
                  <a:cubicBezTo>
                    <a:pt x="7675" y="2369"/>
                    <a:pt x="7675" y="1976"/>
                    <a:pt x="7498" y="1976"/>
                  </a:cubicBezTo>
                  <a:cubicBezTo>
                    <a:pt x="7482" y="1976"/>
                    <a:pt x="7464" y="1979"/>
                    <a:pt x="7445" y="1986"/>
                  </a:cubicBezTo>
                  <a:lnTo>
                    <a:pt x="4560" y="1986"/>
                  </a:lnTo>
                  <a:lnTo>
                    <a:pt x="4560" y="1676"/>
                  </a:lnTo>
                  <a:cubicBezTo>
                    <a:pt x="4560" y="1366"/>
                    <a:pt x="4312" y="1086"/>
                    <a:pt x="4002" y="1086"/>
                  </a:cubicBezTo>
                  <a:lnTo>
                    <a:pt x="1893" y="1086"/>
                  </a:lnTo>
                  <a:cubicBezTo>
                    <a:pt x="1582" y="1086"/>
                    <a:pt x="1334" y="1366"/>
                    <a:pt x="1334" y="1676"/>
                  </a:cubicBezTo>
                  <a:lnTo>
                    <a:pt x="1334" y="7600"/>
                  </a:lnTo>
                  <a:lnTo>
                    <a:pt x="404" y="7600"/>
                  </a:lnTo>
                  <a:lnTo>
                    <a:pt x="404" y="745"/>
                  </a:lnTo>
                  <a:cubicBezTo>
                    <a:pt x="404" y="559"/>
                    <a:pt x="559" y="435"/>
                    <a:pt x="745" y="435"/>
                  </a:cubicBezTo>
                  <a:close/>
                  <a:moveTo>
                    <a:pt x="8283" y="9462"/>
                  </a:moveTo>
                  <a:lnTo>
                    <a:pt x="8500" y="11013"/>
                  </a:lnTo>
                  <a:lnTo>
                    <a:pt x="5491" y="11013"/>
                  </a:lnTo>
                  <a:lnTo>
                    <a:pt x="5708" y="9462"/>
                  </a:lnTo>
                  <a:close/>
                  <a:moveTo>
                    <a:pt x="745" y="1"/>
                  </a:moveTo>
                  <a:cubicBezTo>
                    <a:pt x="342" y="1"/>
                    <a:pt x="0" y="342"/>
                    <a:pt x="0" y="745"/>
                  </a:cubicBezTo>
                  <a:lnTo>
                    <a:pt x="0" y="8717"/>
                  </a:lnTo>
                  <a:cubicBezTo>
                    <a:pt x="0" y="9120"/>
                    <a:pt x="342" y="9462"/>
                    <a:pt x="745" y="9462"/>
                  </a:cubicBezTo>
                  <a:lnTo>
                    <a:pt x="2327" y="9462"/>
                  </a:lnTo>
                  <a:cubicBezTo>
                    <a:pt x="2606" y="9462"/>
                    <a:pt x="2606" y="9027"/>
                    <a:pt x="2327" y="9027"/>
                  </a:cubicBezTo>
                  <a:lnTo>
                    <a:pt x="745" y="9027"/>
                  </a:lnTo>
                  <a:cubicBezTo>
                    <a:pt x="559" y="9027"/>
                    <a:pt x="404" y="8903"/>
                    <a:pt x="404" y="8717"/>
                  </a:cubicBezTo>
                  <a:lnTo>
                    <a:pt x="404" y="7973"/>
                  </a:lnTo>
                  <a:lnTo>
                    <a:pt x="13556" y="7973"/>
                  </a:lnTo>
                  <a:lnTo>
                    <a:pt x="13556" y="8717"/>
                  </a:lnTo>
                  <a:cubicBezTo>
                    <a:pt x="13556" y="8903"/>
                    <a:pt x="13401" y="9027"/>
                    <a:pt x="13215" y="9027"/>
                  </a:cubicBezTo>
                  <a:lnTo>
                    <a:pt x="3164" y="9027"/>
                  </a:lnTo>
                  <a:cubicBezTo>
                    <a:pt x="2885" y="9027"/>
                    <a:pt x="2885" y="9462"/>
                    <a:pt x="3164" y="9462"/>
                  </a:cubicBezTo>
                  <a:lnTo>
                    <a:pt x="5274" y="9462"/>
                  </a:lnTo>
                  <a:lnTo>
                    <a:pt x="5057" y="11013"/>
                  </a:lnTo>
                  <a:lnTo>
                    <a:pt x="4405" y="11013"/>
                  </a:lnTo>
                  <a:cubicBezTo>
                    <a:pt x="4397" y="11012"/>
                    <a:pt x="4389" y="11011"/>
                    <a:pt x="4382" y="11011"/>
                  </a:cubicBezTo>
                  <a:cubicBezTo>
                    <a:pt x="4165" y="11011"/>
                    <a:pt x="4165" y="11417"/>
                    <a:pt x="4382" y="11417"/>
                  </a:cubicBezTo>
                  <a:cubicBezTo>
                    <a:pt x="4389" y="11417"/>
                    <a:pt x="4397" y="11417"/>
                    <a:pt x="4405" y="11416"/>
                  </a:cubicBezTo>
                  <a:lnTo>
                    <a:pt x="9554" y="11416"/>
                  </a:lnTo>
                  <a:cubicBezTo>
                    <a:pt x="9803" y="11385"/>
                    <a:pt x="9803" y="11044"/>
                    <a:pt x="9554" y="11013"/>
                  </a:cubicBezTo>
                  <a:lnTo>
                    <a:pt x="8903" y="11013"/>
                  </a:lnTo>
                  <a:lnTo>
                    <a:pt x="8686" y="9462"/>
                  </a:lnTo>
                  <a:lnTo>
                    <a:pt x="13215" y="9462"/>
                  </a:lnTo>
                  <a:cubicBezTo>
                    <a:pt x="13618" y="9462"/>
                    <a:pt x="13959" y="9120"/>
                    <a:pt x="13959" y="8717"/>
                  </a:cubicBezTo>
                  <a:lnTo>
                    <a:pt x="13959" y="745"/>
                  </a:lnTo>
                  <a:cubicBezTo>
                    <a:pt x="13959" y="342"/>
                    <a:pt x="13618" y="1"/>
                    <a:pt x="13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2" name="Google Shape;13102;p87"/>
            <p:cNvSpPr/>
            <p:nvPr/>
          </p:nvSpPr>
          <p:spPr>
            <a:xfrm>
              <a:off x="4784425" y="3215800"/>
              <a:ext cx="10100" cy="22325"/>
            </a:xfrm>
            <a:custGeom>
              <a:rect b="b" l="l" r="r" t="t"/>
              <a:pathLst>
                <a:path extrusionOk="0" h="893" w="404">
                  <a:moveTo>
                    <a:pt x="186" y="1"/>
                  </a:moveTo>
                  <a:cubicBezTo>
                    <a:pt x="93" y="1"/>
                    <a:pt x="0" y="94"/>
                    <a:pt x="0" y="218"/>
                  </a:cubicBezTo>
                  <a:lnTo>
                    <a:pt x="0" y="683"/>
                  </a:lnTo>
                  <a:cubicBezTo>
                    <a:pt x="0" y="823"/>
                    <a:pt x="101" y="893"/>
                    <a:pt x="202" y="893"/>
                  </a:cubicBezTo>
                  <a:cubicBezTo>
                    <a:pt x="302" y="893"/>
                    <a:pt x="403" y="823"/>
                    <a:pt x="403" y="683"/>
                  </a:cubicBezTo>
                  <a:lnTo>
                    <a:pt x="403" y="218"/>
                  </a:lnTo>
                  <a:cubicBezTo>
                    <a:pt x="403" y="94"/>
                    <a:pt x="310"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3" name="Google Shape;13103;p87"/>
            <p:cNvSpPr/>
            <p:nvPr/>
          </p:nvSpPr>
          <p:spPr>
            <a:xfrm>
              <a:off x="4851100" y="3180125"/>
              <a:ext cx="52750" cy="10900"/>
            </a:xfrm>
            <a:custGeom>
              <a:rect b="b" l="l" r="r" t="t"/>
              <a:pathLst>
                <a:path extrusionOk="0" h="436" w="2110">
                  <a:moveTo>
                    <a:pt x="280" y="1"/>
                  </a:moveTo>
                  <a:cubicBezTo>
                    <a:pt x="1" y="1"/>
                    <a:pt x="1" y="435"/>
                    <a:pt x="280" y="435"/>
                  </a:cubicBezTo>
                  <a:lnTo>
                    <a:pt x="1831" y="435"/>
                  </a:lnTo>
                  <a:cubicBezTo>
                    <a:pt x="2110" y="435"/>
                    <a:pt x="2110" y="1"/>
                    <a:pt x="18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4" name="Google Shape;13104;p87"/>
            <p:cNvSpPr/>
            <p:nvPr/>
          </p:nvSpPr>
          <p:spPr>
            <a:xfrm>
              <a:off x="4852650" y="3204175"/>
              <a:ext cx="138075" cy="10100"/>
            </a:xfrm>
            <a:custGeom>
              <a:rect b="b" l="l" r="r" t="t"/>
              <a:pathLst>
                <a:path extrusionOk="0" h="404" w="5523">
                  <a:moveTo>
                    <a:pt x="218" y="1"/>
                  </a:moveTo>
                  <a:cubicBezTo>
                    <a:pt x="94" y="1"/>
                    <a:pt x="1" y="94"/>
                    <a:pt x="1" y="187"/>
                  </a:cubicBezTo>
                  <a:cubicBezTo>
                    <a:pt x="1" y="311"/>
                    <a:pt x="94" y="404"/>
                    <a:pt x="218" y="404"/>
                  </a:cubicBezTo>
                  <a:lnTo>
                    <a:pt x="5305" y="404"/>
                  </a:lnTo>
                  <a:cubicBezTo>
                    <a:pt x="5522" y="373"/>
                    <a:pt x="5522" y="32"/>
                    <a:pt x="53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87"/>
            <p:cNvSpPr/>
            <p:nvPr/>
          </p:nvSpPr>
          <p:spPr>
            <a:xfrm>
              <a:off x="4852650" y="3225900"/>
              <a:ext cx="137300" cy="10100"/>
            </a:xfrm>
            <a:custGeom>
              <a:rect b="b" l="l" r="r" t="t"/>
              <a:pathLst>
                <a:path extrusionOk="0" h="404" w="5492">
                  <a:moveTo>
                    <a:pt x="218" y="0"/>
                  </a:moveTo>
                  <a:cubicBezTo>
                    <a:pt x="94" y="0"/>
                    <a:pt x="1" y="93"/>
                    <a:pt x="1" y="217"/>
                  </a:cubicBezTo>
                  <a:cubicBezTo>
                    <a:pt x="1" y="310"/>
                    <a:pt x="94" y="403"/>
                    <a:pt x="218" y="403"/>
                  </a:cubicBezTo>
                  <a:lnTo>
                    <a:pt x="5305" y="403"/>
                  </a:lnTo>
                  <a:cubicBezTo>
                    <a:pt x="5398" y="403"/>
                    <a:pt x="5491" y="310"/>
                    <a:pt x="5491" y="217"/>
                  </a:cubicBezTo>
                  <a:cubicBezTo>
                    <a:pt x="5491" y="93"/>
                    <a:pt x="5398" y="0"/>
                    <a:pt x="53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6" name="Google Shape;13106;p87"/>
            <p:cNvSpPr/>
            <p:nvPr/>
          </p:nvSpPr>
          <p:spPr>
            <a:xfrm>
              <a:off x="4851100" y="3247600"/>
              <a:ext cx="140400" cy="10875"/>
            </a:xfrm>
            <a:custGeom>
              <a:rect b="b" l="l" r="r" t="t"/>
              <a:pathLst>
                <a:path extrusionOk="0" h="435" w="5616">
                  <a:moveTo>
                    <a:pt x="280" y="1"/>
                  </a:moveTo>
                  <a:cubicBezTo>
                    <a:pt x="1" y="1"/>
                    <a:pt x="1" y="435"/>
                    <a:pt x="280" y="435"/>
                  </a:cubicBezTo>
                  <a:lnTo>
                    <a:pt x="5367" y="435"/>
                  </a:lnTo>
                  <a:cubicBezTo>
                    <a:pt x="5615" y="435"/>
                    <a:pt x="5615" y="1"/>
                    <a:pt x="53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07" name="Google Shape;13107;p87"/>
          <p:cNvGrpSpPr/>
          <p:nvPr/>
        </p:nvGrpSpPr>
        <p:grpSpPr>
          <a:xfrm>
            <a:off x="3227595" y="2293141"/>
            <a:ext cx="349000" cy="285450"/>
            <a:chOff x="3195450" y="3094050"/>
            <a:chExt cx="349000" cy="285450"/>
          </a:xfrm>
        </p:grpSpPr>
        <p:sp>
          <p:nvSpPr>
            <p:cNvPr id="13108" name="Google Shape;13108;p87"/>
            <p:cNvSpPr/>
            <p:nvPr/>
          </p:nvSpPr>
          <p:spPr>
            <a:xfrm>
              <a:off x="3392175" y="3132825"/>
              <a:ext cx="11900" cy="7550"/>
            </a:xfrm>
            <a:custGeom>
              <a:rect b="b" l="l" r="r" t="t"/>
              <a:pathLst>
                <a:path extrusionOk="0" h="302" w="476">
                  <a:moveTo>
                    <a:pt x="258" y="1"/>
                  </a:moveTo>
                  <a:cubicBezTo>
                    <a:pt x="1" y="1"/>
                    <a:pt x="256" y="302"/>
                    <a:pt x="397" y="302"/>
                  </a:cubicBezTo>
                  <a:cubicBezTo>
                    <a:pt x="442" y="302"/>
                    <a:pt x="476" y="270"/>
                    <a:pt x="476" y="187"/>
                  </a:cubicBezTo>
                  <a:cubicBezTo>
                    <a:pt x="476" y="94"/>
                    <a:pt x="383" y="1"/>
                    <a:pt x="2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87"/>
            <p:cNvSpPr/>
            <p:nvPr/>
          </p:nvSpPr>
          <p:spPr>
            <a:xfrm>
              <a:off x="3392025" y="3179350"/>
              <a:ext cx="12050" cy="7900"/>
            </a:xfrm>
            <a:custGeom>
              <a:rect b="b" l="l" r="r" t="t"/>
              <a:pathLst>
                <a:path extrusionOk="0" h="316" w="482">
                  <a:moveTo>
                    <a:pt x="264" y="1"/>
                  </a:moveTo>
                  <a:cubicBezTo>
                    <a:pt x="1" y="1"/>
                    <a:pt x="274" y="316"/>
                    <a:pt x="412" y="316"/>
                  </a:cubicBezTo>
                  <a:cubicBezTo>
                    <a:pt x="453" y="316"/>
                    <a:pt x="482" y="289"/>
                    <a:pt x="482" y="218"/>
                  </a:cubicBezTo>
                  <a:cubicBezTo>
                    <a:pt x="482" y="94"/>
                    <a:pt x="389" y="1"/>
                    <a:pt x="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0" name="Google Shape;13110;p87"/>
            <p:cNvSpPr/>
            <p:nvPr/>
          </p:nvSpPr>
          <p:spPr>
            <a:xfrm>
              <a:off x="3392175" y="3226675"/>
              <a:ext cx="11900" cy="7550"/>
            </a:xfrm>
            <a:custGeom>
              <a:rect b="b" l="l" r="r" t="t"/>
              <a:pathLst>
                <a:path extrusionOk="0" h="302" w="476">
                  <a:moveTo>
                    <a:pt x="258" y="0"/>
                  </a:moveTo>
                  <a:cubicBezTo>
                    <a:pt x="1" y="0"/>
                    <a:pt x="239" y="301"/>
                    <a:pt x="384" y="301"/>
                  </a:cubicBezTo>
                  <a:cubicBezTo>
                    <a:pt x="431" y="301"/>
                    <a:pt x="468" y="270"/>
                    <a:pt x="476" y="186"/>
                  </a:cubicBezTo>
                  <a:cubicBezTo>
                    <a:pt x="476" y="93"/>
                    <a:pt x="383" y="0"/>
                    <a:pt x="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87"/>
            <p:cNvSpPr/>
            <p:nvPr/>
          </p:nvSpPr>
          <p:spPr>
            <a:xfrm>
              <a:off x="3195450" y="3094050"/>
              <a:ext cx="349000" cy="285450"/>
            </a:xfrm>
            <a:custGeom>
              <a:rect b="b" l="l" r="r" t="t"/>
              <a:pathLst>
                <a:path extrusionOk="0" h="11418" w="13960">
                  <a:moveTo>
                    <a:pt x="4343" y="1707"/>
                  </a:moveTo>
                  <a:cubicBezTo>
                    <a:pt x="5553" y="1707"/>
                    <a:pt x="6359" y="2917"/>
                    <a:pt x="5925" y="4033"/>
                  </a:cubicBezTo>
                  <a:cubicBezTo>
                    <a:pt x="5863" y="3630"/>
                    <a:pt x="5770" y="3227"/>
                    <a:pt x="5615" y="2824"/>
                  </a:cubicBezTo>
                  <a:cubicBezTo>
                    <a:pt x="5584" y="2699"/>
                    <a:pt x="5491" y="2606"/>
                    <a:pt x="5367" y="2544"/>
                  </a:cubicBezTo>
                  <a:cubicBezTo>
                    <a:pt x="5323" y="2522"/>
                    <a:pt x="5271" y="2512"/>
                    <a:pt x="5217" y="2512"/>
                  </a:cubicBezTo>
                  <a:cubicBezTo>
                    <a:pt x="5119" y="2512"/>
                    <a:pt x="5013" y="2546"/>
                    <a:pt x="4932" y="2606"/>
                  </a:cubicBezTo>
                  <a:cubicBezTo>
                    <a:pt x="4839" y="2668"/>
                    <a:pt x="4715" y="2730"/>
                    <a:pt x="4622" y="2824"/>
                  </a:cubicBezTo>
                  <a:cubicBezTo>
                    <a:pt x="4560" y="2886"/>
                    <a:pt x="4467" y="2917"/>
                    <a:pt x="4343" y="2948"/>
                  </a:cubicBezTo>
                  <a:cubicBezTo>
                    <a:pt x="4250" y="2948"/>
                    <a:pt x="4157" y="2886"/>
                    <a:pt x="4064" y="2824"/>
                  </a:cubicBezTo>
                  <a:cubicBezTo>
                    <a:pt x="3964" y="2723"/>
                    <a:pt x="3722" y="2502"/>
                    <a:pt x="3486" y="2502"/>
                  </a:cubicBezTo>
                  <a:cubicBezTo>
                    <a:pt x="3429" y="2502"/>
                    <a:pt x="3373" y="2514"/>
                    <a:pt x="3319" y="2544"/>
                  </a:cubicBezTo>
                  <a:cubicBezTo>
                    <a:pt x="3195" y="2606"/>
                    <a:pt x="3133" y="2699"/>
                    <a:pt x="3071" y="2824"/>
                  </a:cubicBezTo>
                  <a:cubicBezTo>
                    <a:pt x="2916" y="3196"/>
                    <a:pt x="2823" y="3599"/>
                    <a:pt x="2761" y="4033"/>
                  </a:cubicBezTo>
                  <a:cubicBezTo>
                    <a:pt x="2668" y="3816"/>
                    <a:pt x="2637" y="3599"/>
                    <a:pt x="2637" y="3413"/>
                  </a:cubicBezTo>
                  <a:cubicBezTo>
                    <a:pt x="2637" y="2451"/>
                    <a:pt x="3413" y="1707"/>
                    <a:pt x="4343" y="1707"/>
                  </a:cubicBezTo>
                  <a:close/>
                  <a:moveTo>
                    <a:pt x="5181" y="2948"/>
                  </a:moveTo>
                  <a:cubicBezTo>
                    <a:pt x="5212" y="2979"/>
                    <a:pt x="5212" y="2979"/>
                    <a:pt x="5212" y="3010"/>
                  </a:cubicBezTo>
                  <a:cubicBezTo>
                    <a:pt x="5398" y="3444"/>
                    <a:pt x="5491" y="3909"/>
                    <a:pt x="5553" y="4374"/>
                  </a:cubicBezTo>
                  <a:cubicBezTo>
                    <a:pt x="5615" y="4995"/>
                    <a:pt x="5367" y="5584"/>
                    <a:pt x="4839" y="5925"/>
                  </a:cubicBezTo>
                  <a:cubicBezTo>
                    <a:pt x="4684" y="6019"/>
                    <a:pt x="4506" y="6065"/>
                    <a:pt x="4328" y="6065"/>
                  </a:cubicBezTo>
                  <a:cubicBezTo>
                    <a:pt x="4149" y="6065"/>
                    <a:pt x="3971" y="6019"/>
                    <a:pt x="3816" y="5925"/>
                  </a:cubicBezTo>
                  <a:cubicBezTo>
                    <a:pt x="3319" y="5584"/>
                    <a:pt x="3040" y="4995"/>
                    <a:pt x="3133" y="4374"/>
                  </a:cubicBezTo>
                  <a:cubicBezTo>
                    <a:pt x="3164" y="3909"/>
                    <a:pt x="3257" y="3444"/>
                    <a:pt x="3444" y="3010"/>
                  </a:cubicBezTo>
                  <a:cubicBezTo>
                    <a:pt x="3444" y="2979"/>
                    <a:pt x="3475" y="2948"/>
                    <a:pt x="3475" y="2948"/>
                  </a:cubicBezTo>
                  <a:cubicBezTo>
                    <a:pt x="3599" y="3010"/>
                    <a:pt x="3692" y="3072"/>
                    <a:pt x="3785" y="3165"/>
                  </a:cubicBezTo>
                  <a:cubicBezTo>
                    <a:pt x="3940" y="3289"/>
                    <a:pt x="4126" y="3351"/>
                    <a:pt x="4343" y="3351"/>
                  </a:cubicBezTo>
                  <a:cubicBezTo>
                    <a:pt x="4529" y="3351"/>
                    <a:pt x="4715" y="3289"/>
                    <a:pt x="4870" y="3165"/>
                  </a:cubicBezTo>
                  <a:cubicBezTo>
                    <a:pt x="4963" y="3072"/>
                    <a:pt x="5057" y="3010"/>
                    <a:pt x="5181" y="2948"/>
                  </a:cubicBezTo>
                  <a:close/>
                  <a:moveTo>
                    <a:pt x="4746" y="6391"/>
                  </a:moveTo>
                  <a:cubicBezTo>
                    <a:pt x="4746" y="6546"/>
                    <a:pt x="4839" y="6701"/>
                    <a:pt x="4963" y="6763"/>
                  </a:cubicBezTo>
                  <a:lnTo>
                    <a:pt x="6142" y="7197"/>
                  </a:lnTo>
                  <a:cubicBezTo>
                    <a:pt x="6266" y="7259"/>
                    <a:pt x="6359" y="7352"/>
                    <a:pt x="6390" y="7476"/>
                  </a:cubicBezTo>
                  <a:cubicBezTo>
                    <a:pt x="6421" y="7476"/>
                    <a:pt x="6421" y="7507"/>
                    <a:pt x="6421" y="7538"/>
                  </a:cubicBezTo>
                  <a:lnTo>
                    <a:pt x="2172" y="7538"/>
                  </a:lnTo>
                  <a:cubicBezTo>
                    <a:pt x="2172" y="7507"/>
                    <a:pt x="2203" y="7476"/>
                    <a:pt x="2203" y="7476"/>
                  </a:cubicBezTo>
                  <a:cubicBezTo>
                    <a:pt x="2265" y="7352"/>
                    <a:pt x="2358" y="7259"/>
                    <a:pt x="2482" y="7228"/>
                  </a:cubicBezTo>
                  <a:lnTo>
                    <a:pt x="3630" y="6763"/>
                  </a:lnTo>
                  <a:cubicBezTo>
                    <a:pt x="3785" y="6701"/>
                    <a:pt x="3878" y="6577"/>
                    <a:pt x="3878" y="6422"/>
                  </a:cubicBezTo>
                  <a:lnTo>
                    <a:pt x="3878" y="6391"/>
                  </a:lnTo>
                  <a:cubicBezTo>
                    <a:pt x="4002" y="6422"/>
                    <a:pt x="4188" y="6453"/>
                    <a:pt x="4343" y="6453"/>
                  </a:cubicBezTo>
                  <a:cubicBezTo>
                    <a:pt x="4467" y="6453"/>
                    <a:pt x="4622" y="6453"/>
                    <a:pt x="4746" y="6391"/>
                  </a:cubicBezTo>
                  <a:close/>
                  <a:moveTo>
                    <a:pt x="8314" y="9462"/>
                  </a:moveTo>
                  <a:lnTo>
                    <a:pt x="8500" y="11013"/>
                  </a:lnTo>
                  <a:lnTo>
                    <a:pt x="5491" y="11013"/>
                  </a:lnTo>
                  <a:lnTo>
                    <a:pt x="5708" y="9462"/>
                  </a:lnTo>
                  <a:close/>
                  <a:moveTo>
                    <a:pt x="745" y="1"/>
                  </a:moveTo>
                  <a:cubicBezTo>
                    <a:pt x="311" y="1"/>
                    <a:pt x="0" y="342"/>
                    <a:pt x="0" y="745"/>
                  </a:cubicBezTo>
                  <a:lnTo>
                    <a:pt x="0" y="8717"/>
                  </a:lnTo>
                  <a:cubicBezTo>
                    <a:pt x="0" y="9120"/>
                    <a:pt x="311" y="9462"/>
                    <a:pt x="745" y="9462"/>
                  </a:cubicBezTo>
                  <a:lnTo>
                    <a:pt x="5274" y="9462"/>
                  </a:lnTo>
                  <a:lnTo>
                    <a:pt x="5057" y="11013"/>
                  </a:lnTo>
                  <a:lnTo>
                    <a:pt x="4374" y="11013"/>
                  </a:lnTo>
                  <a:cubicBezTo>
                    <a:pt x="4157" y="11044"/>
                    <a:pt x="4157" y="11385"/>
                    <a:pt x="4374" y="11416"/>
                  </a:cubicBezTo>
                  <a:lnTo>
                    <a:pt x="9554" y="11416"/>
                  </a:lnTo>
                  <a:cubicBezTo>
                    <a:pt x="9561" y="11417"/>
                    <a:pt x="9568" y="11417"/>
                    <a:pt x="9575" y="11417"/>
                  </a:cubicBezTo>
                  <a:cubicBezTo>
                    <a:pt x="9765" y="11417"/>
                    <a:pt x="9765" y="11011"/>
                    <a:pt x="9575" y="11011"/>
                  </a:cubicBezTo>
                  <a:cubicBezTo>
                    <a:pt x="9568" y="11011"/>
                    <a:pt x="9561" y="11012"/>
                    <a:pt x="9554" y="11013"/>
                  </a:cubicBezTo>
                  <a:lnTo>
                    <a:pt x="8872" y="11013"/>
                  </a:lnTo>
                  <a:lnTo>
                    <a:pt x="8655" y="9462"/>
                  </a:lnTo>
                  <a:lnTo>
                    <a:pt x="13184" y="9462"/>
                  </a:lnTo>
                  <a:cubicBezTo>
                    <a:pt x="13618" y="9462"/>
                    <a:pt x="13959" y="9120"/>
                    <a:pt x="13959" y="8717"/>
                  </a:cubicBezTo>
                  <a:lnTo>
                    <a:pt x="13959" y="745"/>
                  </a:lnTo>
                  <a:cubicBezTo>
                    <a:pt x="13959" y="342"/>
                    <a:pt x="13618" y="1"/>
                    <a:pt x="13184" y="1"/>
                  </a:cubicBezTo>
                  <a:lnTo>
                    <a:pt x="3940" y="1"/>
                  </a:lnTo>
                  <a:cubicBezTo>
                    <a:pt x="3661" y="1"/>
                    <a:pt x="3661" y="435"/>
                    <a:pt x="3940" y="435"/>
                  </a:cubicBezTo>
                  <a:lnTo>
                    <a:pt x="13246" y="435"/>
                  </a:lnTo>
                  <a:cubicBezTo>
                    <a:pt x="13432" y="435"/>
                    <a:pt x="13587" y="559"/>
                    <a:pt x="13587" y="745"/>
                  </a:cubicBezTo>
                  <a:lnTo>
                    <a:pt x="13587" y="7569"/>
                  </a:lnTo>
                  <a:lnTo>
                    <a:pt x="11198" y="7569"/>
                  </a:lnTo>
                  <a:cubicBezTo>
                    <a:pt x="11074" y="7569"/>
                    <a:pt x="10981" y="7663"/>
                    <a:pt x="10981" y="7787"/>
                  </a:cubicBezTo>
                  <a:cubicBezTo>
                    <a:pt x="10981" y="7880"/>
                    <a:pt x="11074" y="7973"/>
                    <a:pt x="11198" y="7973"/>
                  </a:cubicBezTo>
                  <a:lnTo>
                    <a:pt x="13587" y="7973"/>
                  </a:lnTo>
                  <a:lnTo>
                    <a:pt x="13587" y="8717"/>
                  </a:lnTo>
                  <a:cubicBezTo>
                    <a:pt x="13587" y="8903"/>
                    <a:pt x="13432" y="9027"/>
                    <a:pt x="13246" y="9027"/>
                  </a:cubicBezTo>
                  <a:lnTo>
                    <a:pt x="776" y="9027"/>
                  </a:lnTo>
                  <a:cubicBezTo>
                    <a:pt x="590" y="9027"/>
                    <a:pt x="435" y="8903"/>
                    <a:pt x="435" y="8717"/>
                  </a:cubicBezTo>
                  <a:lnTo>
                    <a:pt x="435" y="7973"/>
                  </a:lnTo>
                  <a:lnTo>
                    <a:pt x="10361" y="7973"/>
                  </a:lnTo>
                  <a:cubicBezTo>
                    <a:pt x="10485" y="7973"/>
                    <a:pt x="10578" y="7880"/>
                    <a:pt x="10578" y="7787"/>
                  </a:cubicBezTo>
                  <a:cubicBezTo>
                    <a:pt x="10578" y="7663"/>
                    <a:pt x="10485" y="7569"/>
                    <a:pt x="10361" y="7569"/>
                  </a:cubicBezTo>
                  <a:lnTo>
                    <a:pt x="6887" y="7569"/>
                  </a:lnTo>
                  <a:cubicBezTo>
                    <a:pt x="6856" y="7507"/>
                    <a:pt x="6825" y="7414"/>
                    <a:pt x="6794" y="7321"/>
                  </a:cubicBezTo>
                  <a:cubicBezTo>
                    <a:pt x="6701" y="7104"/>
                    <a:pt x="6514" y="6949"/>
                    <a:pt x="6297" y="6856"/>
                  </a:cubicBezTo>
                  <a:lnTo>
                    <a:pt x="5150" y="6391"/>
                  </a:lnTo>
                  <a:lnTo>
                    <a:pt x="5150" y="6236"/>
                  </a:lnTo>
                  <a:cubicBezTo>
                    <a:pt x="5150" y="6236"/>
                    <a:pt x="5150" y="6205"/>
                    <a:pt x="5150" y="6205"/>
                  </a:cubicBezTo>
                  <a:cubicBezTo>
                    <a:pt x="5584" y="5863"/>
                    <a:pt x="5894" y="5367"/>
                    <a:pt x="5925" y="4778"/>
                  </a:cubicBezTo>
                  <a:cubicBezTo>
                    <a:pt x="5925" y="4778"/>
                    <a:pt x="5925" y="4778"/>
                    <a:pt x="5956" y="4747"/>
                  </a:cubicBezTo>
                  <a:cubicBezTo>
                    <a:pt x="7095" y="3392"/>
                    <a:pt x="6126" y="1303"/>
                    <a:pt x="4351" y="1303"/>
                  </a:cubicBezTo>
                  <a:cubicBezTo>
                    <a:pt x="4338" y="1303"/>
                    <a:pt x="4325" y="1303"/>
                    <a:pt x="4312" y="1304"/>
                  </a:cubicBezTo>
                  <a:cubicBezTo>
                    <a:pt x="2513" y="1304"/>
                    <a:pt x="1551" y="3413"/>
                    <a:pt x="2699" y="4778"/>
                  </a:cubicBezTo>
                  <a:cubicBezTo>
                    <a:pt x="2761" y="5336"/>
                    <a:pt x="3009" y="5832"/>
                    <a:pt x="3444" y="6174"/>
                  </a:cubicBezTo>
                  <a:lnTo>
                    <a:pt x="3444" y="6391"/>
                  </a:lnTo>
                  <a:lnTo>
                    <a:pt x="2265" y="6856"/>
                  </a:lnTo>
                  <a:cubicBezTo>
                    <a:pt x="2079" y="6949"/>
                    <a:pt x="1893" y="7104"/>
                    <a:pt x="1800" y="7321"/>
                  </a:cubicBezTo>
                  <a:cubicBezTo>
                    <a:pt x="1769" y="7414"/>
                    <a:pt x="1737" y="7476"/>
                    <a:pt x="1706" y="7569"/>
                  </a:cubicBezTo>
                  <a:lnTo>
                    <a:pt x="404" y="7569"/>
                  </a:lnTo>
                  <a:lnTo>
                    <a:pt x="404" y="745"/>
                  </a:lnTo>
                  <a:cubicBezTo>
                    <a:pt x="404" y="559"/>
                    <a:pt x="559" y="435"/>
                    <a:pt x="745" y="435"/>
                  </a:cubicBezTo>
                  <a:lnTo>
                    <a:pt x="3071" y="435"/>
                  </a:lnTo>
                  <a:cubicBezTo>
                    <a:pt x="3319" y="435"/>
                    <a:pt x="3319" y="1"/>
                    <a:pt x="30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87"/>
            <p:cNvSpPr/>
            <p:nvPr/>
          </p:nvSpPr>
          <p:spPr>
            <a:xfrm>
              <a:off x="3411800" y="3132825"/>
              <a:ext cx="103175" cy="10125"/>
            </a:xfrm>
            <a:custGeom>
              <a:rect b="b" l="l" r="r" t="t"/>
              <a:pathLst>
                <a:path extrusionOk="0" h="405" w="4127">
                  <a:moveTo>
                    <a:pt x="280" y="1"/>
                  </a:moveTo>
                  <a:cubicBezTo>
                    <a:pt x="1" y="1"/>
                    <a:pt x="1" y="404"/>
                    <a:pt x="280" y="404"/>
                  </a:cubicBezTo>
                  <a:lnTo>
                    <a:pt x="3878" y="404"/>
                  </a:lnTo>
                  <a:cubicBezTo>
                    <a:pt x="4126" y="404"/>
                    <a:pt x="4126" y="1"/>
                    <a:pt x="38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87"/>
            <p:cNvSpPr/>
            <p:nvPr/>
          </p:nvSpPr>
          <p:spPr>
            <a:xfrm>
              <a:off x="3413350" y="3153000"/>
              <a:ext cx="55100" cy="10100"/>
            </a:xfrm>
            <a:custGeom>
              <a:rect b="b" l="l" r="r" t="t"/>
              <a:pathLst>
                <a:path extrusionOk="0" h="404" w="2204">
                  <a:moveTo>
                    <a:pt x="218" y="0"/>
                  </a:moveTo>
                  <a:cubicBezTo>
                    <a:pt x="94" y="0"/>
                    <a:pt x="1" y="93"/>
                    <a:pt x="1" y="186"/>
                  </a:cubicBezTo>
                  <a:cubicBezTo>
                    <a:pt x="1" y="310"/>
                    <a:pt x="94" y="404"/>
                    <a:pt x="218" y="404"/>
                  </a:cubicBezTo>
                  <a:lnTo>
                    <a:pt x="2017" y="404"/>
                  </a:lnTo>
                  <a:cubicBezTo>
                    <a:pt x="2110" y="404"/>
                    <a:pt x="2203" y="310"/>
                    <a:pt x="2203" y="186"/>
                  </a:cubicBezTo>
                  <a:cubicBezTo>
                    <a:pt x="2203" y="93"/>
                    <a:pt x="2110" y="0"/>
                    <a:pt x="20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87"/>
            <p:cNvSpPr/>
            <p:nvPr/>
          </p:nvSpPr>
          <p:spPr>
            <a:xfrm>
              <a:off x="3413350" y="3178575"/>
              <a:ext cx="100075" cy="10125"/>
            </a:xfrm>
            <a:custGeom>
              <a:rect b="b" l="l" r="r" t="t"/>
              <a:pathLst>
                <a:path extrusionOk="0" h="405" w="4003">
                  <a:moveTo>
                    <a:pt x="218" y="1"/>
                  </a:moveTo>
                  <a:cubicBezTo>
                    <a:pt x="94" y="1"/>
                    <a:pt x="1" y="94"/>
                    <a:pt x="1" y="218"/>
                  </a:cubicBezTo>
                  <a:cubicBezTo>
                    <a:pt x="1" y="311"/>
                    <a:pt x="94" y="404"/>
                    <a:pt x="218" y="404"/>
                  </a:cubicBezTo>
                  <a:lnTo>
                    <a:pt x="3816" y="404"/>
                  </a:lnTo>
                  <a:cubicBezTo>
                    <a:pt x="3909" y="404"/>
                    <a:pt x="4002" y="311"/>
                    <a:pt x="4002" y="218"/>
                  </a:cubicBezTo>
                  <a:cubicBezTo>
                    <a:pt x="4002" y="94"/>
                    <a:pt x="3909" y="1"/>
                    <a:pt x="38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87"/>
            <p:cNvSpPr/>
            <p:nvPr/>
          </p:nvSpPr>
          <p:spPr>
            <a:xfrm>
              <a:off x="3411800" y="3198750"/>
              <a:ext cx="58200" cy="10875"/>
            </a:xfrm>
            <a:custGeom>
              <a:rect b="b" l="l" r="r" t="t"/>
              <a:pathLst>
                <a:path extrusionOk="0" h="435" w="2328">
                  <a:moveTo>
                    <a:pt x="280" y="0"/>
                  </a:moveTo>
                  <a:cubicBezTo>
                    <a:pt x="1" y="0"/>
                    <a:pt x="1" y="435"/>
                    <a:pt x="280" y="435"/>
                  </a:cubicBezTo>
                  <a:lnTo>
                    <a:pt x="2079" y="435"/>
                  </a:lnTo>
                  <a:cubicBezTo>
                    <a:pt x="2327" y="435"/>
                    <a:pt x="2327" y="0"/>
                    <a:pt x="20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87"/>
            <p:cNvSpPr/>
            <p:nvPr/>
          </p:nvSpPr>
          <p:spPr>
            <a:xfrm>
              <a:off x="3413350" y="3225125"/>
              <a:ext cx="100075" cy="10100"/>
            </a:xfrm>
            <a:custGeom>
              <a:rect b="b" l="l" r="r" t="t"/>
              <a:pathLst>
                <a:path extrusionOk="0" h="404" w="4003">
                  <a:moveTo>
                    <a:pt x="218" y="0"/>
                  </a:moveTo>
                  <a:cubicBezTo>
                    <a:pt x="94" y="0"/>
                    <a:pt x="1" y="93"/>
                    <a:pt x="1" y="186"/>
                  </a:cubicBezTo>
                  <a:cubicBezTo>
                    <a:pt x="1" y="310"/>
                    <a:pt x="94" y="403"/>
                    <a:pt x="218" y="403"/>
                  </a:cubicBezTo>
                  <a:lnTo>
                    <a:pt x="3816" y="403"/>
                  </a:lnTo>
                  <a:cubicBezTo>
                    <a:pt x="3909" y="403"/>
                    <a:pt x="4002" y="310"/>
                    <a:pt x="4002" y="186"/>
                  </a:cubicBezTo>
                  <a:cubicBezTo>
                    <a:pt x="4002" y="93"/>
                    <a:pt x="3909" y="0"/>
                    <a:pt x="38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87"/>
            <p:cNvSpPr/>
            <p:nvPr/>
          </p:nvSpPr>
          <p:spPr>
            <a:xfrm>
              <a:off x="3413350" y="3245275"/>
              <a:ext cx="55100" cy="10100"/>
            </a:xfrm>
            <a:custGeom>
              <a:rect b="b" l="l" r="r" t="t"/>
              <a:pathLst>
                <a:path extrusionOk="0" h="404" w="2204">
                  <a:moveTo>
                    <a:pt x="218" y="1"/>
                  </a:moveTo>
                  <a:cubicBezTo>
                    <a:pt x="94" y="1"/>
                    <a:pt x="1" y="94"/>
                    <a:pt x="1" y="218"/>
                  </a:cubicBezTo>
                  <a:cubicBezTo>
                    <a:pt x="1" y="311"/>
                    <a:pt x="94" y="404"/>
                    <a:pt x="218" y="404"/>
                  </a:cubicBezTo>
                  <a:lnTo>
                    <a:pt x="2017" y="404"/>
                  </a:lnTo>
                  <a:cubicBezTo>
                    <a:pt x="2110" y="404"/>
                    <a:pt x="2203" y="311"/>
                    <a:pt x="2203" y="218"/>
                  </a:cubicBezTo>
                  <a:cubicBezTo>
                    <a:pt x="2203" y="94"/>
                    <a:pt x="2110" y="1"/>
                    <a:pt x="20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18" name="Google Shape;13118;p87"/>
          <p:cNvGrpSpPr/>
          <p:nvPr/>
        </p:nvGrpSpPr>
        <p:grpSpPr>
          <a:xfrm>
            <a:off x="2440773" y="2262529"/>
            <a:ext cx="349775" cy="346675"/>
            <a:chOff x="2443225" y="3063825"/>
            <a:chExt cx="349775" cy="346675"/>
          </a:xfrm>
        </p:grpSpPr>
        <p:sp>
          <p:nvSpPr>
            <p:cNvPr id="13119" name="Google Shape;13119;p87"/>
            <p:cNvSpPr/>
            <p:nvPr/>
          </p:nvSpPr>
          <p:spPr>
            <a:xfrm>
              <a:off x="2477350" y="3319725"/>
              <a:ext cx="281525" cy="90775"/>
            </a:xfrm>
            <a:custGeom>
              <a:rect b="b" l="l" r="r" t="t"/>
              <a:pathLst>
                <a:path extrusionOk="0" h="3631" w="11261">
                  <a:moveTo>
                    <a:pt x="993" y="1334"/>
                  </a:moveTo>
                  <a:lnTo>
                    <a:pt x="993" y="3226"/>
                  </a:lnTo>
                  <a:lnTo>
                    <a:pt x="466" y="3226"/>
                  </a:lnTo>
                  <a:cubicBezTo>
                    <a:pt x="435" y="3226"/>
                    <a:pt x="435" y="3195"/>
                    <a:pt x="404" y="3164"/>
                  </a:cubicBezTo>
                  <a:lnTo>
                    <a:pt x="404" y="1613"/>
                  </a:lnTo>
                  <a:cubicBezTo>
                    <a:pt x="404" y="1458"/>
                    <a:pt x="528" y="1334"/>
                    <a:pt x="683" y="1334"/>
                  </a:cubicBezTo>
                  <a:close/>
                  <a:moveTo>
                    <a:pt x="9523" y="404"/>
                  </a:moveTo>
                  <a:cubicBezTo>
                    <a:pt x="9710" y="404"/>
                    <a:pt x="9896" y="590"/>
                    <a:pt x="9896" y="776"/>
                  </a:cubicBezTo>
                  <a:lnTo>
                    <a:pt x="9896" y="3226"/>
                  </a:lnTo>
                  <a:lnTo>
                    <a:pt x="5832" y="3226"/>
                  </a:lnTo>
                  <a:lnTo>
                    <a:pt x="5832" y="776"/>
                  </a:lnTo>
                  <a:cubicBezTo>
                    <a:pt x="5832" y="590"/>
                    <a:pt x="5987" y="404"/>
                    <a:pt x="6204" y="404"/>
                  </a:cubicBezTo>
                  <a:close/>
                  <a:moveTo>
                    <a:pt x="10578" y="1334"/>
                  </a:moveTo>
                  <a:cubicBezTo>
                    <a:pt x="10733" y="1334"/>
                    <a:pt x="10857" y="1427"/>
                    <a:pt x="10857" y="1582"/>
                  </a:cubicBezTo>
                  <a:lnTo>
                    <a:pt x="10857" y="3164"/>
                  </a:lnTo>
                  <a:cubicBezTo>
                    <a:pt x="10857" y="3195"/>
                    <a:pt x="10826" y="3226"/>
                    <a:pt x="10795" y="3226"/>
                  </a:cubicBezTo>
                  <a:lnTo>
                    <a:pt x="10268" y="3226"/>
                  </a:lnTo>
                  <a:lnTo>
                    <a:pt x="10268" y="1334"/>
                  </a:lnTo>
                  <a:close/>
                  <a:moveTo>
                    <a:pt x="1769" y="0"/>
                  </a:moveTo>
                  <a:cubicBezTo>
                    <a:pt x="1334" y="0"/>
                    <a:pt x="993" y="342"/>
                    <a:pt x="993" y="776"/>
                  </a:cubicBezTo>
                  <a:lnTo>
                    <a:pt x="993" y="900"/>
                  </a:lnTo>
                  <a:lnTo>
                    <a:pt x="683" y="900"/>
                  </a:lnTo>
                  <a:cubicBezTo>
                    <a:pt x="311" y="900"/>
                    <a:pt x="1" y="1210"/>
                    <a:pt x="1" y="1582"/>
                  </a:cubicBezTo>
                  <a:lnTo>
                    <a:pt x="1" y="3164"/>
                  </a:lnTo>
                  <a:cubicBezTo>
                    <a:pt x="1" y="3412"/>
                    <a:pt x="218" y="3630"/>
                    <a:pt x="466" y="3630"/>
                  </a:cubicBezTo>
                  <a:lnTo>
                    <a:pt x="2885" y="3630"/>
                  </a:lnTo>
                  <a:cubicBezTo>
                    <a:pt x="2892" y="3631"/>
                    <a:pt x="2898" y="3631"/>
                    <a:pt x="2904" y="3631"/>
                  </a:cubicBezTo>
                  <a:cubicBezTo>
                    <a:pt x="3096" y="3631"/>
                    <a:pt x="3096" y="3194"/>
                    <a:pt x="2904" y="3194"/>
                  </a:cubicBezTo>
                  <a:cubicBezTo>
                    <a:pt x="2898" y="3194"/>
                    <a:pt x="2892" y="3194"/>
                    <a:pt x="2885" y="3195"/>
                  </a:cubicBezTo>
                  <a:lnTo>
                    <a:pt x="1396" y="3195"/>
                  </a:lnTo>
                  <a:lnTo>
                    <a:pt x="1396" y="776"/>
                  </a:lnTo>
                  <a:cubicBezTo>
                    <a:pt x="1396" y="590"/>
                    <a:pt x="1551" y="404"/>
                    <a:pt x="1769" y="404"/>
                  </a:cubicBezTo>
                  <a:lnTo>
                    <a:pt x="5057" y="404"/>
                  </a:lnTo>
                  <a:cubicBezTo>
                    <a:pt x="5274" y="404"/>
                    <a:pt x="5429" y="590"/>
                    <a:pt x="5429" y="776"/>
                  </a:cubicBezTo>
                  <a:lnTo>
                    <a:pt x="5429" y="3226"/>
                  </a:lnTo>
                  <a:lnTo>
                    <a:pt x="3723" y="3226"/>
                  </a:lnTo>
                  <a:cubicBezTo>
                    <a:pt x="3708" y="3223"/>
                    <a:pt x="3694" y="3221"/>
                    <a:pt x="3682" y="3221"/>
                  </a:cubicBezTo>
                  <a:cubicBezTo>
                    <a:pt x="3482" y="3221"/>
                    <a:pt x="3489" y="3631"/>
                    <a:pt x="3701" y="3631"/>
                  </a:cubicBezTo>
                  <a:cubicBezTo>
                    <a:pt x="3708" y="3631"/>
                    <a:pt x="3715" y="3631"/>
                    <a:pt x="3723" y="3630"/>
                  </a:cubicBezTo>
                  <a:lnTo>
                    <a:pt x="10795" y="3630"/>
                  </a:lnTo>
                  <a:cubicBezTo>
                    <a:pt x="11043" y="3630"/>
                    <a:pt x="11261" y="3412"/>
                    <a:pt x="11261" y="3164"/>
                  </a:cubicBezTo>
                  <a:lnTo>
                    <a:pt x="11261" y="1582"/>
                  </a:lnTo>
                  <a:cubicBezTo>
                    <a:pt x="11261" y="1210"/>
                    <a:pt x="10950" y="900"/>
                    <a:pt x="10578" y="900"/>
                  </a:cubicBezTo>
                  <a:lnTo>
                    <a:pt x="10578" y="931"/>
                  </a:lnTo>
                  <a:lnTo>
                    <a:pt x="10268" y="931"/>
                  </a:lnTo>
                  <a:lnTo>
                    <a:pt x="10268" y="776"/>
                  </a:lnTo>
                  <a:cubicBezTo>
                    <a:pt x="10268" y="342"/>
                    <a:pt x="9927" y="0"/>
                    <a:pt x="9492" y="0"/>
                  </a:cubicBezTo>
                  <a:lnTo>
                    <a:pt x="6173" y="0"/>
                  </a:lnTo>
                  <a:cubicBezTo>
                    <a:pt x="5987" y="0"/>
                    <a:pt x="5770" y="93"/>
                    <a:pt x="5615" y="249"/>
                  </a:cubicBezTo>
                  <a:cubicBezTo>
                    <a:pt x="5491" y="93"/>
                    <a:pt x="5274" y="0"/>
                    <a:pt x="50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0" name="Google Shape;13120;p87"/>
            <p:cNvSpPr/>
            <p:nvPr/>
          </p:nvSpPr>
          <p:spPr>
            <a:xfrm>
              <a:off x="2443225" y="3063825"/>
              <a:ext cx="349775" cy="225725"/>
            </a:xfrm>
            <a:custGeom>
              <a:rect b="b" l="l" r="r" t="t"/>
              <a:pathLst>
                <a:path extrusionOk="0" h="9029" w="13991">
                  <a:moveTo>
                    <a:pt x="7059" y="2236"/>
                  </a:moveTo>
                  <a:cubicBezTo>
                    <a:pt x="7896" y="2236"/>
                    <a:pt x="8596" y="2923"/>
                    <a:pt x="8624" y="3784"/>
                  </a:cubicBezTo>
                  <a:cubicBezTo>
                    <a:pt x="8624" y="3971"/>
                    <a:pt x="8593" y="4157"/>
                    <a:pt x="8531" y="4312"/>
                  </a:cubicBezTo>
                  <a:cubicBezTo>
                    <a:pt x="8469" y="3939"/>
                    <a:pt x="8376" y="3567"/>
                    <a:pt x="8221" y="3226"/>
                  </a:cubicBezTo>
                  <a:cubicBezTo>
                    <a:pt x="8190" y="3102"/>
                    <a:pt x="8097" y="3040"/>
                    <a:pt x="8004" y="2978"/>
                  </a:cubicBezTo>
                  <a:cubicBezTo>
                    <a:pt x="7978" y="2953"/>
                    <a:pt x="7933" y="2922"/>
                    <a:pt x="7856" y="2922"/>
                  </a:cubicBezTo>
                  <a:cubicBezTo>
                    <a:pt x="7744" y="2922"/>
                    <a:pt x="7566" y="2987"/>
                    <a:pt x="7290" y="3226"/>
                  </a:cubicBezTo>
                  <a:cubicBezTo>
                    <a:pt x="7228" y="3288"/>
                    <a:pt x="7135" y="3319"/>
                    <a:pt x="7042" y="3319"/>
                  </a:cubicBezTo>
                  <a:cubicBezTo>
                    <a:pt x="6949" y="3319"/>
                    <a:pt x="6856" y="3288"/>
                    <a:pt x="6763" y="3226"/>
                  </a:cubicBezTo>
                  <a:cubicBezTo>
                    <a:pt x="6689" y="3128"/>
                    <a:pt x="6460" y="2932"/>
                    <a:pt x="6229" y="2932"/>
                  </a:cubicBezTo>
                  <a:cubicBezTo>
                    <a:pt x="6168" y="2932"/>
                    <a:pt x="6107" y="2946"/>
                    <a:pt x="6049" y="2978"/>
                  </a:cubicBezTo>
                  <a:cubicBezTo>
                    <a:pt x="5956" y="3040"/>
                    <a:pt x="5894" y="3102"/>
                    <a:pt x="5832" y="3226"/>
                  </a:cubicBezTo>
                  <a:lnTo>
                    <a:pt x="5801" y="3226"/>
                  </a:lnTo>
                  <a:cubicBezTo>
                    <a:pt x="5677" y="3567"/>
                    <a:pt x="5584" y="3939"/>
                    <a:pt x="5522" y="4312"/>
                  </a:cubicBezTo>
                  <a:cubicBezTo>
                    <a:pt x="5212" y="3381"/>
                    <a:pt x="5801" y="2420"/>
                    <a:pt x="6763" y="2264"/>
                  </a:cubicBezTo>
                  <a:cubicBezTo>
                    <a:pt x="6863" y="2245"/>
                    <a:pt x="6962" y="2236"/>
                    <a:pt x="7059" y="2236"/>
                  </a:cubicBezTo>
                  <a:close/>
                  <a:moveTo>
                    <a:pt x="7818" y="3350"/>
                  </a:moveTo>
                  <a:cubicBezTo>
                    <a:pt x="7818" y="3350"/>
                    <a:pt x="7818" y="3381"/>
                    <a:pt x="7818" y="3381"/>
                  </a:cubicBezTo>
                  <a:cubicBezTo>
                    <a:pt x="8004" y="3784"/>
                    <a:pt x="8097" y="4219"/>
                    <a:pt x="8128" y="4653"/>
                  </a:cubicBezTo>
                  <a:cubicBezTo>
                    <a:pt x="8221" y="5242"/>
                    <a:pt x="7973" y="5801"/>
                    <a:pt x="7476" y="6111"/>
                  </a:cubicBezTo>
                  <a:cubicBezTo>
                    <a:pt x="7337" y="6204"/>
                    <a:pt x="7174" y="6250"/>
                    <a:pt x="7011" y="6250"/>
                  </a:cubicBezTo>
                  <a:cubicBezTo>
                    <a:pt x="6848" y="6250"/>
                    <a:pt x="6685" y="6204"/>
                    <a:pt x="6546" y="6111"/>
                  </a:cubicBezTo>
                  <a:cubicBezTo>
                    <a:pt x="6049" y="5801"/>
                    <a:pt x="5801" y="5242"/>
                    <a:pt x="5894" y="4653"/>
                  </a:cubicBezTo>
                  <a:cubicBezTo>
                    <a:pt x="5925" y="4219"/>
                    <a:pt x="6018" y="3784"/>
                    <a:pt x="6205" y="3381"/>
                  </a:cubicBezTo>
                  <a:cubicBezTo>
                    <a:pt x="6205" y="3381"/>
                    <a:pt x="6205" y="3350"/>
                    <a:pt x="6236" y="3350"/>
                  </a:cubicBezTo>
                  <a:cubicBezTo>
                    <a:pt x="6329" y="3381"/>
                    <a:pt x="6422" y="3443"/>
                    <a:pt x="6484" y="3536"/>
                  </a:cubicBezTo>
                  <a:cubicBezTo>
                    <a:pt x="6639" y="3660"/>
                    <a:pt x="6825" y="3722"/>
                    <a:pt x="7011" y="3722"/>
                  </a:cubicBezTo>
                  <a:cubicBezTo>
                    <a:pt x="7197" y="3722"/>
                    <a:pt x="7383" y="3660"/>
                    <a:pt x="7538" y="3536"/>
                  </a:cubicBezTo>
                  <a:cubicBezTo>
                    <a:pt x="7600" y="3443"/>
                    <a:pt x="7693" y="3381"/>
                    <a:pt x="7818" y="3350"/>
                  </a:cubicBezTo>
                  <a:close/>
                  <a:moveTo>
                    <a:pt x="6608" y="6607"/>
                  </a:moveTo>
                  <a:cubicBezTo>
                    <a:pt x="6732" y="6669"/>
                    <a:pt x="6887" y="6669"/>
                    <a:pt x="7011" y="6669"/>
                  </a:cubicBezTo>
                  <a:cubicBezTo>
                    <a:pt x="7135" y="6669"/>
                    <a:pt x="7290" y="6669"/>
                    <a:pt x="7414" y="6638"/>
                  </a:cubicBezTo>
                  <a:cubicBezTo>
                    <a:pt x="7414" y="6762"/>
                    <a:pt x="7507" y="6917"/>
                    <a:pt x="7631" y="6979"/>
                  </a:cubicBezTo>
                  <a:lnTo>
                    <a:pt x="8717" y="7383"/>
                  </a:lnTo>
                  <a:cubicBezTo>
                    <a:pt x="8841" y="7445"/>
                    <a:pt x="8903" y="7507"/>
                    <a:pt x="8965" y="7631"/>
                  </a:cubicBezTo>
                  <a:cubicBezTo>
                    <a:pt x="8965" y="7662"/>
                    <a:pt x="8996" y="7662"/>
                    <a:pt x="8996" y="7693"/>
                  </a:cubicBezTo>
                  <a:lnTo>
                    <a:pt x="5026" y="7693"/>
                  </a:lnTo>
                  <a:cubicBezTo>
                    <a:pt x="5026" y="7662"/>
                    <a:pt x="5026" y="7662"/>
                    <a:pt x="5057" y="7631"/>
                  </a:cubicBezTo>
                  <a:cubicBezTo>
                    <a:pt x="5088" y="7507"/>
                    <a:pt x="5181" y="7445"/>
                    <a:pt x="5274" y="7383"/>
                  </a:cubicBezTo>
                  <a:lnTo>
                    <a:pt x="6360" y="6948"/>
                  </a:lnTo>
                  <a:cubicBezTo>
                    <a:pt x="6484" y="6886"/>
                    <a:pt x="6577" y="6762"/>
                    <a:pt x="6608" y="6607"/>
                  </a:cubicBezTo>
                  <a:close/>
                  <a:moveTo>
                    <a:pt x="11850" y="1272"/>
                  </a:moveTo>
                  <a:cubicBezTo>
                    <a:pt x="11850" y="1272"/>
                    <a:pt x="11850" y="1272"/>
                    <a:pt x="11850" y="1303"/>
                  </a:cubicBezTo>
                  <a:lnTo>
                    <a:pt x="11850" y="7693"/>
                  </a:lnTo>
                  <a:lnTo>
                    <a:pt x="9431" y="7693"/>
                  </a:lnTo>
                  <a:cubicBezTo>
                    <a:pt x="9400" y="7600"/>
                    <a:pt x="9368" y="7538"/>
                    <a:pt x="9337" y="7445"/>
                  </a:cubicBezTo>
                  <a:cubicBezTo>
                    <a:pt x="9244" y="7228"/>
                    <a:pt x="9089" y="7072"/>
                    <a:pt x="8872" y="7010"/>
                  </a:cubicBezTo>
                  <a:lnTo>
                    <a:pt x="7787" y="6576"/>
                  </a:lnTo>
                  <a:lnTo>
                    <a:pt x="7787" y="6421"/>
                  </a:lnTo>
                  <a:cubicBezTo>
                    <a:pt x="8221" y="6080"/>
                    <a:pt x="8500" y="5615"/>
                    <a:pt x="8531" y="5087"/>
                  </a:cubicBezTo>
                  <a:lnTo>
                    <a:pt x="8562" y="5025"/>
                  </a:lnTo>
                  <a:cubicBezTo>
                    <a:pt x="9617" y="3722"/>
                    <a:pt x="8686" y="1799"/>
                    <a:pt x="7011" y="1799"/>
                  </a:cubicBezTo>
                  <a:cubicBezTo>
                    <a:pt x="5336" y="1799"/>
                    <a:pt x="4405" y="3722"/>
                    <a:pt x="5460" y="5025"/>
                  </a:cubicBezTo>
                  <a:cubicBezTo>
                    <a:pt x="5460" y="5056"/>
                    <a:pt x="5491" y="5056"/>
                    <a:pt x="5491" y="5087"/>
                  </a:cubicBezTo>
                  <a:cubicBezTo>
                    <a:pt x="5522" y="5583"/>
                    <a:pt x="5770" y="6049"/>
                    <a:pt x="6205" y="6390"/>
                  </a:cubicBezTo>
                  <a:lnTo>
                    <a:pt x="6205" y="6576"/>
                  </a:lnTo>
                  <a:lnTo>
                    <a:pt x="5119" y="7010"/>
                  </a:lnTo>
                  <a:cubicBezTo>
                    <a:pt x="4933" y="7103"/>
                    <a:pt x="4778" y="7259"/>
                    <a:pt x="4685" y="7445"/>
                  </a:cubicBezTo>
                  <a:cubicBezTo>
                    <a:pt x="4654" y="7538"/>
                    <a:pt x="4623" y="7600"/>
                    <a:pt x="4592" y="7693"/>
                  </a:cubicBezTo>
                  <a:lnTo>
                    <a:pt x="2172" y="7693"/>
                  </a:lnTo>
                  <a:lnTo>
                    <a:pt x="2172" y="1303"/>
                  </a:lnTo>
                  <a:cubicBezTo>
                    <a:pt x="2172" y="1272"/>
                    <a:pt x="2203" y="1272"/>
                    <a:pt x="2203" y="1272"/>
                  </a:cubicBezTo>
                  <a:close/>
                  <a:moveTo>
                    <a:pt x="7973" y="8096"/>
                  </a:moveTo>
                  <a:lnTo>
                    <a:pt x="7973" y="8592"/>
                  </a:lnTo>
                  <a:lnTo>
                    <a:pt x="5987" y="8592"/>
                  </a:lnTo>
                  <a:lnTo>
                    <a:pt x="5987" y="8096"/>
                  </a:lnTo>
                  <a:close/>
                  <a:moveTo>
                    <a:pt x="5584" y="8096"/>
                  </a:moveTo>
                  <a:lnTo>
                    <a:pt x="5584" y="8592"/>
                  </a:lnTo>
                  <a:lnTo>
                    <a:pt x="621" y="8592"/>
                  </a:lnTo>
                  <a:cubicBezTo>
                    <a:pt x="609" y="8596"/>
                    <a:pt x="597" y="8598"/>
                    <a:pt x="585" y="8598"/>
                  </a:cubicBezTo>
                  <a:cubicBezTo>
                    <a:pt x="505" y="8598"/>
                    <a:pt x="435" y="8514"/>
                    <a:pt x="435" y="8406"/>
                  </a:cubicBezTo>
                  <a:lnTo>
                    <a:pt x="435" y="8096"/>
                  </a:lnTo>
                  <a:close/>
                  <a:moveTo>
                    <a:pt x="1583" y="0"/>
                  </a:moveTo>
                  <a:cubicBezTo>
                    <a:pt x="1179" y="0"/>
                    <a:pt x="869" y="310"/>
                    <a:pt x="869" y="714"/>
                  </a:cubicBezTo>
                  <a:lnTo>
                    <a:pt x="869" y="4622"/>
                  </a:lnTo>
                  <a:cubicBezTo>
                    <a:pt x="869" y="4761"/>
                    <a:pt x="978" y="4831"/>
                    <a:pt x="1086" y="4831"/>
                  </a:cubicBezTo>
                  <a:cubicBezTo>
                    <a:pt x="1195" y="4831"/>
                    <a:pt x="1303" y="4761"/>
                    <a:pt x="1303" y="4622"/>
                  </a:cubicBezTo>
                  <a:lnTo>
                    <a:pt x="1303" y="682"/>
                  </a:lnTo>
                  <a:cubicBezTo>
                    <a:pt x="1303" y="527"/>
                    <a:pt x="1428" y="403"/>
                    <a:pt x="1583" y="403"/>
                  </a:cubicBezTo>
                  <a:lnTo>
                    <a:pt x="12439" y="403"/>
                  </a:lnTo>
                  <a:cubicBezTo>
                    <a:pt x="12595" y="403"/>
                    <a:pt x="12719" y="527"/>
                    <a:pt x="12719" y="682"/>
                  </a:cubicBezTo>
                  <a:lnTo>
                    <a:pt x="12719" y="7662"/>
                  </a:lnTo>
                  <a:lnTo>
                    <a:pt x="12284" y="7662"/>
                  </a:lnTo>
                  <a:lnTo>
                    <a:pt x="12284" y="1303"/>
                  </a:lnTo>
                  <a:cubicBezTo>
                    <a:pt x="12284" y="1055"/>
                    <a:pt x="12067" y="869"/>
                    <a:pt x="11850" y="869"/>
                  </a:cubicBezTo>
                  <a:lnTo>
                    <a:pt x="2172" y="869"/>
                  </a:lnTo>
                  <a:cubicBezTo>
                    <a:pt x="1955" y="869"/>
                    <a:pt x="1738" y="1055"/>
                    <a:pt x="1738" y="1303"/>
                  </a:cubicBezTo>
                  <a:lnTo>
                    <a:pt x="1738" y="7693"/>
                  </a:lnTo>
                  <a:lnTo>
                    <a:pt x="1303" y="7693"/>
                  </a:lnTo>
                  <a:lnTo>
                    <a:pt x="1303" y="5428"/>
                  </a:lnTo>
                  <a:cubicBezTo>
                    <a:pt x="1303" y="5304"/>
                    <a:pt x="1195" y="5242"/>
                    <a:pt x="1086" y="5242"/>
                  </a:cubicBezTo>
                  <a:cubicBezTo>
                    <a:pt x="978" y="5242"/>
                    <a:pt x="869" y="5304"/>
                    <a:pt x="869" y="5428"/>
                  </a:cubicBezTo>
                  <a:lnTo>
                    <a:pt x="869" y="7693"/>
                  </a:lnTo>
                  <a:lnTo>
                    <a:pt x="404" y="7693"/>
                  </a:lnTo>
                  <a:cubicBezTo>
                    <a:pt x="187" y="7693"/>
                    <a:pt x="1" y="7848"/>
                    <a:pt x="1" y="8065"/>
                  </a:cubicBezTo>
                  <a:lnTo>
                    <a:pt x="1" y="8437"/>
                  </a:lnTo>
                  <a:cubicBezTo>
                    <a:pt x="1" y="8778"/>
                    <a:pt x="280" y="9027"/>
                    <a:pt x="621" y="9027"/>
                  </a:cubicBezTo>
                  <a:lnTo>
                    <a:pt x="9679" y="9027"/>
                  </a:lnTo>
                  <a:cubicBezTo>
                    <a:pt x="9958" y="9027"/>
                    <a:pt x="9958" y="8623"/>
                    <a:pt x="9679" y="8623"/>
                  </a:cubicBezTo>
                  <a:lnTo>
                    <a:pt x="8407" y="8623"/>
                  </a:lnTo>
                  <a:lnTo>
                    <a:pt x="8407" y="8096"/>
                  </a:lnTo>
                  <a:lnTo>
                    <a:pt x="13587" y="8096"/>
                  </a:lnTo>
                  <a:lnTo>
                    <a:pt x="13587" y="8437"/>
                  </a:lnTo>
                  <a:cubicBezTo>
                    <a:pt x="13587" y="8530"/>
                    <a:pt x="13494" y="8623"/>
                    <a:pt x="13370" y="8623"/>
                  </a:cubicBezTo>
                  <a:lnTo>
                    <a:pt x="10516" y="8623"/>
                  </a:lnTo>
                  <a:cubicBezTo>
                    <a:pt x="10237" y="8623"/>
                    <a:pt x="10237" y="9027"/>
                    <a:pt x="10516" y="9027"/>
                  </a:cubicBezTo>
                  <a:lnTo>
                    <a:pt x="13370" y="9027"/>
                  </a:lnTo>
                  <a:cubicBezTo>
                    <a:pt x="13386" y="9028"/>
                    <a:pt x="13402" y="9029"/>
                    <a:pt x="13417" y="9029"/>
                  </a:cubicBezTo>
                  <a:cubicBezTo>
                    <a:pt x="13737" y="9029"/>
                    <a:pt x="13990" y="8732"/>
                    <a:pt x="13990" y="8406"/>
                  </a:cubicBezTo>
                  <a:lnTo>
                    <a:pt x="13990" y="8065"/>
                  </a:lnTo>
                  <a:cubicBezTo>
                    <a:pt x="13990" y="7848"/>
                    <a:pt x="13804" y="7662"/>
                    <a:pt x="13618" y="7662"/>
                  </a:cubicBezTo>
                  <a:lnTo>
                    <a:pt x="13618" y="7693"/>
                  </a:lnTo>
                  <a:lnTo>
                    <a:pt x="13122" y="7693"/>
                  </a:lnTo>
                  <a:lnTo>
                    <a:pt x="13122" y="714"/>
                  </a:lnTo>
                  <a:cubicBezTo>
                    <a:pt x="13122" y="310"/>
                    <a:pt x="12812" y="0"/>
                    <a:pt x="124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1" name="Google Shape;13121;p87"/>
            <p:cNvSpPr/>
            <p:nvPr/>
          </p:nvSpPr>
          <p:spPr>
            <a:xfrm>
              <a:off x="2526200" y="3349975"/>
              <a:ext cx="75250" cy="10875"/>
            </a:xfrm>
            <a:custGeom>
              <a:rect b="b" l="l" r="r" t="t"/>
              <a:pathLst>
                <a:path extrusionOk="0" h="435" w="3010">
                  <a:moveTo>
                    <a:pt x="280" y="0"/>
                  </a:moveTo>
                  <a:cubicBezTo>
                    <a:pt x="1" y="0"/>
                    <a:pt x="1" y="434"/>
                    <a:pt x="280" y="434"/>
                  </a:cubicBezTo>
                  <a:lnTo>
                    <a:pt x="2730" y="434"/>
                  </a:lnTo>
                  <a:cubicBezTo>
                    <a:pt x="3010" y="434"/>
                    <a:pt x="3010" y="0"/>
                    <a:pt x="2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2" name="Google Shape;13122;p87"/>
            <p:cNvSpPr/>
            <p:nvPr/>
          </p:nvSpPr>
          <p:spPr>
            <a:xfrm>
              <a:off x="2526200" y="3374000"/>
              <a:ext cx="75250" cy="10875"/>
            </a:xfrm>
            <a:custGeom>
              <a:rect b="b" l="l" r="r" t="t"/>
              <a:pathLst>
                <a:path extrusionOk="0" h="435" w="3010">
                  <a:moveTo>
                    <a:pt x="280" y="1"/>
                  </a:moveTo>
                  <a:cubicBezTo>
                    <a:pt x="1" y="1"/>
                    <a:pt x="1" y="435"/>
                    <a:pt x="280" y="435"/>
                  </a:cubicBezTo>
                  <a:lnTo>
                    <a:pt x="2730" y="435"/>
                  </a:lnTo>
                  <a:cubicBezTo>
                    <a:pt x="3010" y="435"/>
                    <a:pt x="3010" y="1"/>
                    <a:pt x="27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87"/>
            <p:cNvSpPr/>
            <p:nvPr/>
          </p:nvSpPr>
          <p:spPr>
            <a:xfrm>
              <a:off x="2635550" y="3349975"/>
              <a:ext cx="76025" cy="10875"/>
            </a:xfrm>
            <a:custGeom>
              <a:rect b="b" l="l" r="r" t="t"/>
              <a:pathLst>
                <a:path extrusionOk="0" h="435" w="3041">
                  <a:moveTo>
                    <a:pt x="280" y="0"/>
                  </a:moveTo>
                  <a:cubicBezTo>
                    <a:pt x="0" y="0"/>
                    <a:pt x="0" y="434"/>
                    <a:pt x="280" y="434"/>
                  </a:cubicBezTo>
                  <a:lnTo>
                    <a:pt x="2761" y="434"/>
                  </a:lnTo>
                  <a:cubicBezTo>
                    <a:pt x="3040" y="434"/>
                    <a:pt x="3040" y="0"/>
                    <a:pt x="27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87"/>
            <p:cNvSpPr/>
            <p:nvPr/>
          </p:nvSpPr>
          <p:spPr>
            <a:xfrm>
              <a:off x="2635550" y="3374000"/>
              <a:ext cx="76025" cy="10875"/>
            </a:xfrm>
            <a:custGeom>
              <a:rect b="b" l="l" r="r" t="t"/>
              <a:pathLst>
                <a:path extrusionOk="0" h="435" w="3041">
                  <a:moveTo>
                    <a:pt x="280" y="1"/>
                  </a:moveTo>
                  <a:cubicBezTo>
                    <a:pt x="0" y="1"/>
                    <a:pt x="0" y="435"/>
                    <a:pt x="280" y="435"/>
                  </a:cubicBezTo>
                  <a:lnTo>
                    <a:pt x="2761" y="435"/>
                  </a:lnTo>
                  <a:cubicBezTo>
                    <a:pt x="3040" y="435"/>
                    <a:pt x="3040" y="1"/>
                    <a:pt x="27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25" name="Google Shape;13125;p87"/>
          <p:cNvGrpSpPr/>
          <p:nvPr/>
        </p:nvGrpSpPr>
        <p:grpSpPr>
          <a:xfrm>
            <a:off x="1740308" y="2260766"/>
            <a:ext cx="334275" cy="350200"/>
            <a:chOff x="6224475" y="2492100"/>
            <a:chExt cx="334275" cy="350200"/>
          </a:xfrm>
        </p:grpSpPr>
        <p:sp>
          <p:nvSpPr>
            <p:cNvPr id="13126" name="Google Shape;13126;p87"/>
            <p:cNvSpPr/>
            <p:nvPr/>
          </p:nvSpPr>
          <p:spPr>
            <a:xfrm>
              <a:off x="6309800" y="2665025"/>
              <a:ext cx="168300" cy="117125"/>
            </a:xfrm>
            <a:custGeom>
              <a:rect b="b" l="l" r="r" t="t"/>
              <a:pathLst>
                <a:path extrusionOk="0" h="4685" w="6732">
                  <a:moveTo>
                    <a:pt x="3354" y="396"/>
                  </a:moveTo>
                  <a:cubicBezTo>
                    <a:pt x="3412" y="396"/>
                    <a:pt x="3474" y="411"/>
                    <a:pt x="3536" y="443"/>
                  </a:cubicBezTo>
                  <a:lnTo>
                    <a:pt x="6235" y="1652"/>
                  </a:lnTo>
                  <a:lnTo>
                    <a:pt x="3474" y="2924"/>
                  </a:lnTo>
                  <a:cubicBezTo>
                    <a:pt x="3428" y="2940"/>
                    <a:pt x="3381" y="2947"/>
                    <a:pt x="3335" y="2947"/>
                  </a:cubicBezTo>
                  <a:cubicBezTo>
                    <a:pt x="3288" y="2947"/>
                    <a:pt x="3242" y="2940"/>
                    <a:pt x="3195" y="2924"/>
                  </a:cubicBezTo>
                  <a:lnTo>
                    <a:pt x="465" y="1652"/>
                  </a:lnTo>
                  <a:lnTo>
                    <a:pt x="3195" y="443"/>
                  </a:lnTo>
                  <a:cubicBezTo>
                    <a:pt x="3242" y="411"/>
                    <a:pt x="3296" y="396"/>
                    <a:pt x="3354" y="396"/>
                  </a:cubicBezTo>
                  <a:close/>
                  <a:moveTo>
                    <a:pt x="1644" y="2645"/>
                  </a:moveTo>
                  <a:lnTo>
                    <a:pt x="3009" y="3327"/>
                  </a:lnTo>
                  <a:cubicBezTo>
                    <a:pt x="3117" y="3374"/>
                    <a:pt x="3226" y="3397"/>
                    <a:pt x="3335" y="3397"/>
                  </a:cubicBezTo>
                  <a:cubicBezTo>
                    <a:pt x="3443" y="3397"/>
                    <a:pt x="3552" y="3374"/>
                    <a:pt x="3660" y="3327"/>
                  </a:cubicBezTo>
                  <a:lnTo>
                    <a:pt x="5025" y="2676"/>
                  </a:lnTo>
                  <a:lnTo>
                    <a:pt x="5025" y="3886"/>
                  </a:lnTo>
                  <a:lnTo>
                    <a:pt x="4777" y="4010"/>
                  </a:lnTo>
                  <a:cubicBezTo>
                    <a:pt x="4312" y="4196"/>
                    <a:pt x="3823" y="4289"/>
                    <a:pt x="3335" y="4289"/>
                  </a:cubicBezTo>
                  <a:cubicBezTo>
                    <a:pt x="2846" y="4289"/>
                    <a:pt x="2357" y="4196"/>
                    <a:pt x="1892" y="4010"/>
                  </a:cubicBezTo>
                  <a:lnTo>
                    <a:pt x="1644" y="3886"/>
                  </a:lnTo>
                  <a:lnTo>
                    <a:pt x="1644" y="2645"/>
                  </a:lnTo>
                  <a:close/>
                  <a:moveTo>
                    <a:pt x="3335" y="0"/>
                  </a:moveTo>
                  <a:cubicBezTo>
                    <a:pt x="3211" y="0"/>
                    <a:pt x="3086" y="24"/>
                    <a:pt x="2978" y="70"/>
                  </a:cubicBezTo>
                  <a:lnTo>
                    <a:pt x="186" y="1342"/>
                  </a:lnTo>
                  <a:cubicBezTo>
                    <a:pt x="62" y="1404"/>
                    <a:pt x="0" y="1528"/>
                    <a:pt x="0" y="1652"/>
                  </a:cubicBezTo>
                  <a:cubicBezTo>
                    <a:pt x="0" y="1807"/>
                    <a:pt x="93" y="1931"/>
                    <a:pt x="217" y="1993"/>
                  </a:cubicBezTo>
                  <a:lnTo>
                    <a:pt x="1241" y="2459"/>
                  </a:lnTo>
                  <a:lnTo>
                    <a:pt x="1241" y="3948"/>
                  </a:lnTo>
                  <a:cubicBezTo>
                    <a:pt x="1210" y="4072"/>
                    <a:pt x="1303" y="4196"/>
                    <a:pt x="1427" y="4227"/>
                  </a:cubicBezTo>
                  <a:lnTo>
                    <a:pt x="1737" y="4382"/>
                  </a:lnTo>
                  <a:cubicBezTo>
                    <a:pt x="2249" y="4584"/>
                    <a:pt x="2792" y="4684"/>
                    <a:pt x="3335" y="4684"/>
                  </a:cubicBezTo>
                  <a:cubicBezTo>
                    <a:pt x="3877" y="4684"/>
                    <a:pt x="4420" y="4584"/>
                    <a:pt x="4932" y="4382"/>
                  </a:cubicBezTo>
                  <a:lnTo>
                    <a:pt x="5273" y="4227"/>
                  </a:lnTo>
                  <a:cubicBezTo>
                    <a:pt x="5397" y="4196"/>
                    <a:pt x="5459" y="4072"/>
                    <a:pt x="5459" y="3948"/>
                  </a:cubicBezTo>
                  <a:lnTo>
                    <a:pt x="5459" y="2459"/>
                  </a:lnTo>
                  <a:lnTo>
                    <a:pt x="6483" y="1993"/>
                  </a:lnTo>
                  <a:cubicBezTo>
                    <a:pt x="6731" y="1838"/>
                    <a:pt x="6731" y="1497"/>
                    <a:pt x="6483" y="1342"/>
                  </a:cubicBezTo>
                  <a:lnTo>
                    <a:pt x="3691" y="70"/>
                  </a:lnTo>
                  <a:cubicBezTo>
                    <a:pt x="3583" y="24"/>
                    <a:pt x="3459" y="0"/>
                    <a:pt x="3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87"/>
            <p:cNvSpPr/>
            <p:nvPr/>
          </p:nvSpPr>
          <p:spPr>
            <a:xfrm>
              <a:off x="6372600" y="2633425"/>
              <a:ext cx="38025" cy="15725"/>
            </a:xfrm>
            <a:custGeom>
              <a:rect b="b" l="l" r="r" t="t"/>
              <a:pathLst>
                <a:path extrusionOk="0" h="629" w="1521">
                  <a:moveTo>
                    <a:pt x="776" y="0"/>
                  </a:moveTo>
                  <a:cubicBezTo>
                    <a:pt x="497" y="0"/>
                    <a:pt x="280" y="94"/>
                    <a:pt x="94" y="280"/>
                  </a:cubicBezTo>
                  <a:cubicBezTo>
                    <a:pt x="1" y="342"/>
                    <a:pt x="1" y="497"/>
                    <a:pt x="94" y="559"/>
                  </a:cubicBezTo>
                  <a:cubicBezTo>
                    <a:pt x="125" y="605"/>
                    <a:pt x="179" y="629"/>
                    <a:pt x="233" y="629"/>
                  </a:cubicBezTo>
                  <a:cubicBezTo>
                    <a:pt x="288" y="629"/>
                    <a:pt x="342" y="605"/>
                    <a:pt x="373" y="559"/>
                  </a:cubicBezTo>
                  <a:cubicBezTo>
                    <a:pt x="481" y="450"/>
                    <a:pt x="621" y="396"/>
                    <a:pt x="761" y="396"/>
                  </a:cubicBezTo>
                  <a:cubicBezTo>
                    <a:pt x="900" y="396"/>
                    <a:pt x="1040" y="450"/>
                    <a:pt x="1148" y="559"/>
                  </a:cubicBezTo>
                  <a:cubicBezTo>
                    <a:pt x="1179" y="590"/>
                    <a:pt x="1241" y="621"/>
                    <a:pt x="1303" y="621"/>
                  </a:cubicBezTo>
                  <a:cubicBezTo>
                    <a:pt x="1365" y="621"/>
                    <a:pt x="1396" y="590"/>
                    <a:pt x="1458" y="559"/>
                  </a:cubicBezTo>
                  <a:cubicBezTo>
                    <a:pt x="1521" y="497"/>
                    <a:pt x="1521" y="342"/>
                    <a:pt x="1458" y="280"/>
                  </a:cubicBezTo>
                  <a:cubicBezTo>
                    <a:pt x="1272" y="94"/>
                    <a:pt x="1024" y="0"/>
                    <a:pt x="7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87"/>
            <p:cNvSpPr/>
            <p:nvPr/>
          </p:nvSpPr>
          <p:spPr>
            <a:xfrm>
              <a:off x="6356800" y="2612875"/>
              <a:ext cx="68550" cy="22125"/>
            </a:xfrm>
            <a:custGeom>
              <a:rect b="b" l="l" r="r" t="t"/>
              <a:pathLst>
                <a:path extrusionOk="0" h="885" w="2742">
                  <a:moveTo>
                    <a:pt x="1408" y="0"/>
                  </a:moveTo>
                  <a:cubicBezTo>
                    <a:pt x="958" y="0"/>
                    <a:pt x="508" y="171"/>
                    <a:pt x="167" y="512"/>
                  </a:cubicBezTo>
                  <a:cubicBezTo>
                    <a:pt x="0" y="679"/>
                    <a:pt x="146" y="883"/>
                    <a:pt x="306" y="883"/>
                  </a:cubicBezTo>
                  <a:cubicBezTo>
                    <a:pt x="354" y="883"/>
                    <a:pt x="404" y="865"/>
                    <a:pt x="446" y="822"/>
                  </a:cubicBezTo>
                  <a:cubicBezTo>
                    <a:pt x="710" y="543"/>
                    <a:pt x="1059" y="404"/>
                    <a:pt x="1408" y="404"/>
                  </a:cubicBezTo>
                  <a:cubicBezTo>
                    <a:pt x="1757" y="404"/>
                    <a:pt x="2106" y="543"/>
                    <a:pt x="2370" y="822"/>
                  </a:cubicBezTo>
                  <a:cubicBezTo>
                    <a:pt x="2401" y="853"/>
                    <a:pt x="2463" y="885"/>
                    <a:pt x="2525" y="885"/>
                  </a:cubicBezTo>
                  <a:cubicBezTo>
                    <a:pt x="2556" y="885"/>
                    <a:pt x="2618" y="853"/>
                    <a:pt x="2649" y="822"/>
                  </a:cubicBezTo>
                  <a:cubicBezTo>
                    <a:pt x="2742" y="729"/>
                    <a:pt x="2742" y="605"/>
                    <a:pt x="2649" y="512"/>
                  </a:cubicBezTo>
                  <a:cubicBezTo>
                    <a:pt x="2308" y="171"/>
                    <a:pt x="1858" y="0"/>
                    <a:pt x="14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87"/>
            <p:cNvSpPr/>
            <p:nvPr/>
          </p:nvSpPr>
          <p:spPr>
            <a:xfrm>
              <a:off x="6343900" y="2592525"/>
              <a:ext cx="96200" cy="27750"/>
            </a:xfrm>
            <a:custGeom>
              <a:rect b="b" l="l" r="r" t="t"/>
              <a:pathLst>
                <a:path extrusionOk="0" h="1110" w="3848">
                  <a:moveTo>
                    <a:pt x="1924" y="0"/>
                  </a:moveTo>
                  <a:cubicBezTo>
                    <a:pt x="1257" y="0"/>
                    <a:pt x="590" y="256"/>
                    <a:pt x="94" y="768"/>
                  </a:cubicBezTo>
                  <a:cubicBezTo>
                    <a:pt x="1" y="830"/>
                    <a:pt x="1" y="954"/>
                    <a:pt x="94" y="1047"/>
                  </a:cubicBezTo>
                  <a:cubicBezTo>
                    <a:pt x="125" y="1078"/>
                    <a:pt x="171" y="1094"/>
                    <a:pt x="222" y="1094"/>
                  </a:cubicBezTo>
                  <a:cubicBezTo>
                    <a:pt x="272" y="1094"/>
                    <a:pt x="327" y="1078"/>
                    <a:pt x="373" y="1047"/>
                  </a:cubicBezTo>
                  <a:cubicBezTo>
                    <a:pt x="792" y="613"/>
                    <a:pt x="1350" y="396"/>
                    <a:pt x="1912" y="396"/>
                  </a:cubicBezTo>
                  <a:cubicBezTo>
                    <a:pt x="2475" y="396"/>
                    <a:pt x="3041" y="613"/>
                    <a:pt x="3475" y="1047"/>
                  </a:cubicBezTo>
                  <a:cubicBezTo>
                    <a:pt x="3506" y="1078"/>
                    <a:pt x="3568" y="1109"/>
                    <a:pt x="3630" y="1109"/>
                  </a:cubicBezTo>
                  <a:cubicBezTo>
                    <a:pt x="3661" y="1109"/>
                    <a:pt x="3723" y="1078"/>
                    <a:pt x="3754" y="1047"/>
                  </a:cubicBezTo>
                  <a:cubicBezTo>
                    <a:pt x="3847" y="954"/>
                    <a:pt x="3847" y="830"/>
                    <a:pt x="3754" y="768"/>
                  </a:cubicBezTo>
                  <a:cubicBezTo>
                    <a:pt x="3258" y="256"/>
                    <a:pt x="2591"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0" name="Google Shape;13130;p87"/>
            <p:cNvSpPr/>
            <p:nvPr/>
          </p:nvSpPr>
          <p:spPr>
            <a:xfrm>
              <a:off x="6224475" y="2492100"/>
              <a:ext cx="334275" cy="350200"/>
            </a:xfrm>
            <a:custGeom>
              <a:rect b="b" l="l" r="r" t="t"/>
              <a:pathLst>
                <a:path extrusionOk="0" h="14008" w="13371">
                  <a:moveTo>
                    <a:pt x="6670" y="2179"/>
                  </a:moveTo>
                  <a:lnTo>
                    <a:pt x="12222" y="6646"/>
                  </a:lnTo>
                  <a:lnTo>
                    <a:pt x="12254" y="12447"/>
                  </a:lnTo>
                  <a:lnTo>
                    <a:pt x="1242" y="12447"/>
                  </a:lnTo>
                  <a:lnTo>
                    <a:pt x="1242" y="6553"/>
                  </a:lnTo>
                  <a:lnTo>
                    <a:pt x="6670" y="2179"/>
                  </a:lnTo>
                  <a:close/>
                  <a:moveTo>
                    <a:pt x="6701" y="0"/>
                  </a:moveTo>
                  <a:cubicBezTo>
                    <a:pt x="6624" y="0"/>
                    <a:pt x="6546" y="24"/>
                    <a:pt x="6484" y="70"/>
                  </a:cubicBezTo>
                  <a:lnTo>
                    <a:pt x="3103" y="2800"/>
                  </a:lnTo>
                  <a:cubicBezTo>
                    <a:pt x="2908" y="2921"/>
                    <a:pt x="3038" y="3176"/>
                    <a:pt x="3207" y="3176"/>
                  </a:cubicBezTo>
                  <a:cubicBezTo>
                    <a:pt x="3254" y="3176"/>
                    <a:pt x="3304" y="3157"/>
                    <a:pt x="3351" y="3110"/>
                  </a:cubicBezTo>
                  <a:lnTo>
                    <a:pt x="6701" y="442"/>
                  </a:lnTo>
                  <a:lnTo>
                    <a:pt x="12967" y="5467"/>
                  </a:lnTo>
                  <a:lnTo>
                    <a:pt x="12967" y="6708"/>
                  </a:lnTo>
                  <a:lnTo>
                    <a:pt x="6918" y="1838"/>
                  </a:lnTo>
                  <a:cubicBezTo>
                    <a:pt x="6856" y="1792"/>
                    <a:pt x="6779" y="1768"/>
                    <a:pt x="6701" y="1768"/>
                  </a:cubicBezTo>
                  <a:cubicBezTo>
                    <a:pt x="6624" y="1768"/>
                    <a:pt x="6546" y="1792"/>
                    <a:pt x="6484" y="1838"/>
                  </a:cubicBezTo>
                  <a:lnTo>
                    <a:pt x="435" y="6677"/>
                  </a:lnTo>
                  <a:lnTo>
                    <a:pt x="435" y="5436"/>
                  </a:lnTo>
                  <a:lnTo>
                    <a:pt x="2762" y="3575"/>
                  </a:lnTo>
                  <a:cubicBezTo>
                    <a:pt x="2855" y="3482"/>
                    <a:pt x="2855" y="3358"/>
                    <a:pt x="2793" y="3265"/>
                  </a:cubicBezTo>
                  <a:cubicBezTo>
                    <a:pt x="2754" y="3227"/>
                    <a:pt x="2692" y="3200"/>
                    <a:pt x="2628" y="3200"/>
                  </a:cubicBezTo>
                  <a:cubicBezTo>
                    <a:pt x="2589" y="3200"/>
                    <a:pt x="2549" y="3210"/>
                    <a:pt x="2513" y="3234"/>
                  </a:cubicBezTo>
                  <a:lnTo>
                    <a:pt x="156" y="5157"/>
                  </a:lnTo>
                  <a:cubicBezTo>
                    <a:pt x="63" y="5219"/>
                    <a:pt x="32" y="5312"/>
                    <a:pt x="32" y="5436"/>
                  </a:cubicBezTo>
                  <a:lnTo>
                    <a:pt x="32" y="6801"/>
                  </a:lnTo>
                  <a:cubicBezTo>
                    <a:pt x="1" y="6956"/>
                    <a:pt x="94" y="7080"/>
                    <a:pt x="218" y="7111"/>
                  </a:cubicBezTo>
                  <a:cubicBezTo>
                    <a:pt x="274" y="7139"/>
                    <a:pt x="336" y="7155"/>
                    <a:pt x="396" y="7155"/>
                  </a:cubicBezTo>
                  <a:cubicBezTo>
                    <a:pt x="469" y="7155"/>
                    <a:pt x="539" y="7132"/>
                    <a:pt x="590" y="7080"/>
                  </a:cubicBezTo>
                  <a:lnTo>
                    <a:pt x="838" y="6894"/>
                  </a:lnTo>
                  <a:lnTo>
                    <a:pt x="838" y="12447"/>
                  </a:lnTo>
                  <a:cubicBezTo>
                    <a:pt x="404" y="12509"/>
                    <a:pt x="63" y="12881"/>
                    <a:pt x="94" y="13346"/>
                  </a:cubicBezTo>
                  <a:lnTo>
                    <a:pt x="94" y="13594"/>
                  </a:lnTo>
                  <a:cubicBezTo>
                    <a:pt x="63" y="13811"/>
                    <a:pt x="249" y="13967"/>
                    <a:pt x="435" y="13998"/>
                  </a:cubicBezTo>
                  <a:lnTo>
                    <a:pt x="4437" y="13998"/>
                  </a:lnTo>
                  <a:cubicBezTo>
                    <a:pt x="4455" y="14004"/>
                    <a:pt x="4472" y="14008"/>
                    <a:pt x="4487" y="14008"/>
                  </a:cubicBezTo>
                  <a:cubicBezTo>
                    <a:pt x="4668" y="14008"/>
                    <a:pt x="4668" y="13584"/>
                    <a:pt x="4487" y="13584"/>
                  </a:cubicBezTo>
                  <a:cubicBezTo>
                    <a:pt x="4472" y="13584"/>
                    <a:pt x="4455" y="13588"/>
                    <a:pt x="4437" y="13594"/>
                  </a:cubicBezTo>
                  <a:lnTo>
                    <a:pt x="497" y="13594"/>
                  </a:lnTo>
                  <a:lnTo>
                    <a:pt x="497" y="13346"/>
                  </a:lnTo>
                  <a:cubicBezTo>
                    <a:pt x="497" y="13067"/>
                    <a:pt x="683" y="12881"/>
                    <a:pt x="962" y="12881"/>
                  </a:cubicBezTo>
                  <a:lnTo>
                    <a:pt x="12440" y="12881"/>
                  </a:lnTo>
                  <a:cubicBezTo>
                    <a:pt x="12688" y="12881"/>
                    <a:pt x="12905" y="13067"/>
                    <a:pt x="12905" y="13346"/>
                  </a:cubicBezTo>
                  <a:lnTo>
                    <a:pt x="12905" y="13563"/>
                  </a:lnTo>
                  <a:lnTo>
                    <a:pt x="5243" y="13563"/>
                  </a:lnTo>
                  <a:cubicBezTo>
                    <a:pt x="5224" y="13556"/>
                    <a:pt x="5206" y="13553"/>
                    <a:pt x="5190" y="13553"/>
                  </a:cubicBezTo>
                  <a:cubicBezTo>
                    <a:pt x="5008" y="13553"/>
                    <a:pt x="5013" y="13971"/>
                    <a:pt x="5206" y="13971"/>
                  </a:cubicBezTo>
                  <a:cubicBezTo>
                    <a:pt x="5218" y="13971"/>
                    <a:pt x="5230" y="13970"/>
                    <a:pt x="5243" y="13967"/>
                  </a:cubicBezTo>
                  <a:lnTo>
                    <a:pt x="12936" y="13967"/>
                  </a:lnTo>
                  <a:cubicBezTo>
                    <a:pt x="13153" y="13967"/>
                    <a:pt x="13339" y="13780"/>
                    <a:pt x="13339" y="13563"/>
                  </a:cubicBezTo>
                  <a:lnTo>
                    <a:pt x="13339" y="13346"/>
                  </a:lnTo>
                  <a:cubicBezTo>
                    <a:pt x="13339" y="12943"/>
                    <a:pt x="13060" y="12571"/>
                    <a:pt x="12657" y="12478"/>
                  </a:cubicBezTo>
                  <a:lnTo>
                    <a:pt x="12657" y="6987"/>
                  </a:lnTo>
                  <a:lnTo>
                    <a:pt x="12812" y="7080"/>
                  </a:lnTo>
                  <a:cubicBezTo>
                    <a:pt x="12843" y="7142"/>
                    <a:pt x="12936" y="7173"/>
                    <a:pt x="13029" y="7173"/>
                  </a:cubicBezTo>
                  <a:cubicBezTo>
                    <a:pt x="13060" y="7173"/>
                    <a:pt x="13122" y="7142"/>
                    <a:pt x="13184" y="7142"/>
                  </a:cubicBezTo>
                  <a:cubicBezTo>
                    <a:pt x="13308" y="7080"/>
                    <a:pt x="13370" y="6956"/>
                    <a:pt x="13370" y="6801"/>
                  </a:cubicBezTo>
                  <a:lnTo>
                    <a:pt x="13370" y="5436"/>
                  </a:lnTo>
                  <a:cubicBezTo>
                    <a:pt x="13370" y="5312"/>
                    <a:pt x="13339" y="5219"/>
                    <a:pt x="13246" y="5157"/>
                  </a:cubicBezTo>
                  <a:lnTo>
                    <a:pt x="6918" y="70"/>
                  </a:lnTo>
                  <a:cubicBezTo>
                    <a:pt x="6856" y="24"/>
                    <a:pt x="6779" y="0"/>
                    <a:pt x="67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31" name="Google Shape;13131;p87"/>
          <p:cNvGrpSpPr/>
          <p:nvPr/>
        </p:nvGrpSpPr>
        <p:grpSpPr>
          <a:xfrm>
            <a:off x="1058581" y="2894254"/>
            <a:ext cx="348975" cy="297025"/>
            <a:chOff x="931825" y="3088625"/>
            <a:chExt cx="348975" cy="297025"/>
          </a:xfrm>
        </p:grpSpPr>
        <p:sp>
          <p:nvSpPr>
            <p:cNvPr id="13132" name="Google Shape;13132;p87"/>
            <p:cNvSpPr/>
            <p:nvPr/>
          </p:nvSpPr>
          <p:spPr>
            <a:xfrm>
              <a:off x="1196775" y="3139025"/>
              <a:ext cx="11325" cy="7550"/>
            </a:xfrm>
            <a:custGeom>
              <a:rect b="b" l="l" r="r" t="t"/>
              <a:pathLst>
                <a:path extrusionOk="0" h="302" w="453">
                  <a:moveTo>
                    <a:pt x="259" y="1"/>
                  </a:moveTo>
                  <a:cubicBezTo>
                    <a:pt x="1" y="1"/>
                    <a:pt x="257" y="302"/>
                    <a:pt x="384" y="302"/>
                  </a:cubicBezTo>
                  <a:cubicBezTo>
                    <a:pt x="425" y="302"/>
                    <a:pt x="452" y="270"/>
                    <a:pt x="445" y="187"/>
                  </a:cubicBezTo>
                  <a:cubicBezTo>
                    <a:pt x="445" y="94"/>
                    <a:pt x="352" y="1"/>
                    <a:pt x="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87"/>
            <p:cNvSpPr/>
            <p:nvPr/>
          </p:nvSpPr>
          <p:spPr>
            <a:xfrm>
              <a:off x="1218400" y="3138775"/>
              <a:ext cx="11225" cy="10625"/>
            </a:xfrm>
            <a:custGeom>
              <a:rect b="b" l="l" r="r" t="t"/>
              <a:pathLst>
                <a:path extrusionOk="0" h="425" w="449">
                  <a:moveTo>
                    <a:pt x="181" y="1"/>
                  </a:moveTo>
                  <a:cubicBezTo>
                    <a:pt x="0" y="1"/>
                    <a:pt x="0" y="424"/>
                    <a:pt x="181" y="424"/>
                  </a:cubicBezTo>
                  <a:cubicBezTo>
                    <a:pt x="196" y="424"/>
                    <a:pt x="213" y="421"/>
                    <a:pt x="231" y="414"/>
                  </a:cubicBezTo>
                  <a:cubicBezTo>
                    <a:pt x="350" y="414"/>
                    <a:pt x="441" y="329"/>
                    <a:pt x="448" y="213"/>
                  </a:cubicBezTo>
                  <a:lnTo>
                    <a:pt x="448" y="213"/>
                  </a:lnTo>
                  <a:cubicBezTo>
                    <a:pt x="448" y="218"/>
                    <a:pt x="448" y="223"/>
                    <a:pt x="448" y="228"/>
                  </a:cubicBezTo>
                  <a:lnTo>
                    <a:pt x="448" y="197"/>
                  </a:lnTo>
                  <a:cubicBezTo>
                    <a:pt x="448" y="202"/>
                    <a:pt x="448" y="207"/>
                    <a:pt x="448" y="213"/>
                  </a:cubicBezTo>
                  <a:cubicBezTo>
                    <a:pt x="441" y="96"/>
                    <a:pt x="350" y="11"/>
                    <a:pt x="231" y="11"/>
                  </a:cubicBezTo>
                  <a:cubicBezTo>
                    <a:pt x="213" y="4"/>
                    <a:pt x="196"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87"/>
            <p:cNvSpPr/>
            <p:nvPr/>
          </p:nvSpPr>
          <p:spPr>
            <a:xfrm>
              <a:off x="1240100" y="3138775"/>
              <a:ext cx="10450" cy="10625"/>
            </a:xfrm>
            <a:custGeom>
              <a:rect b="b" l="l" r="r" t="t"/>
              <a:pathLst>
                <a:path extrusionOk="0" h="425" w="418">
                  <a:moveTo>
                    <a:pt x="181" y="1"/>
                  </a:moveTo>
                  <a:cubicBezTo>
                    <a:pt x="1" y="1"/>
                    <a:pt x="1" y="424"/>
                    <a:pt x="181" y="424"/>
                  </a:cubicBezTo>
                  <a:cubicBezTo>
                    <a:pt x="197" y="424"/>
                    <a:pt x="214" y="421"/>
                    <a:pt x="232" y="414"/>
                  </a:cubicBezTo>
                  <a:cubicBezTo>
                    <a:pt x="321" y="414"/>
                    <a:pt x="410" y="329"/>
                    <a:pt x="417" y="213"/>
                  </a:cubicBezTo>
                  <a:lnTo>
                    <a:pt x="417" y="213"/>
                  </a:lnTo>
                  <a:cubicBezTo>
                    <a:pt x="418" y="218"/>
                    <a:pt x="418" y="223"/>
                    <a:pt x="418" y="228"/>
                  </a:cubicBezTo>
                  <a:lnTo>
                    <a:pt x="418" y="197"/>
                  </a:lnTo>
                  <a:cubicBezTo>
                    <a:pt x="418" y="202"/>
                    <a:pt x="418" y="207"/>
                    <a:pt x="417" y="213"/>
                  </a:cubicBezTo>
                  <a:cubicBezTo>
                    <a:pt x="410" y="96"/>
                    <a:pt x="321" y="11"/>
                    <a:pt x="232" y="11"/>
                  </a:cubicBezTo>
                  <a:cubicBezTo>
                    <a:pt x="214" y="4"/>
                    <a:pt x="197"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5" name="Google Shape;13135;p87"/>
            <p:cNvSpPr/>
            <p:nvPr/>
          </p:nvSpPr>
          <p:spPr>
            <a:xfrm>
              <a:off x="931825" y="3088625"/>
              <a:ext cx="348975" cy="297025"/>
            </a:xfrm>
            <a:custGeom>
              <a:rect b="b" l="l" r="r" t="t"/>
              <a:pathLst>
                <a:path extrusionOk="0" h="11881" w="13959">
                  <a:moveTo>
                    <a:pt x="4591" y="404"/>
                  </a:moveTo>
                  <a:cubicBezTo>
                    <a:pt x="4715" y="404"/>
                    <a:pt x="4839" y="497"/>
                    <a:pt x="4839" y="652"/>
                  </a:cubicBezTo>
                  <a:lnTo>
                    <a:pt x="4839" y="1179"/>
                  </a:lnTo>
                  <a:lnTo>
                    <a:pt x="403" y="1179"/>
                  </a:lnTo>
                  <a:lnTo>
                    <a:pt x="403" y="652"/>
                  </a:lnTo>
                  <a:cubicBezTo>
                    <a:pt x="403" y="497"/>
                    <a:pt x="527" y="404"/>
                    <a:pt x="682" y="404"/>
                  </a:cubicBezTo>
                  <a:close/>
                  <a:moveTo>
                    <a:pt x="9988" y="5491"/>
                  </a:moveTo>
                  <a:lnTo>
                    <a:pt x="10298" y="6670"/>
                  </a:lnTo>
                  <a:cubicBezTo>
                    <a:pt x="10298" y="6670"/>
                    <a:pt x="10298" y="6701"/>
                    <a:pt x="10298" y="6701"/>
                  </a:cubicBezTo>
                  <a:lnTo>
                    <a:pt x="10329" y="6732"/>
                  </a:lnTo>
                  <a:lnTo>
                    <a:pt x="9709" y="6732"/>
                  </a:lnTo>
                  <a:lnTo>
                    <a:pt x="9709" y="6701"/>
                  </a:lnTo>
                  <a:cubicBezTo>
                    <a:pt x="9678" y="6701"/>
                    <a:pt x="9678" y="6670"/>
                    <a:pt x="9709" y="6670"/>
                  </a:cubicBezTo>
                  <a:lnTo>
                    <a:pt x="9988" y="5491"/>
                  </a:lnTo>
                  <a:close/>
                  <a:moveTo>
                    <a:pt x="12004" y="5522"/>
                  </a:moveTo>
                  <a:lnTo>
                    <a:pt x="12346" y="6918"/>
                  </a:lnTo>
                  <a:lnTo>
                    <a:pt x="12346" y="6949"/>
                  </a:lnTo>
                  <a:cubicBezTo>
                    <a:pt x="12346" y="6949"/>
                    <a:pt x="12346" y="6980"/>
                    <a:pt x="12346" y="6980"/>
                  </a:cubicBezTo>
                  <a:lnTo>
                    <a:pt x="12315" y="7383"/>
                  </a:lnTo>
                  <a:lnTo>
                    <a:pt x="11725" y="7383"/>
                  </a:lnTo>
                  <a:lnTo>
                    <a:pt x="11725" y="7011"/>
                  </a:lnTo>
                  <a:cubicBezTo>
                    <a:pt x="11694" y="7011"/>
                    <a:pt x="11694" y="6980"/>
                    <a:pt x="11725" y="6980"/>
                  </a:cubicBezTo>
                  <a:lnTo>
                    <a:pt x="11725" y="6949"/>
                  </a:lnTo>
                  <a:lnTo>
                    <a:pt x="12004" y="5522"/>
                  </a:lnTo>
                  <a:close/>
                  <a:moveTo>
                    <a:pt x="10329" y="7135"/>
                  </a:moveTo>
                  <a:lnTo>
                    <a:pt x="10329" y="11478"/>
                  </a:lnTo>
                  <a:lnTo>
                    <a:pt x="9709" y="11478"/>
                  </a:lnTo>
                  <a:lnTo>
                    <a:pt x="9709" y="7135"/>
                  </a:lnTo>
                  <a:close/>
                  <a:moveTo>
                    <a:pt x="12315" y="7786"/>
                  </a:moveTo>
                  <a:lnTo>
                    <a:pt x="12315" y="11478"/>
                  </a:lnTo>
                  <a:lnTo>
                    <a:pt x="11725" y="11478"/>
                  </a:lnTo>
                  <a:lnTo>
                    <a:pt x="11694" y="7786"/>
                  </a:lnTo>
                  <a:close/>
                  <a:moveTo>
                    <a:pt x="13586" y="1583"/>
                  </a:moveTo>
                  <a:lnTo>
                    <a:pt x="13586" y="2854"/>
                  </a:lnTo>
                  <a:lnTo>
                    <a:pt x="3722" y="2854"/>
                  </a:lnTo>
                  <a:cubicBezTo>
                    <a:pt x="3443" y="2854"/>
                    <a:pt x="3443" y="3258"/>
                    <a:pt x="3722" y="3258"/>
                  </a:cubicBezTo>
                  <a:lnTo>
                    <a:pt x="13586" y="3258"/>
                  </a:lnTo>
                  <a:lnTo>
                    <a:pt x="13586" y="11478"/>
                  </a:lnTo>
                  <a:lnTo>
                    <a:pt x="13524" y="11509"/>
                  </a:lnTo>
                  <a:lnTo>
                    <a:pt x="12749" y="11509"/>
                  </a:lnTo>
                  <a:lnTo>
                    <a:pt x="12749" y="6980"/>
                  </a:lnTo>
                  <a:cubicBezTo>
                    <a:pt x="12749" y="6918"/>
                    <a:pt x="12749" y="6856"/>
                    <a:pt x="12718" y="6825"/>
                  </a:cubicBezTo>
                  <a:lnTo>
                    <a:pt x="12377" y="5150"/>
                  </a:lnTo>
                  <a:cubicBezTo>
                    <a:pt x="12330" y="4948"/>
                    <a:pt x="12175" y="4847"/>
                    <a:pt x="12024" y="4847"/>
                  </a:cubicBezTo>
                  <a:cubicBezTo>
                    <a:pt x="11873" y="4847"/>
                    <a:pt x="11725" y="4948"/>
                    <a:pt x="11694" y="5150"/>
                  </a:cubicBezTo>
                  <a:lnTo>
                    <a:pt x="11322" y="6825"/>
                  </a:lnTo>
                  <a:cubicBezTo>
                    <a:pt x="11322" y="6856"/>
                    <a:pt x="11322" y="6918"/>
                    <a:pt x="11322" y="6980"/>
                  </a:cubicBezTo>
                  <a:lnTo>
                    <a:pt x="11322" y="11478"/>
                  </a:lnTo>
                  <a:lnTo>
                    <a:pt x="10733" y="11478"/>
                  </a:lnTo>
                  <a:lnTo>
                    <a:pt x="10733" y="6701"/>
                  </a:lnTo>
                  <a:cubicBezTo>
                    <a:pt x="10733" y="6670"/>
                    <a:pt x="10733" y="6608"/>
                    <a:pt x="10733" y="6546"/>
                  </a:cubicBezTo>
                  <a:lnTo>
                    <a:pt x="10329" y="5088"/>
                  </a:lnTo>
                  <a:cubicBezTo>
                    <a:pt x="10283" y="4933"/>
                    <a:pt x="10159" y="4855"/>
                    <a:pt x="10035" y="4855"/>
                  </a:cubicBezTo>
                  <a:cubicBezTo>
                    <a:pt x="9911" y="4855"/>
                    <a:pt x="9787" y="4933"/>
                    <a:pt x="9740" y="5088"/>
                  </a:cubicBezTo>
                  <a:lnTo>
                    <a:pt x="9337" y="6546"/>
                  </a:lnTo>
                  <a:cubicBezTo>
                    <a:pt x="9337" y="6608"/>
                    <a:pt x="9306" y="6670"/>
                    <a:pt x="9306" y="6701"/>
                  </a:cubicBezTo>
                  <a:lnTo>
                    <a:pt x="9306" y="11478"/>
                  </a:lnTo>
                  <a:lnTo>
                    <a:pt x="8685" y="11478"/>
                  </a:lnTo>
                  <a:lnTo>
                    <a:pt x="8685" y="10609"/>
                  </a:lnTo>
                  <a:cubicBezTo>
                    <a:pt x="8685" y="10470"/>
                    <a:pt x="8577" y="10400"/>
                    <a:pt x="8468" y="10400"/>
                  </a:cubicBezTo>
                  <a:cubicBezTo>
                    <a:pt x="8360" y="10400"/>
                    <a:pt x="8251" y="10470"/>
                    <a:pt x="8251" y="10609"/>
                  </a:cubicBezTo>
                  <a:lnTo>
                    <a:pt x="8251" y="11478"/>
                  </a:lnTo>
                  <a:lnTo>
                    <a:pt x="1675" y="11478"/>
                  </a:lnTo>
                  <a:lnTo>
                    <a:pt x="1675" y="5367"/>
                  </a:lnTo>
                  <a:cubicBezTo>
                    <a:pt x="1675" y="5305"/>
                    <a:pt x="1737" y="5243"/>
                    <a:pt x="1799" y="5243"/>
                  </a:cubicBezTo>
                  <a:lnTo>
                    <a:pt x="8158" y="5243"/>
                  </a:lnTo>
                  <a:cubicBezTo>
                    <a:pt x="8220" y="5243"/>
                    <a:pt x="8282" y="5305"/>
                    <a:pt x="8282" y="5367"/>
                  </a:cubicBezTo>
                  <a:lnTo>
                    <a:pt x="8282" y="9772"/>
                  </a:lnTo>
                  <a:cubicBezTo>
                    <a:pt x="8282" y="9911"/>
                    <a:pt x="8383" y="9981"/>
                    <a:pt x="8484" y="9981"/>
                  </a:cubicBezTo>
                  <a:cubicBezTo>
                    <a:pt x="8585" y="9981"/>
                    <a:pt x="8685" y="9911"/>
                    <a:pt x="8685" y="9772"/>
                  </a:cubicBezTo>
                  <a:lnTo>
                    <a:pt x="8685" y="5367"/>
                  </a:lnTo>
                  <a:cubicBezTo>
                    <a:pt x="8685" y="5057"/>
                    <a:pt x="8437" y="4840"/>
                    <a:pt x="8158" y="4840"/>
                  </a:cubicBezTo>
                  <a:lnTo>
                    <a:pt x="1799" y="4840"/>
                  </a:lnTo>
                  <a:cubicBezTo>
                    <a:pt x="1520" y="4840"/>
                    <a:pt x="1272" y="5057"/>
                    <a:pt x="1272" y="5367"/>
                  </a:cubicBezTo>
                  <a:lnTo>
                    <a:pt x="1272" y="11478"/>
                  </a:lnTo>
                  <a:lnTo>
                    <a:pt x="403" y="11478"/>
                  </a:lnTo>
                  <a:lnTo>
                    <a:pt x="403" y="3258"/>
                  </a:lnTo>
                  <a:lnTo>
                    <a:pt x="2885" y="3258"/>
                  </a:lnTo>
                  <a:cubicBezTo>
                    <a:pt x="3164" y="3258"/>
                    <a:pt x="3164" y="2854"/>
                    <a:pt x="2885" y="2854"/>
                  </a:cubicBezTo>
                  <a:lnTo>
                    <a:pt x="403" y="2854"/>
                  </a:lnTo>
                  <a:lnTo>
                    <a:pt x="403" y="1583"/>
                  </a:lnTo>
                  <a:close/>
                  <a:moveTo>
                    <a:pt x="682" y="1"/>
                  </a:moveTo>
                  <a:cubicBezTo>
                    <a:pt x="310" y="1"/>
                    <a:pt x="0" y="280"/>
                    <a:pt x="0" y="652"/>
                  </a:cubicBezTo>
                  <a:lnTo>
                    <a:pt x="0" y="11478"/>
                  </a:lnTo>
                  <a:cubicBezTo>
                    <a:pt x="0" y="11695"/>
                    <a:pt x="186" y="11881"/>
                    <a:pt x="403" y="11881"/>
                  </a:cubicBezTo>
                  <a:lnTo>
                    <a:pt x="13555" y="11881"/>
                  </a:lnTo>
                  <a:cubicBezTo>
                    <a:pt x="13773" y="11881"/>
                    <a:pt x="13959" y="11695"/>
                    <a:pt x="13959" y="11478"/>
                  </a:cubicBezTo>
                  <a:lnTo>
                    <a:pt x="13959" y="1583"/>
                  </a:lnTo>
                  <a:cubicBezTo>
                    <a:pt x="13959" y="1366"/>
                    <a:pt x="13773" y="1179"/>
                    <a:pt x="13555" y="1179"/>
                  </a:cubicBezTo>
                  <a:lnTo>
                    <a:pt x="5273" y="1179"/>
                  </a:lnTo>
                  <a:lnTo>
                    <a:pt x="5273" y="652"/>
                  </a:lnTo>
                  <a:cubicBezTo>
                    <a:pt x="5242" y="280"/>
                    <a:pt x="4963" y="1"/>
                    <a:pt x="45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6" name="Google Shape;13136;p87"/>
            <p:cNvSpPr/>
            <p:nvPr/>
          </p:nvSpPr>
          <p:spPr>
            <a:xfrm>
              <a:off x="999275" y="3246825"/>
              <a:ext cx="61300" cy="10100"/>
            </a:xfrm>
            <a:custGeom>
              <a:rect b="b" l="l" r="r" t="t"/>
              <a:pathLst>
                <a:path extrusionOk="0" h="404" w="2452">
                  <a:moveTo>
                    <a:pt x="187" y="1"/>
                  </a:moveTo>
                  <a:cubicBezTo>
                    <a:pt x="94" y="1"/>
                    <a:pt x="1" y="94"/>
                    <a:pt x="32" y="218"/>
                  </a:cubicBezTo>
                  <a:cubicBezTo>
                    <a:pt x="1" y="311"/>
                    <a:pt x="94" y="404"/>
                    <a:pt x="218" y="404"/>
                  </a:cubicBezTo>
                  <a:lnTo>
                    <a:pt x="2234" y="404"/>
                  </a:lnTo>
                  <a:cubicBezTo>
                    <a:pt x="2358" y="404"/>
                    <a:pt x="2451" y="311"/>
                    <a:pt x="2451" y="187"/>
                  </a:cubicBezTo>
                  <a:cubicBezTo>
                    <a:pt x="2451" y="94"/>
                    <a:pt x="2358" y="1"/>
                    <a:pt x="22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7" name="Google Shape;13137;p87"/>
            <p:cNvSpPr/>
            <p:nvPr/>
          </p:nvSpPr>
          <p:spPr>
            <a:xfrm>
              <a:off x="999275" y="3270875"/>
              <a:ext cx="117125" cy="10100"/>
            </a:xfrm>
            <a:custGeom>
              <a:rect b="b" l="l" r="r" t="t"/>
              <a:pathLst>
                <a:path extrusionOk="0" h="404" w="4685">
                  <a:moveTo>
                    <a:pt x="187" y="0"/>
                  </a:moveTo>
                  <a:cubicBezTo>
                    <a:pt x="94" y="0"/>
                    <a:pt x="1" y="93"/>
                    <a:pt x="1" y="186"/>
                  </a:cubicBezTo>
                  <a:cubicBezTo>
                    <a:pt x="1" y="310"/>
                    <a:pt x="94" y="403"/>
                    <a:pt x="187" y="403"/>
                  </a:cubicBezTo>
                  <a:lnTo>
                    <a:pt x="4498" y="403"/>
                  </a:lnTo>
                  <a:cubicBezTo>
                    <a:pt x="4592" y="403"/>
                    <a:pt x="4685" y="310"/>
                    <a:pt x="4685" y="186"/>
                  </a:cubicBezTo>
                  <a:cubicBezTo>
                    <a:pt x="4685" y="93"/>
                    <a:pt x="4592" y="0"/>
                    <a:pt x="44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8" name="Google Shape;13138;p87"/>
            <p:cNvSpPr/>
            <p:nvPr/>
          </p:nvSpPr>
          <p:spPr>
            <a:xfrm>
              <a:off x="997725" y="3294900"/>
              <a:ext cx="120225" cy="10100"/>
            </a:xfrm>
            <a:custGeom>
              <a:rect b="b" l="l" r="r" t="t"/>
              <a:pathLst>
                <a:path extrusionOk="0" h="404" w="4809">
                  <a:moveTo>
                    <a:pt x="249" y="1"/>
                  </a:moveTo>
                  <a:cubicBezTo>
                    <a:pt x="1" y="1"/>
                    <a:pt x="1" y="404"/>
                    <a:pt x="249" y="404"/>
                  </a:cubicBezTo>
                  <a:lnTo>
                    <a:pt x="4560" y="404"/>
                  </a:lnTo>
                  <a:cubicBezTo>
                    <a:pt x="4809" y="404"/>
                    <a:pt x="4809" y="1"/>
                    <a:pt x="4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9" name="Google Shape;13139;p87"/>
            <p:cNvSpPr/>
            <p:nvPr/>
          </p:nvSpPr>
          <p:spPr>
            <a:xfrm>
              <a:off x="999275" y="3318950"/>
              <a:ext cx="117125" cy="10100"/>
            </a:xfrm>
            <a:custGeom>
              <a:rect b="b" l="l" r="r" t="t"/>
              <a:pathLst>
                <a:path extrusionOk="0" h="404" w="4685">
                  <a:moveTo>
                    <a:pt x="187" y="0"/>
                  </a:moveTo>
                  <a:cubicBezTo>
                    <a:pt x="94" y="0"/>
                    <a:pt x="1" y="93"/>
                    <a:pt x="1" y="186"/>
                  </a:cubicBezTo>
                  <a:cubicBezTo>
                    <a:pt x="1" y="311"/>
                    <a:pt x="94" y="404"/>
                    <a:pt x="187" y="404"/>
                  </a:cubicBezTo>
                  <a:lnTo>
                    <a:pt x="4498" y="404"/>
                  </a:lnTo>
                  <a:cubicBezTo>
                    <a:pt x="4592" y="404"/>
                    <a:pt x="4685" y="311"/>
                    <a:pt x="4685" y="186"/>
                  </a:cubicBezTo>
                  <a:cubicBezTo>
                    <a:pt x="4685" y="62"/>
                    <a:pt x="4592" y="0"/>
                    <a:pt x="44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0" name="Google Shape;13140;p87"/>
            <p:cNvSpPr/>
            <p:nvPr/>
          </p:nvSpPr>
          <p:spPr>
            <a:xfrm>
              <a:off x="999275" y="3342825"/>
              <a:ext cx="117125" cy="10275"/>
            </a:xfrm>
            <a:custGeom>
              <a:rect b="b" l="l" r="r" t="t"/>
              <a:pathLst>
                <a:path extrusionOk="0" h="411" w="4685">
                  <a:moveTo>
                    <a:pt x="150" y="1"/>
                  </a:moveTo>
                  <a:cubicBezTo>
                    <a:pt x="71" y="1"/>
                    <a:pt x="1" y="85"/>
                    <a:pt x="1" y="193"/>
                  </a:cubicBezTo>
                  <a:cubicBezTo>
                    <a:pt x="1" y="317"/>
                    <a:pt x="94" y="410"/>
                    <a:pt x="187" y="410"/>
                  </a:cubicBezTo>
                  <a:lnTo>
                    <a:pt x="4498" y="410"/>
                  </a:lnTo>
                  <a:cubicBezTo>
                    <a:pt x="4592" y="410"/>
                    <a:pt x="4685" y="317"/>
                    <a:pt x="4685" y="193"/>
                  </a:cubicBezTo>
                  <a:cubicBezTo>
                    <a:pt x="4685" y="69"/>
                    <a:pt x="4592" y="7"/>
                    <a:pt x="4498" y="7"/>
                  </a:cubicBezTo>
                  <a:lnTo>
                    <a:pt x="187" y="7"/>
                  </a:lnTo>
                  <a:cubicBezTo>
                    <a:pt x="175" y="3"/>
                    <a:pt x="162" y="1"/>
                    <a:pt x="1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41" name="Google Shape;13141;p87"/>
          <p:cNvGrpSpPr/>
          <p:nvPr/>
        </p:nvGrpSpPr>
        <p:grpSpPr>
          <a:xfrm>
            <a:off x="1814370" y="2868279"/>
            <a:ext cx="186150" cy="348975"/>
            <a:chOff x="6298925" y="1923875"/>
            <a:chExt cx="186150" cy="348975"/>
          </a:xfrm>
        </p:grpSpPr>
        <p:sp>
          <p:nvSpPr>
            <p:cNvPr id="13142" name="Google Shape;13142;p87"/>
            <p:cNvSpPr/>
            <p:nvPr/>
          </p:nvSpPr>
          <p:spPr>
            <a:xfrm>
              <a:off x="6298925" y="1923875"/>
              <a:ext cx="186150" cy="348975"/>
            </a:xfrm>
            <a:custGeom>
              <a:rect b="b" l="l" r="r" t="t"/>
              <a:pathLst>
                <a:path extrusionOk="0" h="13959" w="7446">
                  <a:moveTo>
                    <a:pt x="6794" y="403"/>
                  </a:moveTo>
                  <a:cubicBezTo>
                    <a:pt x="6918" y="403"/>
                    <a:pt x="7042" y="527"/>
                    <a:pt x="7042" y="651"/>
                  </a:cubicBezTo>
                  <a:lnTo>
                    <a:pt x="7042" y="1427"/>
                  </a:lnTo>
                  <a:lnTo>
                    <a:pt x="404" y="1427"/>
                  </a:lnTo>
                  <a:lnTo>
                    <a:pt x="404" y="651"/>
                  </a:lnTo>
                  <a:cubicBezTo>
                    <a:pt x="404" y="527"/>
                    <a:pt x="497" y="403"/>
                    <a:pt x="652" y="403"/>
                  </a:cubicBezTo>
                  <a:close/>
                  <a:moveTo>
                    <a:pt x="652" y="0"/>
                  </a:moveTo>
                  <a:cubicBezTo>
                    <a:pt x="280" y="0"/>
                    <a:pt x="1" y="279"/>
                    <a:pt x="1" y="651"/>
                  </a:cubicBezTo>
                  <a:lnTo>
                    <a:pt x="1" y="6886"/>
                  </a:lnTo>
                  <a:cubicBezTo>
                    <a:pt x="1" y="7026"/>
                    <a:pt x="102" y="7096"/>
                    <a:pt x="202" y="7096"/>
                  </a:cubicBezTo>
                  <a:cubicBezTo>
                    <a:pt x="303" y="7096"/>
                    <a:pt x="404" y="7026"/>
                    <a:pt x="404" y="6886"/>
                  </a:cubicBezTo>
                  <a:lnTo>
                    <a:pt x="404" y="1861"/>
                  </a:lnTo>
                  <a:lnTo>
                    <a:pt x="7042" y="1861"/>
                  </a:lnTo>
                  <a:lnTo>
                    <a:pt x="7042" y="12128"/>
                  </a:lnTo>
                  <a:lnTo>
                    <a:pt x="5646" y="12128"/>
                  </a:lnTo>
                  <a:cubicBezTo>
                    <a:pt x="5553" y="12128"/>
                    <a:pt x="5460" y="12222"/>
                    <a:pt x="5460" y="12315"/>
                  </a:cubicBezTo>
                  <a:cubicBezTo>
                    <a:pt x="5460" y="12439"/>
                    <a:pt x="5522" y="12532"/>
                    <a:pt x="5646" y="12532"/>
                  </a:cubicBezTo>
                  <a:lnTo>
                    <a:pt x="7042" y="12532"/>
                  </a:lnTo>
                  <a:lnTo>
                    <a:pt x="7042" y="13307"/>
                  </a:lnTo>
                  <a:cubicBezTo>
                    <a:pt x="7042" y="13431"/>
                    <a:pt x="6918" y="13555"/>
                    <a:pt x="6794" y="13555"/>
                  </a:cubicBezTo>
                  <a:lnTo>
                    <a:pt x="652" y="13555"/>
                  </a:lnTo>
                  <a:cubicBezTo>
                    <a:pt x="497" y="13555"/>
                    <a:pt x="404" y="13431"/>
                    <a:pt x="404" y="13307"/>
                  </a:cubicBezTo>
                  <a:lnTo>
                    <a:pt x="404" y="12532"/>
                  </a:lnTo>
                  <a:lnTo>
                    <a:pt x="4840" y="12532"/>
                  </a:lnTo>
                  <a:cubicBezTo>
                    <a:pt x="4933" y="12532"/>
                    <a:pt x="5026" y="12439"/>
                    <a:pt x="5026" y="12315"/>
                  </a:cubicBezTo>
                  <a:cubicBezTo>
                    <a:pt x="5026" y="12222"/>
                    <a:pt x="4933" y="12128"/>
                    <a:pt x="4840" y="12128"/>
                  </a:cubicBezTo>
                  <a:lnTo>
                    <a:pt x="404" y="12128"/>
                  </a:lnTo>
                  <a:lnTo>
                    <a:pt x="404" y="7724"/>
                  </a:lnTo>
                  <a:cubicBezTo>
                    <a:pt x="404" y="7584"/>
                    <a:pt x="303" y="7514"/>
                    <a:pt x="202" y="7514"/>
                  </a:cubicBezTo>
                  <a:cubicBezTo>
                    <a:pt x="102" y="7514"/>
                    <a:pt x="1" y="7584"/>
                    <a:pt x="1" y="7724"/>
                  </a:cubicBezTo>
                  <a:lnTo>
                    <a:pt x="1" y="13307"/>
                  </a:lnTo>
                  <a:cubicBezTo>
                    <a:pt x="1" y="13679"/>
                    <a:pt x="280" y="13959"/>
                    <a:pt x="652" y="13959"/>
                  </a:cubicBezTo>
                  <a:lnTo>
                    <a:pt x="6794" y="13959"/>
                  </a:lnTo>
                  <a:cubicBezTo>
                    <a:pt x="7166" y="13959"/>
                    <a:pt x="7445" y="13679"/>
                    <a:pt x="7445" y="13307"/>
                  </a:cubicBezTo>
                  <a:lnTo>
                    <a:pt x="7445" y="651"/>
                  </a:lnTo>
                  <a:cubicBezTo>
                    <a:pt x="7445" y="279"/>
                    <a:pt x="7166" y="0"/>
                    <a:pt x="67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3" name="Google Shape;13143;p87"/>
            <p:cNvSpPr/>
            <p:nvPr/>
          </p:nvSpPr>
          <p:spPr>
            <a:xfrm>
              <a:off x="6324525" y="2049400"/>
              <a:ext cx="134175" cy="102475"/>
            </a:xfrm>
            <a:custGeom>
              <a:rect b="b" l="l" r="r" t="t"/>
              <a:pathLst>
                <a:path extrusionOk="0" h="4099" w="5367">
                  <a:moveTo>
                    <a:pt x="1427" y="407"/>
                  </a:moveTo>
                  <a:cubicBezTo>
                    <a:pt x="1986" y="407"/>
                    <a:pt x="2451" y="873"/>
                    <a:pt x="2451" y="1431"/>
                  </a:cubicBezTo>
                  <a:lnTo>
                    <a:pt x="2451" y="2982"/>
                  </a:lnTo>
                  <a:cubicBezTo>
                    <a:pt x="2172" y="2703"/>
                    <a:pt x="1799" y="2563"/>
                    <a:pt x="1427" y="2563"/>
                  </a:cubicBezTo>
                  <a:cubicBezTo>
                    <a:pt x="1055" y="2563"/>
                    <a:pt x="683" y="2703"/>
                    <a:pt x="404" y="2982"/>
                  </a:cubicBezTo>
                  <a:lnTo>
                    <a:pt x="404" y="1431"/>
                  </a:lnTo>
                  <a:cubicBezTo>
                    <a:pt x="404" y="873"/>
                    <a:pt x="869" y="407"/>
                    <a:pt x="1427" y="407"/>
                  </a:cubicBezTo>
                  <a:close/>
                  <a:moveTo>
                    <a:pt x="3909" y="407"/>
                  </a:moveTo>
                  <a:cubicBezTo>
                    <a:pt x="4498" y="407"/>
                    <a:pt x="4963" y="873"/>
                    <a:pt x="4963" y="1431"/>
                  </a:cubicBezTo>
                  <a:lnTo>
                    <a:pt x="4963" y="2982"/>
                  </a:lnTo>
                  <a:cubicBezTo>
                    <a:pt x="4669" y="2703"/>
                    <a:pt x="4289" y="2563"/>
                    <a:pt x="3913" y="2563"/>
                  </a:cubicBezTo>
                  <a:cubicBezTo>
                    <a:pt x="3537" y="2563"/>
                    <a:pt x="3164" y="2703"/>
                    <a:pt x="2885" y="2982"/>
                  </a:cubicBezTo>
                  <a:lnTo>
                    <a:pt x="2885" y="1431"/>
                  </a:lnTo>
                  <a:cubicBezTo>
                    <a:pt x="2885" y="873"/>
                    <a:pt x="3350" y="407"/>
                    <a:pt x="3909" y="407"/>
                  </a:cubicBezTo>
                  <a:close/>
                  <a:moveTo>
                    <a:pt x="1443" y="2974"/>
                  </a:moveTo>
                  <a:cubicBezTo>
                    <a:pt x="1854" y="2974"/>
                    <a:pt x="2265" y="3215"/>
                    <a:pt x="2420" y="3695"/>
                  </a:cubicBezTo>
                  <a:lnTo>
                    <a:pt x="466" y="3695"/>
                  </a:lnTo>
                  <a:cubicBezTo>
                    <a:pt x="621" y="3215"/>
                    <a:pt x="1032" y="2974"/>
                    <a:pt x="1443" y="2974"/>
                  </a:cubicBezTo>
                  <a:close/>
                  <a:moveTo>
                    <a:pt x="3924" y="2974"/>
                  </a:moveTo>
                  <a:cubicBezTo>
                    <a:pt x="4335" y="2974"/>
                    <a:pt x="4746" y="3215"/>
                    <a:pt x="4901" y="3695"/>
                  </a:cubicBezTo>
                  <a:lnTo>
                    <a:pt x="2947" y="3695"/>
                  </a:lnTo>
                  <a:cubicBezTo>
                    <a:pt x="3102" y="3215"/>
                    <a:pt x="3513" y="2974"/>
                    <a:pt x="3924" y="2974"/>
                  </a:cubicBezTo>
                  <a:close/>
                  <a:moveTo>
                    <a:pt x="1448" y="1"/>
                  </a:moveTo>
                  <a:cubicBezTo>
                    <a:pt x="719" y="1"/>
                    <a:pt x="0" y="552"/>
                    <a:pt x="0" y="1462"/>
                  </a:cubicBezTo>
                  <a:lnTo>
                    <a:pt x="0" y="3913"/>
                  </a:lnTo>
                  <a:cubicBezTo>
                    <a:pt x="0" y="4006"/>
                    <a:pt x="93" y="4099"/>
                    <a:pt x="186" y="4099"/>
                  </a:cubicBezTo>
                  <a:lnTo>
                    <a:pt x="5150" y="4099"/>
                  </a:lnTo>
                  <a:cubicBezTo>
                    <a:pt x="5274" y="4099"/>
                    <a:pt x="5367" y="4006"/>
                    <a:pt x="5367" y="3913"/>
                  </a:cubicBezTo>
                  <a:lnTo>
                    <a:pt x="5367" y="1462"/>
                  </a:lnTo>
                  <a:cubicBezTo>
                    <a:pt x="5367" y="552"/>
                    <a:pt x="4648" y="1"/>
                    <a:pt x="3912" y="1"/>
                  </a:cubicBezTo>
                  <a:cubicBezTo>
                    <a:pt x="3444" y="1"/>
                    <a:pt x="2969" y="223"/>
                    <a:pt x="2668" y="718"/>
                  </a:cubicBezTo>
                  <a:cubicBezTo>
                    <a:pt x="2379" y="223"/>
                    <a:pt x="1911" y="1"/>
                    <a:pt x="14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4" name="Google Shape;13144;p87"/>
            <p:cNvSpPr/>
            <p:nvPr/>
          </p:nvSpPr>
          <p:spPr>
            <a:xfrm>
              <a:off x="6412925" y="2171625"/>
              <a:ext cx="21750" cy="32200"/>
            </a:xfrm>
            <a:custGeom>
              <a:rect b="b" l="l" r="r" t="t"/>
              <a:pathLst>
                <a:path extrusionOk="0" h="1288" w="870">
                  <a:moveTo>
                    <a:pt x="218" y="1"/>
                  </a:moveTo>
                  <a:cubicBezTo>
                    <a:pt x="163" y="1"/>
                    <a:pt x="109" y="16"/>
                    <a:pt x="63" y="47"/>
                  </a:cubicBezTo>
                  <a:cubicBezTo>
                    <a:pt x="1" y="140"/>
                    <a:pt x="1" y="264"/>
                    <a:pt x="63" y="357"/>
                  </a:cubicBezTo>
                  <a:lnTo>
                    <a:pt x="373" y="636"/>
                  </a:lnTo>
                  <a:lnTo>
                    <a:pt x="63" y="947"/>
                  </a:lnTo>
                  <a:cubicBezTo>
                    <a:pt x="1" y="1009"/>
                    <a:pt x="1" y="1164"/>
                    <a:pt x="63" y="1226"/>
                  </a:cubicBezTo>
                  <a:cubicBezTo>
                    <a:pt x="94" y="1257"/>
                    <a:pt x="156" y="1288"/>
                    <a:pt x="218" y="1288"/>
                  </a:cubicBezTo>
                  <a:cubicBezTo>
                    <a:pt x="280" y="1288"/>
                    <a:pt x="311" y="1257"/>
                    <a:pt x="373" y="1226"/>
                  </a:cubicBezTo>
                  <a:lnTo>
                    <a:pt x="807" y="792"/>
                  </a:lnTo>
                  <a:cubicBezTo>
                    <a:pt x="838" y="761"/>
                    <a:pt x="869" y="699"/>
                    <a:pt x="869" y="636"/>
                  </a:cubicBezTo>
                  <a:cubicBezTo>
                    <a:pt x="869" y="574"/>
                    <a:pt x="838" y="543"/>
                    <a:pt x="807" y="512"/>
                  </a:cubicBezTo>
                  <a:lnTo>
                    <a:pt x="373" y="47"/>
                  </a:lnTo>
                  <a:cubicBezTo>
                    <a:pt x="326" y="16"/>
                    <a:pt x="272" y="1"/>
                    <a:pt x="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5" name="Google Shape;13145;p87"/>
            <p:cNvSpPr/>
            <p:nvPr/>
          </p:nvSpPr>
          <p:spPr>
            <a:xfrm>
              <a:off x="6349325" y="2171625"/>
              <a:ext cx="21750" cy="32200"/>
            </a:xfrm>
            <a:custGeom>
              <a:rect b="b" l="l" r="r" t="t"/>
              <a:pathLst>
                <a:path extrusionOk="0" h="1288" w="870">
                  <a:moveTo>
                    <a:pt x="649" y="1"/>
                  </a:moveTo>
                  <a:cubicBezTo>
                    <a:pt x="598" y="1"/>
                    <a:pt x="544" y="16"/>
                    <a:pt x="497" y="47"/>
                  </a:cubicBezTo>
                  <a:lnTo>
                    <a:pt x="63" y="512"/>
                  </a:lnTo>
                  <a:cubicBezTo>
                    <a:pt x="1" y="543"/>
                    <a:pt x="1" y="574"/>
                    <a:pt x="1" y="636"/>
                  </a:cubicBezTo>
                  <a:cubicBezTo>
                    <a:pt x="1" y="699"/>
                    <a:pt x="1" y="761"/>
                    <a:pt x="63" y="792"/>
                  </a:cubicBezTo>
                  <a:lnTo>
                    <a:pt x="497" y="1226"/>
                  </a:lnTo>
                  <a:cubicBezTo>
                    <a:pt x="528" y="1257"/>
                    <a:pt x="590" y="1288"/>
                    <a:pt x="652" y="1288"/>
                  </a:cubicBezTo>
                  <a:cubicBezTo>
                    <a:pt x="683" y="1288"/>
                    <a:pt x="745" y="1257"/>
                    <a:pt x="776" y="1226"/>
                  </a:cubicBezTo>
                  <a:cubicBezTo>
                    <a:pt x="870" y="1164"/>
                    <a:pt x="870" y="1009"/>
                    <a:pt x="776" y="947"/>
                  </a:cubicBezTo>
                  <a:lnTo>
                    <a:pt x="497" y="636"/>
                  </a:lnTo>
                  <a:lnTo>
                    <a:pt x="776" y="357"/>
                  </a:lnTo>
                  <a:cubicBezTo>
                    <a:pt x="870" y="264"/>
                    <a:pt x="870" y="140"/>
                    <a:pt x="776" y="47"/>
                  </a:cubicBezTo>
                  <a:cubicBezTo>
                    <a:pt x="745" y="16"/>
                    <a:pt x="699" y="1"/>
                    <a:pt x="6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87"/>
            <p:cNvSpPr/>
            <p:nvPr/>
          </p:nvSpPr>
          <p:spPr>
            <a:xfrm>
              <a:off x="6328850" y="1999600"/>
              <a:ext cx="37125" cy="9850"/>
            </a:xfrm>
            <a:custGeom>
              <a:rect b="b" l="l" r="r" t="t"/>
              <a:pathLst>
                <a:path extrusionOk="0" h="394" w="1485">
                  <a:moveTo>
                    <a:pt x="177" y="0"/>
                  </a:moveTo>
                  <a:cubicBezTo>
                    <a:pt x="0" y="0"/>
                    <a:pt x="0" y="394"/>
                    <a:pt x="177" y="394"/>
                  </a:cubicBezTo>
                  <a:cubicBezTo>
                    <a:pt x="194" y="394"/>
                    <a:pt x="211" y="390"/>
                    <a:pt x="231" y="383"/>
                  </a:cubicBezTo>
                  <a:lnTo>
                    <a:pt x="1254" y="383"/>
                  </a:lnTo>
                  <a:cubicBezTo>
                    <a:pt x="1273" y="390"/>
                    <a:pt x="1291" y="394"/>
                    <a:pt x="1307" y="394"/>
                  </a:cubicBezTo>
                  <a:cubicBezTo>
                    <a:pt x="1485" y="394"/>
                    <a:pt x="1485" y="0"/>
                    <a:pt x="1307" y="0"/>
                  </a:cubicBezTo>
                  <a:cubicBezTo>
                    <a:pt x="1291" y="0"/>
                    <a:pt x="1273" y="4"/>
                    <a:pt x="1254" y="11"/>
                  </a:cubicBezTo>
                  <a:lnTo>
                    <a:pt x="231" y="11"/>
                  </a:lnTo>
                  <a:cubicBezTo>
                    <a:pt x="211" y="4"/>
                    <a:pt x="194"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87"/>
            <p:cNvSpPr/>
            <p:nvPr/>
          </p:nvSpPr>
          <p:spPr>
            <a:xfrm>
              <a:off x="6327625" y="2020800"/>
              <a:ext cx="122550" cy="10100"/>
            </a:xfrm>
            <a:custGeom>
              <a:rect b="b" l="l" r="r" t="t"/>
              <a:pathLst>
                <a:path extrusionOk="0" h="404" w="4902">
                  <a:moveTo>
                    <a:pt x="280" y="0"/>
                  </a:moveTo>
                  <a:cubicBezTo>
                    <a:pt x="0" y="0"/>
                    <a:pt x="0" y="404"/>
                    <a:pt x="280" y="404"/>
                  </a:cubicBezTo>
                  <a:lnTo>
                    <a:pt x="4622" y="404"/>
                  </a:lnTo>
                  <a:cubicBezTo>
                    <a:pt x="4902" y="404"/>
                    <a:pt x="4902" y="0"/>
                    <a:pt x="46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48" name="Google Shape;13148;p87"/>
          <p:cNvGrpSpPr/>
          <p:nvPr/>
        </p:nvGrpSpPr>
        <p:grpSpPr>
          <a:xfrm>
            <a:off x="2427260" y="2879016"/>
            <a:ext cx="376800" cy="327500"/>
            <a:chOff x="7718850" y="3678550"/>
            <a:chExt cx="376800" cy="327500"/>
          </a:xfrm>
        </p:grpSpPr>
        <p:sp>
          <p:nvSpPr>
            <p:cNvPr id="13149" name="Google Shape;13149;p87"/>
            <p:cNvSpPr/>
            <p:nvPr/>
          </p:nvSpPr>
          <p:spPr>
            <a:xfrm>
              <a:off x="7718850" y="3678550"/>
              <a:ext cx="376800" cy="327500"/>
            </a:xfrm>
            <a:custGeom>
              <a:rect b="b" l="l" r="r" t="t"/>
              <a:pathLst>
                <a:path extrusionOk="0" h="13100" w="15072">
                  <a:moveTo>
                    <a:pt x="4560" y="5344"/>
                  </a:moveTo>
                  <a:cubicBezTo>
                    <a:pt x="4746" y="6709"/>
                    <a:pt x="5522" y="7950"/>
                    <a:pt x="6700" y="8726"/>
                  </a:cubicBezTo>
                  <a:lnTo>
                    <a:pt x="6762" y="9594"/>
                  </a:lnTo>
                  <a:cubicBezTo>
                    <a:pt x="6793" y="9687"/>
                    <a:pt x="6855" y="9780"/>
                    <a:pt x="6948" y="9811"/>
                  </a:cubicBezTo>
                  <a:cubicBezTo>
                    <a:pt x="6979" y="9842"/>
                    <a:pt x="7010" y="9842"/>
                    <a:pt x="7073" y="9842"/>
                  </a:cubicBezTo>
                  <a:cubicBezTo>
                    <a:pt x="7135" y="9842"/>
                    <a:pt x="7197" y="9842"/>
                    <a:pt x="7228" y="9780"/>
                  </a:cubicBezTo>
                  <a:lnTo>
                    <a:pt x="7941" y="9284"/>
                  </a:lnTo>
                  <a:cubicBezTo>
                    <a:pt x="8382" y="9417"/>
                    <a:pt x="8833" y="9483"/>
                    <a:pt x="9282" y="9483"/>
                  </a:cubicBezTo>
                  <a:cubicBezTo>
                    <a:pt x="10191" y="9483"/>
                    <a:pt x="11091" y="9214"/>
                    <a:pt x="11881" y="8695"/>
                  </a:cubicBezTo>
                  <a:lnTo>
                    <a:pt x="11881" y="11765"/>
                  </a:lnTo>
                  <a:lnTo>
                    <a:pt x="2202" y="11765"/>
                  </a:lnTo>
                  <a:lnTo>
                    <a:pt x="2202" y="5376"/>
                  </a:lnTo>
                  <a:cubicBezTo>
                    <a:pt x="2202" y="5344"/>
                    <a:pt x="2202" y="5344"/>
                    <a:pt x="2202" y="5344"/>
                  </a:cubicBezTo>
                  <a:close/>
                  <a:moveTo>
                    <a:pt x="12749" y="7950"/>
                  </a:moveTo>
                  <a:lnTo>
                    <a:pt x="12749" y="11765"/>
                  </a:lnTo>
                  <a:lnTo>
                    <a:pt x="12284" y="11765"/>
                  </a:lnTo>
                  <a:lnTo>
                    <a:pt x="12284" y="8415"/>
                  </a:lnTo>
                  <a:cubicBezTo>
                    <a:pt x="12284" y="8415"/>
                    <a:pt x="12284" y="8415"/>
                    <a:pt x="12284" y="8384"/>
                  </a:cubicBezTo>
                  <a:cubicBezTo>
                    <a:pt x="12439" y="8260"/>
                    <a:pt x="12594" y="8105"/>
                    <a:pt x="12749" y="7950"/>
                  </a:cubicBezTo>
                  <a:close/>
                  <a:moveTo>
                    <a:pt x="5615" y="12169"/>
                  </a:moveTo>
                  <a:lnTo>
                    <a:pt x="5615" y="12665"/>
                  </a:lnTo>
                  <a:lnTo>
                    <a:pt x="652" y="12665"/>
                  </a:lnTo>
                  <a:cubicBezTo>
                    <a:pt x="527" y="12665"/>
                    <a:pt x="434" y="12603"/>
                    <a:pt x="434" y="12479"/>
                  </a:cubicBezTo>
                  <a:lnTo>
                    <a:pt x="434" y="12169"/>
                  </a:lnTo>
                  <a:close/>
                  <a:moveTo>
                    <a:pt x="8003" y="12169"/>
                  </a:moveTo>
                  <a:lnTo>
                    <a:pt x="8003" y="12665"/>
                  </a:lnTo>
                  <a:lnTo>
                    <a:pt x="6018" y="12665"/>
                  </a:lnTo>
                  <a:lnTo>
                    <a:pt x="6018" y="12169"/>
                  </a:lnTo>
                  <a:close/>
                  <a:moveTo>
                    <a:pt x="9256" y="0"/>
                  </a:moveTo>
                  <a:cubicBezTo>
                    <a:pt x="8531" y="0"/>
                    <a:pt x="7779" y="176"/>
                    <a:pt x="7042" y="568"/>
                  </a:cubicBezTo>
                  <a:cubicBezTo>
                    <a:pt x="6824" y="622"/>
                    <a:pt x="6964" y="962"/>
                    <a:pt x="7148" y="962"/>
                  </a:cubicBezTo>
                  <a:cubicBezTo>
                    <a:pt x="7174" y="962"/>
                    <a:pt x="7201" y="955"/>
                    <a:pt x="7228" y="940"/>
                  </a:cubicBezTo>
                  <a:cubicBezTo>
                    <a:pt x="7887" y="588"/>
                    <a:pt x="8581" y="425"/>
                    <a:pt x="9258" y="425"/>
                  </a:cubicBezTo>
                  <a:cubicBezTo>
                    <a:pt x="11384" y="425"/>
                    <a:pt x="13344" y="2023"/>
                    <a:pt x="13556" y="4352"/>
                  </a:cubicBezTo>
                  <a:cubicBezTo>
                    <a:pt x="13793" y="6965"/>
                    <a:pt x="11694" y="9084"/>
                    <a:pt x="9248" y="9084"/>
                  </a:cubicBezTo>
                  <a:cubicBezTo>
                    <a:pt x="8819" y="9084"/>
                    <a:pt x="8380" y="9019"/>
                    <a:pt x="7941" y="8881"/>
                  </a:cubicBezTo>
                  <a:cubicBezTo>
                    <a:pt x="7915" y="8868"/>
                    <a:pt x="7890" y="8860"/>
                    <a:pt x="7864" y="8860"/>
                  </a:cubicBezTo>
                  <a:cubicBezTo>
                    <a:pt x="7828" y="8860"/>
                    <a:pt x="7791" y="8875"/>
                    <a:pt x="7755" y="8912"/>
                  </a:cubicBezTo>
                  <a:lnTo>
                    <a:pt x="7135" y="9346"/>
                  </a:lnTo>
                  <a:lnTo>
                    <a:pt x="7073" y="8570"/>
                  </a:lnTo>
                  <a:cubicBezTo>
                    <a:pt x="7073" y="8508"/>
                    <a:pt x="7010" y="8446"/>
                    <a:pt x="6979" y="8415"/>
                  </a:cubicBezTo>
                  <a:cubicBezTo>
                    <a:pt x="4405" y="6802"/>
                    <a:pt x="4219" y="3111"/>
                    <a:pt x="6638" y="1281"/>
                  </a:cubicBezTo>
                  <a:cubicBezTo>
                    <a:pt x="6833" y="1159"/>
                    <a:pt x="6703" y="904"/>
                    <a:pt x="6534" y="904"/>
                  </a:cubicBezTo>
                  <a:cubicBezTo>
                    <a:pt x="6487" y="904"/>
                    <a:pt x="6437" y="924"/>
                    <a:pt x="6390" y="971"/>
                  </a:cubicBezTo>
                  <a:cubicBezTo>
                    <a:pt x="5770" y="1436"/>
                    <a:pt x="5273" y="2056"/>
                    <a:pt x="4932" y="2770"/>
                  </a:cubicBezTo>
                  <a:cubicBezTo>
                    <a:pt x="4746" y="3173"/>
                    <a:pt x="4622" y="3607"/>
                    <a:pt x="4560" y="4042"/>
                  </a:cubicBezTo>
                  <a:lnTo>
                    <a:pt x="1582" y="4042"/>
                  </a:lnTo>
                  <a:cubicBezTo>
                    <a:pt x="1179" y="4042"/>
                    <a:pt x="869" y="4352"/>
                    <a:pt x="869" y="4755"/>
                  </a:cubicBezTo>
                  <a:lnTo>
                    <a:pt x="869" y="8664"/>
                  </a:lnTo>
                  <a:cubicBezTo>
                    <a:pt x="869" y="8803"/>
                    <a:pt x="977" y="8873"/>
                    <a:pt x="1086" y="8873"/>
                  </a:cubicBezTo>
                  <a:cubicBezTo>
                    <a:pt x="1194" y="8873"/>
                    <a:pt x="1303" y="8803"/>
                    <a:pt x="1303" y="8664"/>
                  </a:cubicBezTo>
                  <a:lnTo>
                    <a:pt x="1303" y="4755"/>
                  </a:lnTo>
                  <a:cubicBezTo>
                    <a:pt x="1272" y="4600"/>
                    <a:pt x="1427" y="4476"/>
                    <a:pt x="1582" y="4476"/>
                  </a:cubicBezTo>
                  <a:lnTo>
                    <a:pt x="4529" y="4476"/>
                  </a:lnTo>
                  <a:lnTo>
                    <a:pt x="4529" y="4941"/>
                  </a:lnTo>
                  <a:lnTo>
                    <a:pt x="2202" y="4941"/>
                  </a:lnTo>
                  <a:cubicBezTo>
                    <a:pt x="1954" y="4941"/>
                    <a:pt x="1768" y="5127"/>
                    <a:pt x="1768" y="5376"/>
                  </a:cubicBezTo>
                  <a:lnTo>
                    <a:pt x="1768" y="11765"/>
                  </a:lnTo>
                  <a:lnTo>
                    <a:pt x="1303" y="11765"/>
                  </a:lnTo>
                  <a:lnTo>
                    <a:pt x="1303" y="9501"/>
                  </a:lnTo>
                  <a:cubicBezTo>
                    <a:pt x="1303" y="9361"/>
                    <a:pt x="1194" y="9292"/>
                    <a:pt x="1086" y="9292"/>
                  </a:cubicBezTo>
                  <a:cubicBezTo>
                    <a:pt x="977" y="9292"/>
                    <a:pt x="869" y="9361"/>
                    <a:pt x="869" y="9501"/>
                  </a:cubicBezTo>
                  <a:lnTo>
                    <a:pt x="869" y="11765"/>
                  </a:lnTo>
                  <a:lnTo>
                    <a:pt x="403" y="11765"/>
                  </a:lnTo>
                  <a:cubicBezTo>
                    <a:pt x="186" y="11765"/>
                    <a:pt x="0" y="11921"/>
                    <a:pt x="0" y="12138"/>
                  </a:cubicBezTo>
                  <a:lnTo>
                    <a:pt x="0" y="12479"/>
                  </a:lnTo>
                  <a:cubicBezTo>
                    <a:pt x="0" y="12820"/>
                    <a:pt x="279" y="13099"/>
                    <a:pt x="621" y="13099"/>
                  </a:cubicBezTo>
                  <a:lnTo>
                    <a:pt x="9678" y="13099"/>
                  </a:lnTo>
                  <a:cubicBezTo>
                    <a:pt x="9802" y="13099"/>
                    <a:pt x="9895" y="13006"/>
                    <a:pt x="9895" y="12882"/>
                  </a:cubicBezTo>
                  <a:cubicBezTo>
                    <a:pt x="9895" y="12789"/>
                    <a:pt x="9802" y="12696"/>
                    <a:pt x="9678" y="12696"/>
                  </a:cubicBezTo>
                  <a:lnTo>
                    <a:pt x="8375" y="12696"/>
                  </a:lnTo>
                  <a:lnTo>
                    <a:pt x="8375" y="12169"/>
                  </a:lnTo>
                  <a:lnTo>
                    <a:pt x="13587" y="12169"/>
                  </a:lnTo>
                  <a:lnTo>
                    <a:pt x="13587" y="12479"/>
                  </a:lnTo>
                  <a:cubicBezTo>
                    <a:pt x="13587" y="12603"/>
                    <a:pt x="13494" y="12696"/>
                    <a:pt x="13400" y="12696"/>
                  </a:cubicBezTo>
                  <a:lnTo>
                    <a:pt x="10516" y="12696"/>
                  </a:lnTo>
                  <a:cubicBezTo>
                    <a:pt x="10423" y="12696"/>
                    <a:pt x="10330" y="12789"/>
                    <a:pt x="10330" y="12882"/>
                  </a:cubicBezTo>
                  <a:cubicBezTo>
                    <a:pt x="10330" y="13006"/>
                    <a:pt x="10392" y="13099"/>
                    <a:pt x="10516" y="13099"/>
                  </a:cubicBezTo>
                  <a:lnTo>
                    <a:pt x="13400" y="13099"/>
                  </a:lnTo>
                  <a:cubicBezTo>
                    <a:pt x="13711" y="13099"/>
                    <a:pt x="13990" y="12820"/>
                    <a:pt x="13990" y="12479"/>
                  </a:cubicBezTo>
                  <a:lnTo>
                    <a:pt x="13990" y="12138"/>
                  </a:lnTo>
                  <a:cubicBezTo>
                    <a:pt x="13990" y="11921"/>
                    <a:pt x="13835" y="11734"/>
                    <a:pt x="13618" y="11734"/>
                  </a:cubicBezTo>
                  <a:lnTo>
                    <a:pt x="13618" y="11765"/>
                  </a:lnTo>
                  <a:lnTo>
                    <a:pt x="13121" y="11765"/>
                  </a:lnTo>
                  <a:lnTo>
                    <a:pt x="13121" y="7516"/>
                  </a:lnTo>
                  <a:cubicBezTo>
                    <a:pt x="13121" y="7485"/>
                    <a:pt x="13121" y="7485"/>
                    <a:pt x="13121" y="7454"/>
                  </a:cubicBezTo>
                  <a:cubicBezTo>
                    <a:pt x="13276" y="7237"/>
                    <a:pt x="13431" y="6988"/>
                    <a:pt x="13556" y="6709"/>
                  </a:cubicBezTo>
                  <a:cubicBezTo>
                    <a:pt x="15071" y="3375"/>
                    <a:pt x="12432" y="0"/>
                    <a:pt x="92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0" name="Google Shape;13150;p87"/>
            <p:cNvSpPr/>
            <p:nvPr/>
          </p:nvSpPr>
          <p:spPr>
            <a:xfrm>
              <a:off x="7863075" y="3709550"/>
              <a:ext cx="203200" cy="174750"/>
            </a:xfrm>
            <a:custGeom>
              <a:rect b="b" l="l" r="r" t="t"/>
              <a:pathLst>
                <a:path extrusionOk="0" h="6990" w="8128">
                  <a:moveTo>
                    <a:pt x="4374" y="506"/>
                  </a:moveTo>
                  <a:cubicBezTo>
                    <a:pt x="5553" y="847"/>
                    <a:pt x="6422" y="1871"/>
                    <a:pt x="6577" y="3081"/>
                  </a:cubicBezTo>
                  <a:lnTo>
                    <a:pt x="3847" y="3081"/>
                  </a:lnTo>
                  <a:cubicBezTo>
                    <a:pt x="3785" y="3081"/>
                    <a:pt x="3754" y="3050"/>
                    <a:pt x="3754" y="2988"/>
                  </a:cubicBezTo>
                  <a:lnTo>
                    <a:pt x="3754" y="2523"/>
                  </a:lnTo>
                  <a:cubicBezTo>
                    <a:pt x="3754" y="2460"/>
                    <a:pt x="3785" y="2398"/>
                    <a:pt x="3847" y="2398"/>
                  </a:cubicBezTo>
                  <a:cubicBezTo>
                    <a:pt x="4126" y="2398"/>
                    <a:pt x="4343" y="2181"/>
                    <a:pt x="4374" y="1902"/>
                  </a:cubicBezTo>
                  <a:lnTo>
                    <a:pt x="4374" y="506"/>
                  </a:lnTo>
                  <a:close/>
                  <a:moveTo>
                    <a:pt x="2234" y="661"/>
                  </a:moveTo>
                  <a:lnTo>
                    <a:pt x="2234" y="1809"/>
                  </a:lnTo>
                  <a:cubicBezTo>
                    <a:pt x="2234" y="2647"/>
                    <a:pt x="1552" y="3298"/>
                    <a:pt x="745" y="3329"/>
                  </a:cubicBezTo>
                  <a:lnTo>
                    <a:pt x="404" y="3329"/>
                  </a:lnTo>
                  <a:cubicBezTo>
                    <a:pt x="466" y="2150"/>
                    <a:pt x="1179" y="1127"/>
                    <a:pt x="2234" y="661"/>
                  </a:cubicBezTo>
                  <a:close/>
                  <a:moveTo>
                    <a:pt x="2141" y="4787"/>
                  </a:moveTo>
                  <a:cubicBezTo>
                    <a:pt x="2451" y="4787"/>
                    <a:pt x="2699" y="5035"/>
                    <a:pt x="2699" y="5345"/>
                  </a:cubicBezTo>
                  <a:lnTo>
                    <a:pt x="2699" y="6121"/>
                  </a:lnTo>
                  <a:cubicBezTo>
                    <a:pt x="2699" y="6245"/>
                    <a:pt x="2699" y="6338"/>
                    <a:pt x="2668" y="6462"/>
                  </a:cubicBezTo>
                  <a:cubicBezTo>
                    <a:pt x="1800" y="6214"/>
                    <a:pt x="1055" y="5593"/>
                    <a:pt x="683" y="4787"/>
                  </a:cubicBezTo>
                  <a:close/>
                  <a:moveTo>
                    <a:pt x="6391" y="4570"/>
                  </a:moveTo>
                  <a:cubicBezTo>
                    <a:pt x="6018" y="5531"/>
                    <a:pt x="5181" y="6276"/>
                    <a:pt x="4157" y="6493"/>
                  </a:cubicBezTo>
                  <a:lnTo>
                    <a:pt x="4157" y="5842"/>
                  </a:lnTo>
                  <a:cubicBezTo>
                    <a:pt x="4157" y="5128"/>
                    <a:pt x="4747" y="4570"/>
                    <a:pt x="5460" y="4570"/>
                  </a:cubicBezTo>
                  <a:close/>
                  <a:moveTo>
                    <a:pt x="3506" y="382"/>
                  </a:moveTo>
                  <a:cubicBezTo>
                    <a:pt x="3661" y="382"/>
                    <a:pt x="3785" y="382"/>
                    <a:pt x="3940" y="413"/>
                  </a:cubicBezTo>
                  <a:lnTo>
                    <a:pt x="3940" y="1902"/>
                  </a:lnTo>
                  <a:cubicBezTo>
                    <a:pt x="3940" y="1933"/>
                    <a:pt x="3878" y="1995"/>
                    <a:pt x="3816" y="1995"/>
                  </a:cubicBezTo>
                  <a:cubicBezTo>
                    <a:pt x="3537" y="1995"/>
                    <a:pt x="3320" y="2212"/>
                    <a:pt x="3320" y="2523"/>
                  </a:cubicBezTo>
                  <a:lnTo>
                    <a:pt x="3320" y="2988"/>
                  </a:lnTo>
                  <a:cubicBezTo>
                    <a:pt x="3320" y="3267"/>
                    <a:pt x="3537" y="3515"/>
                    <a:pt x="3816" y="3515"/>
                  </a:cubicBezTo>
                  <a:lnTo>
                    <a:pt x="6577" y="3515"/>
                  </a:lnTo>
                  <a:cubicBezTo>
                    <a:pt x="6577" y="3732"/>
                    <a:pt x="6546" y="3949"/>
                    <a:pt x="6515" y="4167"/>
                  </a:cubicBezTo>
                  <a:lnTo>
                    <a:pt x="5429" y="4167"/>
                  </a:lnTo>
                  <a:cubicBezTo>
                    <a:pt x="4499" y="4167"/>
                    <a:pt x="3754" y="4911"/>
                    <a:pt x="3754" y="5842"/>
                  </a:cubicBezTo>
                  <a:lnTo>
                    <a:pt x="3754" y="6555"/>
                  </a:lnTo>
                  <a:lnTo>
                    <a:pt x="3475" y="6555"/>
                  </a:lnTo>
                  <a:cubicBezTo>
                    <a:pt x="3351" y="6555"/>
                    <a:pt x="3227" y="6555"/>
                    <a:pt x="3103" y="6524"/>
                  </a:cubicBezTo>
                  <a:cubicBezTo>
                    <a:pt x="3134" y="6400"/>
                    <a:pt x="3134" y="6276"/>
                    <a:pt x="3134" y="6121"/>
                  </a:cubicBezTo>
                  <a:lnTo>
                    <a:pt x="3134" y="5345"/>
                  </a:lnTo>
                  <a:cubicBezTo>
                    <a:pt x="3134" y="4818"/>
                    <a:pt x="2699" y="4384"/>
                    <a:pt x="2172" y="4384"/>
                  </a:cubicBezTo>
                  <a:lnTo>
                    <a:pt x="528" y="4384"/>
                  </a:lnTo>
                  <a:cubicBezTo>
                    <a:pt x="466" y="4167"/>
                    <a:pt x="435" y="3949"/>
                    <a:pt x="404" y="3701"/>
                  </a:cubicBezTo>
                  <a:lnTo>
                    <a:pt x="745" y="3701"/>
                  </a:lnTo>
                  <a:cubicBezTo>
                    <a:pt x="1800" y="3701"/>
                    <a:pt x="2637" y="2864"/>
                    <a:pt x="2637" y="1809"/>
                  </a:cubicBezTo>
                  <a:lnTo>
                    <a:pt x="2637" y="506"/>
                  </a:lnTo>
                  <a:cubicBezTo>
                    <a:pt x="2917" y="413"/>
                    <a:pt x="3227" y="382"/>
                    <a:pt x="3506" y="382"/>
                  </a:cubicBezTo>
                  <a:close/>
                  <a:moveTo>
                    <a:pt x="3506" y="0"/>
                  </a:moveTo>
                  <a:cubicBezTo>
                    <a:pt x="1715" y="0"/>
                    <a:pt x="1" y="1388"/>
                    <a:pt x="1" y="3484"/>
                  </a:cubicBezTo>
                  <a:cubicBezTo>
                    <a:pt x="1" y="5407"/>
                    <a:pt x="1552" y="6989"/>
                    <a:pt x="3475" y="6989"/>
                  </a:cubicBezTo>
                  <a:cubicBezTo>
                    <a:pt x="6577" y="6989"/>
                    <a:pt x="8128" y="3236"/>
                    <a:pt x="5956" y="1034"/>
                  </a:cubicBezTo>
                  <a:cubicBezTo>
                    <a:pt x="5242" y="320"/>
                    <a:pt x="4365" y="0"/>
                    <a:pt x="35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1" name="Google Shape;13151;p87"/>
          <p:cNvGrpSpPr/>
          <p:nvPr/>
        </p:nvGrpSpPr>
        <p:grpSpPr>
          <a:xfrm>
            <a:off x="3253183" y="2868179"/>
            <a:ext cx="297825" cy="349175"/>
            <a:chOff x="957400" y="1923675"/>
            <a:chExt cx="297825" cy="349175"/>
          </a:xfrm>
        </p:grpSpPr>
        <p:sp>
          <p:nvSpPr>
            <p:cNvPr id="13152" name="Google Shape;13152;p87"/>
            <p:cNvSpPr/>
            <p:nvPr/>
          </p:nvSpPr>
          <p:spPr>
            <a:xfrm>
              <a:off x="1085350" y="1977950"/>
              <a:ext cx="48400" cy="17275"/>
            </a:xfrm>
            <a:custGeom>
              <a:rect b="b" l="l" r="r" t="t"/>
              <a:pathLst>
                <a:path extrusionOk="0" h="691" w="1936">
                  <a:moveTo>
                    <a:pt x="931" y="1"/>
                  </a:moveTo>
                  <a:cubicBezTo>
                    <a:pt x="629" y="1"/>
                    <a:pt x="327" y="117"/>
                    <a:pt x="94" y="350"/>
                  </a:cubicBezTo>
                  <a:cubicBezTo>
                    <a:pt x="1" y="443"/>
                    <a:pt x="1" y="567"/>
                    <a:pt x="94" y="629"/>
                  </a:cubicBezTo>
                  <a:cubicBezTo>
                    <a:pt x="125" y="660"/>
                    <a:pt x="187" y="691"/>
                    <a:pt x="218" y="691"/>
                  </a:cubicBezTo>
                  <a:cubicBezTo>
                    <a:pt x="280" y="691"/>
                    <a:pt x="342" y="660"/>
                    <a:pt x="373" y="629"/>
                  </a:cubicBezTo>
                  <a:cubicBezTo>
                    <a:pt x="528" y="474"/>
                    <a:pt x="714" y="412"/>
                    <a:pt x="931" y="412"/>
                  </a:cubicBezTo>
                  <a:cubicBezTo>
                    <a:pt x="1149" y="412"/>
                    <a:pt x="1335" y="474"/>
                    <a:pt x="1490" y="629"/>
                  </a:cubicBezTo>
                  <a:cubicBezTo>
                    <a:pt x="1533" y="672"/>
                    <a:pt x="1583" y="690"/>
                    <a:pt x="1631" y="690"/>
                  </a:cubicBezTo>
                  <a:cubicBezTo>
                    <a:pt x="1792" y="690"/>
                    <a:pt x="1936" y="492"/>
                    <a:pt x="1769" y="350"/>
                  </a:cubicBezTo>
                  <a:cubicBezTo>
                    <a:pt x="1536" y="117"/>
                    <a:pt x="1234" y="1"/>
                    <a:pt x="9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87"/>
            <p:cNvSpPr/>
            <p:nvPr/>
          </p:nvSpPr>
          <p:spPr>
            <a:xfrm>
              <a:off x="1064725" y="1951200"/>
              <a:ext cx="85800" cy="25425"/>
            </a:xfrm>
            <a:custGeom>
              <a:rect b="b" l="l" r="r" t="t"/>
              <a:pathLst>
                <a:path extrusionOk="0" h="1017" w="3432">
                  <a:moveTo>
                    <a:pt x="1756" y="0"/>
                  </a:moveTo>
                  <a:cubicBezTo>
                    <a:pt x="1175" y="0"/>
                    <a:pt x="593" y="225"/>
                    <a:pt x="143" y="675"/>
                  </a:cubicBezTo>
                  <a:cubicBezTo>
                    <a:pt x="1" y="818"/>
                    <a:pt x="132" y="1016"/>
                    <a:pt x="299" y="1016"/>
                  </a:cubicBezTo>
                  <a:cubicBezTo>
                    <a:pt x="349" y="1016"/>
                    <a:pt x="403" y="998"/>
                    <a:pt x="454" y="954"/>
                  </a:cubicBezTo>
                  <a:cubicBezTo>
                    <a:pt x="810" y="598"/>
                    <a:pt x="1283" y="419"/>
                    <a:pt x="1756" y="419"/>
                  </a:cubicBezTo>
                  <a:cubicBezTo>
                    <a:pt x="2229" y="419"/>
                    <a:pt x="2702" y="598"/>
                    <a:pt x="3059" y="954"/>
                  </a:cubicBezTo>
                  <a:cubicBezTo>
                    <a:pt x="3121" y="985"/>
                    <a:pt x="3152" y="1016"/>
                    <a:pt x="3214" y="1016"/>
                  </a:cubicBezTo>
                  <a:cubicBezTo>
                    <a:pt x="3276" y="1016"/>
                    <a:pt x="3307" y="985"/>
                    <a:pt x="3369" y="954"/>
                  </a:cubicBezTo>
                  <a:cubicBezTo>
                    <a:pt x="3431" y="861"/>
                    <a:pt x="3431" y="737"/>
                    <a:pt x="3369" y="675"/>
                  </a:cubicBezTo>
                  <a:cubicBezTo>
                    <a:pt x="2920" y="225"/>
                    <a:pt x="2338" y="0"/>
                    <a:pt x="1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87"/>
            <p:cNvSpPr/>
            <p:nvPr/>
          </p:nvSpPr>
          <p:spPr>
            <a:xfrm>
              <a:off x="1047350" y="1923675"/>
              <a:ext cx="122550" cy="33750"/>
            </a:xfrm>
            <a:custGeom>
              <a:rect b="b" l="l" r="r" t="t"/>
              <a:pathLst>
                <a:path extrusionOk="0" h="1350" w="4902">
                  <a:moveTo>
                    <a:pt x="2455" y="0"/>
                  </a:moveTo>
                  <a:cubicBezTo>
                    <a:pt x="1598" y="0"/>
                    <a:pt x="745" y="334"/>
                    <a:pt x="94" y="1001"/>
                  </a:cubicBezTo>
                  <a:cubicBezTo>
                    <a:pt x="1" y="1063"/>
                    <a:pt x="1" y="1187"/>
                    <a:pt x="94" y="1280"/>
                  </a:cubicBezTo>
                  <a:cubicBezTo>
                    <a:pt x="125" y="1326"/>
                    <a:pt x="171" y="1350"/>
                    <a:pt x="222" y="1350"/>
                  </a:cubicBezTo>
                  <a:cubicBezTo>
                    <a:pt x="272" y="1350"/>
                    <a:pt x="327" y="1326"/>
                    <a:pt x="373" y="1280"/>
                  </a:cubicBezTo>
                  <a:cubicBezTo>
                    <a:pt x="947" y="706"/>
                    <a:pt x="1699" y="419"/>
                    <a:pt x="2451" y="419"/>
                  </a:cubicBezTo>
                  <a:cubicBezTo>
                    <a:pt x="3204" y="419"/>
                    <a:pt x="3956" y="706"/>
                    <a:pt x="4530" y="1280"/>
                  </a:cubicBezTo>
                  <a:cubicBezTo>
                    <a:pt x="4592" y="1311"/>
                    <a:pt x="4623" y="1342"/>
                    <a:pt x="4685" y="1342"/>
                  </a:cubicBezTo>
                  <a:cubicBezTo>
                    <a:pt x="4747" y="1342"/>
                    <a:pt x="4778" y="1311"/>
                    <a:pt x="4840" y="1280"/>
                  </a:cubicBezTo>
                  <a:cubicBezTo>
                    <a:pt x="4902" y="1187"/>
                    <a:pt x="4902" y="1063"/>
                    <a:pt x="4840" y="1001"/>
                  </a:cubicBezTo>
                  <a:cubicBezTo>
                    <a:pt x="4173" y="334"/>
                    <a:pt x="3312" y="0"/>
                    <a:pt x="24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87"/>
            <p:cNvSpPr/>
            <p:nvPr/>
          </p:nvSpPr>
          <p:spPr>
            <a:xfrm>
              <a:off x="957400" y="2025450"/>
              <a:ext cx="297825" cy="247400"/>
            </a:xfrm>
            <a:custGeom>
              <a:rect b="b" l="l" r="r" t="t"/>
              <a:pathLst>
                <a:path extrusionOk="0" h="9896" w="11913">
                  <a:moveTo>
                    <a:pt x="7197" y="404"/>
                  </a:moveTo>
                  <a:cubicBezTo>
                    <a:pt x="7321" y="404"/>
                    <a:pt x="7476" y="497"/>
                    <a:pt x="7507" y="652"/>
                  </a:cubicBezTo>
                  <a:lnTo>
                    <a:pt x="7507" y="683"/>
                  </a:lnTo>
                  <a:lnTo>
                    <a:pt x="4405" y="683"/>
                  </a:lnTo>
                  <a:lnTo>
                    <a:pt x="4405" y="652"/>
                  </a:lnTo>
                  <a:cubicBezTo>
                    <a:pt x="4436" y="497"/>
                    <a:pt x="4560" y="404"/>
                    <a:pt x="4716" y="404"/>
                  </a:cubicBezTo>
                  <a:close/>
                  <a:moveTo>
                    <a:pt x="7600" y="1086"/>
                  </a:moveTo>
                  <a:lnTo>
                    <a:pt x="7724" y="1551"/>
                  </a:lnTo>
                  <a:lnTo>
                    <a:pt x="4219" y="1551"/>
                  </a:lnTo>
                  <a:lnTo>
                    <a:pt x="4312" y="1086"/>
                  </a:lnTo>
                  <a:close/>
                  <a:moveTo>
                    <a:pt x="3584" y="5425"/>
                  </a:moveTo>
                  <a:cubicBezTo>
                    <a:pt x="3780" y="5425"/>
                    <a:pt x="3940" y="5600"/>
                    <a:pt x="3940" y="5801"/>
                  </a:cubicBezTo>
                  <a:lnTo>
                    <a:pt x="3940" y="7011"/>
                  </a:lnTo>
                  <a:lnTo>
                    <a:pt x="3134" y="7011"/>
                  </a:lnTo>
                  <a:lnTo>
                    <a:pt x="3134" y="5832"/>
                  </a:lnTo>
                  <a:cubicBezTo>
                    <a:pt x="3134" y="5584"/>
                    <a:pt x="3320" y="5429"/>
                    <a:pt x="3537" y="5429"/>
                  </a:cubicBezTo>
                  <a:cubicBezTo>
                    <a:pt x="3553" y="5427"/>
                    <a:pt x="3569" y="5425"/>
                    <a:pt x="3584" y="5425"/>
                  </a:cubicBezTo>
                  <a:close/>
                  <a:moveTo>
                    <a:pt x="8423" y="5425"/>
                  </a:moveTo>
                  <a:cubicBezTo>
                    <a:pt x="8619" y="5425"/>
                    <a:pt x="8779" y="5600"/>
                    <a:pt x="8779" y="5801"/>
                  </a:cubicBezTo>
                  <a:lnTo>
                    <a:pt x="8779" y="7042"/>
                  </a:lnTo>
                  <a:lnTo>
                    <a:pt x="7973" y="7042"/>
                  </a:lnTo>
                  <a:lnTo>
                    <a:pt x="7973" y="5832"/>
                  </a:lnTo>
                  <a:cubicBezTo>
                    <a:pt x="7942" y="5584"/>
                    <a:pt x="8128" y="5429"/>
                    <a:pt x="8376" y="5429"/>
                  </a:cubicBezTo>
                  <a:cubicBezTo>
                    <a:pt x="8392" y="5427"/>
                    <a:pt x="8408" y="5425"/>
                    <a:pt x="8423" y="5425"/>
                  </a:cubicBezTo>
                  <a:close/>
                  <a:moveTo>
                    <a:pt x="4281" y="7445"/>
                  </a:moveTo>
                  <a:cubicBezTo>
                    <a:pt x="4281" y="7445"/>
                    <a:pt x="4312" y="7476"/>
                    <a:pt x="4312" y="7476"/>
                  </a:cubicBezTo>
                  <a:lnTo>
                    <a:pt x="4312" y="7879"/>
                  </a:lnTo>
                  <a:lnTo>
                    <a:pt x="2761" y="7879"/>
                  </a:lnTo>
                  <a:lnTo>
                    <a:pt x="2761" y="7476"/>
                  </a:lnTo>
                  <a:cubicBezTo>
                    <a:pt x="2761" y="7476"/>
                    <a:pt x="2792" y="7445"/>
                    <a:pt x="2792" y="7445"/>
                  </a:cubicBezTo>
                  <a:close/>
                  <a:moveTo>
                    <a:pt x="9120" y="7445"/>
                  </a:moveTo>
                  <a:cubicBezTo>
                    <a:pt x="9120" y="7445"/>
                    <a:pt x="9151" y="7476"/>
                    <a:pt x="9151" y="7476"/>
                  </a:cubicBezTo>
                  <a:lnTo>
                    <a:pt x="9151" y="7879"/>
                  </a:lnTo>
                  <a:lnTo>
                    <a:pt x="7600" y="7879"/>
                  </a:lnTo>
                  <a:lnTo>
                    <a:pt x="7600" y="7476"/>
                  </a:lnTo>
                  <a:cubicBezTo>
                    <a:pt x="7600" y="7476"/>
                    <a:pt x="7631" y="7445"/>
                    <a:pt x="7631" y="7445"/>
                  </a:cubicBezTo>
                  <a:close/>
                  <a:moveTo>
                    <a:pt x="714" y="6018"/>
                  </a:moveTo>
                  <a:cubicBezTo>
                    <a:pt x="1179" y="6483"/>
                    <a:pt x="1831" y="6763"/>
                    <a:pt x="2513" y="6763"/>
                  </a:cubicBezTo>
                  <a:lnTo>
                    <a:pt x="2699" y="6763"/>
                  </a:lnTo>
                  <a:lnTo>
                    <a:pt x="2699" y="7073"/>
                  </a:lnTo>
                  <a:cubicBezTo>
                    <a:pt x="2513" y="7104"/>
                    <a:pt x="2358" y="7290"/>
                    <a:pt x="2358" y="7476"/>
                  </a:cubicBezTo>
                  <a:lnTo>
                    <a:pt x="2358" y="7879"/>
                  </a:lnTo>
                  <a:cubicBezTo>
                    <a:pt x="2358" y="8096"/>
                    <a:pt x="2513" y="8252"/>
                    <a:pt x="2699" y="8314"/>
                  </a:cubicBezTo>
                  <a:lnTo>
                    <a:pt x="2699" y="9523"/>
                  </a:lnTo>
                  <a:lnTo>
                    <a:pt x="1303" y="9523"/>
                  </a:lnTo>
                  <a:cubicBezTo>
                    <a:pt x="993" y="9523"/>
                    <a:pt x="714" y="9244"/>
                    <a:pt x="714" y="8934"/>
                  </a:cubicBezTo>
                  <a:lnTo>
                    <a:pt x="714" y="8903"/>
                  </a:lnTo>
                  <a:lnTo>
                    <a:pt x="714" y="6018"/>
                  </a:lnTo>
                  <a:close/>
                  <a:moveTo>
                    <a:pt x="3940" y="8283"/>
                  </a:moveTo>
                  <a:lnTo>
                    <a:pt x="3940" y="9523"/>
                  </a:lnTo>
                  <a:lnTo>
                    <a:pt x="3134" y="9523"/>
                  </a:lnTo>
                  <a:lnTo>
                    <a:pt x="3134" y="8283"/>
                  </a:lnTo>
                  <a:close/>
                  <a:moveTo>
                    <a:pt x="7538" y="6732"/>
                  </a:moveTo>
                  <a:lnTo>
                    <a:pt x="7538" y="7042"/>
                  </a:lnTo>
                  <a:cubicBezTo>
                    <a:pt x="7352" y="7104"/>
                    <a:pt x="7197" y="7259"/>
                    <a:pt x="7197" y="7476"/>
                  </a:cubicBezTo>
                  <a:lnTo>
                    <a:pt x="7197" y="7879"/>
                  </a:lnTo>
                  <a:cubicBezTo>
                    <a:pt x="7197" y="8065"/>
                    <a:pt x="7352" y="8252"/>
                    <a:pt x="7538" y="8283"/>
                  </a:cubicBezTo>
                  <a:lnTo>
                    <a:pt x="7538" y="9523"/>
                  </a:lnTo>
                  <a:lnTo>
                    <a:pt x="4343" y="9523"/>
                  </a:lnTo>
                  <a:lnTo>
                    <a:pt x="4343" y="8314"/>
                  </a:lnTo>
                  <a:cubicBezTo>
                    <a:pt x="4560" y="8283"/>
                    <a:pt x="4716" y="8096"/>
                    <a:pt x="4716" y="7879"/>
                  </a:cubicBezTo>
                  <a:lnTo>
                    <a:pt x="4716" y="7507"/>
                  </a:lnTo>
                  <a:cubicBezTo>
                    <a:pt x="4716" y="7290"/>
                    <a:pt x="4560" y="7104"/>
                    <a:pt x="4343" y="7073"/>
                  </a:cubicBezTo>
                  <a:lnTo>
                    <a:pt x="4343" y="6763"/>
                  </a:lnTo>
                  <a:lnTo>
                    <a:pt x="7538" y="6732"/>
                  </a:lnTo>
                  <a:close/>
                  <a:moveTo>
                    <a:pt x="8779" y="8283"/>
                  </a:moveTo>
                  <a:lnTo>
                    <a:pt x="8779" y="9523"/>
                  </a:lnTo>
                  <a:lnTo>
                    <a:pt x="7973" y="9523"/>
                  </a:lnTo>
                  <a:lnTo>
                    <a:pt x="7973" y="8283"/>
                  </a:lnTo>
                  <a:close/>
                  <a:moveTo>
                    <a:pt x="4716" y="1"/>
                  </a:moveTo>
                  <a:cubicBezTo>
                    <a:pt x="4374" y="1"/>
                    <a:pt x="4095" y="218"/>
                    <a:pt x="4033" y="559"/>
                  </a:cubicBezTo>
                  <a:lnTo>
                    <a:pt x="3785" y="1551"/>
                  </a:lnTo>
                  <a:lnTo>
                    <a:pt x="3134" y="1551"/>
                  </a:lnTo>
                  <a:cubicBezTo>
                    <a:pt x="3114" y="1544"/>
                    <a:pt x="3097" y="1541"/>
                    <a:pt x="3081" y="1541"/>
                  </a:cubicBezTo>
                  <a:cubicBezTo>
                    <a:pt x="2898" y="1541"/>
                    <a:pt x="2903" y="1960"/>
                    <a:pt x="3096" y="1960"/>
                  </a:cubicBezTo>
                  <a:cubicBezTo>
                    <a:pt x="3108" y="1960"/>
                    <a:pt x="3120" y="1958"/>
                    <a:pt x="3134" y="1955"/>
                  </a:cubicBezTo>
                  <a:lnTo>
                    <a:pt x="11044" y="1955"/>
                  </a:lnTo>
                  <a:cubicBezTo>
                    <a:pt x="11292" y="1955"/>
                    <a:pt x="11509" y="2141"/>
                    <a:pt x="11509" y="2420"/>
                  </a:cubicBezTo>
                  <a:lnTo>
                    <a:pt x="11509" y="4219"/>
                  </a:lnTo>
                  <a:cubicBezTo>
                    <a:pt x="11509" y="5367"/>
                    <a:pt x="10578" y="6328"/>
                    <a:pt x="9399" y="6328"/>
                  </a:cubicBezTo>
                  <a:lnTo>
                    <a:pt x="9182" y="6328"/>
                  </a:lnTo>
                  <a:lnTo>
                    <a:pt x="9182" y="5832"/>
                  </a:lnTo>
                  <a:cubicBezTo>
                    <a:pt x="9182" y="5367"/>
                    <a:pt x="8810" y="4995"/>
                    <a:pt x="8376" y="4995"/>
                  </a:cubicBezTo>
                  <a:cubicBezTo>
                    <a:pt x="7911" y="4995"/>
                    <a:pt x="7538" y="5367"/>
                    <a:pt x="7538" y="5832"/>
                  </a:cubicBezTo>
                  <a:lnTo>
                    <a:pt x="7538" y="6328"/>
                  </a:lnTo>
                  <a:lnTo>
                    <a:pt x="4343" y="6328"/>
                  </a:lnTo>
                  <a:lnTo>
                    <a:pt x="4343" y="5832"/>
                  </a:lnTo>
                  <a:cubicBezTo>
                    <a:pt x="4343" y="5367"/>
                    <a:pt x="3971" y="4995"/>
                    <a:pt x="3537" y="4995"/>
                  </a:cubicBezTo>
                  <a:cubicBezTo>
                    <a:pt x="3072" y="4995"/>
                    <a:pt x="2730" y="5367"/>
                    <a:pt x="2730" y="5832"/>
                  </a:cubicBezTo>
                  <a:lnTo>
                    <a:pt x="2730" y="6328"/>
                  </a:lnTo>
                  <a:lnTo>
                    <a:pt x="2513" y="6328"/>
                  </a:lnTo>
                  <a:cubicBezTo>
                    <a:pt x="1334" y="6328"/>
                    <a:pt x="404" y="5398"/>
                    <a:pt x="404" y="4250"/>
                  </a:cubicBezTo>
                  <a:lnTo>
                    <a:pt x="404" y="2451"/>
                  </a:lnTo>
                  <a:cubicBezTo>
                    <a:pt x="404" y="2172"/>
                    <a:pt x="621" y="1955"/>
                    <a:pt x="869" y="1955"/>
                  </a:cubicBezTo>
                  <a:lnTo>
                    <a:pt x="2296" y="1955"/>
                  </a:lnTo>
                  <a:cubicBezTo>
                    <a:pt x="2315" y="1962"/>
                    <a:pt x="2333" y="1965"/>
                    <a:pt x="2349" y="1965"/>
                  </a:cubicBezTo>
                  <a:cubicBezTo>
                    <a:pt x="2526" y="1965"/>
                    <a:pt x="2526" y="1572"/>
                    <a:pt x="2349" y="1572"/>
                  </a:cubicBezTo>
                  <a:cubicBezTo>
                    <a:pt x="2333" y="1572"/>
                    <a:pt x="2315" y="1575"/>
                    <a:pt x="2296" y="1582"/>
                  </a:cubicBezTo>
                  <a:lnTo>
                    <a:pt x="869" y="1582"/>
                  </a:lnTo>
                  <a:cubicBezTo>
                    <a:pt x="404" y="1582"/>
                    <a:pt x="1" y="1955"/>
                    <a:pt x="1" y="2451"/>
                  </a:cubicBezTo>
                  <a:lnTo>
                    <a:pt x="1" y="4250"/>
                  </a:lnTo>
                  <a:cubicBezTo>
                    <a:pt x="1" y="4684"/>
                    <a:pt x="125" y="5119"/>
                    <a:pt x="311" y="5491"/>
                  </a:cubicBezTo>
                  <a:lnTo>
                    <a:pt x="311" y="8934"/>
                  </a:lnTo>
                  <a:cubicBezTo>
                    <a:pt x="342" y="9461"/>
                    <a:pt x="776" y="9896"/>
                    <a:pt x="1303" y="9896"/>
                  </a:cubicBezTo>
                  <a:lnTo>
                    <a:pt x="10609" y="9896"/>
                  </a:lnTo>
                  <a:cubicBezTo>
                    <a:pt x="11137" y="9896"/>
                    <a:pt x="11602" y="9461"/>
                    <a:pt x="11602" y="8903"/>
                  </a:cubicBezTo>
                  <a:lnTo>
                    <a:pt x="11602" y="7662"/>
                  </a:lnTo>
                  <a:cubicBezTo>
                    <a:pt x="11602" y="7523"/>
                    <a:pt x="11501" y="7453"/>
                    <a:pt x="11400" y="7453"/>
                  </a:cubicBezTo>
                  <a:cubicBezTo>
                    <a:pt x="11299" y="7453"/>
                    <a:pt x="11199" y="7523"/>
                    <a:pt x="11199" y="7662"/>
                  </a:cubicBezTo>
                  <a:lnTo>
                    <a:pt x="11199" y="8903"/>
                  </a:lnTo>
                  <a:cubicBezTo>
                    <a:pt x="11199" y="9244"/>
                    <a:pt x="10919" y="9523"/>
                    <a:pt x="10609" y="9523"/>
                  </a:cubicBezTo>
                  <a:lnTo>
                    <a:pt x="9182" y="9523"/>
                  </a:lnTo>
                  <a:lnTo>
                    <a:pt x="9182" y="8314"/>
                  </a:lnTo>
                  <a:cubicBezTo>
                    <a:pt x="9399" y="8283"/>
                    <a:pt x="9555" y="8096"/>
                    <a:pt x="9555" y="7879"/>
                  </a:cubicBezTo>
                  <a:lnTo>
                    <a:pt x="9555" y="7507"/>
                  </a:lnTo>
                  <a:cubicBezTo>
                    <a:pt x="9555" y="7290"/>
                    <a:pt x="9399" y="7104"/>
                    <a:pt x="9182" y="7073"/>
                  </a:cubicBezTo>
                  <a:lnTo>
                    <a:pt x="9182" y="6763"/>
                  </a:lnTo>
                  <a:lnTo>
                    <a:pt x="9399" y="6763"/>
                  </a:lnTo>
                  <a:cubicBezTo>
                    <a:pt x="10082" y="6763"/>
                    <a:pt x="10702" y="6483"/>
                    <a:pt x="11168" y="6018"/>
                  </a:cubicBezTo>
                  <a:lnTo>
                    <a:pt x="11168" y="6856"/>
                  </a:lnTo>
                  <a:cubicBezTo>
                    <a:pt x="11168" y="6995"/>
                    <a:pt x="11276" y="7065"/>
                    <a:pt x="11385" y="7065"/>
                  </a:cubicBezTo>
                  <a:cubicBezTo>
                    <a:pt x="11493" y="7065"/>
                    <a:pt x="11602" y="6995"/>
                    <a:pt x="11602" y="6856"/>
                  </a:cubicBezTo>
                  <a:lnTo>
                    <a:pt x="11602" y="5522"/>
                  </a:lnTo>
                  <a:cubicBezTo>
                    <a:pt x="11602" y="5522"/>
                    <a:pt x="11602" y="5491"/>
                    <a:pt x="11602" y="5491"/>
                  </a:cubicBezTo>
                  <a:cubicBezTo>
                    <a:pt x="11819" y="5088"/>
                    <a:pt x="11912" y="4684"/>
                    <a:pt x="11912" y="4250"/>
                  </a:cubicBezTo>
                  <a:lnTo>
                    <a:pt x="11912" y="2451"/>
                  </a:lnTo>
                  <a:cubicBezTo>
                    <a:pt x="11912" y="1955"/>
                    <a:pt x="11509" y="1551"/>
                    <a:pt x="11044" y="1551"/>
                  </a:cubicBezTo>
                  <a:lnTo>
                    <a:pt x="8128" y="1551"/>
                  </a:lnTo>
                  <a:lnTo>
                    <a:pt x="7911" y="559"/>
                  </a:lnTo>
                  <a:cubicBezTo>
                    <a:pt x="7818" y="218"/>
                    <a:pt x="7538" y="1"/>
                    <a:pt x="7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6" name="Google Shape;13156;p87"/>
            <p:cNvSpPr/>
            <p:nvPr/>
          </p:nvSpPr>
          <p:spPr>
            <a:xfrm>
              <a:off x="1062875" y="2104550"/>
              <a:ext cx="86875" cy="38025"/>
            </a:xfrm>
            <a:custGeom>
              <a:rect b="b" l="l" r="r" t="t"/>
              <a:pathLst>
                <a:path extrusionOk="0" h="1521" w="3475">
                  <a:moveTo>
                    <a:pt x="3040" y="404"/>
                  </a:moveTo>
                  <a:cubicBezTo>
                    <a:pt x="3071" y="404"/>
                    <a:pt x="3071" y="435"/>
                    <a:pt x="3071" y="466"/>
                  </a:cubicBezTo>
                  <a:lnTo>
                    <a:pt x="3071" y="1055"/>
                  </a:lnTo>
                  <a:cubicBezTo>
                    <a:pt x="3071" y="1086"/>
                    <a:pt x="3071" y="1117"/>
                    <a:pt x="3040" y="1117"/>
                  </a:cubicBezTo>
                  <a:lnTo>
                    <a:pt x="435" y="1117"/>
                  </a:lnTo>
                  <a:cubicBezTo>
                    <a:pt x="404" y="1117"/>
                    <a:pt x="404" y="1086"/>
                    <a:pt x="404" y="1055"/>
                  </a:cubicBezTo>
                  <a:lnTo>
                    <a:pt x="404" y="466"/>
                  </a:lnTo>
                  <a:cubicBezTo>
                    <a:pt x="404" y="435"/>
                    <a:pt x="404" y="404"/>
                    <a:pt x="435" y="404"/>
                  </a:cubicBezTo>
                  <a:close/>
                  <a:moveTo>
                    <a:pt x="435" y="0"/>
                  </a:moveTo>
                  <a:cubicBezTo>
                    <a:pt x="186" y="0"/>
                    <a:pt x="0" y="218"/>
                    <a:pt x="0" y="466"/>
                  </a:cubicBezTo>
                  <a:lnTo>
                    <a:pt x="0" y="1055"/>
                  </a:lnTo>
                  <a:cubicBezTo>
                    <a:pt x="0" y="1303"/>
                    <a:pt x="186" y="1520"/>
                    <a:pt x="435" y="1520"/>
                  </a:cubicBezTo>
                  <a:lnTo>
                    <a:pt x="3040" y="1520"/>
                  </a:lnTo>
                  <a:cubicBezTo>
                    <a:pt x="3288" y="1520"/>
                    <a:pt x="3474" y="1303"/>
                    <a:pt x="3474" y="1055"/>
                  </a:cubicBezTo>
                  <a:lnTo>
                    <a:pt x="3474" y="466"/>
                  </a:lnTo>
                  <a:cubicBezTo>
                    <a:pt x="3474" y="218"/>
                    <a:pt x="3288" y="0"/>
                    <a:pt x="30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7" name="Google Shape;13157;p87"/>
          <p:cNvGrpSpPr/>
          <p:nvPr/>
        </p:nvGrpSpPr>
        <p:grpSpPr>
          <a:xfrm>
            <a:off x="3993514" y="2873704"/>
            <a:ext cx="349775" cy="338125"/>
            <a:chOff x="6970500" y="3673350"/>
            <a:chExt cx="349775" cy="338125"/>
          </a:xfrm>
        </p:grpSpPr>
        <p:sp>
          <p:nvSpPr>
            <p:cNvPr id="13158" name="Google Shape;13158;p87"/>
            <p:cNvSpPr/>
            <p:nvPr/>
          </p:nvSpPr>
          <p:spPr>
            <a:xfrm>
              <a:off x="6970500" y="3673350"/>
              <a:ext cx="349775" cy="338125"/>
            </a:xfrm>
            <a:custGeom>
              <a:rect b="b" l="l" r="r" t="t"/>
              <a:pathLst>
                <a:path extrusionOk="0" h="13525" w="13991">
                  <a:moveTo>
                    <a:pt x="6995" y="12617"/>
                  </a:moveTo>
                  <a:cubicBezTo>
                    <a:pt x="7112" y="12617"/>
                    <a:pt x="7228" y="12702"/>
                    <a:pt x="7228" y="12873"/>
                  </a:cubicBezTo>
                  <a:cubicBezTo>
                    <a:pt x="7228" y="12997"/>
                    <a:pt x="7135" y="13090"/>
                    <a:pt x="7011" y="13090"/>
                  </a:cubicBezTo>
                  <a:cubicBezTo>
                    <a:pt x="6856" y="13090"/>
                    <a:pt x="6763" y="12997"/>
                    <a:pt x="6763" y="12873"/>
                  </a:cubicBezTo>
                  <a:cubicBezTo>
                    <a:pt x="6763" y="12702"/>
                    <a:pt x="6879" y="12617"/>
                    <a:pt x="6995" y="12617"/>
                  </a:cubicBezTo>
                  <a:close/>
                  <a:moveTo>
                    <a:pt x="373" y="0"/>
                  </a:moveTo>
                  <a:cubicBezTo>
                    <a:pt x="156" y="0"/>
                    <a:pt x="0" y="155"/>
                    <a:pt x="0" y="372"/>
                  </a:cubicBezTo>
                  <a:lnTo>
                    <a:pt x="0" y="1210"/>
                  </a:lnTo>
                  <a:cubicBezTo>
                    <a:pt x="0" y="1396"/>
                    <a:pt x="156" y="1551"/>
                    <a:pt x="373" y="1582"/>
                  </a:cubicBezTo>
                  <a:lnTo>
                    <a:pt x="621" y="1582"/>
                  </a:lnTo>
                  <a:lnTo>
                    <a:pt x="621" y="9771"/>
                  </a:lnTo>
                  <a:cubicBezTo>
                    <a:pt x="621" y="10174"/>
                    <a:pt x="962" y="10485"/>
                    <a:pt x="1365" y="10485"/>
                  </a:cubicBezTo>
                  <a:lnTo>
                    <a:pt x="6794" y="10485"/>
                  </a:lnTo>
                  <a:lnTo>
                    <a:pt x="6794" y="12253"/>
                  </a:lnTo>
                  <a:cubicBezTo>
                    <a:pt x="6080" y="12470"/>
                    <a:pt x="6266" y="13524"/>
                    <a:pt x="6980" y="13524"/>
                  </a:cubicBezTo>
                  <a:cubicBezTo>
                    <a:pt x="7724" y="13524"/>
                    <a:pt x="7879" y="12470"/>
                    <a:pt x="7197" y="12253"/>
                  </a:cubicBezTo>
                  <a:lnTo>
                    <a:pt x="7197" y="10485"/>
                  </a:lnTo>
                  <a:lnTo>
                    <a:pt x="10609" y="10485"/>
                  </a:lnTo>
                  <a:cubicBezTo>
                    <a:pt x="10616" y="10486"/>
                    <a:pt x="10623" y="10486"/>
                    <a:pt x="10629" y="10486"/>
                  </a:cubicBezTo>
                  <a:cubicBezTo>
                    <a:pt x="10819" y="10486"/>
                    <a:pt x="10819" y="10080"/>
                    <a:pt x="10629" y="10080"/>
                  </a:cubicBezTo>
                  <a:cubicBezTo>
                    <a:pt x="10623" y="10080"/>
                    <a:pt x="10616" y="10080"/>
                    <a:pt x="10609" y="10081"/>
                  </a:cubicBezTo>
                  <a:lnTo>
                    <a:pt x="1365" y="10081"/>
                  </a:lnTo>
                  <a:cubicBezTo>
                    <a:pt x="1179" y="10081"/>
                    <a:pt x="1055" y="9926"/>
                    <a:pt x="1055" y="9771"/>
                  </a:cubicBezTo>
                  <a:lnTo>
                    <a:pt x="1055" y="1582"/>
                  </a:lnTo>
                  <a:lnTo>
                    <a:pt x="12967" y="1582"/>
                  </a:lnTo>
                  <a:lnTo>
                    <a:pt x="12967" y="9771"/>
                  </a:lnTo>
                  <a:cubicBezTo>
                    <a:pt x="12967" y="9926"/>
                    <a:pt x="12811" y="10081"/>
                    <a:pt x="12625" y="10081"/>
                  </a:cubicBezTo>
                  <a:lnTo>
                    <a:pt x="11416" y="10081"/>
                  </a:lnTo>
                  <a:cubicBezTo>
                    <a:pt x="11198" y="10112"/>
                    <a:pt x="11198" y="10454"/>
                    <a:pt x="11416" y="10485"/>
                  </a:cubicBezTo>
                  <a:lnTo>
                    <a:pt x="12625" y="10485"/>
                  </a:lnTo>
                  <a:cubicBezTo>
                    <a:pt x="13029" y="10485"/>
                    <a:pt x="13370" y="10174"/>
                    <a:pt x="13370" y="9771"/>
                  </a:cubicBezTo>
                  <a:lnTo>
                    <a:pt x="13370" y="1582"/>
                  </a:lnTo>
                  <a:lnTo>
                    <a:pt x="13618" y="1582"/>
                  </a:lnTo>
                  <a:cubicBezTo>
                    <a:pt x="13804" y="1582"/>
                    <a:pt x="13990" y="1396"/>
                    <a:pt x="13990" y="1210"/>
                  </a:cubicBezTo>
                  <a:lnTo>
                    <a:pt x="13990" y="372"/>
                  </a:lnTo>
                  <a:cubicBezTo>
                    <a:pt x="13990" y="155"/>
                    <a:pt x="13804" y="0"/>
                    <a:pt x="13618" y="0"/>
                  </a:cubicBezTo>
                  <a:lnTo>
                    <a:pt x="5832" y="0"/>
                  </a:lnTo>
                  <a:cubicBezTo>
                    <a:pt x="5553" y="0"/>
                    <a:pt x="5553" y="403"/>
                    <a:pt x="5832" y="403"/>
                  </a:cubicBezTo>
                  <a:lnTo>
                    <a:pt x="13556" y="403"/>
                  </a:lnTo>
                  <a:lnTo>
                    <a:pt x="13556" y="1148"/>
                  </a:lnTo>
                  <a:lnTo>
                    <a:pt x="435" y="1148"/>
                  </a:lnTo>
                  <a:lnTo>
                    <a:pt x="435" y="403"/>
                  </a:lnTo>
                  <a:lnTo>
                    <a:pt x="5026" y="403"/>
                  </a:lnTo>
                  <a:cubicBezTo>
                    <a:pt x="5274" y="403"/>
                    <a:pt x="5274" y="0"/>
                    <a:pt x="50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87"/>
            <p:cNvSpPr/>
            <p:nvPr/>
          </p:nvSpPr>
          <p:spPr>
            <a:xfrm>
              <a:off x="7202725" y="3883500"/>
              <a:ext cx="38450" cy="15825"/>
            </a:xfrm>
            <a:custGeom>
              <a:rect b="b" l="l" r="r" t="t"/>
              <a:pathLst>
                <a:path extrusionOk="0" h="633" w="1538">
                  <a:moveTo>
                    <a:pt x="793" y="0"/>
                  </a:moveTo>
                  <a:cubicBezTo>
                    <a:pt x="545" y="0"/>
                    <a:pt x="327" y="93"/>
                    <a:pt x="141" y="279"/>
                  </a:cubicBezTo>
                  <a:cubicBezTo>
                    <a:pt x="0" y="420"/>
                    <a:pt x="127" y="633"/>
                    <a:pt x="290" y="633"/>
                  </a:cubicBezTo>
                  <a:cubicBezTo>
                    <a:pt x="343" y="633"/>
                    <a:pt x="399" y="611"/>
                    <a:pt x="452" y="559"/>
                  </a:cubicBezTo>
                  <a:cubicBezTo>
                    <a:pt x="545" y="466"/>
                    <a:pt x="676" y="419"/>
                    <a:pt x="808" y="419"/>
                  </a:cubicBezTo>
                  <a:cubicBezTo>
                    <a:pt x="940" y="419"/>
                    <a:pt x="1072" y="466"/>
                    <a:pt x="1165" y="559"/>
                  </a:cubicBezTo>
                  <a:cubicBezTo>
                    <a:pt x="1196" y="621"/>
                    <a:pt x="1258" y="621"/>
                    <a:pt x="1320" y="621"/>
                  </a:cubicBezTo>
                  <a:cubicBezTo>
                    <a:pt x="1382" y="621"/>
                    <a:pt x="1413" y="621"/>
                    <a:pt x="1475" y="559"/>
                  </a:cubicBezTo>
                  <a:cubicBezTo>
                    <a:pt x="1537" y="497"/>
                    <a:pt x="1537" y="372"/>
                    <a:pt x="1475" y="279"/>
                  </a:cubicBezTo>
                  <a:cubicBezTo>
                    <a:pt x="1289" y="93"/>
                    <a:pt x="1041" y="0"/>
                    <a:pt x="7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87"/>
            <p:cNvSpPr/>
            <p:nvPr/>
          </p:nvSpPr>
          <p:spPr>
            <a:xfrm>
              <a:off x="7190725" y="3864300"/>
              <a:ext cx="64400" cy="21550"/>
            </a:xfrm>
            <a:custGeom>
              <a:rect b="b" l="l" r="r" t="t"/>
              <a:pathLst>
                <a:path extrusionOk="0" h="862" w="2576">
                  <a:moveTo>
                    <a:pt x="1288" y="1"/>
                  </a:moveTo>
                  <a:cubicBezTo>
                    <a:pt x="854" y="1"/>
                    <a:pt x="420" y="163"/>
                    <a:pt x="94" y="489"/>
                  </a:cubicBezTo>
                  <a:cubicBezTo>
                    <a:pt x="1" y="582"/>
                    <a:pt x="1" y="706"/>
                    <a:pt x="94" y="799"/>
                  </a:cubicBezTo>
                  <a:cubicBezTo>
                    <a:pt x="125" y="830"/>
                    <a:pt x="172" y="846"/>
                    <a:pt x="222" y="846"/>
                  </a:cubicBezTo>
                  <a:cubicBezTo>
                    <a:pt x="272" y="846"/>
                    <a:pt x="327" y="830"/>
                    <a:pt x="373" y="799"/>
                  </a:cubicBezTo>
                  <a:cubicBezTo>
                    <a:pt x="621" y="536"/>
                    <a:pt x="955" y="404"/>
                    <a:pt x="1288" y="404"/>
                  </a:cubicBezTo>
                  <a:cubicBezTo>
                    <a:pt x="1622" y="404"/>
                    <a:pt x="1955" y="536"/>
                    <a:pt x="2203" y="799"/>
                  </a:cubicBezTo>
                  <a:cubicBezTo>
                    <a:pt x="2234" y="830"/>
                    <a:pt x="2296" y="861"/>
                    <a:pt x="2358" y="861"/>
                  </a:cubicBezTo>
                  <a:cubicBezTo>
                    <a:pt x="2389" y="861"/>
                    <a:pt x="2451" y="830"/>
                    <a:pt x="2483" y="799"/>
                  </a:cubicBezTo>
                  <a:cubicBezTo>
                    <a:pt x="2576" y="706"/>
                    <a:pt x="2576" y="582"/>
                    <a:pt x="2483" y="489"/>
                  </a:cubicBezTo>
                  <a:cubicBezTo>
                    <a:pt x="2157" y="163"/>
                    <a:pt x="1723" y="1"/>
                    <a:pt x="1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87"/>
            <p:cNvSpPr/>
            <p:nvPr/>
          </p:nvSpPr>
          <p:spPr>
            <a:xfrm>
              <a:off x="7176775" y="3844525"/>
              <a:ext cx="92300" cy="27350"/>
            </a:xfrm>
            <a:custGeom>
              <a:rect b="b" l="l" r="r" t="t"/>
              <a:pathLst>
                <a:path extrusionOk="0" h="1094" w="3692">
                  <a:moveTo>
                    <a:pt x="1842" y="1"/>
                  </a:moveTo>
                  <a:cubicBezTo>
                    <a:pt x="1203" y="1"/>
                    <a:pt x="559" y="241"/>
                    <a:pt x="63" y="722"/>
                  </a:cubicBezTo>
                  <a:cubicBezTo>
                    <a:pt x="1" y="815"/>
                    <a:pt x="1" y="939"/>
                    <a:pt x="63" y="1032"/>
                  </a:cubicBezTo>
                  <a:cubicBezTo>
                    <a:pt x="109" y="1063"/>
                    <a:pt x="163" y="1078"/>
                    <a:pt x="218" y="1078"/>
                  </a:cubicBezTo>
                  <a:cubicBezTo>
                    <a:pt x="272" y="1078"/>
                    <a:pt x="326" y="1063"/>
                    <a:pt x="373" y="1032"/>
                  </a:cubicBezTo>
                  <a:cubicBezTo>
                    <a:pt x="776" y="613"/>
                    <a:pt x="1311" y="404"/>
                    <a:pt x="1846" y="404"/>
                  </a:cubicBezTo>
                  <a:cubicBezTo>
                    <a:pt x="2381" y="404"/>
                    <a:pt x="2916" y="613"/>
                    <a:pt x="3320" y="1032"/>
                  </a:cubicBezTo>
                  <a:cubicBezTo>
                    <a:pt x="3351" y="1063"/>
                    <a:pt x="3413" y="1094"/>
                    <a:pt x="3475" y="1094"/>
                  </a:cubicBezTo>
                  <a:cubicBezTo>
                    <a:pt x="3537" y="1094"/>
                    <a:pt x="3568" y="1063"/>
                    <a:pt x="3599" y="1032"/>
                  </a:cubicBezTo>
                  <a:cubicBezTo>
                    <a:pt x="3692" y="939"/>
                    <a:pt x="3692" y="815"/>
                    <a:pt x="3599" y="722"/>
                  </a:cubicBezTo>
                  <a:cubicBezTo>
                    <a:pt x="3118" y="241"/>
                    <a:pt x="2482" y="1"/>
                    <a:pt x="18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87"/>
            <p:cNvSpPr/>
            <p:nvPr/>
          </p:nvSpPr>
          <p:spPr>
            <a:xfrm>
              <a:off x="7020125" y="3734600"/>
              <a:ext cx="111700" cy="33375"/>
            </a:xfrm>
            <a:custGeom>
              <a:rect b="b" l="l" r="r" t="t"/>
              <a:pathLst>
                <a:path extrusionOk="0" h="1335" w="4468">
                  <a:moveTo>
                    <a:pt x="4064" y="404"/>
                  </a:moveTo>
                  <a:lnTo>
                    <a:pt x="4064" y="931"/>
                  </a:lnTo>
                  <a:lnTo>
                    <a:pt x="435" y="931"/>
                  </a:lnTo>
                  <a:lnTo>
                    <a:pt x="435" y="404"/>
                  </a:lnTo>
                  <a:close/>
                  <a:moveTo>
                    <a:pt x="373" y="1"/>
                  </a:moveTo>
                  <a:cubicBezTo>
                    <a:pt x="156" y="1"/>
                    <a:pt x="1" y="156"/>
                    <a:pt x="1" y="342"/>
                  </a:cubicBezTo>
                  <a:lnTo>
                    <a:pt x="1" y="993"/>
                  </a:lnTo>
                  <a:cubicBezTo>
                    <a:pt x="1" y="1179"/>
                    <a:pt x="156" y="1334"/>
                    <a:pt x="373" y="1334"/>
                  </a:cubicBezTo>
                  <a:lnTo>
                    <a:pt x="4095" y="1334"/>
                  </a:lnTo>
                  <a:cubicBezTo>
                    <a:pt x="4312" y="1334"/>
                    <a:pt x="4467" y="1179"/>
                    <a:pt x="4467" y="993"/>
                  </a:cubicBezTo>
                  <a:lnTo>
                    <a:pt x="4467" y="342"/>
                  </a:lnTo>
                  <a:cubicBezTo>
                    <a:pt x="4467" y="156"/>
                    <a:pt x="4312" y="1"/>
                    <a:pt x="4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87"/>
            <p:cNvSpPr/>
            <p:nvPr/>
          </p:nvSpPr>
          <p:spPr>
            <a:xfrm>
              <a:off x="7172125" y="3735375"/>
              <a:ext cx="93075" cy="86100"/>
            </a:xfrm>
            <a:custGeom>
              <a:rect b="b" l="l" r="r" t="t"/>
              <a:pathLst>
                <a:path extrusionOk="0" h="3444" w="3723">
                  <a:moveTo>
                    <a:pt x="3320" y="435"/>
                  </a:moveTo>
                  <a:lnTo>
                    <a:pt x="3320" y="3040"/>
                  </a:lnTo>
                  <a:lnTo>
                    <a:pt x="435" y="3040"/>
                  </a:lnTo>
                  <a:lnTo>
                    <a:pt x="435" y="435"/>
                  </a:lnTo>
                  <a:close/>
                  <a:moveTo>
                    <a:pt x="373" y="1"/>
                  </a:moveTo>
                  <a:cubicBezTo>
                    <a:pt x="156" y="1"/>
                    <a:pt x="0" y="156"/>
                    <a:pt x="0" y="373"/>
                  </a:cubicBezTo>
                  <a:lnTo>
                    <a:pt x="0" y="3071"/>
                  </a:lnTo>
                  <a:cubicBezTo>
                    <a:pt x="0" y="3289"/>
                    <a:pt x="156" y="3444"/>
                    <a:pt x="373" y="3444"/>
                  </a:cubicBezTo>
                  <a:lnTo>
                    <a:pt x="3382" y="3444"/>
                  </a:lnTo>
                  <a:cubicBezTo>
                    <a:pt x="3568" y="3444"/>
                    <a:pt x="3723" y="3289"/>
                    <a:pt x="3723" y="3071"/>
                  </a:cubicBezTo>
                  <a:lnTo>
                    <a:pt x="3723" y="373"/>
                  </a:lnTo>
                  <a:cubicBezTo>
                    <a:pt x="3723" y="156"/>
                    <a:pt x="3568" y="1"/>
                    <a:pt x="3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87"/>
            <p:cNvSpPr/>
            <p:nvPr/>
          </p:nvSpPr>
          <p:spPr>
            <a:xfrm>
              <a:off x="7024775" y="3785000"/>
              <a:ext cx="103175" cy="10125"/>
            </a:xfrm>
            <a:custGeom>
              <a:rect b="b" l="l" r="r" t="t"/>
              <a:pathLst>
                <a:path extrusionOk="0" h="405" w="4127">
                  <a:moveTo>
                    <a:pt x="187" y="1"/>
                  </a:moveTo>
                  <a:cubicBezTo>
                    <a:pt x="94" y="1"/>
                    <a:pt x="1" y="94"/>
                    <a:pt x="1" y="218"/>
                  </a:cubicBezTo>
                  <a:cubicBezTo>
                    <a:pt x="1" y="311"/>
                    <a:pt x="94" y="404"/>
                    <a:pt x="187" y="404"/>
                  </a:cubicBezTo>
                  <a:lnTo>
                    <a:pt x="3909" y="404"/>
                  </a:lnTo>
                  <a:cubicBezTo>
                    <a:pt x="4033" y="404"/>
                    <a:pt x="4126" y="311"/>
                    <a:pt x="4126" y="218"/>
                  </a:cubicBezTo>
                  <a:cubicBezTo>
                    <a:pt x="4126" y="94"/>
                    <a:pt x="4033" y="1"/>
                    <a:pt x="39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87"/>
            <p:cNvSpPr/>
            <p:nvPr/>
          </p:nvSpPr>
          <p:spPr>
            <a:xfrm>
              <a:off x="7024775" y="3812925"/>
              <a:ext cx="103175" cy="10100"/>
            </a:xfrm>
            <a:custGeom>
              <a:rect b="b" l="l" r="r" t="t"/>
              <a:pathLst>
                <a:path extrusionOk="0" h="404" w="4127">
                  <a:moveTo>
                    <a:pt x="187" y="1"/>
                  </a:moveTo>
                  <a:cubicBezTo>
                    <a:pt x="94" y="1"/>
                    <a:pt x="1" y="94"/>
                    <a:pt x="1" y="187"/>
                  </a:cubicBezTo>
                  <a:cubicBezTo>
                    <a:pt x="1" y="311"/>
                    <a:pt x="94" y="404"/>
                    <a:pt x="187" y="404"/>
                  </a:cubicBezTo>
                  <a:lnTo>
                    <a:pt x="3909" y="404"/>
                  </a:lnTo>
                  <a:cubicBezTo>
                    <a:pt x="4033" y="404"/>
                    <a:pt x="4126" y="311"/>
                    <a:pt x="4126" y="187"/>
                  </a:cubicBezTo>
                  <a:cubicBezTo>
                    <a:pt x="4126" y="94"/>
                    <a:pt x="4033" y="1"/>
                    <a:pt x="39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6" name="Google Shape;13166;p87"/>
            <p:cNvSpPr/>
            <p:nvPr/>
          </p:nvSpPr>
          <p:spPr>
            <a:xfrm>
              <a:off x="7024775" y="3840075"/>
              <a:ext cx="102400" cy="10100"/>
            </a:xfrm>
            <a:custGeom>
              <a:rect b="b" l="l" r="r" t="t"/>
              <a:pathLst>
                <a:path extrusionOk="0" h="404" w="4096">
                  <a:moveTo>
                    <a:pt x="187" y="0"/>
                  </a:moveTo>
                  <a:cubicBezTo>
                    <a:pt x="1" y="62"/>
                    <a:pt x="1" y="341"/>
                    <a:pt x="187" y="403"/>
                  </a:cubicBezTo>
                  <a:lnTo>
                    <a:pt x="3909" y="403"/>
                  </a:lnTo>
                  <a:cubicBezTo>
                    <a:pt x="4095" y="341"/>
                    <a:pt x="4095" y="62"/>
                    <a:pt x="39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7" name="Google Shape;13167;p87"/>
            <p:cNvSpPr/>
            <p:nvPr/>
          </p:nvSpPr>
          <p:spPr>
            <a:xfrm>
              <a:off x="7024000" y="3867975"/>
              <a:ext cx="104725" cy="10125"/>
            </a:xfrm>
            <a:custGeom>
              <a:rect b="b" l="l" r="r" t="t"/>
              <a:pathLst>
                <a:path extrusionOk="0" h="405" w="4189">
                  <a:moveTo>
                    <a:pt x="218" y="1"/>
                  </a:moveTo>
                  <a:cubicBezTo>
                    <a:pt x="1" y="32"/>
                    <a:pt x="1" y="373"/>
                    <a:pt x="218" y="404"/>
                  </a:cubicBezTo>
                  <a:lnTo>
                    <a:pt x="3940" y="404"/>
                  </a:lnTo>
                  <a:cubicBezTo>
                    <a:pt x="4188" y="373"/>
                    <a:pt x="4188" y="32"/>
                    <a:pt x="39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8" name="Google Shape;13168;p87"/>
            <p:cNvSpPr/>
            <p:nvPr/>
          </p:nvSpPr>
          <p:spPr>
            <a:xfrm>
              <a:off x="7024000" y="3895900"/>
              <a:ext cx="104725" cy="10100"/>
            </a:xfrm>
            <a:custGeom>
              <a:rect b="b" l="l" r="r" t="t"/>
              <a:pathLst>
                <a:path extrusionOk="0" h="404" w="4189">
                  <a:moveTo>
                    <a:pt x="218" y="1"/>
                  </a:moveTo>
                  <a:cubicBezTo>
                    <a:pt x="1" y="32"/>
                    <a:pt x="1" y="373"/>
                    <a:pt x="218" y="404"/>
                  </a:cubicBezTo>
                  <a:lnTo>
                    <a:pt x="3940" y="404"/>
                  </a:lnTo>
                  <a:cubicBezTo>
                    <a:pt x="4188" y="373"/>
                    <a:pt x="4188" y="32"/>
                    <a:pt x="39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69" name="Google Shape;13169;p87"/>
          <p:cNvGrpSpPr/>
          <p:nvPr/>
        </p:nvGrpSpPr>
        <p:grpSpPr>
          <a:xfrm>
            <a:off x="4725464" y="2874054"/>
            <a:ext cx="349000" cy="337425"/>
            <a:chOff x="6217500" y="3673850"/>
            <a:chExt cx="349000" cy="337425"/>
          </a:xfrm>
        </p:grpSpPr>
        <p:sp>
          <p:nvSpPr>
            <p:cNvPr id="13170" name="Google Shape;13170;p87"/>
            <p:cNvSpPr/>
            <p:nvPr/>
          </p:nvSpPr>
          <p:spPr>
            <a:xfrm>
              <a:off x="6217500" y="3673850"/>
              <a:ext cx="349000" cy="337425"/>
            </a:xfrm>
            <a:custGeom>
              <a:rect b="b" l="l" r="r" t="t"/>
              <a:pathLst>
                <a:path extrusionOk="0" h="13497" w="13960">
                  <a:moveTo>
                    <a:pt x="12843" y="4416"/>
                  </a:moveTo>
                  <a:lnTo>
                    <a:pt x="12843" y="4974"/>
                  </a:lnTo>
                  <a:cubicBezTo>
                    <a:pt x="12843" y="5098"/>
                    <a:pt x="12750" y="5191"/>
                    <a:pt x="12626" y="5191"/>
                  </a:cubicBezTo>
                  <a:lnTo>
                    <a:pt x="6794" y="5191"/>
                  </a:lnTo>
                  <a:lnTo>
                    <a:pt x="6794" y="5098"/>
                  </a:lnTo>
                  <a:cubicBezTo>
                    <a:pt x="6794" y="4850"/>
                    <a:pt x="6763" y="4633"/>
                    <a:pt x="6701" y="4416"/>
                  </a:cubicBezTo>
                  <a:close/>
                  <a:moveTo>
                    <a:pt x="7756" y="5595"/>
                  </a:moveTo>
                  <a:lnTo>
                    <a:pt x="7662" y="6153"/>
                  </a:lnTo>
                  <a:lnTo>
                    <a:pt x="6794" y="6153"/>
                  </a:lnTo>
                  <a:lnTo>
                    <a:pt x="6794" y="5595"/>
                  </a:lnTo>
                  <a:close/>
                  <a:moveTo>
                    <a:pt x="9524" y="5595"/>
                  </a:moveTo>
                  <a:lnTo>
                    <a:pt x="9617" y="6153"/>
                  </a:lnTo>
                  <a:lnTo>
                    <a:pt x="8097" y="6153"/>
                  </a:lnTo>
                  <a:lnTo>
                    <a:pt x="8190" y="5595"/>
                  </a:lnTo>
                  <a:close/>
                  <a:moveTo>
                    <a:pt x="2513" y="6587"/>
                  </a:moveTo>
                  <a:lnTo>
                    <a:pt x="2513" y="7052"/>
                  </a:lnTo>
                  <a:lnTo>
                    <a:pt x="435" y="7021"/>
                  </a:lnTo>
                  <a:cubicBezTo>
                    <a:pt x="435" y="7021"/>
                    <a:pt x="404" y="7021"/>
                    <a:pt x="404" y="6990"/>
                  </a:cubicBezTo>
                  <a:lnTo>
                    <a:pt x="404" y="6618"/>
                  </a:lnTo>
                  <a:cubicBezTo>
                    <a:pt x="404" y="6587"/>
                    <a:pt x="435" y="6587"/>
                    <a:pt x="435" y="6587"/>
                  </a:cubicBezTo>
                  <a:close/>
                  <a:moveTo>
                    <a:pt x="13494" y="6587"/>
                  </a:moveTo>
                  <a:cubicBezTo>
                    <a:pt x="13525" y="6587"/>
                    <a:pt x="13556" y="6587"/>
                    <a:pt x="13556" y="6618"/>
                  </a:cubicBezTo>
                  <a:lnTo>
                    <a:pt x="13556" y="7052"/>
                  </a:lnTo>
                  <a:lnTo>
                    <a:pt x="6794" y="7052"/>
                  </a:lnTo>
                  <a:lnTo>
                    <a:pt x="6794" y="6587"/>
                  </a:lnTo>
                  <a:close/>
                  <a:moveTo>
                    <a:pt x="13556" y="7456"/>
                  </a:moveTo>
                  <a:lnTo>
                    <a:pt x="13556" y="9100"/>
                  </a:lnTo>
                  <a:lnTo>
                    <a:pt x="9710" y="9100"/>
                  </a:lnTo>
                  <a:lnTo>
                    <a:pt x="9710" y="7456"/>
                  </a:lnTo>
                  <a:close/>
                  <a:moveTo>
                    <a:pt x="4685" y="6494"/>
                  </a:moveTo>
                  <a:cubicBezTo>
                    <a:pt x="4840" y="6494"/>
                    <a:pt x="4964" y="6618"/>
                    <a:pt x="4964" y="6773"/>
                  </a:cubicBezTo>
                  <a:lnTo>
                    <a:pt x="4964" y="9658"/>
                  </a:lnTo>
                  <a:lnTo>
                    <a:pt x="4343" y="9689"/>
                  </a:lnTo>
                  <a:lnTo>
                    <a:pt x="4343" y="6773"/>
                  </a:lnTo>
                  <a:cubicBezTo>
                    <a:pt x="4343" y="6618"/>
                    <a:pt x="4467" y="6494"/>
                    <a:pt x="4623" y="6494"/>
                  </a:cubicBezTo>
                  <a:close/>
                  <a:moveTo>
                    <a:pt x="6360" y="10092"/>
                  </a:moveTo>
                  <a:cubicBezTo>
                    <a:pt x="6453" y="10092"/>
                    <a:pt x="6546" y="10154"/>
                    <a:pt x="6546" y="10278"/>
                  </a:cubicBezTo>
                  <a:lnTo>
                    <a:pt x="6546" y="10651"/>
                  </a:lnTo>
                  <a:cubicBezTo>
                    <a:pt x="6546" y="10744"/>
                    <a:pt x="6453" y="10837"/>
                    <a:pt x="6360" y="10837"/>
                  </a:cubicBezTo>
                  <a:lnTo>
                    <a:pt x="2948" y="10837"/>
                  </a:lnTo>
                  <a:cubicBezTo>
                    <a:pt x="2854" y="10837"/>
                    <a:pt x="2761" y="10744"/>
                    <a:pt x="2761" y="10651"/>
                  </a:cubicBezTo>
                  <a:lnTo>
                    <a:pt x="2761" y="10278"/>
                  </a:lnTo>
                  <a:cubicBezTo>
                    <a:pt x="2761" y="10154"/>
                    <a:pt x="2854" y="10092"/>
                    <a:pt x="2948" y="10092"/>
                  </a:cubicBezTo>
                  <a:close/>
                  <a:moveTo>
                    <a:pt x="13556" y="9503"/>
                  </a:moveTo>
                  <a:lnTo>
                    <a:pt x="13556" y="11147"/>
                  </a:lnTo>
                  <a:lnTo>
                    <a:pt x="9741" y="11147"/>
                  </a:lnTo>
                  <a:lnTo>
                    <a:pt x="9741" y="9503"/>
                  </a:lnTo>
                  <a:close/>
                  <a:moveTo>
                    <a:pt x="13556" y="11581"/>
                  </a:moveTo>
                  <a:lnTo>
                    <a:pt x="13556" y="12946"/>
                  </a:lnTo>
                  <a:cubicBezTo>
                    <a:pt x="13556" y="13039"/>
                    <a:pt x="13494" y="13070"/>
                    <a:pt x="13401" y="13070"/>
                  </a:cubicBezTo>
                  <a:lnTo>
                    <a:pt x="9834" y="13070"/>
                  </a:lnTo>
                  <a:cubicBezTo>
                    <a:pt x="9772" y="13070"/>
                    <a:pt x="9710" y="13008"/>
                    <a:pt x="9710" y="12946"/>
                  </a:cubicBezTo>
                  <a:lnTo>
                    <a:pt x="9710" y="11581"/>
                  </a:lnTo>
                  <a:close/>
                  <a:moveTo>
                    <a:pt x="10228" y="1"/>
                  </a:moveTo>
                  <a:cubicBezTo>
                    <a:pt x="10212" y="1"/>
                    <a:pt x="10194" y="4"/>
                    <a:pt x="10175" y="11"/>
                  </a:cubicBezTo>
                  <a:lnTo>
                    <a:pt x="5088" y="11"/>
                  </a:lnTo>
                  <a:cubicBezTo>
                    <a:pt x="4716" y="11"/>
                    <a:pt x="4436" y="290"/>
                    <a:pt x="4436" y="631"/>
                  </a:cubicBezTo>
                  <a:lnTo>
                    <a:pt x="4436" y="3051"/>
                  </a:lnTo>
                  <a:cubicBezTo>
                    <a:pt x="3847" y="3082"/>
                    <a:pt x="3289" y="3361"/>
                    <a:pt x="2948" y="3826"/>
                  </a:cubicBezTo>
                  <a:cubicBezTo>
                    <a:pt x="2854" y="3919"/>
                    <a:pt x="2886" y="4044"/>
                    <a:pt x="2979" y="4106"/>
                  </a:cubicBezTo>
                  <a:cubicBezTo>
                    <a:pt x="3020" y="4133"/>
                    <a:pt x="3068" y="4149"/>
                    <a:pt x="3114" y="4149"/>
                  </a:cubicBezTo>
                  <a:cubicBezTo>
                    <a:pt x="3171" y="4149"/>
                    <a:pt x="3224" y="4126"/>
                    <a:pt x="3258" y="4075"/>
                  </a:cubicBezTo>
                  <a:cubicBezTo>
                    <a:pt x="3568" y="3671"/>
                    <a:pt x="4033" y="3454"/>
                    <a:pt x="4530" y="3454"/>
                  </a:cubicBezTo>
                  <a:lnTo>
                    <a:pt x="4778" y="3454"/>
                  </a:lnTo>
                  <a:cubicBezTo>
                    <a:pt x="5677" y="3454"/>
                    <a:pt x="6391" y="4168"/>
                    <a:pt x="6391" y="5036"/>
                  </a:cubicBezTo>
                  <a:lnTo>
                    <a:pt x="6391" y="8727"/>
                  </a:lnTo>
                  <a:lnTo>
                    <a:pt x="5367" y="8727"/>
                  </a:lnTo>
                  <a:lnTo>
                    <a:pt x="5367" y="6804"/>
                  </a:lnTo>
                  <a:cubicBezTo>
                    <a:pt x="5367" y="6432"/>
                    <a:pt x="5057" y="6122"/>
                    <a:pt x="4685" y="6122"/>
                  </a:cubicBezTo>
                  <a:lnTo>
                    <a:pt x="4623" y="6122"/>
                  </a:lnTo>
                  <a:cubicBezTo>
                    <a:pt x="4250" y="6122"/>
                    <a:pt x="3940" y="6432"/>
                    <a:pt x="3940" y="6804"/>
                  </a:cubicBezTo>
                  <a:lnTo>
                    <a:pt x="3940" y="8727"/>
                  </a:lnTo>
                  <a:lnTo>
                    <a:pt x="2917" y="8727"/>
                  </a:lnTo>
                  <a:lnTo>
                    <a:pt x="2917" y="5067"/>
                  </a:lnTo>
                  <a:cubicBezTo>
                    <a:pt x="2917" y="4943"/>
                    <a:pt x="2948" y="4819"/>
                    <a:pt x="2979" y="4695"/>
                  </a:cubicBezTo>
                  <a:cubicBezTo>
                    <a:pt x="3010" y="4571"/>
                    <a:pt x="2948" y="4447"/>
                    <a:pt x="2823" y="4447"/>
                  </a:cubicBezTo>
                  <a:cubicBezTo>
                    <a:pt x="2807" y="4441"/>
                    <a:pt x="2790" y="4439"/>
                    <a:pt x="2772" y="4439"/>
                  </a:cubicBezTo>
                  <a:cubicBezTo>
                    <a:pt x="2689" y="4439"/>
                    <a:pt x="2601" y="4494"/>
                    <a:pt x="2575" y="4571"/>
                  </a:cubicBezTo>
                  <a:cubicBezTo>
                    <a:pt x="2544" y="4757"/>
                    <a:pt x="2513" y="4912"/>
                    <a:pt x="2513" y="5067"/>
                  </a:cubicBezTo>
                  <a:lnTo>
                    <a:pt x="2513" y="6153"/>
                  </a:lnTo>
                  <a:lnTo>
                    <a:pt x="435" y="6153"/>
                  </a:lnTo>
                  <a:cubicBezTo>
                    <a:pt x="187" y="6153"/>
                    <a:pt x="1" y="6370"/>
                    <a:pt x="1" y="6618"/>
                  </a:cubicBezTo>
                  <a:lnTo>
                    <a:pt x="1" y="6990"/>
                  </a:lnTo>
                  <a:cubicBezTo>
                    <a:pt x="1" y="7239"/>
                    <a:pt x="187" y="7425"/>
                    <a:pt x="435" y="7425"/>
                  </a:cubicBezTo>
                  <a:lnTo>
                    <a:pt x="962" y="7425"/>
                  </a:lnTo>
                  <a:lnTo>
                    <a:pt x="962" y="13256"/>
                  </a:lnTo>
                  <a:cubicBezTo>
                    <a:pt x="962" y="13349"/>
                    <a:pt x="1055" y="13442"/>
                    <a:pt x="1179" y="13442"/>
                  </a:cubicBezTo>
                  <a:cubicBezTo>
                    <a:pt x="1304" y="13442"/>
                    <a:pt x="1366" y="13349"/>
                    <a:pt x="1366" y="13256"/>
                  </a:cubicBezTo>
                  <a:lnTo>
                    <a:pt x="1366" y="7425"/>
                  </a:lnTo>
                  <a:lnTo>
                    <a:pt x="2513" y="7425"/>
                  </a:lnTo>
                  <a:lnTo>
                    <a:pt x="2513" y="8727"/>
                  </a:lnTo>
                  <a:cubicBezTo>
                    <a:pt x="2513" y="8945"/>
                    <a:pt x="2699" y="9162"/>
                    <a:pt x="2948" y="9162"/>
                  </a:cubicBezTo>
                  <a:lnTo>
                    <a:pt x="3940" y="9162"/>
                  </a:lnTo>
                  <a:lnTo>
                    <a:pt x="3940" y="9689"/>
                  </a:lnTo>
                  <a:lnTo>
                    <a:pt x="2948" y="9689"/>
                  </a:lnTo>
                  <a:cubicBezTo>
                    <a:pt x="2637" y="9689"/>
                    <a:pt x="2358" y="9937"/>
                    <a:pt x="2358" y="10278"/>
                  </a:cubicBezTo>
                  <a:lnTo>
                    <a:pt x="2358" y="10651"/>
                  </a:lnTo>
                  <a:cubicBezTo>
                    <a:pt x="2358" y="10992"/>
                    <a:pt x="2637" y="11240"/>
                    <a:pt x="2948" y="11240"/>
                  </a:cubicBezTo>
                  <a:lnTo>
                    <a:pt x="4467" y="11240"/>
                  </a:lnTo>
                  <a:lnTo>
                    <a:pt x="4467" y="12202"/>
                  </a:lnTo>
                  <a:lnTo>
                    <a:pt x="3382" y="12202"/>
                  </a:lnTo>
                  <a:cubicBezTo>
                    <a:pt x="2886" y="12202"/>
                    <a:pt x="2451" y="12605"/>
                    <a:pt x="2451" y="13101"/>
                  </a:cubicBezTo>
                  <a:lnTo>
                    <a:pt x="2451" y="13287"/>
                  </a:lnTo>
                  <a:cubicBezTo>
                    <a:pt x="2451" y="13427"/>
                    <a:pt x="2560" y="13497"/>
                    <a:pt x="2664" y="13497"/>
                  </a:cubicBezTo>
                  <a:cubicBezTo>
                    <a:pt x="2769" y="13497"/>
                    <a:pt x="2870" y="13427"/>
                    <a:pt x="2854" y="13287"/>
                  </a:cubicBezTo>
                  <a:lnTo>
                    <a:pt x="2854" y="13101"/>
                  </a:lnTo>
                  <a:cubicBezTo>
                    <a:pt x="2854" y="12838"/>
                    <a:pt x="3075" y="12602"/>
                    <a:pt x="3334" y="12602"/>
                  </a:cubicBezTo>
                  <a:cubicBezTo>
                    <a:pt x="3350" y="12602"/>
                    <a:pt x="3366" y="12603"/>
                    <a:pt x="3382" y="12605"/>
                  </a:cubicBezTo>
                  <a:lnTo>
                    <a:pt x="4467" y="12605"/>
                  </a:lnTo>
                  <a:lnTo>
                    <a:pt x="4467" y="13256"/>
                  </a:lnTo>
                  <a:cubicBezTo>
                    <a:pt x="4467" y="13396"/>
                    <a:pt x="4568" y="13466"/>
                    <a:pt x="4669" y="13466"/>
                  </a:cubicBezTo>
                  <a:cubicBezTo>
                    <a:pt x="4770" y="13466"/>
                    <a:pt x="4871" y="13396"/>
                    <a:pt x="4871" y="13256"/>
                  </a:cubicBezTo>
                  <a:lnTo>
                    <a:pt x="4871" y="12605"/>
                  </a:lnTo>
                  <a:lnTo>
                    <a:pt x="5956" y="12605"/>
                  </a:lnTo>
                  <a:cubicBezTo>
                    <a:pt x="5974" y="12603"/>
                    <a:pt x="5992" y="12602"/>
                    <a:pt x="6010" y="12602"/>
                  </a:cubicBezTo>
                  <a:cubicBezTo>
                    <a:pt x="6266" y="12602"/>
                    <a:pt x="6484" y="12809"/>
                    <a:pt x="6484" y="13070"/>
                  </a:cubicBezTo>
                  <a:lnTo>
                    <a:pt x="6484" y="13287"/>
                  </a:lnTo>
                  <a:cubicBezTo>
                    <a:pt x="6484" y="13411"/>
                    <a:pt x="6585" y="13473"/>
                    <a:pt x="6685" y="13473"/>
                  </a:cubicBezTo>
                  <a:cubicBezTo>
                    <a:pt x="6786" y="13473"/>
                    <a:pt x="6887" y="13411"/>
                    <a:pt x="6887" y="13287"/>
                  </a:cubicBezTo>
                  <a:lnTo>
                    <a:pt x="6887" y="13070"/>
                  </a:lnTo>
                  <a:cubicBezTo>
                    <a:pt x="6887" y="12574"/>
                    <a:pt x="6484" y="12171"/>
                    <a:pt x="5956" y="12171"/>
                  </a:cubicBezTo>
                  <a:lnTo>
                    <a:pt x="4871" y="12171"/>
                  </a:lnTo>
                  <a:lnTo>
                    <a:pt x="4871" y="11240"/>
                  </a:lnTo>
                  <a:lnTo>
                    <a:pt x="6391" y="11240"/>
                  </a:lnTo>
                  <a:cubicBezTo>
                    <a:pt x="6701" y="11240"/>
                    <a:pt x="6980" y="10961"/>
                    <a:pt x="6980" y="10651"/>
                  </a:cubicBezTo>
                  <a:lnTo>
                    <a:pt x="6980" y="10278"/>
                  </a:lnTo>
                  <a:cubicBezTo>
                    <a:pt x="6980" y="9937"/>
                    <a:pt x="6701" y="9689"/>
                    <a:pt x="6391" y="9689"/>
                  </a:cubicBezTo>
                  <a:lnTo>
                    <a:pt x="5398" y="9689"/>
                  </a:lnTo>
                  <a:lnTo>
                    <a:pt x="5398" y="9131"/>
                  </a:lnTo>
                  <a:lnTo>
                    <a:pt x="6391" y="9131"/>
                  </a:lnTo>
                  <a:cubicBezTo>
                    <a:pt x="6608" y="9131"/>
                    <a:pt x="6825" y="8945"/>
                    <a:pt x="6825" y="8696"/>
                  </a:cubicBezTo>
                  <a:lnTo>
                    <a:pt x="6825" y="7456"/>
                  </a:lnTo>
                  <a:lnTo>
                    <a:pt x="9338" y="7456"/>
                  </a:lnTo>
                  <a:lnTo>
                    <a:pt x="9338" y="12946"/>
                  </a:lnTo>
                  <a:cubicBezTo>
                    <a:pt x="9338" y="13225"/>
                    <a:pt x="9586" y="13473"/>
                    <a:pt x="9865" y="13473"/>
                  </a:cubicBezTo>
                  <a:lnTo>
                    <a:pt x="13432" y="13473"/>
                  </a:lnTo>
                  <a:cubicBezTo>
                    <a:pt x="13742" y="13473"/>
                    <a:pt x="13959" y="13225"/>
                    <a:pt x="13959" y="12946"/>
                  </a:cubicBezTo>
                  <a:lnTo>
                    <a:pt x="13959" y="6587"/>
                  </a:lnTo>
                  <a:cubicBezTo>
                    <a:pt x="13959" y="6339"/>
                    <a:pt x="13742" y="6153"/>
                    <a:pt x="13525" y="6153"/>
                  </a:cubicBezTo>
                  <a:lnTo>
                    <a:pt x="10020" y="6153"/>
                  </a:lnTo>
                  <a:lnTo>
                    <a:pt x="9958" y="5595"/>
                  </a:lnTo>
                  <a:lnTo>
                    <a:pt x="12657" y="5595"/>
                  </a:lnTo>
                  <a:cubicBezTo>
                    <a:pt x="12998" y="5564"/>
                    <a:pt x="13308" y="5284"/>
                    <a:pt x="13308" y="4943"/>
                  </a:cubicBezTo>
                  <a:lnTo>
                    <a:pt x="13308" y="631"/>
                  </a:lnTo>
                  <a:cubicBezTo>
                    <a:pt x="13277" y="290"/>
                    <a:pt x="12998" y="11"/>
                    <a:pt x="12657" y="11"/>
                  </a:cubicBezTo>
                  <a:lnTo>
                    <a:pt x="11044" y="11"/>
                  </a:lnTo>
                  <a:cubicBezTo>
                    <a:pt x="11024" y="4"/>
                    <a:pt x="11007" y="1"/>
                    <a:pt x="10990" y="1"/>
                  </a:cubicBezTo>
                  <a:cubicBezTo>
                    <a:pt x="10813" y="1"/>
                    <a:pt x="10813" y="394"/>
                    <a:pt x="10990" y="394"/>
                  </a:cubicBezTo>
                  <a:cubicBezTo>
                    <a:pt x="11007" y="394"/>
                    <a:pt x="11024" y="391"/>
                    <a:pt x="11044" y="383"/>
                  </a:cubicBezTo>
                  <a:lnTo>
                    <a:pt x="12657" y="383"/>
                  </a:lnTo>
                  <a:cubicBezTo>
                    <a:pt x="12781" y="383"/>
                    <a:pt x="12874" y="476"/>
                    <a:pt x="12874" y="600"/>
                  </a:cubicBezTo>
                  <a:lnTo>
                    <a:pt x="12874" y="3982"/>
                  </a:lnTo>
                  <a:lnTo>
                    <a:pt x="6484" y="3982"/>
                  </a:lnTo>
                  <a:cubicBezTo>
                    <a:pt x="6143" y="3392"/>
                    <a:pt x="5522" y="3051"/>
                    <a:pt x="4840" y="3020"/>
                  </a:cubicBezTo>
                  <a:lnTo>
                    <a:pt x="4840" y="600"/>
                  </a:lnTo>
                  <a:cubicBezTo>
                    <a:pt x="4840" y="476"/>
                    <a:pt x="4933" y="383"/>
                    <a:pt x="5057" y="383"/>
                  </a:cubicBezTo>
                  <a:lnTo>
                    <a:pt x="10175" y="383"/>
                  </a:lnTo>
                  <a:cubicBezTo>
                    <a:pt x="10194" y="391"/>
                    <a:pt x="10212" y="394"/>
                    <a:pt x="10228" y="394"/>
                  </a:cubicBezTo>
                  <a:cubicBezTo>
                    <a:pt x="10405" y="394"/>
                    <a:pt x="10405" y="1"/>
                    <a:pt x="102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87"/>
            <p:cNvSpPr/>
            <p:nvPr/>
          </p:nvSpPr>
          <p:spPr>
            <a:xfrm>
              <a:off x="6498225" y="3875600"/>
              <a:ext cx="19425" cy="10250"/>
            </a:xfrm>
            <a:custGeom>
              <a:rect b="b" l="l" r="r" t="t"/>
              <a:pathLst>
                <a:path extrusionOk="0" h="410" w="777">
                  <a:moveTo>
                    <a:pt x="606" y="0"/>
                  </a:moveTo>
                  <a:cubicBezTo>
                    <a:pt x="591" y="0"/>
                    <a:pt x="575" y="2"/>
                    <a:pt x="559" y="6"/>
                  </a:cubicBezTo>
                  <a:lnTo>
                    <a:pt x="218" y="6"/>
                  </a:lnTo>
                  <a:cubicBezTo>
                    <a:pt x="94" y="6"/>
                    <a:pt x="1" y="68"/>
                    <a:pt x="1" y="192"/>
                  </a:cubicBezTo>
                  <a:cubicBezTo>
                    <a:pt x="1" y="316"/>
                    <a:pt x="94" y="409"/>
                    <a:pt x="218" y="409"/>
                  </a:cubicBezTo>
                  <a:lnTo>
                    <a:pt x="559" y="409"/>
                  </a:lnTo>
                  <a:cubicBezTo>
                    <a:pt x="683" y="409"/>
                    <a:pt x="776" y="316"/>
                    <a:pt x="776" y="192"/>
                  </a:cubicBezTo>
                  <a:cubicBezTo>
                    <a:pt x="776" y="84"/>
                    <a:pt x="706" y="0"/>
                    <a:pt x="6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87"/>
            <p:cNvSpPr/>
            <p:nvPr/>
          </p:nvSpPr>
          <p:spPr>
            <a:xfrm>
              <a:off x="6496675" y="3928475"/>
              <a:ext cx="22525" cy="10100"/>
            </a:xfrm>
            <a:custGeom>
              <a:rect b="b" l="l" r="r" t="t"/>
              <a:pathLst>
                <a:path extrusionOk="0" h="404" w="901">
                  <a:moveTo>
                    <a:pt x="280" y="0"/>
                  </a:moveTo>
                  <a:cubicBezTo>
                    <a:pt x="1" y="0"/>
                    <a:pt x="1" y="404"/>
                    <a:pt x="280" y="404"/>
                  </a:cubicBezTo>
                  <a:lnTo>
                    <a:pt x="621" y="404"/>
                  </a:lnTo>
                  <a:cubicBezTo>
                    <a:pt x="900" y="404"/>
                    <a:pt x="900" y="0"/>
                    <a:pt x="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3" name="Google Shape;13173;p87"/>
            <p:cNvSpPr/>
            <p:nvPr/>
          </p:nvSpPr>
          <p:spPr>
            <a:xfrm>
              <a:off x="6496675" y="3981200"/>
              <a:ext cx="22525" cy="10100"/>
            </a:xfrm>
            <a:custGeom>
              <a:rect b="b" l="l" r="r" t="t"/>
              <a:pathLst>
                <a:path extrusionOk="0" h="404" w="901">
                  <a:moveTo>
                    <a:pt x="280" y="1"/>
                  </a:moveTo>
                  <a:cubicBezTo>
                    <a:pt x="1" y="1"/>
                    <a:pt x="1" y="404"/>
                    <a:pt x="280" y="404"/>
                  </a:cubicBezTo>
                  <a:lnTo>
                    <a:pt x="621" y="404"/>
                  </a:lnTo>
                  <a:cubicBezTo>
                    <a:pt x="900" y="404"/>
                    <a:pt x="900" y="1"/>
                    <a:pt x="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74" name="Google Shape;13174;p87"/>
          <p:cNvGrpSpPr/>
          <p:nvPr/>
        </p:nvGrpSpPr>
        <p:grpSpPr>
          <a:xfrm>
            <a:off x="5508379" y="2881329"/>
            <a:ext cx="349000" cy="322875"/>
            <a:chOff x="5452875" y="3681100"/>
            <a:chExt cx="349000" cy="322875"/>
          </a:xfrm>
        </p:grpSpPr>
        <p:sp>
          <p:nvSpPr>
            <p:cNvPr id="13175" name="Google Shape;13175;p87"/>
            <p:cNvSpPr/>
            <p:nvPr/>
          </p:nvSpPr>
          <p:spPr>
            <a:xfrm>
              <a:off x="5717700" y="3731500"/>
              <a:ext cx="11275" cy="7900"/>
            </a:xfrm>
            <a:custGeom>
              <a:rect b="b" l="l" r="r" t="t"/>
              <a:pathLst>
                <a:path extrusionOk="0" h="316" w="451">
                  <a:moveTo>
                    <a:pt x="264" y="1"/>
                  </a:moveTo>
                  <a:cubicBezTo>
                    <a:pt x="1" y="1"/>
                    <a:pt x="256" y="315"/>
                    <a:pt x="385" y="315"/>
                  </a:cubicBezTo>
                  <a:cubicBezTo>
                    <a:pt x="423" y="315"/>
                    <a:pt x="451" y="288"/>
                    <a:pt x="451" y="218"/>
                  </a:cubicBezTo>
                  <a:cubicBezTo>
                    <a:pt x="451" y="94"/>
                    <a:pt x="357" y="1"/>
                    <a:pt x="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6" name="Google Shape;13176;p87"/>
            <p:cNvSpPr/>
            <p:nvPr/>
          </p:nvSpPr>
          <p:spPr>
            <a:xfrm>
              <a:off x="5738650" y="3731500"/>
              <a:ext cx="12050" cy="7900"/>
            </a:xfrm>
            <a:custGeom>
              <a:rect b="b" l="l" r="r" t="t"/>
              <a:pathLst>
                <a:path extrusionOk="0" h="316" w="482">
                  <a:moveTo>
                    <a:pt x="264" y="1"/>
                  </a:moveTo>
                  <a:cubicBezTo>
                    <a:pt x="0" y="1"/>
                    <a:pt x="274" y="315"/>
                    <a:pt x="412" y="315"/>
                  </a:cubicBezTo>
                  <a:cubicBezTo>
                    <a:pt x="452" y="315"/>
                    <a:pt x="481" y="288"/>
                    <a:pt x="481" y="218"/>
                  </a:cubicBezTo>
                  <a:cubicBezTo>
                    <a:pt x="481" y="94"/>
                    <a:pt x="388" y="1"/>
                    <a:pt x="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7" name="Google Shape;13177;p87"/>
            <p:cNvSpPr/>
            <p:nvPr/>
          </p:nvSpPr>
          <p:spPr>
            <a:xfrm>
              <a:off x="5760425" y="3732025"/>
              <a:ext cx="11200" cy="9850"/>
            </a:xfrm>
            <a:custGeom>
              <a:rect b="b" l="l" r="r" t="t"/>
              <a:pathLst>
                <a:path extrusionOk="0" h="394" w="448">
                  <a:moveTo>
                    <a:pt x="177" y="0"/>
                  </a:moveTo>
                  <a:cubicBezTo>
                    <a:pt x="0" y="0"/>
                    <a:pt x="0" y="393"/>
                    <a:pt x="177" y="393"/>
                  </a:cubicBezTo>
                  <a:cubicBezTo>
                    <a:pt x="194" y="393"/>
                    <a:pt x="211" y="390"/>
                    <a:pt x="230" y="383"/>
                  </a:cubicBezTo>
                  <a:cubicBezTo>
                    <a:pt x="355" y="383"/>
                    <a:pt x="448" y="290"/>
                    <a:pt x="448" y="197"/>
                  </a:cubicBezTo>
                  <a:cubicBezTo>
                    <a:pt x="448" y="89"/>
                    <a:pt x="377" y="5"/>
                    <a:pt x="278" y="5"/>
                  </a:cubicBezTo>
                  <a:cubicBezTo>
                    <a:pt x="263" y="5"/>
                    <a:pt x="247" y="6"/>
                    <a:pt x="230" y="11"/>
                  </a:cubicBezTo>
                  <a:cubicBezTo>
                    <a:pt x="211" y="3"/>
                    <a:pt x="194"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8" name="Google Shape;13178;p87"/>
            <p:cNvSpPr/>
            <p:nvPr/>
          </p:nvSpPr>
          <p:spPr>
            <a:xfrm>
              <a:off x="5452875" y="3681100"/>
              <a:ext cx="349000" cy="322875"/>
            </a:xfrm>
            <a:custGeom>
              <a:rect b="b" l="l" r="r" t="t"/>
              <a:pathLst>
                <a:path extrusionOk="0" h="12915" w="13960">
                  <a:moveTo>
                    <a:pt x="4560" y="404"/>
                  </a:moveTo>
                  <a:cubicBezTo>
                    <a:pt x="4716" y="404"/>
                    <a:pt x="4840" y="528"/>
                    <a:pt x="4840" y="652"/>
                  </a:cubicBezTo>
                  <a:lnTo>
                    <a:pt x="4840" y="1179"/>
                  </a:lnTo>
                  <a:lnTo>
                    <a:pt x="404" y="1179"/>
                  </a:lnTo>
                  <a:lnTo>
                    <a:pt x="404" y="683"/>
                  </a:lnTo>
                  <a:cubicBezTo>
                    <a:pt x="404" y="528"/>
                    <a:pt x="528" y="404"/>
                    <a:pt x="683" y="404"/>
                  </a:cubicBezTo>
                  <a:close/>
                  <a:moveTo>
                    <a:pt x="683" y="0"/>
                  </a:moveTo>
                  <a:cubicBezTo>
                    <a:pt x="311" y="0"/>
                    <a:pt x="1" y="279"/>
                    <a:pt x="1" y="683"/>
                  </a:cubicBezTo>
                  <a:lnTo>
                    <a:pt x="1" y="12470"/>
                  </a:lnTo>
                  <a:cubicBezTo>
                    <a:pt x="1" y="12718"/>
                    <a:pt x="187" y="12904"/>
                    <a:pt x="404" y="12904"/>
                  </a:cubicBezTo>
                  <a:lnTo>
                    <a:pt x="8035" y="12904"/>
                  </a:lnTo>
                  <a:cubicBezTo>
                    <a:pt x="8221" y="12842"/>
                    <a:pt x="8221" y="12563"/>
                    <a:pt x="8035" y="12501"/>
                  </a:cubicBezTo>
                  <a:lnTo>
                    <a:pt x="404" y="12501"/>
                  </a:lnTo>
                  <a:lnTo>
                    <a:pt x="404" y="3288"/>
                  </a:lnTo>
                  <a:lnTo>
                    <a:pt x="13556" y="3288"/>
                  </a:lnTo>
                  <a:lnTo>
                    <a:pt x="13556" y="12501"/>
                  </a:lnTo>
                  <a:lnTo>
                    <a:pt x="8872" y="12501"/>
                  </a:lnTo>
                  <a:cubicBezTo>
                    <a:pt x="8854" y="12494"/>
                    <a:pt x="8837" y="12491"/>
                    <a:pt x="8821" y="12491"/>
                  </a:cubicBezTo>
                  <a:cubicBezTo>
                    <a:pt x="8641" y="12491"/>
                    <a:pt x="8641" y="12914"/>
                    <a:pt x="8821" y="12914"/>
                  </a:cubicBezTo>
                  <a:cubicBezTo>
                    <a:pt x="8837" y="12914"/>
                    <a:pt x="8854" y="12911"/>
                    <a:pt x="8872" y="12904"/>
                  </a:cubicBezTo>
                  <a:lnTo>
                    <a:pt x="13525" y="12904"/>
                  </a:lnTo>
                  <a:cubicBezTo>
                    <a:pt x="13773" y="12904"/>
                    <a:pt x="13959" y="12718"/>
                    <a:pt x="13959" y="12470"/>
                  </a:cubicBezTo>
                  <a:lnTo>
                    <a:pt x="13959" y="1582"/>
                  </a:lnTo>
                  <a:cubicBezTo>
                    <a:pt x="13959" y="1365"/>
                    <a:pt x="13773" y="1179"/>
                    <a:pt x="13525" y="1179"/>
                  </a:cubicBezTo>
                  <a:lnTo>
                    <a:pt x="8345" y="1179"/>
                  </a:lnTo>
                  <a:cubicBezTo>
                    <a:pt x="8066" y="1179"/>
                    <a:pt x="8066" y="1582"/>
                    <a:pt x="8345" y="1582"/>
                  </a:cubicBezTo>
                  <a:lnTo>
                    <a:pt x="13556" y="1582"/>
                  </a:lnTo>
                  <a:lnTo>
                    <a:pt x="13556" y="2854"/>
                  </a:lnTo>
                  <a:lnTo>
                    <a:pt x="404" y="2854"/>
                  </a:lnTo>
                  <a:lnTo>
                    <a:pt x="404" y="1582"/>
                  </a:lnTo>
                  <a:lnTo>
                    <a:pt x="7538" y="1582"/>
                  </a:lnTo>
                  <a:cubicBezTo>
                    <a:pt x="7787" y="1582"/>
                    <a:pt x="7787" y="1179"/>
                    <a:pt x="7538" y="1179"/>
                  </a:cubicBezTo>
                  <a:lnTo>
                    <a:pt x="5243" y="1179"/>
                  </a:lnTo>
                  <a:lnTo>
                    <a:pt x="5243" y="683"/>
                  </a:lnTo>
                  <a:cubicBezTo>
                    <a:pt x="5243" y="279"/>
                    <a:pt x="4933" y="0"/>
                    <a:pt x="4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87"/>
            <p:cNvSpPr/>
            <p:nvPr/>
          </p:nvSpPr>
          <p:spPr>
            <a:xfrm>
              <a:off x="5664575" y="3774025"/>
              <a:ext cx="111700" cy="96300"/>
            </a:xfrm>
            <a:custGeom>
              <a:rect b="b" l="l" r="r" t="t"/>
              <a:pathLst>
                <a:path extrusionOk="0" h="3852" w="4468">
                  <a:moveTo>
                    <a:pt x="2528" y="420"/>
                  </a:moveTo>
                  <a:cubicBezTo>
                    <a:pt x="2738" y="420"/>
                    <a:pt x="2954" y="465"/>
                    <a:pt x="3165" y="564"/>
                  </a:cubicBezTo>
                  <a:cubicBezTo>
                    <a:pt x="4189" y="998"/>
                    <a:pt x="4375" y="2332"/>
                    <a:pt x="3537" y="3076"/>
                  </a:cubicBezTo>
                  <a:cubicBezTo>
                    <a:pt x="3382" y="2797"/>
                    <a:pt x="3072" y="2642"/>
                    <a:pt x="2762" y="2642"/>
                  </a:cubicBezTo>
                  <a:lnTo>
                    <a:pt x="2296" y="2642"/>
                  </a:lnTo>
                  <a:cubicBezTo>
                    <a:pt x="1986" y="2642"/>
                    <a:pt x="1707" y="2797"/>
                    <a:pt x="1521" y="3076"/>
                  </a:cubicBezTo>
                  <a:cubicBezTo>
                    <a:pt x="1211" y="2766"/>
                    <a:pt x="1025" y="2363"/>
                    <a:pt x="1025" y="1929"/>
                  </a:cubicBezTo>
                  <a:lnTo>
                    <a:pt x="1056" y="1929"/>
                  </a:lnTo>
                  <a:cubicBezTo>
                    <a:pt x="1056" y="1049"/>
                    <a:pt x="1749" y="420"/>
                    <a:pt x="2528" y="420"/>
                  </a:cubicBezTo>
                  <a:close/>
                  <a:moveTo>
                    <a:pt x="2793" y="3045"/>
                  </a:moveTo>
                  <a:cubicBezTo>
                    <a:pt x="2948" y="3045"/>
                    <a:pt x="3103" y="3138"/>
                    <a:pt x="3196" y="3294"/>
                  </a:cubicBezTo>
                  <a:cubicBezTo>
                    <a:pt x="2994" y="3387"/>
                    <a:pt x="2777" y="3433"/>
                    <a:pt x="2560" y="3433"/>
                  </a:cubicBezTo>
                  <a:cubicBezTo>
                    <a:pt x="2343" y="3433"/>
                    <a:pt x="2126" y="3387"/>
                    <a:pt x="1924" y="3294"/>
                  </a:cubicBezTo>
                  <a:cubicBezTo>
                    <a:pt x="1986" y="3138"/>
                    <a:pt x="2172" y="3045"/>
                    <a:pt x="2327" y="3045"/>
                  </a:cubicBezTo>
                  <a:close/>
                  <a:moveTo>
                    <a:pt x="2530" y="0"/>
                  </a:moveTo>
                  <a:cubicBezTo>
                    <a:pt x="2063" y="0"/>
                    <a:pt x="1590" y="174"/>
                    <a:pt x="1211" y="564"/>
                  </a:cubicBezTo>
                  <a:cubicBezTo>
                    <a:pt x="1" y="1774"/>
                    <a:pt x="838" y="3852"/>
                    <a:pt x="2545" y="3852"/>
                  </a:cubicBezTo>
                  <a:cubicBezTo>
                    <a:pt x="3599" y="3821"/>
                    <a:pt x="4468" y="2983"/>
                    <a:pt x="4468" y="1929"/>
                  </a:cubicBezTo>
                  <a:cubicBezTo>
                    <a:pt x="4468" y="772"/>
                    <a:pt x="3512" y="0"/>
                    <a:pt x="25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87"/>
            <p:cNvSpPr/>
            <p:nvPr/>
          </p:nvSpPr>
          <p:spPr>
            <a:xfrm>
              <a:off x="5711900" y="3793775"/>
              <a:ext cx="45725" cy="38875"/>
            </a:xfrm>
            <a:custGeom>
              <a:rect b="b" l="l" r="r" t="t"/>
              <a:pathLst>
                <a:path extrusionOk="0" h="1555" w="1829">
                  <a:moveTo>
                    <a:pt x="652" y="394"/>
                  </a:moveTo>
                  <a:cubicBezTo>
                    <a:pt x="776" y="394"/>
                    <a:pt x="869" y="549"/>
                    <a:pt x="869" y="767"/>
                  </a:cubicBezTo>
                  <a:cubicBezTo>
                    <a:pt x="869" y="984"/>
                    <a:pt x="776" y="1139"/>
                    <a:pt x="652" y="1139"/>
                  </a:cubicBezTo>
                  <a:cubicBezTo>
                    <a:pt x="558" y="1139"/>
                    <a:pt x="434" y="984"/>
                    <a:pt x="434" y="767"/>
                  </a:cubicBezTo>
                  <a:cubicBezTo>
                    <a:pt x="434" y="549"/>
                    <a:pt x="558" y="394"/>
                    <a:pt x="652" y="394"/>
                  </a:cubicBezTo>
                  <a:close/>
                  <a:moveTo>
                    <a:pt x="811" y="0"/>
                  </a:moveTo>
                  <a:cubicBezTo>
                    <a:pt x="419" y="0"/>
                    <a:pt x="31" y="306"/>
                    <a:pt x="31" y="767"/>
                  </a:cubicBezTo>
                  <a:cubicBezTo>
                    <a:pt x="0" y="1139"/>
                    <a:pt x="279" y="1511"/>
                    <a:pt x="652" y="1542"/>
                  </a:cubicBezTo>
                  <a:cubicBezTo>
                    <a:pt x="701" y="1551"/>
                    <a:pt x="750" y="1555"/>
                    <a:pt x="797" y="1555"/>
                  </a:cubicBezTo>
                  <a:cubicBezTo>
                    <a:pt x="1430" y="1555"/>
                    <a:pt x="1829" y="821"/>
                    <a:pt x="1396" y="301"/>
                  </a:cubicBezTo>
                  <a:cubicBezTo>
                    <a:pt x="1242" y="92"/>
                    <a:pt x="1026" y="0"/>
                    <a:pt x="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1" name="Google Shape;13181;p87"/>
            <p:cNvSpPr/>
            <p:nvPr/>
          </p:nvSpPr>
          <p:spPr>
            <a:xfrm>
              <a:off x="5478475" y="3856350"/>
              <a:ext cx="146575" cy="125575"/>
            </a:xfrm>
            <a:custGeom>
              <a:rect b="b" l="l" r="r" t="t"/>
              <a:pathLst>
                <a:path extrusionOk="0" h="5023" w="5863">
                  <a:moveTo>
                    <a:pt x="2502" y="391"/>
                  </a:moveTo>
                  <a:cubicBezTo>
                    <a:pt x="3614" y="391"/>
                    <a:pt x="4622" y="1287"/>
                    <a:pt x="4622" y="2513"/>
                  </a:cubicBezTo>
                  <a:cubicBezTo>
                    <a:pt x="4622" y="3134"/>
                    <a:pt x="4343" y="3754"/>
                    <a:pt x="3847" y="4157"/>
                  </a:cubicBezTo>
                  <a:cubicBezTo>
                    <a:pt x="3630" y="3785"/>
                    <a:pt x="3257" y="3568"/>
                    <a:pt x="2823" y="3568"/>
                  </a:cubicBezTo>
                  <a:lnTo>
                    <a:pt x="2203" y="3568"/>
                  </a:lnTo>
                  <a:cubicBezTo>
                    <a:pt x="1799" y="3568"/>
                    <a:pt x="1396" y="3785"/>
                    <a:pt x="1210" y="4157"/>
                  </a:cubicBezTo>
                  <a:cubicBezTo>
                    <a:pt x="0" y="3196"/>
                    <a:pt x="217" y="1272"/>
                    <a:pt x="1613" y="590"/>
                  </a:cubicBezTo>
                  <a:cubicBezTo>
                    <a:pt x="1906" y="453"/>
                    <a:pt x="2208" y="391"/>
                    <a:pt x="2502" y="391"/>
                  </a:cubicBezTo>
                  <a:close/>
                  <a:moveTo>
                    <a:pt x="2823" y="3971"/>
                  </a:moveTo>
                  <a:cubicBezTo>
                    <a:pt x="3102" y="3971"/>
                    <a:pt x="3350" y="4126"/>
                    <a:pt x="3474" y="4374"/>
                  </a:cubicBezTo>
                  <a:cubicBezTo>
                    <a:pt x="3164" y="4529"/>
                    <a:pt x="2831" y="4607"/>
                    <a:pt x="2497" y="4607"/>
                  </a:cubicBezTo>
                  <a:cubicBezTo>
                    <a:pt x="2164" y="4607"/>
                    <a:pt x="1830" y="4529"/>
                    <a:pt x="1520" y="4374"/>
                  </a:cubicBezTo>
                  <a:lnTo>
                    <a:pt x="1551" y="4374"/>
                  </a:lnTo>
                  <a:cubicBezTo>
                    <a:pt x="1644" y="4126"/>
                    <a:pt x="1923" y="3971"/>
                    <a:pt x="2203" y="3971"/>
                  </a:cubicBezTo>
                  <a:close/>
                  <a:moveTo>
                    <a:pt x="2513" y="1"/>
                  </a:moveTo>
                  <a:cubicBezTo>
                    <a:pt x="1117" y="1"/>
                    <a:pt x="0" y="1117"/>
                    <a:pt x="0" y="2513"/>
                  </a:cubicBezTo>
                  <a:cubicBezTo>
                    <a:pt x="0" y="4023"/>
                    <a:pt x="1234" y="5023"/>
                    <a:pt x="2522" y="5023"/>
                  </a:cubicBezTo>
                  <a:cubicBezTo>
                    <a:pt x="3139" y="5023"/>
                    <a:pt x="3769" y="4794"/>
                    <a:pt x="4281" y="4281"/>
                  </a:cubicBezTo>
                  <a:cubicBezTo>
                    <a:pt x="5863" y="2699"/>
                    <a:pt x="4746" y="1"/>
                    <a:pt x="2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2" name="Google Shape;13182;p87"/>
            <p:cNvSpPr/>
            <p:nvPr/>
          </p:nvSpPr>
          <p:spPr>
            <a:xfrm>
              <a:off x="5520350" y="3882725"/>
              <a:ext cx="45000" cy="38400"/>
            </a:xfrm>
            <a:custGeom>
              <a:rect b="b" l="l" r="r" t="t"/>
              <a:pathLst>
                <a:path extrusionOk="0" h="1536" w="1800">
                  <a:moveTo>
                    <a:pt x="807" y="403"/>
                  </a:moveTo>
                  <a:cubicBezTo>
                    <a:pt x="1024" y="403"/>
                    <a:pt x="1210" y="652"/>
                    <a:pt x="1210" y="962"/>
                  </a:cubicBezTo>
                  <a:cubicBezTo>
                    <a:pt x="1210" y="1272"/>
                    <a:pt x="1024" y="1520"/>
                    <a:pt x="807" y="1520"/>
                  </a:cubicBezTo>
                  <a:cubicBezTo>
                    <a:pt x="590" y="1520"/>
                    <a:pt x="466" y="1272"/>
                    <a:pt x="466" y="962"/>
                  </a:cubicBezTo>
                  <a:cubicBezTo>
                    <a:pt x="466" y="652"/>
                    <a:pt x="621" y="403"/>
                    <a:pt x="807" y="403"/>
                  </a:cubicBezTo>
                  <a:close/>
                  <a:moveTo>
                    <a:pt x="807" y="0"/>
                  </a:moveTo>
                  <a:cubicBezTo>
                    <a:pt x="342" y="62"/>
                    <a:pt x="0" y="497"/>
                    <a:pt x="31" y="962"/>
                  </a:cubicBezTo>
                  <a:cubicBezTo>
                    <a:pt x="124" y="1331"/>
                    <a:pt x="447" y="1536"/>
                    <a:pt x="779" y="1536"/>
                  </a:cubicBezTo>
                  <a:cubicBezTo>
                    <a:pt x="1004" y="1536"/>
                    <a:pt x="1233" y="1442"/>
                    <a:pt x="1396" y="1241"/>
                  </a:cubicBezTo>
                  <a:cubicBezTo>
                    <a:pt x="1799" y="745"/>
                    <a:pt x="1458" y="0"/>
                    <a:pt x="8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3" name="Google Shape;13183;p87"/>
            <p:cNvSpPr/>
            <p:nvPr/>
          </p:nvSpPr>
          <p:spPr>
            <a:xfrm>
              <a:off x="5484675" y="3774150"/>
              <a:ext cx="148925" cy="68450"/>
            </a:xfrm>
            <a:custGeom>
              <a:rect b="b" l="l" r="r" t="t"/>
              <a:pathLst>
                <a:path extrusionOk="0" h="2738" w="5957">
                  <a:moveTo>
                    <a:pt x="5522" y="404"/>
                  </a:moveTo>
                  <a:lnTo>
                    <a:pt x="5522" y="1924"/>
                  </a:lnTo>
                  <a:lnTo>
                    <a:pt x="2606" y="1924"/>
                  </a:lnTo>
                  <a:cubicBezTo>
                    <a:pt x="2482" y="1924"/>
                    <a:pt x="2358" y="1986"/>
                    <a:pt x="2296" y="2079"/>
                  </a:cubicBezTo>
                  <a:lnTo>
                    <a:pt x="2172" y="2296"/>
                  </a:lnTo>
                  <a:lnTo>
                    <a:pt x="2048" y="2079"/>
                  </a:lnTo>
                  <a:cubicBezTo>
                    <a:pt x="1986" y="1986"/>
                    <a:pt x="1862" y="1924"/>
                    <a:pt x="1738" y="1924"/>
                  </a:cubicBezTo>
                  <a:lnTo>
                    <a:pt x="404" y="1924"/>
                  </a:lnTo>
                  <a:lnTo>
                    <a:pt x="404" y="404"/>
                  </a:lnTo>
                  <a:close/>
                  <a:moveTo>
                    <a:pt x="373" y="1"/>
                  </a:moveTo>
                  <a:cubicBezTo>
                    <a:pt x="156" y="1"/>
                    <a:pt x="0" y="156"/>
                    <a:pt x="0" y="373"/>
                  </a:cubicBezTo>
                  <a:lnTo>
                    <a:pt x="0" y="1955"/>
                  </a:lnTo>
                  <a:cubicBezTo>
                    <a:pt x="0" y="2172"/>
                    <a:pt x="156" y="2327"/>
                    <a:pt x="373" y="2327"/>
                  </a:cubicBezTo>
                  <a:lnTo>
                    <a:pt x="1707" y="2327"/>
                  </a:lnTo>
                  <a:lnTo>
                    <a:pt x="1831" y="2575"/>
                  </a:lnTo>
                  <a:cubicBezTo>
                    <a:pt x="1908" y="2684"/>
                    <a:pt x="2032" y="2738"/>
                    <a:pt x="2156" y="2738"/>
                  </a:cubicBezTo>
                  <a:cubicBezTo>
                    <a:pt x="2280" y="2738"/>
                    <a:pt x="2404" y="2684"/>
                    <a:pt x="2482" y="2575"/>
                  </a:cubicBezTo>
                  <a:lnTo>
                    <a:pt x="2637" y="2327"/>
                  </a:lnTo>
                  <a:lnTo>
                    <a:pt x="5553" y="2327"/>
                  </a:lnTo>
                  <a:cubicBezTo>
                    <a:pt x="5770" y="2327"/>
                    <a:pt x="5956" y="2172"/>
                    <a:pt x="5956" y="1955"/>
                  </a:cubicBezTo>
                  <a:lnTo>
                    <a:pt x="5956" y="373"/>
                  </a:lnTo>
                  <a:cubicBezTo>
                    <a:pt x="5956" y="156"/>
                    <a:pt x="5770" y="1"/>
                    <a:pt x="55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4" name="Google Shape;13184;p87"/>
            <p:cNvSpPr/>
            <p:nvPr/>
          </p:nvSpPr>
          <p:spPr>
            <a:xfrm>
              <a:off x="5621925" y="3889700"/>
              <a:ext cx="149700" cy="84550"/>
            </a:xfrm>
            <a:custGeom>
              <a:rect b="b" l="l" r="r" t="t"/>
              <a:pathLst>
                <a:path extrusionOk="0" h="3382" w="5988">
                  <a:moveTo>
                    <a:pt x="4375" y="466"/>
                  </a:moveTo>
                  <a:lnTo>
                    <a:pt x="4499" y="683"/>
                  </a:lnTo>
                  <a:cubicBezTo>
                    <a:pt x="4561" y="776"/>
                    <a:pt x="4685" y="838"/>
                    <a:pt x="4809" y="869"/>
                  </a:cubicBezTo>
                  <a:lnTo>
                    <a:pt x="5584" y="869"/>
                  </a:lnTo>
                  <a:lnTo>
                    <a:pt x="5584" y="2978"/>
                  </a:lnTo>
                  <a:lnTo>
                    <a:pt x="466" y="2978"/>
                  </a:lnTo>
                  <a:lnTo>
                    <a:pt x="466" y="869"/>
                  </a:lnTo>
                  <a:lnTo>
                    <a:pt x="3909" y="869"/>
                  </a:lnTo>
                  <a:cubicBezTo>
                    <a:pt x="4033" y="838"/>
                    <a:pt x="4157" y="776"/>
                    <a:pt x="4219" y="683"/>
                  </a:cubicBezTo>
                  <a:lnTo>
                    <a:pt x="4375" y="466"/>
                  </a:lnTo>
                  <a:close/>
                  <a:moveTo>
                    <a:pt x="4344" y="0"/>
                  </a:moveTo>
                  <a:cubicBezTo>
                    <a:pt x="4219" y="0"/>
                    <a:pt x="4095" y="62"/>
                    <a:pt x="4033" y="187"/>
                  </a:cubicBezTo>
                  <a:lnTo>
                    <a:pt x="3878" y="435"/>
                  </a:lnTo>
                  <a:lnTo>
                    <a:pt x="404" y="435"/>
                  </a:lnTo>
                  <a:cubicBezTo>
                    <a:pt x="187" y="435"/>
                    <a:pt x="1" y="590"/>
                    <a:pt x="1" y="807"/>
                  </a:cubicBezTo>
                  <a:lnTo>
                    <a:pt x="1" y="3009"/>
                  </a:lnTo>
                  <a:cubicBezTo>
                    <a:pt x="1" y="3226"/>
                    <a:pt x="187" y="3381"/>
                    <a:pt x="404" y="3381"/>
                  </a:cubicBezTo>
                  <a:lnTo>
                    <a:pt x="5584" y="3381"/>
                  </a:lnTo>
                  <a:cubicBezTo>
                    <a:pt x="5801" y="3381"/>
                    <a:pt x="5988" y="3226"/>
                    <a:pt x="5988" y="3009"/>
                  </a:cubicBezTo>
                  <a:lnTo>
                    <a:pt x="5988" y="807"/>
                  </a:lnTo>
                  <a:cubicBezTo>
                    <a:pt x="5988" y="590"/>
                    <a:pt x="5801" y="435"/>
                    <a:pt x="5584" y="435"/>
                  </a:cubicBezTo>
                  <a:lnTo>
                    <a:pt x="4809" y="435"/>
                  </a:lnTo>
                  <a:lnTo>
                    <a:pt x="4654" y="187"/>
                  </a:lnTo>
                  <a:cubicBezTo>
                    <a:pt x="4592" y="62"/>
                    <a:pt x="4468" y="0"/>
                    <a:pt x="43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5" name="Google Shape;13185;p87"/>
            <p:cNvSpPr/>
            <p:nvPr/>
          </p:nvSpPr>
          <p:spPr>
            <a:xfrm>
              <a:off x="5643650" y="3923050"/>
              <a:ext cx="47325" cy="10100"/>
            </a:xfrm>
            <a:custGeom>
              <a:rect b="b" l="l" r="r" t="t"/>
              <a:pathLst>
                <a:path extrusionOk="0" h="404" w="1893">
                  <a:moveTo>
                    <a:pt x="218" y="0"/>
                  </a:moveTo>
                  <a:cubicBezTo>
                    <a:pt x="93" y="0"/>
                    <a:pt x="0" y="93"/>
                    <a:pt x="0" y="217"/>
                  </a:cubicBezTo>
                  <a:cubicBezTo>
                    <a:pt x="0" y="310"/>
                    <a:pt x="93" y="403"/>
                    <a:pt x="218" y="403"/>
                  </a:cubicBezTo>
                  <a:lnTo>
                    <a:pt x="1675" y="403"/>
                  </a:lnTo>
                  <a:cubicBezTo>
                    <a:pt x="1800" y="403"/>
                    <a:pt x="1893" y="310"/>
                    <a:pt x="1893" y="217"/>
                  </a:cubicBezTo>
                  <a:cubicBezTo>
                    <a:pt x="1893" y="93"/>
                    <a:pt x="1800" y="0"/>
                    <a:pt x="16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87"/>
            <p:cNvSpPr/>
            <p:nvPr/>
          </p:nvSpPr>
          <p:spPr>
            <a:xfrm>
              <a:off x="5642100" y="3941650"/>
              <a:ext cx="108600" cy="10875"/>
            </a:xfrm>
            <a:custGeom>
              <a:rect b="b" l="l" r="r" t="t"/>
              <a:pathLst>
                <a:path extrusionOk="0" h="435" w="4344">
                  <a:moveTo>
                    <a:pt x="280" y="1"/>
                  </a:moveTo>
                  <a:cubicBezTo>
                    <a:pt x="0" y="1"/>
                    <a:pt x="0" y="435"/>
                    <a:pt x="280" y="435"/>
                  </a:cubicBezTo>
                  <a:lnTo>
                    <a:pt x="4064" y="435"/>
                  </a:lnTo>
                  <a:cubicBezTo>
                    <a:pt x="4343" y="435"/>
                    <a:pt x="4343" y="1"/>
                    <a:pt x="40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87"/>
            <p:cNvSpPr/>
            <p:nvPr/>
          </p:nvSpPr>
          <p:spPr>
            <a:xfrm>
              <a:off x="5508725" y="3796650"/>
              <a:ext cx="100825" cy="10100"/>
            </a:xfrm>
            <a:custGeom>
              <a:rect b="b" l="l" r="r" t="t"/>
              <a:pathLst>
                <a:path extrusionOk="0" h="404" w="4033">
                  <a:moveTo>
                    <a:pt x="186" y="0"/>
                  </a:moveTo>
                  <a:cubicBezTo>
                    <a:pt x="93" y="0"/>
                    <a:pt x="0" y="93"/>
                    <a:pt x="0" y="186"/>
                  </a:cubicBezTo>
                  <a:cubicBezTo>
                    <a:pt x="0" y="310"/>
                    <a:pt x="62" y="403"/>
                    <a:pt x="186" y="403"/>
                  </a:cubicBezTo>
                  <a:lnTo>
                    <a:pt x="3815" y="403"/>
                  </a:lnTo>
                  <a:cubicBezTo>
                    <a:pt x="3940" y="403"/>
                    <a:pt x="4033" y="310"/>
                    <a:pt x="4033" y="186"/>
                  </a:cubicBezTo>
                  <a:cubicBezTo>
                    <a:pt x="4033" y="93"/>
                    <a:pt x="3940" y="0"/>
                    <a:pt x="38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88" name="Google Shape;13188;p87"/>
          <p:cNvGrpSpPr/>
          <p:nvPr/>
        </p:nvGrpSpPr>
        <p:grpSpPr>
          <a:xfrm>
            <a:off x="6273595" y="2868454"/>
            <a:ext cx="352100" cy="348625"/>
            <a:chOff x="5456750" y="2492275"/>
            <a:chExt cx="352100" cy="348625"/>
          </a:xfrm>
        </p:grpSpPr>
        <p:sp>
          <p:nvSpPr>
            <p:cNvPr id="13189" name="Google Shape;13189;p87"/>
            <p:cNvSpPr/>
            <p:nvPr/>
          </p:nvSpPr>
          <p:spPr>
            <a:xfrm>
              <a:off x="5559125" y="2556650"/>
              <a:ext cx="113250" cy="10100"/>
            </a:xfrm>
            <a:custGeom>
              <a:rect b="b" l="l" r="r" t="t"/>
              <a:pathLst>
                <a:path extrusionOk="0" h="404" w="4530">
                  <a:moveTo>
                    <a:pt x="217" y="1"/>
                  </a:moveTo>
                  <a:cubicBezTo>
                    <a:pt x="93" y="1"/>
                    <a:pt x="0" y="94"/>
                    <a:pt x="0" y="218"/>
                  </a:cubicBezTo>
                  <a:cubicBezTo>
                    <a:pt x="0" y="311"/>
                    <a:pt x="93" y="404"/>
                    <a:pt x="217" y="404"/>
                  </a:cubicBezTo>
                  <a:lnTo>
                    <a:pt x="4312" y="404"/>
                  </a:lnTo>
                  <a:cubicBezTo>
                    <a:pt x="4436" y="404"/>
                    <a:pt x="4529" y="311"/>
                    <a:pt x="4529" y="218"/>
                  </a:cubicBezTo>
                  <a:cubicBezTo>
                    <a:pt x="4529" y="94"/>
                    <a:pt x="4436" y="1"/>
                    <a:pt x="43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0" name="Google Shape;13190;p87"/>
            <p:cNvSpPr/>
            <p:nvPr/>
          </p:nvSpPr>
          <p:spPr>
            <a:xfrm>
              <a:off x="5541275" y="2586900"/>
              <a:ext cx="150475" cy="10100"/>
            </a:xfrm>
            <a:custGeom>
              <a:rect b="b" l="l" r="r" t="t"/>
              <a:pathLst>
                <a:path extrusionOk="0" h="404" w="6019">
                  <a:moveTo>
                    <a:pt x="218" y="0"/>
                  </a:moveTo>
                  <a:cubicBezTo>
                    <a:pt x="94" y="0"/>
                    <a:pt x="1" y="93"/>
                    <a:pt x="1" y="186"/>
                  </a:cubicBezTo>
                  <a:cubicBezTo>
                    <a:pt x="1" y="311"/>
                    <a:pt x="94" y="404"/>
                    <a:pt x="218" y="404"/>
                  </a:cubicBezTo>
                  <a:lnTo>
                    <a:pt x="5739" y="404"/>
                  </a:lnTo>
                  <a:cubicBezTo>
                    <a:pt x="6019" y="404"/>
                    <a:pt x="6019"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87"/>
            <p:cNvSpPr/>
            <p:nvPr/>
          </p:nvSpPr>
          <p:spPr>
            <a:xfrm>
              <a:off x="5541275" y="2614025"/>
              <a:ext cx="148150" cy="10125"/>
            </a:xfrm>
            <a:custGeom>
              <a:rect b="b" l="l" r="r" t="t"/>
              <a:pathLst>
                <a:path extrusionOk="0" h="405" w="5926">
                  <a:moveTo>
                    <a:pt x="218" y="1"/>
                  </a:moveTo>
                  <a:cubicBezTo>
                    <a:pt x="94" y="1"/>
                    <a:pt x="1" y="94"/>
                    <a:pt x="1" y="187"/>
                  </a:cubicBezTo>
                  <a:cubicBezTo>
                    <a:pt x="1" y="311"/>
                    <a:pt x="94" y="404"/>
                    <a:pt x="218" y="404"/>
                  </a:cubicBezTo>
                  <a:lnTo>
                    <a:pt x="5739" y="404"/>
                  </a:lnTo>
                  <a:cubicBezTo>
                    <a:pt x="5832" y="404"/>
                    <a:pt x="5926" y="311"/>
                    <a:pt x="5926" y="187"/>
                  </a:cubicBezTo>
                  <a:cubicBezTo>
                    <a:pt x="5926" y="94"/>
                    <a:pt x="5832" y="1"/>
                    <a:pt x="5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87"/>
            <p:cNvSpPr/>
            <p:nvPr/>
          </p:nvSpPr>
          <p:spPr>
            <a:xfrm>
              <a:off x="5540825" y="2640925"/>
              <a:ext cx="148600" cy="10475"/>
            </a:xfrm>
            <a:custGeom>
              <a:rect b="b" l="l" r="r" t="t"/>
              <a:pathLst>
                <a:path extrusionOk="0" h="419" w="5944">
                  <a:moveTo>
                    <a:pt x="183" y="0"/>
                  </a:moveTo>
                  <a:cubicBezTo>
                    <a:pt x="0" y="0"/>
                    <a:pt x="6" y="419"/>
                    <a:pt x="199" y="419"/>
                  </a:cubicBezTo>
                  <a:cubicBezTo>
                    <a:pt x="210" y="419"/>
                    <a:pt x="223" y="417"/>
                    <a:pt x="236" y="414"/>
                  </a:cubicBezTo>
                  <a:lnTo>
                    <a:pt x="5757" y="414"/>
                  </a:lnTo>
                  <a:cubicBezTo>
                    <a:pt x="5944" y="321"/>
                    <a:pt x="5944" y="73"/>
                    <a:pt x="5757" y="11"/>
                  </a:cubicBezTo>
                  <a:lnTo>
                    <a:pt x="236" y="11"/>
                  </a:lnTo>
                  <a:cubicBezTo>
                    <a:pt x="217" y="3"/>
                    <a:pt x="199"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3" name="Google Shape;13193;p87"/>
            <p:cNvSpPr/>
            <p:nvPr/>
          </p:nvSpPr>
          <p:spPr>
            <a:xfrm>
              <a:off x="5456750" y="2492275"/>
              <a:ext cx="352100" cy="348625"/>
            </a:xfrm>
            <a:custGeom>
              <a:rect b="b" l="l" r="r" t="t"/>
              <a:pathLst>
                <a:path extrusionOk="0" h="13945" w="14084">
                  <a:moveTo>
                    <a:pt x="6158" y="404"/>
                  </a:moveTo>
                  <a:cubicBezTo>
                    <a:pt x="6251" y="404"/>
                    <a:pt x="6344" y="435"/>
                    <a:pt x="6422" y="497"/>
                  </a:cubicBezTo>
                  <a:lnTo>
                    <a:pt x="7166" y="1087"/>
                  </a:lnTo>
                  <a:lnTo>
                    <a:pt x="5150" y="1087"/>
                  </a:lnTo>
                  <a:lnTo>
                    <a:pt x="5894" y="497"/>
                  </a:lnTo>
                  <a:cubicBezTo>
                    <a:pt x="5972" y="435"/>
                    <a:pt x="6065" y="404"/>
                    <a:pt x="6158" y="404"/>
                  </a:cubicBezTo>
                  <a:close/>
                  <a:moveTo>
                    <a:pt x="11106" y="4189"/>
                  </a:moveTo>
                  <a:lnTo>
                    <a:pt x="11819" y="4778"/>
                  </a:lnTo>
                  <a:lnTo>
                    <a:pt x="11106" y="5367"/>
                  </a:lnTo>
                  <a:lnTo>
                    <a:pt x="11106" y="4189"/>
                  </a:lnTo>
                  <a:close/>
                  <a:moveTo>
                    <a:pt x="1366" y="4064"/>
                  </a:moveTo>
                  <a:lnTo>
                    <a:pt x="1366" y="5491"/>
                  </a:lnTo>
                  <a:lnTo>
                    <a:pt x="497" y="4778"/>
                  </a:lnTo>
                  <a:lnTo>
                    <a:pt x="1366" y="4064"/>
                  </a:lnTo>
                  <a:close/>
                  <a:moveTo>
                    <a:pt x="11912" y="5212"/>
                  </a:moveTo>
                  <a:lnTo>
                    <a:pt x="11912" y="9958"/>
                  </a:lnTo>
                  <a:cubicBezTo>
                    <a:pt x="11819" y="9927"/>
                    <a:pt x="11726" y="9927"/>
                    <a:pt x="11602" y="9927"/>
                  </a:cubicBezTo>
                  <a:cubicBezTo>
                    <a:pt x="11168" y="9927"/>
                    <a:pt x="10764" y="10051"/>
                    <a:pt x="10392" y="10330"/>
                  </a:cubicBezTo>
                  <a:lnTo>
                    <a:pt x="7756" y="8779"/>
                  </a:lnTo>
                  <a:lnTo>
                    <a:pt x="11912" y="5212"/>
                  </a:lnTo>
                  <a:close/>
                  <a:moveTo>
                    <a:pt x="373" y="5212"/>
                  </a:moveTo>
                  <a:lnTo>
                    <a:pt x="4561" y="8779"/>
                  </a:lnTo>
                  <a:lnTo>
                    <a:pt x="373" y="11261"/>
                  </a:lnTo>
                  <a:lnTo>
                    <a:pt x="373" y="5212"/>
                  </a:lnTo>
                  <a:close/>
                  <a:moveTo>
                    <a:pt x="11589" y="10334"/>
                  </a:moveTo>
                  <a:cubicBezTo>
                    <a:pt x="12414" y="10334"/>
                    <a:pt x="13215" y="10974"/>
                    <a:pt x="13215" y="11943"/>
                  </a:cubicBezTo>
                  <a:cubicBezTo>
                    <a:pt x="13215" y="12812"/>
                    <a:pt x="12502" y="13525"/>
                    <a:pt x="11602" y="13556"/>
                  </a:cubicBezTo>
                  <a:cubicBezTo>
                    <a:pt x="10175" y="13556"/>
                    <a:pt x="9462" y="11819"/>
                    <a:pt x="10485" y="10796"/>
                  </a:cubicBezTo>
                  <a:cubicBezTo>
                    <a:pt x="10804" y="10477"/>
                    <a:pt x="11199" y="10334"/>
                    <a:pt x="11589" y="10334"/>
                  </a:cubicBezTo>
                  <a:close/>
                  <a:moveTo>
                    <a:pt x="6201" y="1"/>
                  </a:moveTo>
                  <a:cubicBezTo>
                    <a:pt x="6019" y="1"/>
                    <a:pt x="5832" y="63"/>
                    <a:pt x="5677" y="187"/>
                  </a:cubicBezTo>
                  <a:lnTo>
                    <a:pt x="4530" y="1087"/>
                  </a:lnTo>
                  <a:lnTo>
                    <a:pt x="4126" y="1087"/>
                  </a:lnTo>
                  <a:cubicBezTo>
                    <a:pt x="3847" y="1087"/>
                    <a:pt x="3847" y="1490"/>
                    <a:pt x="4126" y="1490"/>
                  </a:cubicBezTo>
                  <a:lnTo>
                    <a:pt x="10516" y="1490"/>
                  </a:lnTo>
                  <a:cubicBezTo>
                    <a:pt x="10640" y="1490"/>
                    <a:pt x="10733" y="1583"/>
                    <a:pt x="10733" y="1707"/>
                  </a:cubicBezTo>
                  <a:lnTo>
                    <a:pt x="10733" y="5677"/>
                  </a:lnTo>
                  <a:lnTo>
                    <a:pt x="10733" y="5709"/>
                  </a:lnTo>
                  <a:lnTo>
                    <a:pt x="7414" y="8562"/>
                  </a:lnTo>
                  <a:lnTo>
                    <a:pt x="6453" y="7973"/>
                  </a:lnTo>
                  <a:cubicBezTo>
                    <a:pt x="6375" y="7926"/>
                    <a:pt x="6282" y="7903"/>
                    <a:pt x="6189" y="7903"/>
                  </a:cubicBezTo>
                  <a:cubicBezTo>
                    <a:pt x="6096" y="7903"/>
                    <a:pt x="6003" y="7926"/>
                    <a:pt x="5925" y="7973"/>
                  </a:cubicBezTo>
                  <a:lnTo>
                    <a:pt x="4964" y="8562"/>
                  </a:lnTo>
                  <a:lnTo>
                    <a:pt x="1800" y="5833"/>
                  </a:lnTo>
                  <a:lnTo>
                    <a:pt x="1800" y="1707"/>
                  </a:lnTo>
                  <a:cubicBezTo>
                    <a:pt x="1800" y="1583"/>
                    <a:pt x="1893" y="1490"/>
                    <a:pt x="2017" y="1490"/>
                  </a:cubicBezTo>
                  <a:lnTo>
                    <a:pt x="3320" y="1490"/>
                  </a:lnTo>
                  <a:cubicBezTo>
                    <a:pt x="3568" y="1490"/>
                    <a:pt x="3568" y="1087"/>
                    <a:pt x="3320" y="1087"/>
                  </a:cubicBezTo>
                  <a:lnTo>
                    <a:pt x="2017" y="1087"/>
                  </a:lnTo>
                  <a:cubicBezTo>
                    <a:pt x="2000" y="1085"/>
                    <a:pt x="1982" y="1084"/>
                    <a:pt x="1965" y="1084"/>
                  </a:cubicBezTo>
                  <a:cubicBezTo>
                    <a:pt x="1648" y="1084"/>
                    <a:pt x="1397" y="1354"/>
                    <a:pt x="1397" y="1707"/>
                  </a:cubicBezTo>
                  <a:lnTo>
                    <a:pt x="1397" y="3568"/>
                  </a:lnTo>
                  <a:lnTo>
                    <a:pt x="94" y="4592"/>
                  </a:lnTo>
                  <a:cubicBezTo>
                    <a:pt x="32" y="4623"/>
                    <a:pt x="1" y="4685"/>
                    <a:pt x="1" y="4747"/>
                  </a:cubicBezTo>
                  <a:lnTo>
                    <a:pt x="1" y="11633"/>
                  </a:lnTo>
                  <a:cubicBezTo>
                    <a:pt x="1" y="12160"/>
                    <a:pt x="435" y="12626"/>
                    <a:pt x="993" y="12626"/>
                  </a:cubicBezTo>
                  <a:lnTo>
                    <a:pt x="4654" y="12626"/>
                  </a:lnTo>
                  <a:cubicBezTo>
                    <a:pt x="4902" y="12626"/>
                    <a:pt x="4902" y="12191"/>
                    <a:pt x="4654" y="12191"/>
                  </a:cubicBezTo>
                  <a:lnTo>
                    <a:pt x="993" y="12191"/>
                  </a:lnTo>
                  <a:cubicBezTo>
                    <a:pt x="714" y="12191"/>
                    <a:pt x="466" y="12005"/>
                    <a:pt x="435" y="11726"/>
                  </a:cubicBezTo>
                  <a:lnTo>
                    <a:pt x="6112" y="8345"/>
                  </a:lnTo>
                  <a:cubicBezTo>
                    <a:pt x="6143" y="8330"/>
                    <a:pt x="6166" y="8322"/>
                    <a:pt x="6185" y="8322"/>
                  </a:cubicBezTo>
                  <a:cubicBezTo>
                    <a:pt x="6205" y="8322"/>
                    <a:pt x="6220" y="8330"/>
                    <a:pt x="6236" y="8345"/>
                  </a:cubicBezTo>
                  <a:lnTo>
                    <a:pt x="10113" y="10641"/>
                  </a:lnTo>
                  <a:cubicBezTo>
                    <a:pt x="9803" y="10982"/>
                    <a:pt x="9648" y="11447"/>
                    <a:pt x="9648" y="11943"/>
                  </a:cubicBezTo>
                  <a:cubicBezTo>
                    <a:pt x="9648" y="12036"/>
                    <a:pt x="9648" y="12098"/>
                    <a:pt x="9648" y="12191"/>
                  </a:cubicBezTo>
                  <a:lnTo>
                    <a:pt x="5460" y="12191"/>
                  </a:lnTo>
                  <a:cubicBezTo>
                    <a:pt x="5181" y="12191"/>
                    <a:pt x="5181" y="12626"/>
                    <a:pt x="5460" y="12626"/>
                  </a:cubicBezTo>
                  <a:lnTo>
                    <a:pt x="9741" y="12626"/>
                  </a:lnTo>
                  <a:cubicBezTo>
                    <a:pt x="10047" y="13468"/>
                    <a:pt x="10827" y="13945"/>
                    <a:pt x="11627" y="13945"/>
                  </a:cubicBezTo>
                  <a:cubicBezTo>
                    <a:pt x="12122" y="13945"/>
                    <a:pt x="12625" y="13762"/>
                    <a:pt x="13029" y="13370"/>
                  </a:cubicBezTo>
                  <a:cubicBezTo>
                    <a:pt x="14084" y="12347"/>
                    <a:pt x="13711" y="10610"/>
                    <a:pt x="12346" y="10082"/>
                  </a:cubicBezTo>
                  <a:lnTo>
                    <a:pt x="12346" y="4747"/>
                  </a:lnTo>
                  <a:cubicBezTo>
                    <a:pt x="12346" y="4685"/>
                    <a:pt x="12315" y="4623"/>
                    <a:pt x="12284" y="4592"/>
                  </a:cubicBezTo>
                  <a:lnTo>
                    <a:pt x="11168" y="3723"/>
                  </a:lnTo>
                  <a:cubicBezTo>
                    <a:pt x="11137" y="3692"/>
                    <a:pt x="11137" y="3692"/>
                    <a:pt x="11106" y="3692"/>
                  </a:cubicBezTo>
                  <a:lnTo>
                    <a:pt x="11106" y="1707"/>
                  </a:lnTo>
                  <a:cubicBezTo>
                    <a:pt x="11106" y="1366"/>
                    <a:pt x="10826" y="1087"/>
                    <a:pt x="10485" y="1087"/>
                  </a:cubicBezTo>
                  <a:lnTo>
                    <a:pt x="7849" y="1087"/>
                  </a:lnTo>
                  <a:cubicBezTo>
                    <a:pt x="7787" y="1087"/>
                    <a:pt x="6701" y="187"/>
                    <a:pt x="6701" y="187"/>
                  </a:cubicBezTo>
                  <a:cubicBezTo>
                    <a:pt x="6561" y="63"/>
                    <a:pt x="6383" y="1"/>
                    <a:pt x="6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87"/>
            <p:cNvSpPr/>
            <p:nvPr/>
          </p:nvSpPr>
          <p:spPr>
            <a:xfrm>
              <a:off x="5734375" y="2771450"/>
              <a:ext cx="21750" cy="38625"/>
            </a:xfrm>
            <a:custGeom>
              <a:rect b="b" l="l" r="r" t="t"/>
              <a:pathLst>
                <a:path extrusionOk="0" h="1545" w="870">
                  <a:moveTo>
                    <a:pt x="652" y="1"/>
                  </a:moveTo>
                  <a:lnTo>
                    <a:pt x="652" y="32"/>
                  </a:lnTo>
                  <a:lnTo>
                    <a:pt x="280" y="32"/>
                  </a:lnTo>
                  <a:cubicBezTo>
                    <a:pt x="1" y="32"/>
                    <a:pt x="1" y="435"/>
                    <a:pt x="280" y="435"/>
                  </a:cubicBezTo>
                  <a:lnTo>
                    <a:pt x="466" y="435"/>
                  </a:lnTo>
                  <a:lnTo>
                    <a:pt x="466" y="1335"/>
                  </a:lnTo>
                  <a:cubicBezTo>
                    <a:pt x="466" y="1474"/>
                    <a:pt x="567" y="1544"/>
                    <a:pt x="668" y="1544"/>
                  </a:cubicBezTo>
                  <a:cubicBezTo>
                    <a:pt x="768" y="1544"/>
                    <a:pt x="869" y="1474"/>
                    <a:pt x="869" y="1335"/>
                  </a:cubicBezTo>
                  <a:lnTo>
                    <a:pt x="869" y="218"/>
                  </a:lnTo>
                  <a:cubicBezTo>
                    <a:pt x="869" y="94"/>
                    <a:pt x="776" y="1"/>
                    <a:pt x="6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95" name="Google Shape;13195;p87"/>
          <p:cNvGrpSpPr/>
          <p:nvPr/>
        </p:nvGrpSpPr>
        <p:grpSpPr>
          <a:xfrm>
            <a:off x="7090933" y="2868279"/>
            <a:ext cx="186150" cy="348975"/>
            <a:chOff x="5534300" y="1923875"/>
            <a:chExt cx="186150" cy="348975"/>
          </a:xfrm>
        </p:grpSpPr>
        <p:sp>
          <p:nvSpPr>
            <p:cNvPr id="13196" name="Google Shape;13196;p87"/>
            <p:cNvSpPr/>
            <p:nvPr/>
          </p:nvSpPr>
          <p:spPr>
            <a:xfrm>
              <a:off x="5534300" y="1923875"/>
              <a:ext cx="186150" cy="348975"/>
            </a:xfrm>
            <a:custGeom>
              <a:rect b="b" l="l" r="r" t="t"/>
              <a:pathLst>
                <a:path extrusionOk="0" h="13959" w="7446">
                  <a:moveTo>
                    <a:pt x="6794" y="403"/>
                  </a:moveTo>
                  <a:cubicBezTo>
                    <a:pt x="6918" y="403"/>
                    <a:pt x="7042" y="527"/>
                    <a:pt x="7042" y="651"/>
                  </a:cubicBezTo>
                  <a:lnTo>
                    <a:pt x="7042" y="1427"/>
                  </a:lnTo>
                  <a:lnTo>
                    <a:pt x="404" y="1427"/>
                  </a:lnTo>
                  <a:lnTo>
                    <a:pt x="404" y="651"/>
                  </a:lnTo>
                  <a:cubicBezTo>
                    <a:pt x="404" y="527"/>
                    <a:pt x="497" y="403"/>
                    <a:pt x="652" y="403"/>
                  </a:cubicBezTo>
                  <a:close/>
                  <a:moveTo>
                    <a:pt x="652" y="0"/>
                  </a:moveTo>
                  <a:cubicBezTo>
                    <a:pt x="280" y="0"/>
                    <a:pt x="1" y="279"/>
                    <a:pt x="1" y="651"/>
                  </a:cubicBezTo>
                  <a:lnTo>
                    <a:pt x="1" y="3350"/>
                  </a:lnTo>
                  <a:cubicBezTo>
                    <a:pt x="1" y="3474"/>
                    <a:pt x="94" y="3567"/>
                    <a:pt x="187" y="3567"/>
                  </a:cubicBezTo>
                  <a:cubicBezTo>
                    <a:pt x="311" y="3567"/>
                    <a:pt x="404" y="3474"/>
                    <a:pt x="404" y="3350"/>
                  </a:cubicBezTo>
                  <a:lnTo>
                    <a:pt x="404" y="1830"/>
                  </a:lnTo>
                  <a:lnTo>
                    <a:pt x="7042" y="1830"/>
                  </a:lnTo>
                  <a:lnTo>
                    <a:pt x="7042" y="12128"/>
                  </a:lnTo>
                  <a:lnTo>
                    <a:pt x="4561" y="12128"/>
                  </a:lnTo>
                  <a:cubicBezTo>
                    <a:pt x="4436" y="12128"/>
                    <a:pt x="4343" y="12222"/>
                    <a:pt x="4343" y="12315"/>
                  </a:cubicBezTo>
                  <a:cubicBezTo>
                    <a:pt x="4343" y="12439"/>
                    <a:pt x="4436" y="12532"/>
                    <a:pt x="4561" y="12532"/>
                  </a:cubicBezTo>
                  <a:lnTo>
                    <a:pt x="7042" y="12532"/>
                  </a:lnTo>
                  <a:lnTo>
                    <a:pt x="7042" y="13307"/>
                  </a:lnTo>
                  <a:cubicBezTo>
                    <a:pt x="7042" y="13431"/>
                    <a:pt x="6918" y="13555"/>
                    <a:pt x="6794" y="13555"/>
                  </a:cubicBezTo>
                  <a:lnTo>
                    <a:pt x="652" y="13555"/>
                  </a:lnTo>
                  <a:cubicBezTo>
                    <a:pt x="497" y="13555"/>
                    <a:pt x="404" y="13431"/>
                    <a:pt x="404" y="13307"/>
                  </a:cubicBezTo>
                  <a:lnTo>
                    <a:pt x="404" y="12532"/>
                  </a:lnTo>
                  <a:lnTo>
                    <a:pt x="3754" y="12532"/>
                  </a:lnTo>
                  <a:cubicBezTo>
                    <a:pt x="3847" y="12532"/>
                    <a:pt x="3940" y="12439"/>
                    <a:pt x="3940" y="12315"/>
                  </a:cubicBezTo>
                  <a:cubicBezTo>
                    <a:pt x="3940" y="12222"/>
                    <a:pt x="3847" y="12128"/>
                    <a:pt x="3754" y="12128"/>
                  </a:cubicBezTo>
                  <a:lnTo>
                    <a:pt x="404" y="12128"/>
                  </a:lnTo>
                  <a:lnTo>
                    <a:pt x="404" y="4157"/>
                  </a:lnTo>
                  <a:cubicBezTo>
                    <a:pt x="404" y="4064"/>
                    <a:pt x="311" y="3970"/>
                    <a:pt x="187" y="3970"/>
                  </a:cubicBezTo>
                  <a:cubicBezTo>
                    <a:pt x="94" y="3970"/>
                    <a:pt x="1" y="4064"/>
                    <a:pt x="1" y="4157"/>
                  </a:cubicBezTo>
                  <a:lnTo>
                    <a:pt x="1" y="13307"/>
                  </a:lnTo>
                  <a:cubicBezTo>
                    <a:pt x="1" y="13679"/>
                    <a:pt x="280" y="13959"/>
                    <a:pt x="652" y="13959"/>
                  </a:cubicBezTo>
                  <a:lnTo>
                    <a:pt x="6794" y="13959"/>
                  </a:lnTo>
                  <a:cubicBezTo>
                    <a:pt x="7166" y="13959"/>
                    <a:pt x="7445" y="13679"/>
                    <a:pt x="7445" y="13307"/>
                  </a:cubicBezTo>
                  <a:lnTo>
                    <a:pt x="7445" y="651"/>
                  </a:lnTo>
                  <a:cubicBezTo>
                    <a:pt x="7445" y="279"/>
                    <a:pt x="7166" y="0"/>
                    <a:pt x="67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87"/>
            <p:cNvSpPr/>
            <p:nvPr/>
          </p:nvSpPr>
          <p:spPr>
            <a:xfrm>
              <a:off x="5564550" y="1984350"/>
              <a:ext cx="127200" cy="159775"/>
            </a:xfrm>
            <a:custGeom>
              <a:rect b="b" l="l" r="r" t="t"/>
              <a:pathLst>
                <a:path extrusionOk="0" h="6391" w="5088">
                  <a:moveTo>
                    <a:pt x="4622" y="404"/>
                  </a:moveTo>
                  <a:cubicBezTo>
                    <a:pt x="4653" y="404"/>
                    <a:pt x="4653" y="435"/>
                    <a:pt x="4653" y="435"/>
                  </a:cubicBezTo>
                  <a:lnTo>
                    <a:pt x="4653" y="5956"/>
                  </a:lnTo>
                  <a:lnTo>
                    <a:pt x="435" y="5956"/>
                  </a:lnTo>
                  <a:lnTo>
                    <a:pt x="435" y="435"/>
                  </a:lnTo>
                  <a:cubicBezTo>
                    <a:pt x="404" y="435"/>
                    <a:pt x="404" y="404"/>
                    <a:pt x="435" y="404"/>
                  </a:cubicBezTo>
                  <a:close/>
                  <a:moveTo>
                    <a:pt x="435" y="0"/>
                  </a:moveTo>
                  <a:cubicBezTo>
                    <a:pt x="187" y="0"/>
                    <a:pt x="0" y="187"/>
                    <a:pt x="0" y="435"/>
                  </a:cubicBezTo>
                  <a:lnTo>
                    <a:pt x="0" y="5956"/>
                  </a:lnTo>
                  <a:cubicBezTo>
                    <a:pt x="0" y="6173"/>
                    <a:pt x="187" y="6390"/>
                    <a:pt x="435" y="6390"/>
                  </a:cubicBezTo>
                  <a:lnTo>
                    <a:pt x="4653" y="6390"/>
                  </a:lnTo>
                  <a:cubicBezTo>
                    <a:pt x="4870" y="6390"/>
                    <a:pt x="5088" y="6173"/>
                    <a:pt x="5088" y="5956"/>
                  </a:cubicBezTo>
                  <a:lnTo>
                    <a:pt x="5088" y="435"/>
                  </a:lnTo>
                  <a:cubicBezTo>
                    <a:pt x="5088" y="187"/>
                    <a:pt x="4870" y="0"/>
                    <a:pt x="46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87"/>
            <p:cNvSpPr/>
            <p:nvPr/>
          </p:nvSpPr>
          <p:spPr>
            <a:xfrm>
              <a:off x="5589375" y="2013050"/>
              <a:ext cx="39575" cy="10100"/>
            </a:xfrm>
            <a:custGeom>
              <a:rect b="b" l="l" r="r" t="t"/>
              <a:pathLst>
                <a:path extrusionOk="0" h="404" w="1583">
                  <a:moveTo>
                    <a:pt x="279" y="0"/>
                  </a:moveTo>
                  <a:cubicBezTo>
                    <a:pt x="0" y="0"/>
                    <a:pt x="0" y="403"/>
                    <a:pt x="279" y="403"/>
                  </a:cubicBezTo>
                  <a:lnTo>
                    <a:pt x="1303" y="403"/>
                  </a:lnTo>
                  <a:cubicBezTo>
                    <a:pt x="1582" y="403"/>
                    <a:pt x="1582" y="0"/>
                    <a:pt x="1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87"/>
            <p:cNvSpPr/>
            <p:nvPr/>
          </p:nvSpPr>
          <p:spPr>
            <a:xfrm>
              <a:off x="5591700" y="2036300"/>
              <a:ext cx="72900" cy="10125"/>
            </a:xfrm>
            <a:custGeom>
              <a:rect b="b" l="l" r="r" t="t"/>
              <a:pathLst>
                <a:path extrusionOk="0" h="405" w="2916">
                  <a:moveTo>
                    <a:pt x="186" y="1"/>
                  </a:moveTo>
                  <a:cubicBezTo>
                    <a:pt x="0" y="63"/>
                    <a:pt x="0" y="342"/>
                    <a:pt x="186" y="404"/>
                  </a:cubicBezTo>
                  <a:lnTo>
                    <a:pt x="2730" y="404"/>
                  </a:lnTo>
                  <a:cubicBezTo>
                    <a:pt x="2916" y="342"/>
                    <a:pt x="2916" y="63"/>
                    <a:pt x="27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87"/>
            <p:cNvSpPr/>
            <p:nvPr/>
          </p:nvSpPr>
          <p:spPr>
            <a:xfrm>
              <a:off x="5591700" y="2059575"/>
              <a:ext cx="72900" cy="10100"/>
            </a:xfrm>
            <a:custGeom>
              <a:rect b="b" l="l" r="r" t="t"/>
              <a:pathLst>
                <a:path extrusionOk="0" h="404" w="2916">
                  <a:moveTo>
                    <a:pt x="186" y="0"/>
                  </a:moveTo>
                  <a:cubicBezTo>
                    <a:pt x="0" y="62"/>
                    <a:pt x="0" y="311"/>
                    <a:pt x="186" y="404"/>
                  </a:cubicBezTo>
                  <a:lnTo>
                    <a:pt x="2730" y="404"/>
                  </a:lnTo>
                  <a:cubicBezTo>
                    <a:pt x="2916" y="311"/>
                    <a:pt x="2916" y="62"/>
                    <a:pt x="2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1" name="Google Shape;13201;p87"/>
            <p:cNvSpPr/>
            <p:nvPr/>
          </p:nvSpPr>
          <p:spPr>
            <a:xfrm>
              <a:off x="5590925" y="2081275"/>
              <a:ext cx="73675" cy="10125"/>
            </a:xfrm>
            <a:custGeom>
              <a:rect b="b" l="l" r="r" t="t"/>
              <a:pathLst>
                <a:path extrusionOk="0" h="405" w="2947">
                  <a:moveTo>
                    <a:pt x="217" y="1"/>
                  </a:moveTo>
                  <a:cubicBezTo>
                    <a:pt x="93" y="1"/>
                    <a:pt x="0" y="94"/>
                    <a:pt x="0" y="218"/>
                  </a:cubicBezTo>
                  <a:cubicBezTo>
                    <a:pt x="0" y="311"/>
                    <a:pt x="93" y="404"/>
                    <a:pt x="217" y="404"/>
                  </a:cubicBezTo>
                  <a:lnTo>
                    <a:pt x="2761" y="404"/>
                  </a:lnTo>
                  <a:cubicBezTo>
                    <a:pt x="2854" y="404"/>
                    <a:pt x="2947" y="311"/>
                    <a:pt x="2947" y="218"/>
                  </a:cubicBezTo>
                  <a:cubicBezTo>
                    <a:pt x="2947" y="94"/>
                    <a:pt x="2854" y="1"/>
                    <a:pt x="27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2" name="Google Shape;13202;p87"/>
            <p:cNvSpPr/>
            <p:nvPr/>
          </p:nvSpPr>
          <p:spPr>
            <a:xfrm>
              <a:off x="5589375" y="2103775"/>
              <a:ext cx="76775" cy="10875"/>
            </a:xfrm>
            <a:custGeom>
              <a:rect b="b" l="l" r="r" t="t"/>
              <a:pathLst>
                <a:path extrusionOk="0" h="435" w="3071">
                  <a:moveTo>
                    <a:pt x="279" y="0"/>
                  </a:moveTo>
                  <a:cubicBezTo>
                    <a:pt x="0" y="0"/>
                    <a:pt x="0" y="435"/>
                    <a:pt x="279" y="435"/>
                  </a:cubicBezTo>
                  <a:lnTo>
                    <a:pt x="2823" y="435"/>
                  </a:lnTo>
                  <a:cubicBezTo>
                    <a:pt x="3071" y="435"/>
                    <a:pt x="3071" y="0"/>
                    <a:pt x="2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3" name="Google Shape;13203;p87"/>
            <p:cNvSpPr/>
            <p:nvPr/>
          </p:nvSpPr>
          <p:spPr>
            <a:xfrm>
              <a:off x="5556800" y="2155925"/>
              <a:ext cx="141750" cy="57600"/>
            </a:xfrm>
            <a:custGeom>
              <a:rect b="b" l="l" r="r" t="t"/>
              <a:pathLst>
                <a:path extrusionOk="0" h="2304" w="5670">
                  <a:moveTo>
                    <a:pt x="1496" y="426"/>
                  </a:moveTo>
                  <a:cubicBezTo>
                    <a:pt x="2153" y="426"/>
                    <a:pt x="2473" y="1212"/>
                    <a:pt x="2017" y="1699"/>
                  </a:cubicBezTo>
                  <a:cubicBezTo>
                    <a:pt x="1869" y="1847"/>
                    <a:pt x="1683" y="1913"/>
                    <a:pt x="1500" y="1913"/>
                  </a:cubicBezTo>
                  <a:cubicBezTo>
                    <a:pt x="1107" y="1913"/>
                    <a:pt x="724" y="1606"/>
                    <a:pt x="745" y="1140"/>
                  </a:cubicBezTo>
                  <a:cubicBezTo>
                    <a:pt x="745" y="737"/>
                    <a:pt x="1055" y="427"/>
                    <a:pt x="1458" y="427"/>
                  </a:cubicBezTo>
                  <a:cubicBezTo>
                    <a:pt x="1471" y="426"/>
                    <a:pt x="1484" y="426"/>
                    <a:pt x="1496" y="426"/>
                  </a:cubicBezTo>
                  <a:close/>
                  <a:moveTo>
                    <a:pt x="4194" y="426"/>
                  </a:moveTo>
                  <a:cubicBezTo>
                    <a:pt x="4851" y="426"/>
                    <a:pt x="5172" y="1242"/>
                    <a:pt x="4715" y="1699"/>
                  </a:cubicBezTo>
                  <a:cubicBezTo>
                    <a:pt x="4556" y="1848"/>
                    <a:pt x="4366" y="1914"/>
                    <a:pt x="4180" y="1914"/>
                  </a:cubicBezTo>
                  <a:cubicBezTo>
                    <a:pt x="3785" y="1914"/>
                    <a:pt x="3412" y="1614"/>
                    <a:pt x="3412" y="1171"/>
                  </a:cubicBezTo>
                  <a:cubicBezTo>
                    <a:pt x="3412" y="737"/>
                    <a:pt x="3754" y="427"/>
                    <a:pt x="4157" y="427"/>
                  </a:cubicBezTo>
                  <a:cubicBezTo>
                    <a:pt x="4169" y="426"/>
                    <a:pt x="4181" y="426"/>
                    <a:pt x="4194" y="426"/>
                  </a:cubicBezTo>
                  <a:close/>
                  <a:moveTo>
                    <a:pt x="1486" y="0"/>
                  </a:moveTo>
                  <a:cubicBezTo>
                    <a:pt x="1127" y="0"/>
                    <a:pt x="766" y="165"/>
                    <a:pt x="528" y="489"/>
                  </a:cubicBezTo>
                  <a:lnTo>
                    <a:pt x="217" y="489"/>
                  </a:lnTo>
                  <a:cubicBezTo>
                    <a:pt x="93" y="489"/>
                    <a:pt x="31" y="551"/>
                    <a:pt x="31" y="675"/>
                  </a:cubicBezTo>
                  <a:lnTo>
                    <a:pt x="0" y="675"/>
                  </a:lnTo>
                  <a:cubicBezTo>
                    <a:pt x="0" y="799"/>
                    <a:pt x="93" y="892"/>
                    <a:pt x="217" y="892"/>
                  </a:cubicBezTo>
                  <a:lnTo>
                    <a:pt x="341" y="892"/>
                  </a:lnTo>
                  <a:cubicBezTo>
                    <a:pt x="310" y="954"/>
                    <a:pt x="310" y="1047"/>
                    <a:pt x="310" y="1140"/>
                  </a:cubicBezTo>
                  <a:cubicBezTo>
                    <a:pt x="310" y="1916"/>
                    <a:pt x="892" y="2304"/>
                    <a:pt x="1474" y="2304"/>
                  </a:cubicBezTo>
                  <a:cubicBezTo>
                    <a:pt x="2055" y="2304"/>
                    <a:pt x="2637" y="1916"/>
                    <a:pt x="2637" y="1140"/>
                  </a:cubicBezTo>
                  <a:cubicBezTo>
                    <a:pt x="2637" y="985"/>
                    <a:pt x="2606" y="799"/>
                    <a:pt x="2544" y="675"/>
                  </a:cubicBezTo>
                  <a:cubicBezTo>
                    <a:pt x="2637" y="629"/>
                    <a:pt x="2738" y="605"/>
                    <a:pt x="2839" y="605"/>
                  </a:cubicBezTo>
                  <a:cubicBezTo>
                    <a:pt x="2939" y="605"/>
                    <a:pt x="3040" y="629"/>
                    <a:pt x="3133" y="675"/>
                  </a:cubicBezTo>
                  <a:cubicBezTo>
                    <a:pt x="3040" y="799"/>
                    <a:pt x="3009" y="985"/>
                    <a:pt x="3009" y="1140"/>
                  </a:cubicBezTo>
                  <a:cubicBezTo>
                    <a:pt x="3009" y="1916"/>
                    <a:pt x="3591" y="2304"/>
                    <a:pt x="4172" y="2304"/>
                  </a:cubicBezTo>
                  <a:cubicBezTo>
                    <a:pt x="4754" y="2304"/>
                    <a:pt x="5336" y="1916"/>
                    <a:pt x="5336" y="1140"/>
                  </a:cubicBezTo>
                  <a:cubicBezTo>
                    <a:pt x="5336" y="1047"/>
                    <a:pt x="5336" y="954"/>
                    <a:pt x="5305" y="892"/>
                  </a:cubicBezTo>
                  <a:lnTo>
                    <a:pt x="5429" y="892"/>
                  </a:lnTo>
                  <a:cubicBezTo>
                    <a:pt x="5436" y="893"/>
                    <a:pt x="5443" y="894"/>
                    <a:pt x="5451" y="894"/>
                  </a:cubicBezTo>
                  <a:cubicBezTo>
                    <a:pt x="5663" y="894"/>
                    <a:pt x="5669" y="484"/>
                    <a:pt x="5470" y="484"/>
                  </a:cubicBezTo>
                  <a:cubicBezTo>
                    <a:pt x="5457" y="484"/>
                    <a:pt x="5443" y="485"/>
                    <a:pt x="5429" y="489"/>
                  </a:cubicBezTo>
                  <a:lnTo>
                    <a:pt x="5118" y="489"/>
                  </a:lnTo>
                  <a:cubicBezTo>
                    <a:pt x="4897" y="165"/>
                    <a:pt x="4544" y="0"/>
                    <a:pt x="4188" y="0"/>
                  </a:cubicBezTo>
                  <a:cubicBezTo>
                    <a:pt x="3897" y="0"/>
                    <a:pt x="3605" y="111"/>
                    <a:pt x="3381" y="334"/>
                  </a:cubicBezTo>
                  <a:cubicBezTo>
                    <a:pt x="3211" y="241"/>
                    <a:pt x="3025" y="194"/>
                    <a:pt x="2839" y="194"/>
                  </a:cubicBezTo>
                  <a:cubicBezTo>
                    <a:pt x="2652" y="194"/>
                    <a:pt x="2466" y="241"/>
                    <a:pt x="2296" y="334"/>
                  </a:cubicBezTo>
                  <a:cubicBezTo>
                    <a:pt x="2072" y="111"/>
                    <a:pt x="1780" y="0"/>
                    <a:pt x="14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4" name="Google Shape;13204;p87"/>
          <p:cNvGrpSpPr/>
          <p:nvPr/>
        </p:nvGrpSpPr>
        <p:grpSpPr>
          <a:xfrm>
            <a:off x="7745340" y="2927979"/>
            <a:ext cx="349000" cy="229575"/>
            <a:chOff x="4720050" y="3726850"/>
            <a:chExt cx="349000" cy="229575"/>
          </a:xfrm>
        </p:grpSpPr>
        <p:sp>
          <p:nvSpPr>
            <p:cNvPr id="13205" name="Google Shape;13205;p87"/>
            <p:cNvSpPr/>
            <p:nvPr/>
          </p:nvSpPr>
          <p:spPr>
            <a:xfrm>
              <a:off x="4759600" y="3826100"/>
              <a:ext cx="12675" cy="8900"/>
            </a:xfrm>
            <a:custGeom>
              <a:rect b="b" l="l" r="r" t="t"/>
              <a:pathLst>
                <a:path extrusionOk="0" h="356" w="507">
                  <a:moveTo>
                    <a:pt x="218" y="1"/>
                  </a:moveTo>
                  <a:cubicBezTo>
                    <a:pt x="93" y="1"/>
                    <a:pt x="0" y="94"/>
                    <a:pt x="0" y="249"/>
                  </a:cubicBezTo>
                  <a:cubicBezTo>
                    <a:pt x="0" y="326"/>
                    <a:pt x="30" y="355"/>
                    <a:pt x="72" y="355"/>
                  </a:cubicBezTo>
                  <a:cubicBezTo>
                    <a:pt x="217" y="355"/>
                    <a:pt x="506" y="1"/>
                    <a:pt x="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87"/>
            <p:cNvSpPr/>
            <p:nvPr/>
          </p:nvSpPr>
          <p:spPr>
            <a:xfrm>
              <a:off x="4794500" y="3826100"/>
              <a:ext cx="13975" cy="11675"/>
            </a:xfrm>
            <a:custGeom>
              <a:rect b="b" l="l" r="r" t="t"/>
              <a:pathLst>
                <a:path extrusionOk="0" h="467" w="559">
                  <a:moveTo>
                    <a:pt x="217" y="1"/>
                  </a:moveTo>
                  <a:cubicBezTo>
                    <a:pt x="93" y="1"/>
                    <a:pt x="0" y="94"/>
                    <a:pt x="0" y="249"/>
                  </a:cubicBezTo>
                  <a:cubicBezTo>
                    <a:pt x="0" y="373"/>
                    <a:pt x="93" y="466"/>
                    <a:pt x="217" y="466"/>
                  </a:cubicBezTo>
                  <a:cubicBezTo>
                    <a:pt x="559" y="466"/>
                    <a:pt x="559"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7" name="Google Shape;13207;p87"/>
            <p:cNvSpPr/>
            <p:nvPr/>
          </p:nvSpPr>
          <p:spPr>
            <a:xfrm>
              <a:off x="4829400" y="3826100"/>
              <a:ext cx="13200" cy="11675"/>
            </a:xfrm>
            <a:custGeom>
              <a:rect b="b" l="l" r="r" t="t"/>
              <a:pathLst>
                <a:path extrusionOk="0" h="467" w="528">
                  <a:moveTo>
                    <a:pt x="217" y="1"/>
                  </a:moveTo>
                  <a:cubicBezTo>
                    <a:pt x="93" y="1"/>
                    <a:pt x="0" y="94"/>
                    <a:pt x="0" y="249"/>
                  </a:cubicBezTo>
                  <a:cubicBezTo>
                    <a:pt x="0" y="373"/>
                    <a:pt x="93" y="466"/>
                    <a:pt x="217" y="466"/>
                  </a:cubicBezTo>
                  <a:cubicBezTo>
                    <a:pt x="527" y="466"/>
                    <a:pt x="527"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8" name="Google Shape;13208;p87"/>
            <p:cNvSpPr/>
            <p:nvPr/>
          </p:nvSpPr>
          <p:spPr>
            <a:xfrm>
              <a:off x="4720050" y="3726850"/>
              <a:ext cx="349000" cy="229575"/>
            </a:xfrm>
            <a:custGeom>
              <a:rect b="b" l="l" r="r" t="t"/>
              <a:pathLst>
                <a:path extrusionOk="0" h="9183" w="13960">
                  <a:moveTo>
                    <a:pt x="1862" y="466"/>
                  </a:moveTo>
                  <a:cubicBezTo>
                    <a:pt x="2001" y="466"/>
                    <a:pt x="2141" y="559"/>
                    <a:pt x="2141" y="745"/>
                  </a:cubicBezTo>
                  <a:lnTo>
                    <a:pt x="2141" y="2513"/>
                  </a:lnTo>
                  <a:lnTo>
                    <a:pt x="1582" y="2513"/>
                  </a:lnTo>
                  <a:lnTo>
                    <a:pt x="1582" y="745"/>
                  </a:lnTo>
                  <a:cubicBezTo>
                    <a:pt x="1582" y="559"/>
                    <a:pt x="1722" y="466"/>
                    <a:pt x="1862" y="466"/>
                  </a:cubicBezTo>
                  <a:close/>
                  <a:moveTo>
                    <a:pt x="3940" y="466"/>
                  </a:moveTo>
                  <a:cubicBezTo>
                    <a:pt x="4079" y="466"/>
                    <a:pt x="4219" y="559"/>
                    <a:pt x="4219" y="745"/>
                  </a:cubicBezTo>
                  <a:lnTo>
                    <a:pt x="4219" y="2513"/>
                  </a:lnTo>
                  <a:lnTo>
                    <a:pt x="3661" y="2513"/>
                  </a:lnTo>
                  <a:lnTo>
                    <a:pt x="3661" y="745"/>
                  </a:lnTo>
                  <a:cubicBezTo>
                    <a:pt x="3661" y="559"/>
                    <a:pt x="3800" y="466"/>
                    <a:pt x="3940" y="466"/>
                  </a:cubicBezTo>
                  <a:close/>
                  <a:moveTo>
                    <a:pt x="12935" y="5739"/>
                  </a:moveTo>
                  <a:lnTo>
                    <a:pt x="12935" y="6390"/>
                  </a:lnTo>
                  <a:lnTo>
                    <a:pt x="1148" y="6390"/>
                  </a:lnTo>
                  <a:lnTo>
                    <a:pt x="1148" y="5739"/>
                  </a:lnTo>
                  <a:close/>
                  <a:moveTo>
                    <a:pt x="13463" y="6794"/>
                  </a:moveTo>
                  <a:cubicBezTo>
                    <a:pt x="13494" y="6794"/>
                    <a:pt x="13556" y="6856"/>
                    <a:pt x="13556" y="6887"/>
                  </a:cubicBezTo>
                  <a:lnTo>
                    <a:pt x="13556" y="7600"/>
                  </a:lnTo>
                  <a:lnTo>
                    <a:pt x="404" y="7600"/>
                  </a:lnTo>
                  <a:lnTo>
                    <a:pt x="404" y="6887"/>
                  </a:lnTo>
                  <a:cubicBezTo>
                    <a:pt x="404" y="6856"/>
                    <a:pt x="466" y="6794"/>
                    <a:pt x="497" y="6794"/>
                  </a:cubicBezTo>
                  <a:close/>
                  <a:moveTo>
                    <a:pt x="1862" y="0"/>
                  </a:moveTo>
                  <a:cubicBezTo>
                    <a:pt x="1497" y="0"/>
                    <a:pt x="1133" y="249"/>
                    <a:pt x="1179" y="745"/>
                  </a:cubicBezTo>
                  <a:lnTo>
                    <a:pt x="1179" y="2513"/>
                  </a:lnTo>
                  <a:lnTo>
                    <a:pt x="528" y="2513"/>
                  </a:lnTo>
                  <a:cubicBezTo>
                    <a:pt x="249" y="2513"/>
                    <a:pt x="31" y="2730"/>
                    <a:pt x="31" y="3009"/>
                  </a:cubicBezTo>
                  <a:lnTo>
                    <a:pt x="31" y="5212"/>
                  </a:lnTo>
                  <a:cubicBezTo>
                    <a:pt x="0" y="5491"/>
                    <a:pt x="249" y="5708"/>
                    <a:pt x="528" y="5739"/>
                  </a:cubicBezTo>
                  <a:lnTo>
                    <a:pt x="776" y="5739"/>
                  </a:lnTo>
                  <a:lnTo>
                    <a:pt x="776" y="6390"/>
                  </a:lnTo>
                  <a:lnTo>
                    <a:pt x="528" y="6390"/>
                  </a:lnTo>
                  <a:cubicBezTo>
                    <a:pt x="249" y="6390"/>
                    <a:pt x="31" y="6607"/>
                    <a:pt x="31" y="6887"/>
                  </a:cubicBezTo>
                  <a:lnTo>
                    <a:pt x="31" y="8655"/>
                  </a:lnTo>
                  <a:cubicBezTo>
                    <a:pt x="31" y="8934"/>
                    <a:pt x="249" y="9182"/>
                    <a:pt x="528" y="9182"/>
                  </a:cubicBezTo>
                  <a:lnTo>
                    <a:pt x="4250" y="9182"/>
                  </a:lnTo>
                  <a:cubicBezTo>
                    <a:pt x="4529" y="9182"/>
                    <a:pt x="4529" y="8748"/>
                    <a:pt x="4250" y="8748"/>
                  </a:cubicBezTo>
                  <a:lnTo>
                    <a:pt x="528" y="8748"/>
                  </a:lnTo>
                  <a:cubicBezTo>
                    <a:pt x="466" y="8748"/>
                    <a:pt x="435" y="8717"/>
                    <a:pt x="435" y="8655"/>
                  </a:cubicBezTo>
                  <a:lnTo>
                    <a:pt x="435" y="8003"/>
                  </a:lnTo>
                  <a:lnTo>
                    <a:pt x="13556" y="8003"/>
                  </a:lnTo>
                  <a:lnTo>
                    <a:pt x="13556" y="8655"/>
                  </a:lnTo>
                  <a:cubicBezTo>
                    <a:pt x="13556" y="8717"/>
                    <a:pt x="13525" y="8748"/>
                    <a:pt x="13463" y="8748"/>
                  </a:cubicBezTo>
                  <a:lnTo>
                    <a:pt x="5057" y="8748"/>
                  </a:lnTo>
                  <a:cubicBezTo>
                    <a:pt x="4777" y="8748"/>
                    <a:pt x="4777" y="9182"/>
                    <a:pt x="5057" y="9182"/>
                  </a:cubicBezTo>
                  <a:lnTo>
                    <a:pt x="13463" y="9182"/>
                  </a:lnTo>
                  <a:cubicBezTo>
                    <a:pt x="13742" y="9182"/>
                    <a:pt x="13959" y="8934"/>
                    <a:pt x="13959" y="8655"/>
                  </a:cubicBezTo>
                  <a:lnTo>
                    <a:pt x="13959" y="6887"/>
                  </a:lnTo>
                  <a:cubicBezTo>
                    <a:pt x="13959" y="6607"/>
                    <a:pt x="13742" y="6390"/>
                    <a:pt x="13463" y="6390"/>
                  </a:cubicBezTo>
                  <a:lnTo>
                    <a:pt x="13370" y="6390"/>
                  </a:lnTo>
                  <a:lnTo>
                    <a:pt x="13370" y="5739"/>
                  </a:lnTo>
                  <a:lnTo>
                    <a:pt x="13463" y="5739"/>
                  </a:lnTo>
                  <a:cubicBezTo>
                    <a:pt x="13742" y="5739"/>
                    <a:pt x="13959" y="5491"/>
                    <a:pt x="13959" y="5212"/>
                  </a:cubicBezTo>
                  <a:lnTo>
                    <a:pt x="13959" y="3040"/>
                  </a:lnTo>
                  <a:cubicBezTo>
                    <a:pt x="13959" y="2730"/>
                    <a:pt x="13742" y="2513"/>
                    <a:pt x="13463" y="2513"/>
                  </a:cubicBezTo>
                  <a:lnTo>
                    <a:pt x="9213" y="2513"/>
                  </a:lnTo>
                  <a:cubicBezTo>
                    <a:pt x="9089" y="2513"/>
                    <a:pt x="8996" y="2606"/>
                    <a:pt x="8996" y="2730"/>
                  </a:cubicBezTo>
                  <a:cubicBezTo>
                    <a:pt x="8996" y="2823"/>
                    <a:pt x="9089" y="2916"/>
                    <a:pt x="9213" y="2916"/>
                  </a:cubicBezTo>
                  <a:lnTo>
                    <a:pt x="13463" y="2916"/>
                  </a:lnTo>
                  <a:cubicBezTo>
                    <a:pt x="13494" y="2916"/>
                    <a:pt x="13556" y="2978"/>
                    <a:pt x="13556" y="3040"/>
                  </a:cubicBezTo>
                  <a:lnTo>
                    <a:pt x="13556" y="3971"/>
                  </a:lnTo>
                  <a:lnTo>
                    <a:pt x="7569" y="3971"/>
                  </a:lnTo>
                  <a:cubicBezTo>
                    <a:pt x="7290" y="3971"/>
                    <a:pt x="7290" y="4405"/>
                    <a:pt x="7569" y="4405"/>
                  </a:cubicBezTo>
                  <a:lnTo>
                    <a:pt x="13556" y="4405"/>
                  </a:lnTo>
                  <a:lnTo>
                    <a:pt x="13556" y="5212"/>
                  </a:lnTo>
                  <a:cubicBezTo>
                    <a:pt x="13556" y="5274"/>
                    <a:pt x="13494" y="5305"/>
                    <a:pt x="13463" y="5305"/>
                  </a:cubicBezTo>
                  <a:lnTo>
                    <a:pt x="497" y="5305"/>
                  </a:lnTo>
                  <a:cubicBezTo>
                    <a:pt x="466" y="5305"/>
                    <a:pt x="404" y="5274"/>
                    <a:pt x="404" y="5212"/>
                  </a:cubicBezTo>
                  <a:lnTo>
                    <a:pt x="404" y="3040"/>
                  </a:lnTo>
                  <a:cubicBezTo>
                    <a:pt x="404" y="2978"/>
                    <a:pt x="466" y="2916"/>
                    <a:pt x="497" y="2916"/>
                  </a:cubicBezTo>
                  <a:lnTo>
                    <a:pt x="8376" y="2916"/>
                  </a:lnTo>
                  <a:cubicBezTo>
                    <a:pt x="8389" y="2919"/>
                    <a:pt x="8402" y="2921"/>
                    <a:pt x="8415" y="2921"/>
                  </a:cubicBezTo>
                  <a:cubicBezTo>
                    <a:pt x="8525" y="2921"/>
                    <a:pt x="8624" y="2813"/>
                    <a:pt x="8624" y="2730"/>
                  </a:cubicBezTo>
                  <a:cubicBezTo>
                    <a:pt x="8624" y="2606"/>
                    <a:pt x="8531" y="2513"/>
                    <a:pt x="8407" y="2513"/>
                  </a:cubicBezTo>
                  <a:lnTo>
                    <a:pt x="4653" y="2513"/>
                  </a:lnTo>
                  <a:lnTo>
                    <a:pt x="4653" y="745"/>
                  </a:lnTo>
                  <a:cubicBezTo>
                    <a:pt x="4684" y="249"/>
                    <a:pt x="4312" y="0"/>
                    <a:pt x="3944" y="0"/>
                  </a:cubicBezTo>
                  <a:cubicBezTo>
                    <a:pt x="3575" y="0"/>
                    <a:pt x="3211" y="249"/>
                    <a:pt x="3257" y="745"/>
                  </a:cubicBezTo>
                  <a:lnTo>
                    <a:pt x="3257" y="2513"/>
                  </a:lnTo>
                  <a:lnTo>
                    <a:pt x="2544" y="2513"/>
                  </a:lnTo>
                  <a:lnTo>
                    <a:pt x="2544" y="745"/>
                  </a:lnTo>
                  <a:cubicBezTo>
                    <a:pt x="2591" y="249"/>
                    <a:pt x="2226" y="0"/>
                    <a:pt x="18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9" name="Google Shape;13209;p87"/>
          <p:cNvGrpSpPr/>
          <p:nvPr/>
        </p:nvGrpSpPr>
        <p:grpSpPr>
          <a:xfrm>
            <a:off x="7777528" y="3436529"/>
            <a:ext cx="284625" cy="349375"/>
            <a:chOff x="2475800" y="1923875"/>
            <a:chExt cx="284625" cy="349375"/>
          </a:xfrm>
        </p:grpSpPr>
        <p:sp>
          <p:nvSpPr>
            <p:cNvPr id="13210" name="Google Shape;13210;p87"/>
            <p:cNvSpPr/>
            <p:nvPr/>
          </p:nvSpPr>
          <p:spPr>
            <a:xfrm>
              <a:off x="2527750" y="2095250"/>
              <a:ext cx="69825" cy="38800"/>
            </a:xfrm>
            <a:custGeom>
              <a:rect b="b" l="l" r="r" t="t"/>
              <a:pathLst>
                <a:path extrusionOk="0" h="1552" w="2793">
                  <a:moveTo>
                    <a:pt x="2358" y="403"/>
                  </a:moveTo>
                  <a:lnTo>
                    <a:pt x="2358" y="1148"/>
                  </a:lnTo>
                  <a:lnTo>
                    <a:pt x="404" y="1148"/>
                  </a:lnTo>
                  <a:lnTo>
                    <a:pt x="404" y="403"/>
                  </a:lnTo>
                  <a:close/>
                  <a:moveTo>
                    <a:pt x="342" y="0"/>
                  </a:moveTo>
                  <a:cubicBezTo>
                    <a:pt x="156" y="0"/>
                    <a:pt x="1" y="155"/>
                    <a:pt x="1" y="341"/>
                  </a:cubicBezTo>
                  <a:lnTo>
                    <a:pt x="1" y="1241"/>
                  </a:lnTo>
                  <a:cubicBezTo>
                    <a:pt x="1" y="1396"/>
                    <a:pt x="156" y="1551"/>
                    <a:pt x="342" y="1551"/>
                  </a:cubicBezTo>
                  <a:lnTo>
                    <a:pt x="2482" y="1551"/>
                  </a:lnTo>
                  <a:cubicBezTo>
                    <a:pt x="2637" y="1551"/>
                    <a:pt x="2793" y="1396"/>
                    <a:pt x="2793" y="1241"/>
                  </a:cubicBezTo>
                  <a:lnTo>
                    <a:pt x="2793" y="341"/>
                  </a:lnTo>
                  <a:cubicBezTo>
                    <a:pt x="2793" y="155"/>
                    <a:pt x="2637" y="0"/>
                    <a:pt x="2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1" name="Google Shape;13211;p87"/>
            <p:cNvSpPr/>
            <p:nvPr/>
          </p:nvSpPr>
          <p:spPr>
            <a:xfrm>
              <a:off x="2536275" y="1954100"/>
              <a:ext cx="52775" cy="10100"/>
            </a:xfrm>
            <a:custGeom>
              <a:rect b="b" l="l" r="r" t="t"/>
              <a:pathLst>
                <a:path extrusionOk="0" h="404" w="2111">
                  <a:moveTo>
                    <a:pt x="280" y="1"/>
                  </a:moveTo>
                  <a:cubicBezTo>
                    <a:pt x="1" y="1"/>
                    <a:pt x="1" y="404"/>
                    <a:pt x="280" y="404"/>
                  </a:cubicBezTo>
                  <a:lnTo>
                    <a:pt x="1831" y="404"/>
                  </a:lnTo>
                  <a:cubicBezTo>
                    <a:pt x="2110" y="404"/>
                    <a:pt x="2110" y="1"/>
                    <a:pt x="18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87"/>
            <p:cNvSpPr/>
            <p:nvPr/>
          </p:nvSpPr>
          <p:spPr>
            <a:xfrm>
              <a:off x="2613050" y="2027775"/>
              <a:ext cx="52000" cy="10100"/>
            </a:xfrm>
            <a:custGeom>
              <a:rect b="b" l="l" r="r" t="t"/>
              <a:pathLst>
                <a:path extrusionOk="0" h="404" w="2080">
                  <a:moveTo>
                    <a:pt x="280" y="1"/>
                  </a:moveTo>
                  <a:cubicBezTo>
                    <a:pt x="1" y="1"/>
                    <a:pt x="1" y="404"/>
                    <a:pt x="280" y="404"/>
                  </a:cubicBezTo>
                  <a:lnTo>
                    <a:pt x="1831" y="404"/>
                  </a:lnTo>
                  <a:cubicBezTo>
                    <a:pt x="2079" y="404"/>
                    <a:pt x="2079" y="1"/>
                    <a:pt x="18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3" name="Google Shape;13213;p87"/>
            <p:cNvSpPr/>
            <p:nvPr/>
          </p:nvSpPr>
          <p:spPr>
            <a:xfrm>
              <a:off x="2536275" y="1978150"/>
              <a:ext cx="128000" cy="10100"/>
            </a:xfrm>
            <a:custGeom>
              <a:rect b="b" l="l" r="r" t="t"/>
              <a:pathLst>
                <a:path extrusionOk="0" h="404" w="5120">
                  <a:moveTo>
                    <a:pt x="280" y="0"/>
                  </a:moveTo>
                  <a:cubicBezTo>
                    <a:pt x="1" y="0"/>
                    <a:pt x="1" y="404"/>
                    <a:pt x="280" y="404"/>
                  </a:cubicBezTo>
                  <a:lnTo>
                    <a:pt x="4840" y="404"/>
                  </a:lnTo>
                  <a:cubicBezTo>
                    <a:pt x="5119" y="404"/>
                    <a:pt x="5119" y="0"/>
                    <a:pt x="48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4" name="Google Shape;13214;p87"/>
            <p:cNvSpPr/>
            <p:nvPr/>
          </p:nvSpPr>
          <p:spPr>
            <a:xfrm>
              <a:off x="2538625" y="2002175"/>
              <a:ext cx="124100" cy="10125"/>
            </a:xfrm>
            <a:custGeom>
              <a:rect b="b" l="l" r="r" t="t"/>
              <a:pathLst>
                <a:path extrusionOk="0" h="405" w="4964">
                  <a:moveTo>
                    <a:pt x="186" y="1"/>
                  </a:moveTo>
                  <a:cubicBezTo>
                    <a:pt x="93" y="1"/>
                    <a:pt x="0" y="94"/>
                    <a:pt x="0" y="218"/>
                  </a:cubicBezTo>
                  <a:cubicBezTo>
                    <a:pt x="0" y="311"/>
                    <a:pt x="93" y="404"/>
                    <a:pt x="186" y="404"/>
                  </a:cubicBezTo>
                  <a:lnTo>
                    <a:pt x="4746" y="404"/>
                  </a:lnTo>
                  <a:cubicBezTo>
                    <a:pt x="4870" y="404"/>
                    <a:pt x="4963" y="311"/>
                    <a:pt x="4963" y="218"/>
                  </a:cubicBezTo>
                  <a:cubicBezTo>
                    <a:pt x="4963" y="94"/>
                    <a:pt x="4870" y="1"/>
                    <a:pt x="47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87"/>
            <p:cNvSpPr/>
            <p:nvPr/>
          </p:nvSpPr>
          <p:spPr>
            <a:xfrm>
              <a:off x="2527175" y="2148725"/>
              <a:ext cx="131500" cy="10175"/>
            </a:xfrm>
            <a:custGeom>
              <a:rect b="b" l="l" r="r" t="t"/>
              <a:pathLst>
                <a:path extrusionOk="0" h="407" w="5260">
                  <a:moveTo>
                    <a:pt x="218" y="0"/>
                  </a:moveTo>
                  <a:cubicBezTo>
                    <a:pt x="1" y="0"/>
                    <a:pt x="1" y="406"/>
                    <a:pt x="218" y="406"/>
                  </a:cubicBezTo>
                  <a:cubicBezTo>
                    <a:pt x="225" y="406"/>
                    <a:pt x="233" y="406"/>
                    <a:pt x="241" y="405"/>
                  </a:cubicBezTo>
                  <a:lnTo>
                    <a:pt x="5049" y="405"/>
                  </a:lnTo>
                  <a:cubicBezTo>
                    <a:pt x="5056" y="406"/>
                    <a:pt x="5063" y="406"/>
                    <a:pt x="5069" y="406"/>
                  </a:cubicBezTo>
                  <a:cubicBezTo>
                    <a:pt x="5259" y="406"/>
                    <a:pt x="5259" y="0"/>
                    <a:pt x="5069" y="0"/>
                  </a:cubicBezTo>
                  <a:cubicBezTo>
                    <a:pt x="5063" y="0"/>
                    <a:pt x="5056" y="1"/>
                    <a:pt x="5049" y="2"/>
                  </a:cubicBezTo>
                  <a:lnTo>
                    <a:pt x="241" y="2"/>
                  </a:lnTo>
                  <a:cubicBezTo>
                    <a:pt x="233" y="1"/>
                    <a:pt x="225" y="0"/>
                    <a:pt x="2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87"/>
            <p:cNvSpPr/>
            <p:nvPr/>
          </p:nvSpPr>
          <p:spPr>
            <a:xfrm>
              <a:off x="2526200" y="2172025"/>
              <a:ext cx="134200" cy="10875"/>
            </a:xfrm>
            <a:custGeom>
              <a:rect b="b" l="l" r="r" t="t"/>
              <a:pathLst>
                <a:path extrusionOk="0" h="435" w="5368">
                  <a:moveTo>
                    <a:pt x="280" y="0"/>
                  </a:moveTo>
                  <a:cubicBezTo>
                    <a:pt x="1" y="0"/>
                    <a:pt x="1" y="434"/>
                    <a:pt x="280" y="434"/>
                  </a:cubicBezTo>
                  <a:lnTo>
                    <a:pt x="5088" y="434"/>
                  </a:lnTo>
                  <a:cubicBezTo>
                    <a:pt x="5367" y="434"/>
                    <a:pt x="5367" y="0"/>
                    <a:pt x="50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87"/>
            <p:cNvSpPr/>
            <p:nvPr/>
          </p:nvSpPr>
          <p:spPr>
            <a:xfrm>
              <a:off x="2475800" y="1923875"/>
              <a:ext cx="284625" cy="349375"/>
            </a:xfrm>
            <a:custGeom>
              <a:rect b="b" l="l" r="r" t="t"/>
              <a:pathLst>
                <a:path extrusionOk="0" h="13975" w="11385">
                  <a:moveTo>
                    <a:pt x="4095" y="4560"/>
                  </a:moveTo>
                  <a:cubicBezTo>
                    <a:pt x="4281" y="4560"/>
                    <a:pt x="4436" y="4715"/>
                    <a:pt x="4436" y="4901"/>
                  </a:cubicBezTo>
                  <a:lnTo>
                    <a:pt x="4436" y="5180"/>
                  </a:lnTo>
                  <a:lnTo>
                    <a:pt x="435" y="5180"/>
                  </a:lnTo>
                  <a:lnTo>
                    <a:pt x="435" y="4901"/>
                  </a:lnTo>
                  <a:cubicBezTo>
                    <a:pt x="435" y="4715"/>
                    <a:pt x="590" y="4560"/>
                    <a:pt x="776" y="4560"/>
                  </a:cubicBezTo>
                  <a:close/>
                  <a:moveTo>
                    <a:pt x="1862" y="0"/>
                  </a:moveTo>
                  <a:cubicBezTo>
                    <a:pt x="1520" y="0"/>
                    <a:pt x="1272" y="279"/>
                    <a:pt x="1272" y="589"/>
                  </a:cubicBezTo>
                  <a:lnTo>
                    <a:pt x="1272" y="4157"/>
                  </a:lnTo>
                  <a:lnTo>
                    <a:pt x="776" y="4157"/>
                  </a:lnTo>
                  <a:cubicBezTo>
                    <a:pt x="342" y="4157"/>
                    <a:pt x="31" y="4498"/>
                    <a:pt x="31" y="4932"/>
                  </a:cubicBezTo>
                  <a:lnTo>
                    <a:pt x="31" y="11291"/>
                  </a:lnTo>
                  <a:cubicBezTo>
                    <a:pt x="0" y="11694"/>
                    <a:pt x="342" y="12035"/>
                    <a:pt x="714" y="12035"/>
                  </a:cubicBezTo>
                  <a:lnTo>
                    <a:pt x="2854" y="12035"/>
                  </a:lnTo>
                  <a:cubicBezTo>
                    <a:pt x="3133" y="12035"/>
                    <a:pt x="3133" y="11601"/>
                    <a:pt x="2854" y="11601"/>
                  </a:cubicBezTo>
                  <a:lnTo>
                    <a:pt x="714" y="11601"/>
                  </a:lnTo>
                  <a:cubicBezTo>
                    <a:pt x="559" y="11601"/>
                    <a:pt x="435" y="11477"/>
                    <a:pt x="435" y="11322"/>
                  </a:cubicBezTo>
                  <a:lnTo>
                    <a:pt x="435" y="5614"/>
                  </a:lnTo>
                  <a:lnTo>
                    <a:pt x="9306" y="5614"/>
                  </a:lnTo>
                  <a:cubicBezTo>
                    <a:pt x="9492" y="5614"/>
                    <a:pt x="9616" y="5739"/>
                    <a:pt x="9616" y="5894"/>
                  </a:cubicBezTo>
                  <a:lnTo>
                    <a:pt x="9616" y="9585"/>
                  </a:lnTo>
                  <a:lnTo>
                    <a:pt x="9151" y="9585"/>
                  </a:lnTo>
                  <a:cubicBezTo>
                    <a:pt x="8965" y="9585"/>
                    <a:pt x="8841" y="9709"/>
                    <a:pt x="8841" y="9864"/>
                  </a:cubicBezTo>
                  <a:lnTo>
                    <a:pt x="8841" y="11601"/>
                  </a:lnTo>
                  <a:lnTo>
                    <a:pt x="3692" y="11601"/>
                  </a:lnTo>
                  <a:cubicBezTo>
                    <a:pt x="3413" y="11601"/>
                    <a:pt x="3413" y="12004"/>
                    <a:pt x="3692" y="12004"/>
                  </a:cubicBezTo>
                  <a:lnTo>
                    <a:pt x="8283" y="12004"/>
                  </a:lnTo>
                  <a:cubicBezTo>
                    <a:pt x="8283" y="12066"/>
                    <a:pt x="9554" y="13835"/>
                    <a:pt x="9554" y="13835"/>
                  </a:cubicBezTo>
                  <a:cubicBezTo>
                    <a:pt x="9616" y="13928"/>
                    <a:pt x="9717" y="13974"/>
                    <a:pt x="9818" y="13974"/>
                  </a:cubicBezTo>
                  <a:cubicBezTo>
                    <a:pt x="9919" y="13974"/>
                    <a:pt x="10020" y="13928"/>
                    <a:pt x="10082" y="13835"/>
                  </a:cubicBezTo>
                  <a:lnTo>
                    <a:pt x="10516" y="13214"/>
                  </a:lnTo>
                  <a:cubicBezTo>
                    <a:pt x="10578" y="13121"/>
                    <a:pt x="10578" y="12997"/>
                    <a:pt x="10485" y="12935"/>
                  </a:cubicBezTo>
                  <a:cubicBezTo>
                    <a:pt x="10452" y="12913"/>
                    <a:pt x="10415" y="12903"/>
                    <a:pt x="10377" y="12903"/>
                  </a:cubicBezTo>
                  <a:cubicBezTo>
                    <a:pt x="10308" y="12903"/>
                    <a:pt x="10235" y="12937"/>
                    <a:pt x="10175" y="12997"/>
                  </a:cubicBezTo>
                  <a:lnTo>
                    <a:pt x="9834" y="13493"/>
                  </a:lnTo>
                  <a:lnTo>
                    <a:pt x="8748" y="12035"/>
                  </a:lnTo>
                  <a:lnTo>
                    <a:pt x="8934" y="12035"/>
                  </a:lnTo>
                  <a:cubicBezTo>
                    <a:pt x="9089" y="12004"/>
                    <a:pt x="9244" y="11880"/>
                    <a:pt x="9244" y="11694"/>
                  </a:cubicBezTo>
                  <a:lnTo>
                    <a:pt x="9244" y="9988"/>
                  </a:lnTo>
                  <a:lnTo>
                    <a:pt x="10392" y="9988"/>
                  </a:lnTo>
                  <a:lnTo>
                    <a:pt x="10392" y="11663"/>
                  </a:lnTo>
                  <a:cubicBezTo>
                    <a:pt x="10392" y="11849"/>
                    <a:pt x="10547" y="12004"/>
                    <a:pt x="10733" y="12004"/>
                  </a:cubicBezTo>
                  <a:lnTo>
                    <a:pt x="10888" y="12004"/>
                  </a:lnTo>
                  <a:lnTo>
                    <a:pt x="10578" y="12439"/>
                  </a:lnTo>
                  <a:cubicBezTo>
                    <a:pt x="10516" y="12532"/>
                    <a:pt x="10547" y="12656"/>
                    <a:pt x="10640" y="12718"/>
                  </a:cubicBezTo>
                  <a:cubicBezTo>
                    <a:pt x="10676" y="12742"/>
                    <a:pt x="10716" y="12752"/>
                    <a:pt x="10755" y="12752"/>
                  </a:cubicBezTo>
                  <a:cubicBezTo>
                    <a:pt x="10819" y="12752"/>
                    <a:pt x="10881" y="12725"/>
                    <a:pt x="10919" y="12687"/>
                  </a:cubicBezTo>
                  <a:lnTo>
                    <a:pt x="11323" y="12128"/>
                  </a:lnTo>
                  <a:cubicBezTo>
                    <a:pt x="11385" y="12035"/>
                    <a:pt x="11385" y="11880"/>
                    <a:pt x="11323" y="11787"/>
                  </a:cubicBezTo>
                  <a:lnTo>
                    <a:pt x="11354" y="11787"/>
                  </a:lnTo>
                  <a:cubicBezTo>
                    <a:pt x="11292" y="11663"/>
                    <a:pt x="11167" y="11601"/>
                    <a:pt x="11043" y="11601"/>
                  </a:cubicBezTo>
                  <a:lnTo>
                    <a:pt x="10795" y="11601"/>
                  </a:lnTo>
                  <a:lnTo>
                    <a:pt x="10795" y="9864"/>
                  </a:lnTo>
                  <a:cubicBezTo>
                    <a:pt x="10795" y="9709"/>
                    <a:pt x="10671" y="9585"/>
                    <a:pt x="10516" y="9585"/>
                  </a:cubicBezTo>
                  <a:lnTo>
                    <a:pt x="10020" y="9585"/>
                  </a:lnTo>
                  <a:lnTo>
                    <a:pt x="10020" y="5894"/>
                  </a:lnTo>
                  <a:cubicBezTo>
                    <a:pt x="10020" y="5521"/>
                    <a:pt x="9710" y="5180"/>
                    <a:pt x="9337" y="5180"/>
                  </a:cubicBezTo>
                  <a:lnTo>
                    <a:pt x="8717" y="5180"/>
                  </a:lnTo>
                  <a:lnTo>
                    <a:pt x="8717" y="3877"/>
                  </a:lnTo>
                  <a:cubicBezTo>
                    <a:pt x="8717" y="3753"/>
                    <a:pt x="8624" y="3660"/>
                    <a:pt x="8500" y="3660"/>
                  </a:cubicBezTo>
                  <a:cubicBezTo>
                    <a:pt x="8376" y="3660"/>
                    <a:pt x="8283" y="3753"/>
                    <a:pt x="8283" y="3877"/>
                  </a:cubicBezTo>
                  <a:lnTo>
                    <a:pt x="8283" y="5180"/>
                  </a:lnTo>
                  <a:lnTo>
                    <a:pt x="4839" y="5180"/>
                  </a:lnTo>
                  <a:lnTo>
                    <a:pt x="4839" y="4932"/>
                  </a:lnTo>
                  <a:cubicBezTo>
                    <a:pt x="4839" y="4498"/>
                    <a:pt x="4529" y="4157"/>
                    <a:pt x="4095" y="4157"/>
                  </a:cubicBezTo>
                  <a:lnTo>
                    <a:pt x="1676" y="4157"/>
                  </a:lnTo>
                  <a:lnTo>
                    <a:pt x="1676" y="589"/>
                  </a:lnTo>
                  <a:cubicBezTo>
                    <a:pt x="1676" y="496"/>
                    <a:pt x="1769" y="403"/>
                    <a:pt x="1862" y="403"/>
                  </a:cubicBezTo>
                  <a:lnTo>
                    <a:pt x="8097" y="403"/>
                  </a:lnTo>
                  <a:cubicBezTo>
                    <a:pt x="8221" y="403"/>
                    <a:pt x="8283" y="496"/>
                    <a:pt x="8283" y="589"/>
                  </a:cubicBezTo>
                  <a:lnTo>
                    <a:pt x="8283" y="3071"/>
                  </a:lnTo>
                  <a:cubicBezTo>
                    <a:pt x="8283" y="3164"/>
                    <a:pt x="8376" y="3257"/>
                    <a:pt x="8500" y="3257"/>
                  </a:cubicBezTo>
                  <a:cubicBezTo>
                    <a:pt x="8624" y="3257"/>
                    <a:pt x="8717" y="3164"/>
                    <a:pt x="8717" y="3071"/>
                  </a:cubicBezTo>
                  <a:lnTo>
                    <a:pt x="8717" y="589"/>
                  </a:lnTo>
                  <a:cubicBezTo>
                    <a:pt x="8717" y="279"/>
                    <a:pt x="8438" y="0"/>
                    <a:pt x="8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8" name="Google Shape;13218;p87"/>
          <p:cNvGrpSpPr/>
          <p:nvPr/>
        </p:nvGrpSpPr>
        <p:grpSpPr>
          <a:xfrm>
            <a:off x="7009120" y="3442541"/>
            <a:ext cx="349775" cy="337350"/>
            <a:chOff x="3960075" y="3673350"/>
            <a:chExt cx="349775" cy="337350"/>
          </a:xfrm>
        </p:grpSpPr>
        <p:sp>
          <p:nvSpPr>
            <p:cNvPr id="13219" name="Google Shape;13219;p87"/>
            <p:cNvSpPr/>
            <p:nvPr/>
          </p:nvSpPr>
          <p:spPr>
            <a:xfrm>
              <a:off x="3960075" y="3673350"/>
              <a:ext cx="349775" cy="337350"/>
            </a:xfrm>
            <a:custGeom>
              <a:rect b="b" l="l" r="r" t="t"/>
              <a:pathLst>
                <a:path extrusionOk="0" h="13494" w="13991">
                  <a:moveTo>
                    <a:pt x="11959" y="431"/>
                  </a:moveTo>
                  <a:cubicBezTo>
                    <a:pt x="12151" y="431"/>
                    <a:pt x="12284" y="603"/>
                    <a:pt x="12284" y="776"/>
                  </a:cubicBezTo>
                  <a:lnTo>
                    <a:pt x="12284" y="7072"/>
                  </a:lnTo>
                  <a:cubicBezTo>
                    <a:pt x="12284" y="7259"/>
                    <a:pt x="12129" y="7445"/>
                    <a:pt x="11912" y="7445"/>
                  </a:cubicBezTo>
                  <a:lnTo>
                    <a:pt x="7662" y="7445"/>
                  </a:lnTo>
                  <a:cubicBezTo>
                    <a:pt x="7476" y="7445"/>
                    <a:pt x="7321" y="7476"/>
                    <a:pt x="7166" y="7569"/>
                  </a:cubicBezTo>
                  <a:lnTo>
                    <a:pt x="7166" y="900"/>
                  </a:lnTo>
                  <a:cubicBezTo>
                    <a:pt x="7166" y="638"/>
                    <a:pt x="7356" y="431"/>
                    <a:pt x="7609" y="431"/>
                  </a:cubicBezTo>
                  <a:cubicBezTo>
                    <a:pt x="7627" y="431"/>
                    <a:pt x="7644" y="432"/>
                    <a:pt x="7662" y="434"/>
                  </a:cubicBezTo>
                  <a:lnTo>
                    <a:pt x="11912" y="434"/>
                  </a:lnTo>
                  <a:cubicBezTo>
                    <a:pt x="11928" y="432"/>
                    <a:pt x="11944" y="431"/>
                    <a:pt x="11959" y="431"/>
                  </a:cubicBezTo>
                  <a:close/>
                  <a:moveTo>
                    <a:pt x="8934" y="8530"/>
                  </a:moveTo>
                  <a:cubicBezTo>
                    <a:pt x="9182" y="8530"/>
                    <a:pt x="9430" y="8623"/>
                    <a:pt x="9616" y="8809"/>
                  </a:cubicBezTo>
                  <a:cubicBezTo>
                    <a:pt x="9803" y="8996"/>
                    <a:pt x="9896" y="9244"/>
                    <a:pt x="9896" y="9523"/>
                  </a:cubicBezTo>
                  <a:lnTo>
                    <a:pt x="9896" y="13059"/>
                  </a:lnTo>
                  <a:lnTo>
                    <a:pt x="9927" y="13059"/>
                  </a:lnTo>
                  <a:cubicBezTo>
                    <a:pt x="9927" y="13090"/>
                    <a:pt x="9927" y="13090"/>
                    <a:pt x="9896" y="13090"/>
                  </a:cubicBezTo>
                  <a:lnTo>
                    <a:pt x="9523" y="13090"/>
                  </a:lnTo>
                  <a:cubicBezTo>
                    <a:pt x="9492" y="13090"/>
                    <a:pt x="9492" y="13090"/>
                    <a:pt x="9492" y="13059"/>
                  </a:cubicBezTo>
                  <a:lnTo>
                    <a:pt x="9492" y="10236"/>
                  </a:lnTo>
                  <a:cubicBezTo>
                    <a:pt x="9492" y="10097"/>
                    <a:pt x="9392" y="10027"/>
                    <a:pt x="9291" y="10027"/>
                  </a:cubicBezTo>
                  <a:cubicBezTo>
                    <a:pt x="9190" y="10027"/>
                    <a:pt x="9089" y="10097"/>
                    <a:pt x="9089" y="10236"/>
                  </a:cubicBezTo>
                  <a:lnTo>
                    <a:pt x="9089" y="10485"/>
                  </a:lnTo>
                  <a:lnTo>
                    <a:pt x="8934" y="10485"/>
                  </a:lnTo>
                  <a:cubicBezTo>
                    <a:pt x="8593" y="10485"/>
                    <a:pt x="8252" y="10267"/>
                    <a:pt x="8097" y="9957"/>
                  </a:cubicBezTo>
                  <a:cubicBezTo>
                    <a:pt x="8097" y="9957"/>
                    <a:pt x="8097" y="9926"/>
                    <a:pt x="8097" y="9926"/>
                  </a:cubicBezTo>
                  <a:lnTo>
                    <a:pt x="8097" y="9089"/>
                  </a:lnTo>
                  <a:cubicBezTo>
                    <a:pt x="8097" y="9058"/>
                    <a:pt x="8097" y="9058"/>
                    <a:pt x="8097" y="9027"/>
                  </a:cubicBezTo>
                  <a:cubicBezTo>
                    <a:pt x="8252" y="8716"/>
                    <a:pt x="8593" y="8530"/>
                    <a:pt x="8934" y="8530"/>
                  </a:cubicBezTo>
                  <a:close/>
                  <a:moveTo>
                    <a:pt x="12284" y="8561"/>
                  </a:moveTo>
                  <a:cubicBezTo>
                    <a:pt x="12656" y="8561"/>
                    <a:pt x="12967" y="8747"/>
                    <a:pt x="13153" y="9058"/>
                  </a:cubicBezTo>
                  <a:cubicBezTo>
                    <a:pt x="13153" y="9058"/>
                    <a:pt x="13153" y="9089"/>
                    <a:pt x="13153" y="9089"/>
                  </a:cubicBezTo>
                  <a:lnTo>
                    <a:pt x="13153" y="9926"/>
                  </a:lnTo>
                  <a:cubicBezTo>
                    <a:pt x="13153" y="9957"/>
                    <a:pt x="13153" y="9957"/>
                    <a:pt x="13153" y="9988"/>
                  </a:cubicBezTo>
                  <a:cubicBezTo>
                    <a:pt x="12998" y="10298"/>
                    <a:pt x="12656" y="10485"/>
                    <a:pt x="12315" y="10485"/>
                  </a:cubicBezTo>
                  <a:lnTo>
                    <a:pt x="12160" y="10485"/>
                  </a:lnTo>
                  <a:lnTo>
                    <a:pt x="12160" y="10236"/>
                  </a:lnTo>
                  <a:cubicBezTo>
                    <a:pt x="12160" y="10143"/>
                    <a:pt x="12067" y="10050"/>
                    <a:pt x="11974" y="10050"/>
                  </a:cubicBezTo>
                  <a:cubicBezTo>
                    <a:pt x="11850" y="10050"/>
                    <a:pt x="11757" y="10143"/>
                    <a:pt x="11757" y="10236"/>
                  </a:cubicBezTo>
                  <a:lnTo>
                    <a:pt x="11757" y="13090"/>
                  </a:lnTo>
                  <a:lnTo>
                    <a:pt x="11323" y="13090"/>
                  </a:lnTo>
                  <a:lnTo>
                    <a:pt x="11323" y="9554"/>
                  </a:lnTo>
                  <a:cubicBezTo>
                    <a:pt x="11323" y="9275"/>
                    <a:pt x="11416" y="9027"/>
                    <a:pt x="11633" y="8841"/>
                  </a:cubicBezTo>
                  <a:cubicBezTo>
                    <a:pt x="11788" y="8654"/>
                    <a:pt x="12036" y="8561"/>
                    <a:pt x="12284" y="8561"/>
                  </a:cubicBezTo>
                  <a:close/>
                  <a:moveTo>
                    <a:pt x="2017" y="0"/>
                  </a:moveTo>
                  <a:cubicBezTo>
                    <a:pt x="1613" y="0"/>
                    <a:pt x="1272" y="310"/>
                    <a:pt x="1241" y="745"/>
                  </a:cubicBezTo>
                  <a:lnTo>
                    <a:pt x="683" y="745"/>
                  </a:lnTo>
                  <a:cubicBezTo>
                    <a:pt x="311" y="745"/>
                    <a:pt x="0" y="1024"/>
                    <a:pt x="0" y="1427"/>
                  </a:cubicBezTo>
                  <a:lnTo>
                    <a:pt x="0" y="8561"/>
                  </a:lnTo>
                  <a:cubicBezTo>
                    <a:pt x="0" y="8965"/>
                    <a:pt x="311" y="9244"/>
                    <a:pt x="683" y="9275"/>
                  </a:cubicBezTo>
                  <a:lnTo>
                    <a:pt x="2544" y="9275"/>
                  </a:lnTo>
                  <a:cubicBezTo>
                    <a:pt x="2792" y="9275"/>
                    <a:pt x="2792" y="8841"/>
                    <a:pt x="2544" y="8841"/>
                  </a:cubicBezTo>
                  <a:lnTo>
                    <a:pt x="683" y="8841"/>
                  </a:lnTo>
                  <a:cubicBezTo>
                    <a:pt x="528" y="8841"/>
                    <a:pt x="404" y="8716"/>
                    <a:pt x="404" y="8561"/>
                  </a:cubicBezTo>
                  <a:lnTo>
                    <a:pt x="404" y="1427"/>
                  </a:lnTo>
                  <a:cubicBezTo>
                    <a:pt x="404" y="1272"/>
                    <a:pt x="528" y="1148"/>
                    <a:pt x="683" y="1148"/>
                  </a:cubicBezTo>
                  <a:lnTo>
                    <a:pt x="1241" y="1148"/>
                  </a:lnTo>
                  <a:lnTo>
                    <a:pt x="1241" y="7072"/>
                  </a:lnTo>
                  <a:cubicBezTo>
                    <a:pt x="1241" y="7507"/>
                    <a:pt x="1582" y="7848"/>
                    <a:pt x="2017" y="7848"/>
                  </a:cubicBezTo>
                  <a:lnTo>
                    <a:pt x="6297" y="7848"/>
                  </a:lnTo>
                  <a:cubicBezTo>
                    <a:pt x="6546" y="7848"/>
                    <a:pt x="6732" y="8034"/>
                    <a:pt x="6763" y="8282"/>
                  </a:cubicBezTo>
                  <a:cubicBezTo>
                    <a:pt x="6763" y="8375"/>
                    <a:pt x="6856" y="8468"/>
                    <a:pt x="6980" y="8468"/>
                  </a:cubicBezTo>
                  <a:cubicBezTo>
                    <a:pt x="7073" y="8468"/>
                    <a:pt x="7166" y="8375"/>
                    <a:pt x="7166" y="8282"/>
                  </a:cubicBezTo>
                  <a:cubicBezTo>
                    <a:pt x="7197" y="8034"/>
                    <a:pt x="7414" y="7848"/>
                    <a:pt x="7662" y="7848"/>
                  </a:cubicBezTo>
                  <a:lnTo>
                    <a:pt x="11912" y="7848"/>
                  </a:lnTo>
                  <a:cubicBezTo>
                    <a:pt x="12346" y="7848"/>
                    <a:pt x="12687" y="7507"/>
                    <a:pt x="12687" y="7072"/>
                  </a:cubicBezTo>
                  <a:lnTo>
                    <a:pt x="12687" y="1148"/>
                  </a:lnTo>
                  <a:lnTo>
                    <a:pt x="13277" y="1148"/>
                  </a:lnTo>
                  <a:cubicBezTo>
                    <a:pt x="13401" y="1148"/>
                    <a:pt x="13525" y="1272"/>
                    <a:pt x="13525" y="1427"/>
                  </a:cubicBezTo>
                  <a:lnTo>
                    <a:pt x="13525" y="8561"/>
                  </a:lnTo>
                  <a:cubicBezTo>
                    <a:pt x="13525" y="8654"/>
                    <a:pt x="13494" y="8716"/>
                    <a:pt x="13432" y="8778"/>
                  </a:cubicBezTo>
                  <a:cubicBezTo>
                    <a:pt x="13184" y="8375"/>
                    <a:pt x="12749" y="8127"/>
                    <a:pt x="12284" y="8127"/>
                  </a:cubicBezTo>
                  <a:cubicBezTo>
                    <a:pt x="11912" y="8127"/>
                    <a:pt x="11571" y="8251"/>
                    <a:pt x="11323" y="8530"/>
                  </a:cubicBezTo>
                  <a:cubicBezTo>
                    <a:pt x="11229" y="8623"/>
                    <a:pt x="11136" y="8716"/>
                    <a:pt x="11074" y="8841"/>
                  </a:cubicBezTo>
                  <a:lnTo>
                    <a:pt x="10144" y="8841"/>
                  </a:lnTo>
                  <a:cubicBezTo>
                    <a:pt x="10082" y="8716"/>
                    <a:pt x="9989" y="8623"/>
                    <a:pt x="9896" y="8530"/>
                  </a:cubicBezTo>
                  <a:cubicBezTo>
                    <a:pt x="9647" y="8251"/>
                    <a:pt x="9306" y="8127"/>
                    <a:pt x="8934" y="8127"/>
                  </a:cubicBezTo>
                  <a:cubicBezTo>
                    <a:pt x="8438" y="8127"/>
                    <a:pt x="7972" y="8406"/>
                    <a:pt x="7724" y="8841"/>
                  </a:cubicBezTo>
                  <a:lnTo>
                    <a:pt x="3351" y="8841"/>
                  </a:lnTo>
                  <a:cubicBezTo>
                    <a:pt x="3071" y="8841"/>
                    <a:pt x="3071" y="9244"/>
                    <a:pt x="3351" y="9244"/>
                  </a:cubicBezTo>
                  <a:lnTo>
                    <a:pt x="7662" y="9244"/>
                  </a:lnTo>
                  <a:lnTo>
                    <a:pt x="7662" y="9926"/>
                  </a:lnTo>
                  <a:cubicBezTo>
                    <a:pt x="7662" y="10019"/>
                    <a:pt x="7693" y="10081"/>
                    <a:pt x="7724" y="10174"/>
                  </a:cubicBezTo>
                  <a:cubicBezTo>
                    <a:pt x="7972" y="10609"/>
                    <a:pt x="8438" y="10888"/>
                    <a:pt x="8934" y="10888"/>
                  </a:cubicBezTo>
                  <a:lnTo>
                    <a:pt x="9089" y="10888"/>
                  </a:lnTo>
                  <a:lnTo>
                    <a:pt x="9089" y="13059"/>
                  </a:lnTo>
                  <a:cubicBezTo>
                    <a:pt x="9089" y="13307"/>
                    <a:pt x="9275" y="13493"/>
                    <a:pt x="9523" y="13493"/>
                  </a:cubicBezTo>
                  <a:lnTo>
                    <a:pt x="9896" y="13493"/>
                  </a:lnTo>
                  <a:cubicBezTo>
                    <a:pt x="10144" y="13493"/>
                    <a:pt x="10330" y="13307"/>
                    <a:pt x="10330" y="13059"/>
                  </a:cubicBezTo>
                  <a:lnTo>
                    <a:pt x="10330" y="9523"/>
                  </a:lnTo>
                  <a:cubicBezTo>
                    <a:pt x="10330" y="9430"/>
                    <a:pt x="10330" y="9368"/>
                    <a:pt x="10299" y="9275"/>
                  </a:cubicBezTo>
                  <a:lnTo>
                    <a:pt x="10919" y="9275"/>
                  </a:lnTo>
                  <a:cubicBezTo>
                    <a:pt x="10919" y="9368"/>
                    <a:pt x="10888" y="9430"/>
                    <a:pt x="10919" y="9523"/>
                  </a:cubicBezTo>
                  <a:lnTo>
                    <a:pt x="10919" y="13059"/>
                  </a:lnTo>
                  <a:cubicBezTo>
                    <a:pt x="10919" y="13307"/>
                    <a:pt x="11105" y="13493"/>
                    <a:pt x="11354" y="13493"/>
                  </a:cubicBezTo>
                  <a:lnTo>
                    <a:pt x="11726" y="13493"/>
                  </a:lnTo>
                  <a:cubicBezTo>
                    <a:pt x="11974" y="13493"/>
                    <a:pt x="12160" y="13307"/>
                    <a:pt x="12160" y="13059"/>
                  </a:cubicBezTo>
                  <a:lnTo>
                    <a:pt x="12160" y="10888"/>
                  </a:lnTo>
                  <a:lnTo>
                    <a:pt x="12284" y="10888"/>
                  </a:lnTo>
                  <a:cubicBezTo>
                    <a:pt x="12811" y="10888"/>
                    <a:pt x="13277" y="10609"/>
                    <a:pt x="13494" y="10174"/>
                  </a:cubicBezTo>
                  <a:cubicBezTo>
                    <a:pt x="13556" y="10081"/>
                    <a:pt x="13556" y="10019"/>
                    <a:pt x="13556" y="9926"/>
                  </a:cubicBezTo>
                  <a:lnTo>
                    <a:pt x="13556" y="9213"/>
                  </a:lnTo>
                  <a:cubicBezTo>
                    <a:pt x="13804" y="9089"/>
                    <a:pt x="13959" y="8841"/>
                    <a:pt x="13990" y="8561"/>
                  </a:cubicBezTo>
                  <a:lnTo>
                    <a:pt x="13990" y="1427"/>
                  </a:lnTo>
                  <a:cubicBezTo>
                    <a:pt x="13990" y="1024"/>
                    <a:pt x="13680" y="745"/>
                    <a:pt x="13277" y="745"/>
                  </a:cubicBezTo>
                  <a:lnTo>
                    <a:pt x="12687" y="745"/>
                  </a:lnTo>
                  <a:cubicBezTo>
                    <a:pt x="12656" y="310"/>
                    <a:pt x="12315" y="0"/>
                    <a:pt x="11912" y="0"/>
                  </a:cubicBezTo>
                  <a:lnTo>
                    <a:pt x="7662" y="0"/>
                  </a:lnTo>
                  <a:cubicBezTo>
                    <a:pt x="7383" y="0"/>
                    <a:pt x="7135" y="124"/>
                    <a:pt x="6980" y="341"/>
                  </a:cubicBezTo>
                  <a:cubicBezTo>
                    <a:pt x="6794" y="124"/>
                    <a:pt x="6546" y="0"/>
                    <a:pt x="6297" y="0"/>
                  </a:cubicBezTo>
                  <a:lnTo>
                    <a:pt x="4498" y="0"/>
                  </a:lnTo>
                  <a:cubicBezTo>
                    <a:pt x="4374" y="0"/>
                    <a:pt x="4281" y="93"/>
                    <a:pt x="4281" y="217"/>
                  </a:cubicBezTo>
                  <a:cubicBezTo>
                    <a:pt x="4281" y="341"/>
                    <a:pt x="4374" y="434"/>
                    <a:pt x="4498" y="434"/>
                  </a:cubicBezTo>
                  <a:lnTo>
                    <a:pt x="6297" y="434"/>
                  </a:lnTo>
                  <a:cubicBezTo>
                    <a:pt x="6546" y="434"/>
                    <a:pt x="6763" y="620"/>
                    <a:pt x="6763" y="900"/>
                  </a:cubicBezTo>
                  <a:lnTo>
                    <a:pt x="6763" y="7569"/>
                  </a:lnTo>
                  <a:cubicBezTo>
                    <a:pt x="6639" y="7476"/>
                    <a:pt x="6452" y="7445"/>
                    <a:pt x="6297" y="7445"/>
                  </a:cubicBezTo>
                  <a:lnTo>
                    <a:pt x="2017" y="7445"/>
                  </a:lnTo>
                  <a:cubicBezTo>
                    <a:pt x="1831" y="7414"/>
                    <a:pt x="1676" y="7259"/>
                    <a:pt x="1676" y="7072"/>
                  </a:cubicBezTo>
                  <a:lnTo>
                    <a:pt x="1676" y="776"/>
                  </a:lnTo>
                  <a:cubicBezTo>
                    <a:pt x="1676" y="589"/>
                    <a:pt x="1831" y="434"/>
                    <a:pt x="2017" y="434"/>
                  </a:cubicBezTo>
                  <a:lnTo>
                    <a:pt x="3692" y="434"/>
                  </a:lnTo>
                  <a:cubicBezTo>
                    <a:pt x="3785" y="434"/>
                    <a:pt x="3878" y="341"/>
                    <a:pt x="3878" y="217"/>
                  </a:cubicBezTo>
                  <a:cubicBezTo>
                    <a:pt x="3878" y="93"/>
                    <a:pt x="3785" y="0"/>
                    <a:pt x="3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0" name="Google Shape;13220;p87"/>
            <p:cNvSpPr/>
            <p:nvPr/>
          </p:nvSpPr>
          <p:spPr>
            <a:xfrm>
              <a:off x="4019000" y="3709775"/>
              <a:ext cx="96975" cy="10125"/>
            </a:xfrm>
            <a:custGeom>
              <a:rect b="b" l="l" r="r" t="t"/>
              <a:pathLst>
                <a:path extrusionOk="0" h="405" w="3879">
                  <a:moveTo>
                    <a:pt x="249" y="1"/>
                  </a:moveTo>
                  <a:cubicBezTo>
                    <a:pt x="1" y="1"/>
                    <a:pt x="1" y="404"/>
                    <a:pt x="249" y="404"/>
                  </a:cubicBezTo>
                  <a:lnTo>
                    <a:pt x="3599" y="404"/>
                  </a:lnTo>
                  <a:cubicBezTo>
                    <a:pt x="3878" y="404"/>
                    <a:pt x="3878" y="1"/>
                    <a:pt x="35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1" name="Google Shape;13221;p87"/>
            <p:cNvSpPr/>
            <p:nvPr/>
          </p:nvSpPr>
          <p:spPr>
            <a:xfrm>
              <a:off x="4020550" y="3733050"/>
              <a:ext cx="93875" cy="10100"/>
            </a:xfrm>
            <a:custGeom>
              <a:rect b="b" l="l" r="r" t="t"/>
              <a:pathLst>
                <a:path extrusionOk="0" h="404" w="3755">
                  <a:moveTo>
                    <a:pt x="187" y="1"/>
                  </a:moveTo>
                  <a:cubicBezTo>
                    <a:pt x="94" y="1"/>
                    <a:pt x="1" y="94"/>
                    <a:pt x="1" y="187"/>
                  </a:cubicBezTo>
                  <a:cubicBezTo>
                    <a:pt x="1" y="311"/>
                    <a:pt x="94" y="404"/>
                    <a:pt x="187" y="404"/>
                  </a:cubicBezTo>
                  <a:lnTo>
                    <a:pt x="3537" y="404"/>
                  </a:lnTo>
                  <a:cubicBezTo>
                    <a:pt x="3661" y="404"/>
                    <a:pt x="3754" y="311"/>
                    <a:pt x="3754" y="187"/>
                  </a:cubicBezTo>
                  <a:cubicBezTo>
                    <a:pt x="3754" y="94"/>
                    <a:pt x="3661"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2" name="Google Shape;13222;p87"/>
            <p:cNvSpPr/>
            <p:nvPr/>
          </p:nvSpPr>
          <p:spPr>
            <a:xfrm>
              <a:off x="4019000" y="3756325"/>
              <a:ext cx="96975" cy="10100"/>
            </a:xfrm>
            <a:custGeom>
              <a:rect b="b" l="l" r="r" t="t"/>
              <a:pathLst>
                <a:path extrusionOk="0" h="404" w="3879">
                  <a:moveTo>
                    <a:pt x="249" y="0"/>
                  </a:moveTo>
                  <a:cubicBezTo>
                    <a:pt x="1" y="0"/>
                    <a:pt x="1" y="403"/>
                    <a:pt x="249" y="403"/>
                  </a:cubicBezTo>
                  <a:lnTo>
                    <a:pt x="3599" y="403"/>
                  </a:lnTo>
                  <a:cubicBezTo>
                    <a:pt x="3878" y="403"/>
                    <a:pt x="3878" y="0"/>
                    <a:pt x="35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3" name="Google Shape;13223;p87"/>
            <p:cNvSpPr/>
            <p:nvPr/>
          </p:nvSpPr>
          <p:spPr>
            <a:xfrm>
              <a:off x="4019000" y="3779575"/>
              <a:ext cx="96975" cy="10100"/>
            </a:xfrm>
            <a:custGeom>
              <a:rect b="b" l="l" r="r" t="t"/>
              <a:pathLst>
                <a:path extrusionOk="0" h="404" w="3879">
                  <a:moveTo>
                    <a:pt x="249" y="1"/>
                  </a:moveTo>
                  <a:cubicBezTo>
                    <a:pt x="1" y="1"/>
                    <a:pt x="1" y="404"/>
                    <a:pt x="249" y="404"/>
                  </a:cubicBezTo>
                  <a:lnTo>
                    <a:pt x="3599" y="404"/>
                  </a:lnTo>
                  <a:cubicBezTo>
                    <a:pt x="3878" y="404"/>
                    <a:pt x="3878" y="1"/>
                    <a:pt x="35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4" name="Google Shape;13224;p87"/>
            <p:cNvSpPr/>
            <p:nvPr/>
          </p:nvSpPr>
          <p:spPr>
            <a:xfrm>
              <a:off x="4019000" y="3804400"/>
              <a:ext cx="96975" cy="10100"/>
            </a:xfrm>
            <a:custGeom>
              <a:rect b="b" l="l" r="r" t="t"/>
              <a:pathLst>
                <a:path extrusionOk="0" h="404" w="3879">
                  <a:moveTo>
                    <a:pt x="249" y="0"/>
                  </a:moveTo>
                  <a:cubicBezTo>
                    <a:pt x="1" y="0"/>
                    <a:pt x="1" y="404"/>
                    <a:pt x="249" y="404"/>
                  </a:cubicBezTo>
                  <a:lnTo>
                    <a:pt x="3599" y="404"/>
                  </a:lnTo>
                  <a:cubicBezTo>
                    <a:pt x="3878" y="404"/>
                    <a:pt x="3878" y="0"/>
                    <a:pt x="35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5" name="Google Shape;13225;p87"/>
            <p:cNvSpPr/>
            <p:nvPr/>
          </p:nvSpPr>
          <p:spPr>
            <a:xfrm>
              <a:off x="4019000" y="3829200"/>
              <a:ext cx="96975" cy="10125"/>
            </a:xfrm>
            <a:custGeom>
              <a:rect b="b" l="l" r="r" t="t"/>
              <a:pathLst>
                <a:path extrusionOk="0" h="405" w="3879">
                  <a:moveTo>
                    <a:pt x="249" y="1"/>
                  </a:moveTo>
                  <a:cubicBezTo>
                    <a:pt x="1" y="1"/>
                    <a:pt x="1" y="404"/>
                    <a:pt x="249" y="404"/>
                  </a:cubicBezTo>
                  <a:lnTo>
                    <a:pt x="3599" y="404"/>
                  </a:lnTo>
                  <a:cubicBezTo>
                    <a:pt x="3878" y="404"/>
                    <a:pt x="3878" y="1"/>
                    <a:pt x="35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6" name="Google Shape;13226;p87"/>
            <p:cNvSpPr/>
            <p:nvPr/>
          </p:nvSpPr>
          <p:spPr>
            <a:xfrm>
              <a:off x="4157825" y="3779575"/>
              <a:ext cx="96950" cy="10100"/>
            </a:xfrm>
            <a:custGeom>
              <a:rect b="b" l="l" r="r" t="t"/>
              <a:pathLst>
                <a:path extrusionOk="0" h="404" w="3878">
                  <a:moveTo>
                    <a:pt x="280" y="1"/>
                  </a:moveTo>
                  <a:cubicBezTo>
                    <a:pt x="0" y="1"/>
                    <a:pt x="0" y="404"/>
                    <a:pt x="280" y="404"/>
                  </a:cubicBezTo>
                  <a:lnTo>
                    <a:pt x="3630" y="404"/>
                  </a:lnTo>
                  <a:cubicBezTo>
                    <a:pt x="3878" y="404"/>
                    <a:pt x="3878" y="1"/>
                    <a:pt x="36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7" name="Google Shape;13227;p87"/>
            <p:cNvSpPr/>
            <p:nvPr/>
          </p:nvSpPr>
          <p:spPr>
            <a:xfrm>
              <a:off x="4157825" y="3804400"/>
              <a:ext cx="96950" cy="10100"/>
            </a:xfrm>
            <a:custGeom>
              <a:rect b="b" l="l" r="r" t="t"/>
              <a:pathLst>
                <a:path extrusionOk="0" h="404" w="3878">
                  <a:moveTo>
                    <a:pt x="280" y="0"/>
                  </a:moveTo>
                  <a:cubicBezTo>
                    <a:pt x="0" y="0"/>
                    <a:pt x="0" y="404"/>
                    <a:pt x="280" y="404"/>
                  </a:cubicBezTo>
                  <a:lnTo>
                    <a:pt x="3630" y="404"/>
                  </a:lnTo>
                  <a:cubicBezTo>
                    <a:pt x="3878" y="404"/>
                    <a:pt x="3878" y="0"/>
                    <a:pt x="3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87"/>
            <p:cNvSpPr/>
            <p:nvPr/>
          </p:nvSpPr>
          <p:spPr>
            <a:xfrm>
              <a:off x="4157825" y="3829200"/>
              <a:ext cx="96950" cy="10125"/>
            </a:xfrm>
            <a:custGeom>
              <a:rect b="b" l="l" r="r" t="t"/>
              <a:pathLst>
                <a:path extrusionOk="0" h="405" w="3878">
                  <a:moveTo>
                    <a:pt x="280" y="1"/>
                  </a:moveTo>
                  <a:cubicBezTo>
                    <a:pt x="0" y="1"/>
                    <a:pt x="0" y="404"/>
                    <a:pt x="280" y="404"/>
                  </a:cubicBezTo>
                  <a:lnTo>
                    <a:pt x="3630" y="404"/>
                  </a:lnTo>
                  <a:cubicBezTo>
                    <a:pt x="3878" y="404"/>
                    <a:pt x="3878" y="1"/>
                    <a:pt x="36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9" name="Google Shape;13229;p87"/>
            <p:cNvSpPr/>
            <p:nvPr/>
          </p:nvSpPr>
          <p:spPr>
            <a:xfrm>
              <a:off x="4161700" y="3701250"/>
              <a:ext cx="89200" cy="63625"/>
            </a:xfrm>
            <a:custGeom>
              <a:rect b="b" l="l" r="r" t="t"/>
              <a:pathLst>
                <a:path extrusionOk="0" h="2545" w="3568">
                  <a:moveTo>
                    <a:pt x="3133" y="404"/>
                  </a:moveTo>
                  <a:cubicBezTo>
                    <a:pt x="3133" y="404"/>
                    <a:pt x="3164" y="435"/>
                    <a:pt x="3164" y="466"/>
                  </a:cubicBezTo>
                  <a:lnTo>
                    <a:pt x="3164" y="2079"/>
                  </a:lnTo>
                  <a:cubicBezTo>
                    <a:pt x="3164" y="2110"/>
                    <a:pt x="3133" y="2141"/>
                    <a:pt x="3133" y="2141"/>
                  </a:cubicBezTo>
                  <a:lnTo>
                    <a:pt x="466" y="2141"/>
                  </a:lnTo>
                  <a:cubicBezTo>
                    <a:pt x="435" y="2141"/>
                    <a:pt x="404" y="2110"/>
                    <a:pt x="404" y="2079"/>
                  </a:cubicBezTo>
                  <a:lnTo>
                    <a:pt x="404" y="466"/>
                  </a:lnTo>
                  <a:cubicBezTo>
                    <a:pt x="404" y="435"/>
                    <a:pt x="435" y="404"/>
                    <a:pt x="466" y="404"/>
                  </a:cubicBezTo>
                  <a:close/>
                  <a:moveTo>
                    <a:pt x="466" y="1"/>
                  </a:moveTo>
                  <a:cubicBezTo>
                    <a:pt x="187" y="1"/>
                    <a:pt x="0" y="218"/>
                    <a:pt x="0" y="466"/>
                  </a:cubicBezTo>
                  <a:lnTo>
                    <a:pt x="0" y="2079"/>
                  </a:lnTo>
                  <a:cubicBezTo>
                    <a:pt x="0" y="2327"/>
                    <a:pt x="187" y="2544"/>
                    <a:pt x="466" y="2544"/>
                  </a:cubicBezTo>
                  <a:lnTo>
                    <a:pt x="3133" y="2544"/>
                  </a:lnTo>
                  <a:cubicBezTo>
                    <a:pt x="3382" y="2544"/>
                    <a:pt x="3568" y="2327"/>
                    <a:pt x="3568" y="2079"/>
                  </a:cubicBezTo>
                  <a:lnTo>
                    <a:pt x="3568" y="466"/>
                  </a:lnTo>
                  <a:cubicBezTo>
                    <a:pt x="3568" y="218"/>
                    <a:pt x="3382" y="1"/>
                    <a:pt x="3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0" name="Google Shape;13230;p87"/>
            <p:cNvSpPr/>
            <p:nvPr/>
          </p:nvSpPr>
          <p:spPr>
            <a:xfrm>
              <a:off x="3999025" y="3928675"/>
              <a:ext cx="154175" cy="45575"/>
            </a:xfrm>
            <a:custGeom>
              <a:rect b="b" l="l" r="r" t="t"/>
              <a:pathLst>
                <a:path extrusionOk="0" h="1823" w="6167">
                  <a:moveTo>
                    <a:pt x="3619" y="0"/>
                  </a:moveTo>
                  <a:cubicBezTo>
                    <a:pt x="3499" y="0"/>
                    <a:pt x="3375" y="70"/>
                    <a:pt x="3312" y="209"/>
                  </a:cubicBezTo>
                  <a:lnTo>
                    <a:pt x="3095" y="768"/>
                  </a:lnTo>
                  <a:lnTo>
                    <a:pt x="2940" y="427"/>
                  </a:lnTo>
                  <a:cubicBezTo>
                    <a:pt x="2878" y="303"/>
                    <a:pt x="2785" y="241"/>
                    <a:pt x="2661" y="241"/>
                  </a:cubicBezTo>
                  <a:cubicBezTo>
                    <a:pt x="2506" y="241"/>
                    <a:pt x="2413" y="334"/>
                    <a:pt x="2351" y="458"/>
                  </a:cubicBezTo>
                  <a:lnTo>
                    <a:pt x="2072" y="1233"/>
                  </a:lnTo>
                  <a:lnTo>
                    <a:pt x="1762" y="334"/>
                  </a:lnTo>
                  <a:cubicBezTo>
                    <a:pt x="1731" y="209"/>
                    <a:pt x="1637" y="147"/>
                    <a:pt x="1513" y="116"/>
                  </a:cubicBezTo>
                  <a:cubicBezTo>
                    <a:pt x="1389" y="116"/>
                    <a:pt x="1265" y="178"/>
                    <a:pt x="1203" y="272"/>
                  </a:cubicBezTo>
                  <a:lnTo>
                    <a:pt x="924" y="768"/>
                  </a:lnTo>
                  <a:lnTo>
                    <a:pt x="242" y="768"/>
                  </a:lnTo>
                  <a:cubicBezTo>
                    <a:pt x="227" y="764"/>
                    <a:pt x="213" y="762"/>
                    <a:pt x="200" y="762"/>
                  </a:cubicBezTo>
                  <a:cubicBezTo>
                    <a:pt x="1" y="762"/>
                    <a:pt x="7" y="1172"/>
                    <a:pt x="220" y="1172"/>
                  </a:cubicBezTo>
                  <a:cubicBezTo>
                    <a:pt x="227" y="1172"/>
                    <a:pt x="234" y="1172"/>
                    <a:pt x="242" y="1171"/>
                  </a:cubicBezTo>
                  <a:lnTo>
                    <a:pt x="955" y="1171"/>
                  </a:lnTo>
                  <a:cubicBezTo>
                    <a:pt x="1079" y="1171"/>
                    <a:pt x="1172" y="1109"/>
                    <a:pt x="1234" y="1016"/>
                  </a:cubicBezTo>
                  <a:lnTo>
                    <a:pt x="1451" y="675"/>
                  </a:lnTo>
                  <a:lnTo>
                    <a:pt x="1793" y="1636"/>
                  </a:lnTo>
                  <a:cubicBezTo>
                    <a:pt x="1824" y="1760"/>
                    <a:pt x="1948" y="1822"/>
                    <a:pt x="2072" y="1822"/>
                  </a:cubicBezTo>
                  <a:cubicBezTo>
                    <a:pt x="2196" y="1822"/>
                    <a:pt x="2320" y="1760"/>
                    <a:pt x="2351" y="1636"/>
                  </a:cubicBezTo>
                  <a:lnTo>
                    <a:pt x="2661" y="799"/>
                  </a:lnTo>
                  <a:lnTo>
                    <a:pt x="2785" y="1109"/>
                  </a:lnTo>
                  <a:cubicBezTo>
                    <a:pt x="2847" y="1233"/>
                    <a:pt x="2940" y="1295"/>
                    <a:pt x="3064" y="1295"/>
                  </a:cubicBezTo>
                  <a:cubicBezTo>
                    <a:pt x="3188" y="1295"/>
                    <a:pt x="3312" y="1233"/>
                    <a:pt x="3344" y="1109"/>
                  </a:cubicBezTo>
                  <a:lnTo>
                    <a:pt x="3592" y="582"/>
                  </a:lnTo>
                  <a:lnTo>
                    <a:pt x="3933" y="1636"/>
                  </a:lnTo>
                  <a:cubicBezTo>
                    <a:pt x="3964" y="1760"/>
                    <a:pt x="4088" y="1822"/>
                    <a:pt x="4212" y="1822"/>
                  </a:cubicBezTo>
                  <a:cubicBezTo>
                    <a:pt x="4336" y="1822"/>
                    <a:pt x="4460" y="1760"/>
                    <a:pt x="4491" y="1636"/>
                  </a:cubicBezTo>
                  <a:lnTo>
                    <a:pt x="4708" y="1109"/>
                  </a:lnTo>
                  <a:lnTo>
                    <a:pt x="5949" y="1109"/>
                  </a:lnTo>
                  <a:cubicBezTo>
                    <a:pt x="6073" y="1109"/>
                    <a:pt x="6166" y="1016"/>
                    <a:pt x="6166" y="923"/>
                  </a:cubicBezTo>
                  <a:cubicBezTo>
                    <a:pt x="6166" y="799"/>
                    <a:pt x="6073" y="706"/>
                    <a:pt x="5949" y="706"/>
                  </a:cubicBezTo>
                  <a:lnTo>
                    <a:pt x="4646" y="706"/>
                  </a:lnTo>
                  <a:cubicBezTo>
                    <a:pt x="4522" y="706"/>
                    <a:pt x="4429" y="799"/>
                    <a:pt x="4367" y="892"/>
                  </a:cubicBezTo>
                  <a:lnTo>
                    <a:pt x="4243" y="1233"/>
                  </a:lnTo>
                  <a:lnTo>
                    <a:pt x="3902" y="209"/>
                  </a:lnTo>
                  <a:cubicBezTo>
                    <a:pt x="3855" y="70"/>
                    <a:pt x="3739" y="0"/>
                    <a:pt x="36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1" name="Google Shape;13231;p87"/>
            <p:cNvSpPr/>
            <p:nvPr/>
          </p:nvSpPr>
          <p:spPr>
            <a:xfrm>
              <a:off x="4174875" y="3903650"/>
              <a:ext cx="17100" cy="10100"/>
            </a:xfrm>
            <a:custGeom>
              <a:rect b="b" l="l" r="r" t="t"/>
              <a:pathLst>
                <a:path extrusionOk="0" h="404" w="684">
                  <a:moveTo>
                    <a:pt x="218" y="1"/>
                  </a:moveTo>
                  <a:cubicBezTo>
                    <a:pt x="94" y="1"/>
                    <a:pt x="1" y="94"/>
                    <a:pt x="1" y="218"/>
                  </a:cubicBezTo>
                  <a:cubicBezTo>
                    <a:pt x="1" y="311"/>
                    <a:pt x="94" y="404"/>
                    <a:pt x="218" y="404"/>
                  </a:cubicBezTo>
                  <a:lnTo>
                    <a:pt x="497" y="404"/>
                  </a:lnTo>
                  <a:cubicBezTo>
                    <a:pt x="590" y="404"/>
                    <a:pt x="683" y="311"/>
                    <a:pt x="683" y="218"/>
                  </a:cubicBezTo>
                  <a:cubicBezTo>
                    <a:pt x="683" y="94"/>
                    <a:pt x="590" y="1"/>
                    <a:pt x="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2" name="Google Shape;13232;p87"/>
            <p:cNvSpPr/>
            <p:nvPr/>
          </p:nvSpPr>
          <p:spPr>
            <a:xfrm>
              <a:off x="4258625" y="3903650"/>
              <a:ext cx="17100" cy="10100"/>
            </a:xfrm>
            <a:custGeom>
              <a:rect b="b" l="l" r="r" t="t"/>
              <a:pathLst>
                <a:path extrusionOk="0" h="404" w="684">
                  <a:moveTo>
                    <a:pt x="187" y="1"/>
                  </a:moveTo>
                  <a:cubicBezTo>
                    <a:pt x="94" y="1"/>
                    <a:pt x="1" y="94"/>
                    <a:pt x="1" y="218"/>
                  </a:cubicBezTo>
                  <a:cubicBezTo>
                    <a:pt x="1" y="311"/>
                    <a:pt x="94" y="404"/>
                    <a:pt x="187" y="404"/>
                  </a:cubicBezTo>
                  <a:lnTo>
                    <a:pt x="466" y="404"/>
                  </a:lnTo>
                  <a:cubicBezTo>
                    <a:pt x="590" y="404"/>
                    <a:pt x="683" y="311"/>
                    <a:pt x="683" y="218"/>
                  </a:cubicBezTo>
                  <a:cubicBezTo>
                    <a:pt x="683" y="94"/>
                    <a:pt x="590" y="1"/>
                    <a:pt x="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33" name="Google Shape;13233;p87"/>
          <p:cNvGrpSpPr/>
          <p:nvPr/>
        </p:nvGrpSpPr>
        <p:grpSpPr>
          <a:xfrm>
            <a:off x="6275145" y="3452216"/>
            <a:ext cx="349000" cy="318000"/>
            <a:chOff x="3196225" y="3683413"/>
            <a:chExt cx="349000" cy="318000"/>
          </a:xfrm>
        </p:grpSpPr>
        <p:sp>
          <p:nvSpPr>
            <p:cNvPr id="13234" name="Google Shape;13234;p87"/>
            <p:cNvSpPr/>
            <p:nvPr/>
          </p:nvSpPr>
          <p:spPr>
            <a:xfrm>
              <a:off x="3196225" y="3683413"/>
              <a:ext cx="349000" cy="318000"/>
            </a:xfrm>
            <a:custGeom>
              <a:rect b="b" l="l" r="r" t="t"/>
              <a:pathLst>
                <a:path extrusionOk="0" h="12720" w="13960">
                  <a:moveTo>
                    <a:pt x="5708" y="404"/>
                  </a:moveTo>
                  <a:cubicBezTo>
                    <a:pt x="5739" y="404"/>
                    <a:pt x="5739" y="404"/>
                    <a:pt x="5739" y="435"/>
                  </a:cubicBezTo>
                  <a:lnTo>
                    <a:pt x="5739" y="3443"/>
                  </a:lnTo>
                  <a:lnTo>
                    <a:pt x="5615" y="3381"/>
                  </a:lnTo>
                  <a:cubicBezTo>
                    <a:pt x="5568" y="3350"/>
                    <a:pt x="5514" y="3335"/>
                    <a:pt x="5464" y="3335"/>
                  </a:cubicBezTo>
                  <a:cubicBezTo>
                    <a:pt x="5413" y="3335"/>
                    <a:pt x="5367" y="3350"/>
                    <a:pt x="5336" y="3381"/>
                  </a:cubicBezTo>
                  <a:lnTo>
                    <a:pt x="5150" y="3474"/>
                  </a:lnTo>
                  <a:lnTo>
                    <a:pt x="5150" y="435"/>
                  </a:lnTo>
                  <a:cubicBezTo>
                    <a:pt x="5119" y="404"/>
                    <a:pt x="5150" y="404"/>
                    <a:pt x="5150" y="404"/>
                  </a:cubicBezTo>
                  <a:close/>
                  <a:moveTo>
                    <a:pt x="6359" y="1055"/>
                  </a:moveTo>
                  <a:cubicBezTo>
                    <a:pt x="6577" y="1055"/>
                    <a:pt x="6763" y="1210"/>
                    <a:pt x="6763" y="1458"/>
                  </a:cubicBezTo>
                  <a:lnTo>
                    <a:pt x="6763" y="7445"/>
                  </a:lnTo>
                  <a:cubicBezTo>
                    <a:pt x="6639" y="7383"/>
                    <a:pt x="6514" y="7352"/>
                    <a:pt x="6359" y="7352"/>
                  </a:cubicBezTo>
                  <a:lnTo>
                    <a:pt x="2513" y="7352"/>
                  </a:lnTo>
                  <a:cubicBezTo>
                    <a:pt x="2327" y="7352"/>
                    <a:pt x="2203" y="7197"/>
                    <a:pt x="2203" y="7042"/>
                  </a:cubicBezTo>
                  <a:lnTo>
                    <a:pt x="2203" y="1365"/>
                  </a:lnTo>
                  <a:cubicBezTo>
                    <a:pt x="2203" y="1179"/>
                    <a:pt x="2327" y="1055"/>
                    <a:pt x="2513" y="1055"/>
                  </a:cubicBezTo>
                  <a:lnTo>
                    <a:pt x="4715" y="1055"/>
                  </a:lnTo>
                  <a:lnTo>
                    <a:pt x="4715" y="3692"/>
                  </a:lnTo>
                  <a:cubicBezTo>
                    <a:pt x="4715" y="3847"/>
                    <a:pt x="4839" y="3971"/>
                    <a:pt x="5026" y="3971"/>
                  </a:cubicBezTo>
                  <a:cubicBezTo>
                    <a:pt x="5057" y="3971"/>
                    <a:pt x="5119" y="3940"/>
                    <a:pt x="5150" y="3940"/>
                  </a:cubicBezTo>
                  <a:lnTo>
                    <a:pt x="5460" y="3754"/>
                  </a:lnTo>
                  <a:lnTo>
                    <a:pt x="5708" y="3909"/>
                  </a:lnTo>
                  <a:cubicBezTo>
                    <a:pt x="5758" y="3942"/>
                    <a:pt x="5812" y="3957"/>
                    <a:pt x="5865" y="3957"/>
                  </a:cubicBezTo>
                  <a:cubicBezTo>
                    <a:pt x="6009" y="3957"/>
                    <a:pt x="6142" y="3842"/>
                    <a:pt x="6142" y="3661"/>
                  </a:cubicBezTo>
                  <a:lnTo>
                    <a:pt x="6142" y="1055"/>
                  </a:lnTo>
                  <a:close/>
                  <a:moveTo>
                    <a:pt x="13231" y="2261"/>
                  </a:moveTo>
                  <a:cubicBezTo>
                    <a:pt x="13395" y="2261"/>
                    <a:pt x="13525" y="2407"/>
                    <a:pt x="13525" y="2606"/>
                  </a:cubicBezTo>
                  <a:lnTo>
                    <a:pt x="13525" y="8872"/>
                  </a:lnTo>
                  <a:lnTo>
                    <a:pt x="3692" y="8872"/>
                  </a:lnTo>
                  <a:cubicBezTo>
                    <a:pt x="3413" y="8872"/>
                    <a:pt x="3413" y="9275"/>
                    <a:pt x="3692" y="9275"/>
                  </a:cubicBezTo>
                  <a:lnTo>
                    <a:pt x="13556" y="9275"/>
                  </a:lnTo>
                  <a:lnTo>
                    <a:pt x="13556" y="9988"/>
                  </a:lnTo>
                  <a:cubicBezTo>
                    <a:pt x="13556" y="10175"/>
                    <a:pt x="13401" y="10330"/>
                    <a:pt x="13215" y="10330"/>
                  </a:cubicBezTo>
                  <a:lnTo>
                    <a:pt x="745" y="10330"/>
                  </a:lnTo>
                  <a:cubicBezTo>
                    <a:pt x="559" y="10330"/>
                    <a:pt x="404" y="10175"/>
                    <a:pt x="404" y="9988"/>
                  </a:cubicBezTo>
                  <a:lnTo>
                    <a:pt x="404" y="9275"/>
                  </a:lnTo>
                  <a:lnTo>
                    <a:pt x="2885" y="9275"/>
                  </a:lnTo>
                  <a:cubicBezTo>
                    <a:pt x="3133" y="9275"/>
                    <a:pt x="3133" y="8872"/>
                    <a:pt x="2885" y="8872"/>
                  </a:cubicBezTo>
                  <a:lnTo>
                    <a:pt x="404" y="8872"/>
                  </a:lnTo>
                  <a:lnTo>
                    <a:pt x="404" y="2606"/>
                  </a:lnTo>
                  <a:cubicBezTo>
                    <a:pt x="404" y="2407"/>
                    <a:pt x="533" y="2261"/>
                    <a:pt x="698" y="2261"/>
                  </a:cubicBezTo>
                  <a:cubicBezTo>
                    <a:pt x="713" y="2261"/>
                    <a:pt x="729" y="2262"/>
                    <a:pt x="745" y="2265"/>
                  </a:cubicBezTo>
                  <a:lnTo>
                    <a:pt x="1800" y="2265"/>
                  </a:lnTo>
                  <a:lnTo>
                    <a:pt x="1800" y="7042"/>
                  </a:lnTo>
                  <a:cubicBezTo>
                    <a:pt x="1800" y="7414"/>
                    <a:pt x="2110" y="7755"/>
                    <a:pt x="2513" y="7755"/>
                  </a:cubicBezTo>
                  <a:lnTo>
                    <a:pt x="6359" y="7755"/>
                  </a:lnTo>
                  <a:cubicBezTo>
                    <a:pt x="6577" y="7755"/>
                    <a:pt x="6763" y="7910"/>
                    <a:pt x="6763" y="8127"/>
                  </a:cubicBezTo>
                  <a:cubicBezTo>
                    <a:pt x="6794" y="8251"/>
                    <a:pt x="6856" y="8313"/>
                    <a:pt x="6980" y="8313"/>
                  </a:cubicBezTo>
                  <a:cubicBezTo>
                    <a:pt x="7073" y="8313"/>
                    <a:pt x="7166" y="8251"/>
                    <a:pt x="7197" y="8127"/>
                  </a:cubicBezTo>
                  <a:cubicBezTo>
                    <a:pt x="7197" y="7941"/>
                    <a:pt x="7352" y="7755"/>
                    <a:pt x="7569" y="7755"/>
                  </a:cubicBezTo>
                  <a:lnTo>
                    <a:pt x="11416" y="7755"/>
                  </a:lnTo>
                  <a:cubicBezTo>
                    <a:pt x="11819" y="7755"/>
                    <a:pt x="12129" y="7414"/>
                    <a:pt x="12129" y="7042"/>
                  </a:cubicBezTo>
                  <a:lnTo>
                    <a:pt x="12129" y="2265"/>
                  </a:lnTo>
                  <a:lnTo>
                    <a:pt x="13184" y="2265"/>
                  </a:lnTo>
                  <a:cubicBezTo>
                    <a:pt x="13200" y="2262"/>
                    <a:pt x="13215" y="2261"/>
                    <a:pt x="13231" y="2261"/>
                  </a:cubicBezTo>
                  <a:close/>
                  <a:moveTo>
                    <a:pt x="8283" y="10764"/>
                  </a:moveTo>
                  <a:lnTo>
                    <a:pt x="8469" y="12315"/>
                  </a:lnTo>
                  <a:lnTo>
                    <a:pt x="5460" y="12315"/>
                  </a:lnTo>
                  <a:lnTo>
                    <a:pt x="5677" y="10764"/>
                  </a:lnTo>
                  <a:close/>
                  <a:moveTo>
                    <a:pt x="5181" y="0"/>
                  </a:moveTo>
                  <a:cubicBezTo>
                    <a:pt x="4932" y="0"/>
                    <a:pt x="4746" y="217"/>
                    <a:pt x="4746" y="435"/>
                  </a:cubicBezTo>
                  <a:lnTo>
                    <a:pt x="4746" y="652"/>
                  </a:lnTo>
                  <a:lnTo>
                    <a:pt x="2544" y="652"/>
                  </a:lnTo>
                  <a:cubicBezTo>
                    <a:pt x="2141" y="652"/>
                    <a:pt x="1800" y="962"/>
                    <a:pt x="1800" y="1365"/>
                  </a:cubicBezTo>
                  <a:lnTo>
                    <a:pt x="1800" y="1861"/>
                  </a:lnTo>
                  <a:lnTo>
                    <a:pt x="745" y="1861"/>
                  </a:lnTo>
                  <a:cubicBezTo>
                    <a:pt x="342" y="1861"/>
                    <a:pt x="0" y="2203"/>
                    <a:pt x="0" y="2606"/>
                  </a:cubicBezTo>
                  <a:lnTo>
                    <a:pt x="0" y="10019"/>
                  </a:lnTo>
                  <a:cubicBezTo>
                    <a:pt x="0" y="10423"/>
                    <a:pt x="342" y="10764"/>
                    <a:pt x="745" y="10764"/>
                  </a:cubicBezTo>
                  <a:lnTo>
                    <a:pt x="5274" y="10764"/>
                  </a:lnTo>
                  <a:lnTo>
                    <a:pt x="5088" y="12315"/>
                  </a:lnTo>
                  <a:lnTo>
                    <a:pt x="4405" y="12315"/>
                  </a:lnTo>
                  <a:cubicBezTo>
                    <a:pt x="4188" y="12346"/>
                    <a:pt x="4188" y="12687"/>
                    <a:pt x="4405" y="12718"/>
                  </a:cubicBezTo>
                  <a:lnTo>
                    <a:pt x="9585" y="12718"/>
                  </a:lnTo>
                  <a:cubicBezTo>
                    <a:pt x="9592" y="12719"/>
                    <a:pt x="9599" y="12720"/>
                    <a:pt x="9606" y="12720"/>
                  </a:cubicBezTo>
                  <a:cubicBezTo>
                    <a:pt x="9796" y="12720"/>
                    <a:pt x="9796" y="12313"/>
                    <a:pt x="9606" y="12313"/>
                  </a:cubicBezTo>
                  <a:cubicBezTo>
                    <a:pt x="9599" y="12313"/>
                    <a:pt x="9592" y="12314"/>
                    <a:pt x="9585" y="12315"/>
                  </a:cubicBezTo>
                  <a:lnTo>
                    <a:pt x="8903" y="12315"/>
                  </a:lnTo>
                  <a:lnTo>
                    <a:pt x="8686" y="10764"/>
                  </a:lnTo>
                  <a:lnTo>
                    <a:pt x="13215" y="10764"/>
                  </a:lnTo>
                  <a:cubicBezTo>
                    <a:pt x="13649" y="10764"/>
                    <a:pt x="13959" y="10423"/>
                    <a:pt x="13959" y="10019"/>
                  </a:cubicBezTo>
                  <a:lnTo>
                    <a:pt x="13959" y="2606"/>
                  </a:lnTo>
                  <a:cubicBezTo>
                    <a:pt x="13959" y="2172"/>
                    <a:pt x="13649" y="1830"/>
                    <a:pt x="13215" y="1830"/>
                  </a:cubicBezTo>
                  <a:lnTo>
                    <a:pt x="12191" y="1830"/>
                  </a:lnTo>
                  <a:lnTo>
                    <a:pt x="12191" y="1365"/>
                  </a:lnTo>
                  <a:cubicBezTo>
                    <a:pt x="12191" y="962"/>
                    <a:pt x="11850" y="621"/>
                    <a:pt x="11447" y="621"/>
                  </a:cubicBezTo>
                  <a:lnTo>
                    <a:pt x="8903" y="621"/>
                  </a:lnTo>
                  <a:cubicBezTo>
                    <a:pt x="8748" y="683"/>
                    <a:pt x="8748" y="962"/>
                    <a:pt x="8903" y="1024"/>
                  </a:cubicBezTo>
                  <a:lnTo>
                    <a:pt x="11447" y="1024"/>
                  </a:lnTo>
                  <a:cubicBezTo>
                    <a:pt x="11633" y="1024"/>
                    <a:pt x="11757" y="1148"/>
                    <a:pt x="11757" y="1334"/>
                  </a:cubicBezTo>
                  <a:lnTo>
                    <a:pt x="11757" y="7011"/>
                  </a:lnTo>
                  <a:cubicBezTo>
                    <a:pt x="11757" y="7197"/>
                    <a:pt x="11633" y="7321"/>
                    <a:pt x="11447" y="7321"/>
                  </a:cubicBezTo>
                  <a:lnTo>
                    <a:pt x="7600" y="7321"/>
                  </a:lnTo>
                  <a:cubicBezTo>
                    <a:pt x="7476" y="7321"/>
                    <a:pt x="7321" y="7352"/>
                    <a:pt x="7197" y="7445"/>
                  </a:cubicBezTo>
                  <a:lnTo>
                    <a:pt x="7197" y="1458"/>
                  </a:lnTo>
                  <a:cubicBezTo>
                    <a:pt x="7197" y="1210"/>
                    <a:pt x="7383" y="1055"/>
                    <a:pt x="7600" y="1055"/>
                  </a:cubicBezTo>
                  <a:lnTo>
                    <a:pt x="8096" y="1055"/>
                  </a:lnTo>
                  <a:cubicBezTo>
                    <a:pt x="8110" y="1058"/>
                    <a:pt x="8122" y="1060"/>
                    <a:pt x="8134" y="1060"/>
                  </a:cubicBezTo>
                  <a:cubicBezTo>
                    <a:pt x="8327" y="1060"/>
                    <a:pt x="8332" y="641"/>
                    <a:pt x="8150" y="641"/>
                  </a:cubicBezTo>
                  <a:cubicBezTo>
                    <a:pt x="8133" y="641"/>
                    <a:pt x="8116" y="645"/>
                    <a:pt x="8096" y="652"/>
                  </a:cubicBezTo>
                  <a:lnTo>
                    <a:pt x="7600" y="652"/>
                  </a:lnTo>
                  <a:cubicBezTo>
                    <a:pt x="7383" y="652"/>
                    <a:pt x="7135" y="745"/>
                    <a:pt x="6980" y="931"/>
                  </a:cubicBezTo>
                  <a:cubicBezTo>
                    <a:pt x="6825" y="745"/>
                    <a:pt x="6608" y="652"/>
                    <a:pt x="6390" y="652"/>
                  </a:cubicBezTo>
                  <a:lnTo>
                    <a:pt x="6173" y="652"/>
                  </a:lnTo>
                  <a:lnTo>
                    <a:pt x="6173" y="435"/>
                  </a:lnTo>
                  <a:cubicBezTo>
                    <a:pt x="6173" y="217"/>
                    <a:pt x="5987"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5" name="Google Shape;13235;p87"/>
            <p:cNvSpPr/>
            <p:nvPr/>
          </p:nvSpPr>
          <p:spPr>
            <a:xfrm>
              <a:off x="3267575" y="3731500"/>
              <a:ext cx="34925" cy="10100"/>
            </a:xfrm>
            <a:custGeom>
              <a:rect b="b" l="l" r="r" t="t"/>
              <a:pathLst>
                <a:path extrusionOk="0" h="404" w="1397">
                  <a:moveTo>
                    <a:pt x="186" y="1"/>
                  </a:moveTo>
                  <a:cubicBezTo>
                    <a:pt x="93" y="1"/>
                    <a:pt x="0" y="94"/>
                    <a:pt x="0" y="218"/>
                  </a:cubicBezTo>
                  <a:cubicBezTo>
                    <a:pt x="0" y="311"/>
                    <a:pt x="93" y="404"/>
                    <a:pt x="186" y="404"/>
                  </a:cubicBezTo>
                  <a:lnTo>
                    <a:pt x="1179" y="404"/>
                  </a:lnTo>
                  <a:cubicBezTo>
                    <a:pt x="1303" y="404"/>
                    <a:pt x="1396" y="311"/>
                    <a:pt x="1396" y="218"/>
                  </a:cubicBezTo>
                  <a:cubicBezTo>
                    <a:pt x="1396" y="94"/>
                    <a:pt x="1303"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6" name="Google Shape;13236;p87"/>
            <p:cNvSpPr/>
            <p:nvPr/>
          </p:nvSpPr>
          <p:spPr>
            <a:xfrm>
              <a:off x="3266025" y="3752450"/>
              <a:ext cx="38025" cy="10875"/>
            </a:xfrm>
            <a:custGeom>
              <a:rect b="b" l="l" r="r" t="t"/>
              <a:pathLst>
                <a:path extrusionOk="0" h="435" w="1521">
                  <a:moveTo>
                    <a:pt x="248" y="0"/>
                  </a:moveTo>
                  <a:cubicBezTo>
                    <a:pt x="0" y="0"/>
                    <a:pt x="0" y="434"/>
                    <a:pt x="248" y="434"/>
                  </a:cubicBezTo>
                  <a:lnTo>
                    <a:pt x="1241" y="434"/>
                  </a:lnTo>
                  <a:cubicBezTo>
                    <a:pt x="1520" y="434"/>
                    <a:pt x="1520" y="0"/>
                    <a:pt x="12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87"/>
            <p:cNvSpPr/>
            <p:nvPr/>
          </p:nvSpPr>
          <p:spPr>
            <a:xfrm>
              <a:off x="3267575" y="3773375"/>
              <a:ext cx="34925" cy="10875"/>
            </a:xfrm>
            <a:custGeom>
              <a:rect b="b" l="l" r="r" t="t"/>
              <a:pathLst>
                <a:path extrusionOk="0" h="435" w="1397">
                  <a:moveTo>
                    <a:pt x="186" y="1"/>
                  </a:moveTo>
                  <a:cubicBezTo>
                    <a:pt x="93" y="1"/>
                    <a:pt x="0" y="94"/>
                    <a:pt x="0" y="218"/>
                  </a:cubicBezTo>
                  <a:cubicBezTo>
                    <a:pt x="0" y="342"/>
                    <a:pt x="93" y="435"/>
                    <a:pt x="186" y="435"/>
                  </a:cubicBezTo>
                  <a:lnTo>
                    <a:pt x="1179" y="435"/>
                  </a:lnTo>
                  <a:cubicBezTo>
                    <a:pt x="1303" y="435"/>
                    <a:pt x="1396" y="342"/>
                    <a:pt x="1396" y="218"/>
                  </a:cubicBezTo>
                  <a:cubicBezTo>
                    <a:pt x="1396" y="94"/>
                    <a:pt x="1303"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8" name="Google Shape;13238;p87"/>
            <p:cNvSpPr/>
            <p:nvPr/>
          </p:nvSpPr>
          <p:spPr>
            <a:xfrm>
              <a:off x="3266025" y="3837325"/>
              <a:ext cx="87450" cy="10175"/>
            </a:xfrm>
            <a:custGeom>
              <a:rect b="b" l="l" r="r" t="t"/>
              <a:pathLst>
                <a:path extrusionOk="0" h="407" w="3498">
                  <a:moveTo>
                    <a:pt x="3280" y="1"/>
                  </a:moveTo>
                  <a:cubicBezTo>
                    <a:pt x="3273" y="1"/>
                    <a:pt x="3265" y="1"/>
                    <a:pt x="3257" y="2"/>
                  </a:cubicBezTo>
                  <a:lnTo>
                    <a:pt x="248" y="2"/>
                  </a:lnTo>
                  <a:cubicBezTo>
                    <a:pt x="0" y="33"/>
                    <a:pt x="0" y="374"/>
                    <a:pt x="248" y="405"/>
                  </a:cubicBezTo>
                  <a:lnTo>
                    <a:pt x="3257" y="405"/>
                  </a:lnTo>
                  <a:cubicBezTo>
                    <a:pt x="3265" y="406"/>
                    <a:pt x="3273" y="407"/>
                    <a:pt x="3280" y="407"/>
                  </a:cubicBezTo>
                  <a:cubicBezTo>
                    <a:pt x="3498" y="407"/>
                    <a:pt x="3498" y="1"/>
                    <a:pt x="3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9" name="Google Shape;13239;p87"/>
            <p:cNvSpPr/>
            <p:nvPr/>
          </p:nvSpPr>
          <p:spPr>
            <a:xfrm>
              <a:off x="3267575" y="3837113"/>
              <a:ext cx="85675" cy="10600"/>
            </a:xfrm>
            <a:custGeom>
              <a:rect b="b" l="l" r="r" t="t"/>
              <a:pathLst>
                <a:path extrusionOk="0" h="424" w="3427">
                  <a:moveTo>
                    <a:pt x="3246" y="1"/>
                  </a:moveTo>
                  <a:cubicBezTo>
                    <a:pt x="3230" y="1"/>
                    <a:pt x="3213" y="4"/>
                    <a:pt x="3195" y="11"/>
                  </a:cubicBezTo>
                  <a:lnTo>
                    <a:pt x="186" y="11"/>
                  </a:lnTo>
                  <a:cubicBezTo>
                    <a:pt x="0" y="73"/>
                    <a:pt x="0" y="352"/>
                    <a:pt x="186" y="414"/>
                  </a:cubicBezTo>
                  <a:lnTo>
                    <a:pt x="3195" y="414"/>
                  </a:lnTo>
                  <a:cubicBezTo>
                    <a:pt x="3213" y="421"/>
                    <a:pt x="3230" y="424"/>
                    <a:pt x="3246" y="424"/>
                  </a:cubicBezTo>
                  <a:cubicBezTo>
                    <a:pt x="3426" y="424"/>
                    <a:pt x="3426" y="1"/>
                    <a:pt x="3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87"/>
            <p:cNvSpPr/>
            <p:nvPr/>
          </p:nvSpPr>
          <p:spPr>
            <a:xfrm>
              <a:off x="3266800" y="3837363"/>
              <a:ext cx="86100" cy="10100"/>
            </a:xfrm>
            <a:custGeom>
              <a:rect b="b" l="l" r="r" t="t"/>
              <a:pathLst>
                <a:path extrusionOk="0" h="404" w="3444">
                  <a:moveTo>
                    <a:pt x="217" y="0"/>
                  </a:moveTo>
                  <a:cubicBezTo>
                    <a:pt x="93" y="0"/>
                    <a:pt x="0" y="93"/>
                    <a:pt x="31" y="186"/>
                  </a:cubicBezTo>
                  <a:cubicBezTo>
                    <a:pt x="31" y="310"/>
                    <a:pt x="93" y="403"/>
                    <a:pt x="217" y="403"/>
                  </a:cubicBezTo>
                  <a:lnTo>
                    <a:pt x="3226" y="403"/>
                  </a:lnTo>
                  <a:cubicBezTo>
                    <a:pt x="3350" y="403"/>
                    <a:pt x="3443" y="310"/>
                    <a:pt x="3443" y="186"/>
                  </a:cubicBezTo>
                  <a:cubicBezTo>
                    <a:pt x="3443" y="93"/>
                    <a:pt x="3350" y="0"/>
                    <a:pt x="3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1" name="Google Shape;13241;p87"/>
            <p:cNvSpPr/>
            <p:nvPr/>
          </p:nvSpPr>
          <p:spPr>
            <a:xfrm>
              <a:off x="3391825" y="3837275"/>
              <a:ext cx="87275" cy="10275"/>
            </a:xfrm>
            <a:custGeom>
              <a:rect b="b" l="l" r="r" t="t"/>
              <a:pathLst>
                <a:path extrusionOk="0" h="411" w="3491">
                  <a:moveTo>
                    <a:pt x="200" y="1"/>
                  </a:moveTo>
                  <a:cubicBezTo>
                    <a:pt x="1" y="1"/>
                    <a:pt x="7" y="411"/>
                    <a:pt x="220" y="411"/>
                  </a:cubicBezTo>
                  <a:cubicBezTo>
                    <a:pt x="227" y="411"/>
                    <a:pt x="234" y="410"/>
                    <a:pt x="241" y="409"/>
                  </a:cubicBezTo>
                  <a:lnTo>
                    <a:pt x="3250" y="409"/>
                  </a:lnTo>
                  <a:cubicBezTo>
                    <a:pt x="3258" y="410"/>
                    <a:pt x="3265" y="411"/>
                    <a:pt x="3272" y="411"/>
                  </a:cubicBezTo>
                  <a:cubicBezTo>
                    <a:pt x="3485" y="411"/>
                    <a:pt x="3491" y="1"/>
                    <a:pt x="3292" y="1"/>
                  </a:cubicBezTo>
                  <a:cubicBezTo>
                    <a:pt x="3279" y="1"/>
                    <a:pt x="3265" y="2"/>
                    <a:pt x="3250" y="6"/>
                  </a:cubicBezTo>
                  <a:lnTo>
                    <a:pt x="241" y="6"/>
                  </a:lnTo>
                  <a:cubicBezTo>
                    <a:pt x="227"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2" name="Google Shape;13242;p87"/>
            <p:cNvSpPr/>
            <p:nvPr/>
          </p:nvSpPr>
          <p:spPr>
            <a:xfrm>
              <a:off x="3392100" y="3837488"/>
              <a:ext cx="86750" cy="9850"/>
            </a:xfrm>
            <a:custGeom>
              <a:rect b="b" l="l" r="r" t="t"/>
              <a:pathLst>
                <a:path extrusionOk="0" h="394" w="3470">
                  <a:moveTo>
                    <a:pt x="177" y="0"/>
                  </a:moveTo>
                  <a:cubicBezTo>
                    <a:pt x="0" y="0"/>
                    <a:pt x="0" y="393"/>
                    <a:pt x="177" y="393"/>
                  </a:cubicBezTo>
                  <a:cubicBezTo>
                    <a:pt x="194" y="393"/>
                    <a:pt x="211" y="390"/>
                    <a:pt x="230" y="383"/>
                  </a:cubicBezTo>
                  <a:lnTo>
                    <a:pt x="3239" y="383"/>
                  </a:lnTo>
                  <a:cubicBezTo>
                    <a:pt x="3259" y="390"/>
                    <a:pt x="3276" y="393"/>
                    <a:pt x="3293" y="393"/>
                  </a:cubicBezTo>
                  <a:cubicBezTo>
                    <a:pt x="3470" y="393"/>
                    <a:pt x="3470" y="0"/>
                    <a:pt x="3293" y="0"/>
                  </a:cubicBezTo>
                  <a:cubicBezTo>
                    <a:pt x="3276" y="0"/>
                    <a:pt x="3259" y="3"/>
                    <a:pt x="3239" y="11"/>
                  </a:cubicBezTo>
                  <a:lnTo>
                    <a:pt x="230" y="11"/>
                  </a:lnTo>
                  <a:cubicBezTo>
                    <a:pt x="211" y="3"/>
                    <a:pt x="194"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3" name="Google Shape;13243;p87"/>
            <p:cNvSpPr/>
            <p:nvPr/>
          </p:nvSpPr>
          <p:spPr>
            <a:xfrm>
              <a:off x="3392425" y="3837363"/>
              <a:ext cx="86100" cy="10100"/>
            </a:xfrm>
            <a:custGeom>
              <a:rect b="b" l="l" r="r" t="t"/>
              <a:pathLst>
                <a:path extrusionOk="0" h="404" w="3444">
                  <a:moveTo>
                    <a:pt x="217" y="0"/>
                  </a:moveTo>
                  <a:cubicBezTo>
                    <a:pt x="93" y="0"/>
                    <a:pt x="0" y="93"/>
                    <a:pt x="0" y="186"/>
                  </a:cubicBezTo>
                  <a:cubicBezTo>
                    <a:pt x="0" y="310"/>
                    <a:pt x="93" y="403"/>
                    <a:pt x="217" y="403"/>
                  </a:cubicBezTo>
                  <a:lnTo>
                    <a:pt x="3226" y="403"/>
                  </a:lnTo>
                  <a:cubicBezTo>
                    <a:pt x="3350" y="403"/>
                    <a:pt x="3443" y="310"/>
                    <a:pt x="3443" y="186"/>
                  </a:cubicBezTo>
                  <a:cubicBezTo>
                    <a:pt x="3443" y="93"/>
                    <a:pt x="3350" y="0"/>
                    <a:pt x="3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4" name="Google Shape;13244;p87"/>
            <p:cNvSpPr/>
            <p:nvPr/>
          </p:nvSpPr>
          <p:spPr>
            <a:xfrm>
              <a:off x="3394750" y="3724525"/>
              <a:ext cx="82225" cy="58175"/>
            </a:xfrm>
            <a:custGeom>
              <a:rect b="b" l="l" r="r" t="t"/>
              <a:pathLst>
                <a:path extrusionOk="0" h="2327" w="3289">
                  <a:moveTo>
                    <a:pt x="2823" y="404"/>
                  </a:moveTo>
                  <a:cubicBezTo>
                    <a:pt x="2823" y="404"/>
                    <a:pt x="2854" y="435"/>
                    <a:pt x="2854" y="466"/>
                  </a:cubicBezTo>
                  <a:lnTo>
                    <a:pt x="2854" y="1861"/>
                  </a:lnTo>
                  <a:cubicBezTo>
                    <a:pt x="2854" y="1892"/>
                    <a:pt x="2823" y="1924"/>
                    <a:pt x="2823" y="1924"/>
                  </a:cubicBezTo>
                  <a:lnTo>
                    <a:pt x="466" y="1924"/>
                  </a:lnTo>
                  <a:cubicBezTo>
                    <a:pt x="435" y="1924"/>
                    <a:pt x="404" y="1892"/>
                    <a:pt x="404" y="1861"/>
                  </a:cubicBezTo>
                  <a:lnTo>
                    <a:pt x="404" y="466"/>
                  </a:lnTo>
                  <a:cubicBezTo>
                    <a:pt x="404" y="435"/>
                    <a:pt x="435" y="404"/>
                    <a:pt x="466" y="404"/>
                  </a:cubicBezTo>
                  <a:close/>
                  <a:moveTo>
                    <a:pt x="466" y="0"/>
                  </a:moveTo>
                  <a:cubicBezTo>
                    <a:pt x="186" y="0"/>
                    <a:pt x="0" y="186"/>
                    <a:pt x="0" y="466"/>
                  </a:cubicBezTo>
                  <a:lnTo>
                    <a:pt x="0" y="1861"/>
                  </a:lnTo>
                  <a:cubicBezTo>
                    <a:pt x="0" y="2110"/>
                    <a:pt x="186" y="2327"/>
                    <a:pt x="466" y="2327"/>
                  </a:cubicBezTo>
                  <a:lnTo>
                    <a:pt x="2823" y="2327"/>
                  </a:lnTo>
                  <a:cubicBezTo>
                    <a:pt x="3071" y="2327"/>
                    <a:pt x="3288" y="2110"/>
                    <a:pt x="3288" y="1861"/>
                  </a:cubicBezTo>
                  <a:lnTo>
                    <a:pt x="3288" y="466"/>
                  </a:lnTo>
                  <a:cubicBezTo>
                    <a:pt x="3288" y="186"/>
                    <a:pt x="3071" y="0"/>
                    <a:pt x="2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45" name="Google Shape;13245;p87"/>
          <p:cNvSpPr/>
          <p:nvPr/>
        </p:nvSpPr>
        <p:spPr>
          <a:xfrm>
            <a:off x="5552191" y="3436729"/>
            <a:ext cx="261375" cy="348975"/>
          </a:xfrm>
          <a:custGeom>
            <a:rect b="b" l="l" r="r" t="t"/>
            <a:pathLst>
              <a:path extrusionOk="0" h="13959" w="10455">
                <a:moveTo>
                  <a:pt x="9834" y="403"/>
                </a:moveTo>
                <a:cubicBezTo>
                  <a:pt x="9958" y="403"/>
                  <a:pt x="10082" y="527"/>
                  <a:pt x="10082" y="651"/>
                </a:cubicBezTo>
                <a:lnTo>
                  <a:pt x="10082" y="1427"/>
                </a:lnTo>
                <a:lnTo>
                  <a:pt x="435" y="1427"/>
                </a:lnTo>
                <a:lnTo>
                  <a:pt x="435" y="651"/>
                </a:lnTo>
                <a:cubicBezTo>
                  <a:pt x="435" y="527"/>
                  <a:pt x="528" y="403"/>
                  <a:pt x="683" y="403"/>
                </a:cubicBezTo>
                <a:close/>
                <a:moveTo>
                  <a:pt x="5677" y="4219"/>
                </a:moveTo>
                <a:lnTo>
                  <a:pt x="5677" y="4560"/>
                </a:lnTo>
                <a:lnTo>
                  <a:pt x="4995" y="4560"/>
                </a:lnTo>
                <a:lnTo>
                  <a:pt x="4995" y="4219"/>
                </a:lnTo>
                <a:close/>
                <a:moveTo>
                  <a:pt x="6794" y="4219"/>
                </a:moveTo>
                <a:lnTo>
                  <a:pt x="6794" y="4560"/>
                </a:lnTo>
                <a:lnTo>
                  <a:pt x="6111" y="4560"/>
                </a:lnTo>
                <a:lnTo>
                  <a:pt x="6111" y="4219"/>
                </a:lnTo>
                <a:close/>
                <a:moveTo>
                  <a:pt x="4560" y="4560"/>
                </a:moveTo>
                <a:lnTo>
                  <a:pt x="4560" y="5087"/>
                </a:lnTo>
                <a:lnTo>
                  <a:pt x="3878" y="5087"/>
                </a:lnTo>
                <a:lnTo>
                  <a:pt x="3878" y="4560"/>
                </a:lnTo>
                <a:close/>
                <a:moveTo>
                  <a:pt x="7910" y="4777"/>
                </a:moveTo>
                <a:lnTo>
                  <a:pt x="7941" y="5366"/>
                </a:lnTo>
                <a:lnTo>
                  <a:pt x="7228" y="5366"/>
                </a:lnTo>
                <a:lnTo>
                  <a:pt x="7228" y="4777"/>
                </a:lnTo>
                <a:close/>
                <a:moveTo>
                  <a:pt x="3444" y="5056"/>
                </a:moveTo>
                <a:lnTo>
                  <a:pt x="3444" y="5583"/>
                </a:lnTo>
                <a:lnTo>
                  <a:pt x="2761" y="5583"/>
                </a:lnTo>
                <a:lnTo>
                  <a:pt x="2761" y="5056"/>
                </a:lnTo>
                <a:close/>
                <a:moveTo>
                  <a:pt x="5708" y="4994"/>
                </a:moveTo>
                <a:lnTo>
                  <a:pt x="5708" y="6917"/>
                </a:lnTo>
                <a:lnTo>
                  <a:pt x="4995" y="6917"/>
                </a:lnTo>
                <a:lnTo>
                  <a:pt x="4995" y="4994"/>
                </a:lnTo>
                <a:close/>
                <a:moveTo>
                  <a:pt x="6825" y="4994"/>
                </a:moveTo>
                <a:lnTo>
                  <a:pt x="6825" y="6917"/>
                </a:lnTo>
                <a:lnTo>
                  <a:pt x="6111" y="6917"/>
                </a:lnTo>
                <a:lnTo>
                  <a:pt x="6111" y="4994"/>
                </a:lnTo>
                <a:close/>
                <a:moveTo>
                  <a:pt x="7941" y="5770"/>
                </a:moveTo>
                <a:lnTo>
                  <a:pt x="7941" y="6917"/>
                </a:lnTo>
                <a:lnTo>
                  <a:pt x="7228" y="6917"/>
                </a:lnTo>
                <a:lnTo>
                  <a:pt x="7228" y="5770"/>
                </a:lnTo>
                <a:close/>
                <a:moveTo>
                  <a:pt x="9120" y="3102"/>
                </a:moveTo>
                <a:cubicBezTo>
                  <a:pt x="9151" y="3102"/>
                  <a:pt x="9182" y="3133"/>
                  <a:pt x="9182" y="3164"/>
                </a:cubicBezTo>
                <a:lnTo>
                  <a:pt x="9182" y="6917"/>
                </a:lnTo>
                <a:lnTo>
                  <a:pt x="8345" y="6917"/>
                </a:lnTo>
                <a:lnTo>
                  <a:pt x="8345" y="4777"/>
                </a:lnTo>
                <a:cubicBezTo>
                  <a:pt x="8345" y="4560"/>
                  <a:pt x="8159" y="4374"/>
                  <a:pt x="7941" y="4374"/>
                </a:cubicBezTo>
                <a:lnTo>
                  <a:pt x="7228" y="4374"/>
                </a:lnTo>
                <a:lnTo>
                  <a:pt x="7228" y="4250"/>
                </a:lnTo>
                <a:cubicBezTo>
                  <a:pt x="7228" y="4001"/>
                  <a:pt x="7042" y="3815"/>
                  <a:pt x="6825" y="3815"/>
                </a:cubicBezTo>
                <a:lnTo>
                  <a:pt x="6142" y="3815"/>
                </a:lnTo>
                <a:cubicBezTo>
                  <a:pt x="6049" y="3815"/>
                  <a:pt x="5987" y="3846"/>
                  <a:pt x="5925" y="3877"/>
                </a:cubicBezTo>
                <a:cubicBezTo>
                  <a:pt x="5832" y="3846"/>
                  <a:pt x="5770" y="3815"/>
                  <a:pt x="5708" y="3815"/>
                </a:cubicBezTo>
                <a:lnTo>
                  <a:pt x="5026" y="3815"/>
                </a:lnTo>
                <a:cubicBezTo>
                  <a:pt x="4809" y="3815"/>
                  <a:pt x="4653" y="3939"/>
                  <a:pt x="4591" y="4157"/>
                </a:cubicBezTo>
                <a:lnTo>
                  <a:pt x="3909" y="4157"/>
                </a:lnTo>
                <a:cubicBezTo>
                  <a:pt x="3661" y="4157"/>
                  <a:pt x="3475" y="4343"/>
                  <a:pt x="3475" y="4560"/>
                </a:cubicBezTo>
                <a:lnTo>
                  <a:pt x="3475" y="4653"/>
                </a:lnTo>
                <a:lnTo>
                  <a:pt x="2761" y="4653"/>
                </a:lnTo>
                <a:cubicBezTo>
                  <a:pt x="2544" y="4684"/>
                  <a:pt x="2389" y="4839"/>
                  <a:pt x="2389" y="5056"/>
                </a:cubicBezTo>
                <a:lnTo>
                  <a:pt x="2389" y="6917"/>
                </a:lnTo>
                <a:lnTo>
                  <a:pt x="1520" y="6917"/>
                </a:lnTo>
                <a:lnTo>
                  <a:pt x="1520" y="3164"/>
                </a:lnTo>
                <a:cubicBezTo>
                  <a:pt x="1520" y="3133"/>
                  <a:pt x="1520" y="3102"/>
                  <a:pt x="1552" y="3102"/>
                </a:cubicBezTo>
                <a:close/>
                <a:moveTo>
                  <a:pt x="3475" y="6018"/>
                </a:moveTo>
                <a:lnTo>
                  <a:pt x="3475" y="6948"/>
                </a:lnTo>
                <a:lnTo>
                  <a:pt x="2761" y="6948"/>
                </a:lnTo>
                <a:lnTo>
                  <a:pt x="2761" y="6018"/>
                </a:lnTo>
                <a:close/>
                <a:moveTo>
                  <a:pt x="4591" y="5521"/>
                </a:moveTo>
                <a:lnTo>
                  <a:pt x="4591" y="6948"/>
                </a:lnTo>
                <a:lnTo>
                  <a:pt x="3878" y="6917"/>
                </a:lnTo>
                <a:lnTo>
                  <a:pt x="3878" y="5521"/>
                </a:lnTo>
                <a:close/>
                <a:moveTo>
                  <a:pt x="3444" y="9399"/>
                </a:moveTo>
                <a:lnTo>
                  <a:pt x="3444" y="9833"/>
                </a:lnTo>
                <a:lnTo>
                  <a:pt x="2761" y="9833"/>
                </a:lnTo>
                <a:lnTo>
                  <a:pt x="2761" y="9399"/>
                </a:lnTo>
                <a:close/>
                <a:moveTo>
                  <a:pt x="5677" y="9399"/>
                </a:moveTo>
                <a:lnTo>
                  <a:pt x="5677" y="9864"/>
                </a:lnTo>
                <a:lnTo>
                  <a:pt x="4995" y="9864"/>
                </a:lnTo>
                <a:lnTo>
                  <a:pt x="4995" y="9399"/>
                </a:lnTo>
                <a:close/>
                <a:moveTo>
                  <a:pt x="6825" y="9864"/>
                </a:moveTo>
                <a:lnTo>
                  <a:pt x="6825" y="10298"/>
                </a:lnTo>
                <a:lnTo>
                  <a:pt x="6142" y="10298"/>
                </a:lnTo>
                <a:lnTo>
                  <a:pt x="6142" y="9864"/>
                </a:lnTo>
                <a:close/>
                <a:moveTo>
                  <a:pt x="4560" y="9926"/>
                </a:moveTo>
                <a:lnTo>
                  <a:pt x="4560" y="10484"/>
                </a:lnTo>
                <a:lnTo>
                  <a:pt x="3878" y="10484"/>
                </a:lnTo>
                <a:lnTo>
                  <a:pt x="3878" y="9926"/>
                </a:lnTo>
                <a:close/>
                <a:moveTo>
                  <a:pt x="7941" y="10484"/>
                </a:moveTo>
                <a:lnTo>
                  <a:pt x="7941" y="10950"/>
                </a:lnTo>
                <a:lnTo>
                  <a:pt x="7259" y="10950"/>
                </a:lnTo>
                <a:lnTo>
                  <a:pt x="7259" y="10484"/>
                </a:lnTo>
                <a:close/>
                <a:moveTo>
                  <a:pt x="3475" y="10236"/>
                </a:moveTo>
                <a:lnTo>
                  <a:pt x="3475" y="12097"/>
                </a:lnTo>
                <a:lnTo>
                  <a:pt x="2761" y="12097"/>
                </a:lnTo>
                <a:lnTo>
                  <a:pt x="2761" y="10236"/>
                </a:lnTo>
                <a:close/>
                <a:moveTo>
                  <a:pt x="4591" y="10857"/>
                </a:moveTo>
                <a:lnTo>
                  <a:pt x="4591" y="12097"/>
                </a:lnTo>
                <a:lnTo>
                  <a:pt x="3878" y="12097"/>
                </a:lnTo>
                <a:lnTo>
                  <a:pt x="3878" y="10857"/>
                </a:lnTo>
                <a:close/>
                <a:moveTo>
                  <a:pt x="5708" y="10267"/>
                </a:moveTo>
                <a:lnTo>
                  <a:pt x="5708" y="12097"/>
                </a:lnTo>
                <a:lnTo>
                  <a:pt x="4995" y="12097"/>
                </a:lnTo>
                <a:lnTo>
                  <a:pt x="4995" y="10267"/>
                </a:lnTo>
                <a:close/>
                <a:moveTo>
                  <a:pt x="6825" y="10702"/>
                </a:moveTo>
                <a:lnTo>
                  <a:pt x="6825" y="12097"/>
                </a:lnTo>
                <a:lnTo>
                  <a:pt x="6111" y="12097"/>
                </a:lnTo>
                <a:lnTo>
                  <a:pt x="6111" y="10702"/>
                </a:lnTo>
                <a:close/>
                <a:moveTo>
                  <a:pt x="7941" y="11353"/>
                </a:moveTo>
                <a:lnTo>
                  <a:pt x="7941" y="12097"/>
                </a:lnTo>
                <a:lnTo>
                  <a:pt x="7259" y="12097"/>
                </a:lnTo>
                <a:lnTo>
                  <a:pt x="7259" y="11353"/>
                </a:lnTo>
                <a:close/>
                <a:moveTo>
                  <a:pt x="9182" y="7352"/>
                </a:moveTo>
                <a:lnTo>
                  <a:pt x="9182" y="7910"/>
                </a:lnTo>
                <a:lnTo>
                  <a:pt x="6484" y="7910"/>
                </a:lnTo>
                <a:cubicBezTo>
                  <a:pt x="6204" y="7910"/>
                  <a:pt x="6204" y="8313"/>
                  <a:pt x="6484" y="8313"/>
                </a:cubicBezTo>
                <a:lnTo>
                  <a:pt x="9182" y="8313"/>
                </a:lnTo>
                <a:lnTo>
                  <a:pt x="9182" y="12128"/>
                </a:lnTo>
                <a:lnTo>
                  <a:pt x="8345" y="12128"/>
                </a:lnTo>
                <a:lnTo>
                  <a:pt x="8345" y="10484"/>
                </a:lnTo>
                <a:cubicBezTo>
                  <a:pt x="8345" y="10236"/>
                  <a:pt x="8159" y="10050"/>
                  <a:pt x="7941" y="10050"/>
                </a:cubicBezTo>
                <a:lnTo>
                  <a:pt x="7228" y="10050"/>
                </a:lnTo>
                <a:lnTo>
                  <a:pt x="7228" y="9864"/>
                </a:lnTo>
                <a:cubicBezTo>
                  <a:pt x="7228" y="9616"/>
                  <a:pt x="7042" y="9430"/>
                  <a:pt x="6825" y="9430"/>
                </a:cubicBezTo>
                <a:lnTo>
                  <a:pt x="6111" y="9430"/>
                </a:lnTo>
                <a:lnTo>
                  <a:pt x="6111" y="9399"/>
                </a:lnTo>
                <a:cubicBezTo>
                  <a:pt x="6111" y="9151"/>
                  <a:pt x="5925" y="8965"/>
                  <a:pt x="5708" y="8965"/>
                </a:cubicBezTo>
                <a:lnTo>
                  <a:pt x="5026" y="8965"/>
                </a:lnTo>
                <a:cubicBezTo>
                  <a:pt x="4778" y="8965"/>
                  <a:pt x="4591" y="9151"/>
                  <a:pt x="4591" y="9399"/>
                </a:cubicBezTo>
                <a:lnTo>
                  <a:pt x="4591" y="9523"/>
                </a:lnTo>
                <a:lnTo>
                  <a:pt x="3878" y="9523"/>
                </a:lnTo>
                <a:lnTo>
                  <a:pt x="3878" y="9399"/>
                </a:lnTo>
                <a:cubicBezTo>
                  <a:pt x="3878" y="9151"/>
                  <a:pt x="3692" y="8965"/>
                  <a:pt x="3475" y="8965"/>
                </a:cubicBezTo>
                <a:lnTo>
                  <a:pt x="2761" y="8965"/>
                </a:lnTo>
                <a:cubicBezTo>
                  <a:pt x="2544" y="8965"/>
                  <a:pt x="2358" y="9151"/>
                  <a:pt x="2389" y="9399"/>
                </a:cubicBezTo>
                <a:lnTo>
                  <a:pt x="2389" y="12128"/>
                </a:lnTo>
                <a:lnTo>
                  <a:pt x="1520" y="12128"/>
                </a:lnTo>
                <a:lnTo>
                  <a:pt x="1520" y="8313"/>
                </a:lnTo>
                <a:lnTo>
                  <a:pt x="5677" y="8313"/>
                </a:lnTo>
                <a:cubicBezTo>
                  <a:pt x="5925" y="8313"/>
                  <a:pt x="5925" y="7910"/>
                  <a:pt x="5677" y="7910"/>
                </a:cubicBezTo>
                <a:lnTo>
                  <a:pt x="1489" y="7910"/>
                </a:lnTo>
                <a:lnTo>
                  <a:pt x="1489" y="7352"/>
                </a:lnTo>
                <a:close/>
                <a:moveTo>
                  <a:pt x="10051" y="12563"/>
                </a:moveTo>
                <a:lnTo>
                  <a:pt x="10051" y="13338"/>
                </a:lnTo>
                <a:cubicBezTo>
                  <a:pt x="10051" y="13462"/>
                  <a:pt x="9958" y="13586"/>
                  <a:pt x="9803" y="13586"/>
                </a:cubicBezTo>
                <a:lnTo>
                  <a:pt x="652" y="13586"/>
                </a:lnTo>
                <a:cubicBezTo>
                  <a:pt x="528" y="13586"/>
                  <a:pt x="404" y="13462"/>
                  <a:pt x="404" y="13338"/>
                </a:cubicBezTo>
                <a:lnTo>
                  <a:pt x="404" y="12563"/>
                </a:lnTo>
                <a:close/>
                <a:moveTo>
                  <a:pt x="652" y="0"/>
                </a:moveTo>
                <a:cubicBezTo>
                  <a:pt x="311" y="0"/>
                  <a:pt x="1" y="279"/>
                  <a:pt x="1" y="651"/>
                </a:cubicBezTo>
                <a:lnTo>
                  <a:pt x="1" y="3350"/>
                </a:lnTo>
                <a:cubicBezTo>
                  <a:pt x="1" y="3490"/>
                  <a:pt x="109" y="3559"/>
                  <a:pt x="214" y="3559"/>
                </a:cubicBezTo>
                <a:cubicBezTo>
                  <a:pt x="318" y="3559"/>
                  <a:pt x="419" y="3490"/>
                  <a:pt x="404" y="3350"/>
                </a:cubicBezTo>
                <a:lnTo>
                  <a:pt x="404" y="1830"/>
                </a:lnTo>
                <a:lnTo>
                  <a:pt x="10051" y="1830"/>
                </a:lnTo>
                <a:lnTo>
                  <a:pt x="10051" y="12128"/>
                </a:lnTo>
                <a:lnTo>
                  <a:pt x="9586" y="12128"/>
                </a:lnTo>
                <a:lnTo>
                  <a:pt x="9586" y="3164"/>
                </a:lnTo>
                <a:cubicBezTo>
                  <a:pt x="9586" y="2932"/>
                  <a:pt x="9395" y="2727"/>
                  <a:pt x="9168" y="2727"/>
                </a:cubicBezTo>
                <a:cubicBezTo>
                  <a:pt x="9152" y="2727"/>
                  <a:pt x="9136" y="2728"/>
                  <a:pt x="9120" y="2730"/>
                </a:cubicBezTo>
                <a:lnTo>
                  <a:pt x="1552" y="2730"/>
                </a:lnTo>
                <a:cubicBezTo>
                  <a:pt x="1272" y="2730"/>
                  <a:pt x="1086" y="2916"/>
                  <a:pt x="1086" y="3164"/>
                </a:cubicBezTo>
                <a:lnTo>
                  <a:pt x="1086" y="12128"/>
                </a:lnTo>
                <a:lnTo>
                  <a:pt x="435" y="12128"/>
                </a:lnTo>
                <a:lnTo>
                  <a:pt x="435" y="4157"/>
                </a:lnTo>
                <a:cubicBezTo>
                  <a:pt x="435" y="4017"/>
                  <a:pt x="334" y="3947"/>
                  <a:pt x="233" y="3947"/>
                </a:cubicBezTo>
                <a:cubicBezTo>
                  <a:pt x="132" y="3947"/>
                  <a:pt x="32" y="4017"/>
                  <a:pt x="32" y="4157"/>
                </a:cubicBezTo>
                <a:lnTo>
                  <a:pt x="32" y="13307"/>
                </a:lnTo>
                <a:cubicBezTo>
                  <a:pt x="32" y="13648"/>
                  <a:pt x="311" y="13959"/>
                  <a:pt x="652" y="13959"/>
                </a:cubicBezTo>
                <a:lnTo>
                  <a:pt x="9803" y="13959"/>
                </a:lnTo>
                <a:cubicBezTo>
                  <a:pt x="10175" y="13959"/>
                  <a:pt x="10454" y="13679"/>
                  <a:pt x="10454" y="13307"/>
                </a:cubicBezTo>
                <a:lnTo>
                  <a:pt x="10454" y="651"/>
                </a:lnTo>
                <a:cubicBezTo>
                  <a:pt x="10454" y="279"/>
                  <a:pt x="10175" y="0"/>
                  <a:pt x="98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46" name="Google Shape;13246;p87"/>
          <p:cNvGrpSpPr/>
          <p:nvPr/>
        </p:nvGrpSpPr>
        <p:grpSpPr>
          <a:xfrm>
            <a:off x="4725851" y="3468104"/>
            <a:ext cx="348225" cy="286225"/>
            <a:chOff x="2444000" y="3698925"/>
            <a:chExt cx="348225" cy="286225"/>
          </a:xfrm>
        </p:grpSpPr>
        <p:sp>
          <p:nvSpPr>
            <p:cNvPr id="13247" name="Google Shape;13247;p87"/>
            <p:cNvSpPr/>
            <p:nvPr/>
          </p:nvSpPr>
          <p:spPr>
            <a:xfrm>
              <a:off x="2444000" y="3698925"/>
              <a:ext cx="348225" cy="286225"/>
            </a:xfrm>
            <a:custGeom>
              <a:rect b="b" l="l" r="r" t="t"/>
              <a:pathLst>
                <a:path extrusionOk="0" h="11449" w="13929">
                  <a:moveTo>
                    <a:pt x="9989" y="1428"/>
                  </a:moveTo>
                  <a:lnTo>
                    <a:pt x="9989" y="7476"/>
                  </a:lnTo>
                  <a:lnTo>
                    <a:pt x="4933" y="7476"/>
                  </a:lnTo>
                  <a:lnTo>
                    <a:pt x="4933" y="1428"/>
                  </a:lnTo>
                  <a:close/>
                  <a:moveTo>
                    <a:pt x="13231" y="431"/>
                  </a:moveTo>
                  <a:cubicBezTo>
                    <a:pt x="13396" y="431"/>
                    <a:pt x="13525" y="575"/>
                    <a:pt x="13525" y="745"/>
                  </a:cubicBezTo>
                  <a:lnTo>
                    <a:pt x="13525" y="7476"/>
                  </a:lnTo>
                  <a:lnTo>
                    <a:pt x="10423" y="7476"/>
                  </a:lnTo>
                  <a:lnTo>
                    <a:pt x="10423" y="1459"/>
                  </a:lnTo>
                  <a:cubicBezTo>
                    <a:pt x="10423" y="1210"/>
                    <a:pt x="10206" y="1024"/>
                    <a:pt x="9989" y="1024"/>
                  </a:cubicBezTo>
                  <a:lnTo>
                    <a:pt x="3971" y="1024"/>
                  </a:lnTo>
                  <a:cubicBezTo>
                    <a:pt x="3723" y="1024"/>
                    <a:pt x="3537" y="1210"/>
                    <a:pt x="3537" y="1459"/>
                  </a:cubicBezTo>
                  <a:lnTo>
                    <a:pt x="3537" y="4374"/>
                  </a:lnTo>
                  <a:cubicBezTo>
                    <a:pt x="3537" y="4498"/>
                    <a:pt x="3638" y="4561"/>
                    <a:pt x="3739" y="4561"/>
                  </a:cubicBezTo>
                  <a:cubicBezTo>
                    <a:pt x="3839" y="4561"/>
                    <a:pt x="3940" y="4498"/>
                    <a:pt x="3940" y="4374"/>
                  </a:cubicBezTo>
                  <a:lnTo>
                    <a:pt x="3940" y="1459"/>
                  </a:lnTo>
                  <a:lnTo>
                    <a:pt x="4561" y="1459"/>
                  </a:lnTo>
                  <a:lnTo>
                    <a:pt x="4561" y="7507"/>
                  </a:lnTo>
                  <a:lnTo>
                    <a:pt x="3940" y="7507"/>
                  </a:lnTo>
                  <a:lnTo>
                    <a:pt x="3940" y="5181"/>
                  </a:lnTo>
                  <a:cubicBezTo>
                    <a:pt x="3940" y="5041"/>
                    <a:pt x="3839" y="4972"/>
                    <a:pt x="3739" y="4972"/>
                  </a:cubicBezTo>
                  <a:cubicBezTo>
                    <a:pt x="3638" y="4972"/>
                    <a:pt x="3537" y="5041"/>
                    <a:pt x="3537" y="5181"/>
                  </a:cubicBezTo>
                  <a:lnTo>
                    <a:pt x="3537" y="7507"/>
                  </a:lnTo>
                  <a:lnTo>
                    <a:pt x="404" y="7507"/>
                  </a:lnTo>
                  <a:lnTo>
                    <a:pt x="404" y="745"/>
                  </a:lnTo>
                  <a:cubicBezTo>
                    <a:pt x="404" y="575"/>
                    <a:pt x="507" y="431"/>
                    <a:pt x="691" y="431"/>
                  </a:cubicBezTo>
                  <a:cubicBezTo>
                    <a:pt x="708" y="431"/>
                    <a:pt x="726" y="432"/>
                    <a:pt x="745" y="435"/>
                  </a:cubicBezTo>
                  <a:lnTo>
                    <a:pt x="13184" y="435"/>
                  </a:lnTo>
                  <a:cubicBezTo>
                    <a:pt x="13200" y="432"/>
                    <a:pt x="13216" y="431"/>
                    <a:pt x="13231" y="431"/>
                  </a:cubicBezTo>
                  <a:close/>
                  <a:moveTo>
                    <a:pt x="8252" y="9462"/>
                  </a:moveTo>
                  <a:lnTo>
                    <a:pt x="8469" y="11043"/>
                  </a:lnTo>
                  <a:lnTo>
                    <a:pt x="5460" y="11043"/>
                  </a:lnTo>
                  <a:lnTo>
                    <a:pt x="5677" y="9462"/>
                  </a:lnTo>
                  <a:close/>
                  <a:moveTo>
                    <a:pt x="745" y="1"/>
                  </a:moveTo>
                  <a:cubicBezTo>
                    <a:pt x="311" y="1"/>
                    <a:pt x="1" y="342"/>
                    <a:pt x="1" y="745"/>
                  </a:cubicBezTo>
                  <a:lnTo>
                    <a:pt x="1" y="8717"/>
                  </a:lnTo>
                  <a:cubicBezTo>
                    <a:pt x="1" y="9120"/>
                    <a:pt x="311" y="9462"/>
                    <a:pt x="745" y="9462"/>
                  </a:cubicBezTo>
                  <a:lnTo>
                    <a:pt x="5274" y="9462"/>
                  </a:lnTo>
                  <a:lnTo>
                    <a:pt x="5057" y="11043"/>
                  </a:lnTo>
                  <a:lnTo>
                    <a:pt x="4374" y="11043"/>
                  </a:lnTo>
                  <a:cubicBezTo>
                    <a:pt x="4367" y="11042"/>
                    <a:pt x="4361" y="11042"/>
                    <a:pt x="4354" y="11042"/>
                  </a:cubicBezTo>
                  <a:cubicBezTo>
                    <a:pt x="4164" y="11042"/>
                    <a:pt x="4164" y="11448"/>
                    <a:pt x="4354" y="11448"/>
                  </a:cubicBezTo>
                  <a:cubicBezTo>
                    <a:pt x="4361" y="11448"/>
                    <a:pt x="4367" y="11448"/>
                    <a:pt x="4374" y="11447"/>
                  </a:cubicBezTo>
                  <a:lnTo>
                    <a:pt x="9555" y="11447"/>
                  </a:lnTo>
                  <a:cubicBezTo>
                    <a:pt x="9562" y="11448"/>
                    <a:pt x="9568" y="11448"/>
                    <a:pt x="9575" y="11448"/>
                  </a:cubicBezTo>
                  <a:cubicBezTo>
                    <a:pt x="9765" y="11448"/>
                    <a:pt x="9765" y="11042"/>
                    <a:pt x="9575" y="11042"/>
                  </a:cubicBezTo>
                  <a:cubicBezTo>
                    <a:pt x="9568" y="11042"/>
                    <a:pt x="9562" y="11042"/>
                    <a:pt x="9555" y="11043"/>
                  </a:cubicBezTo>
                  <a:lnTo>
                    <a:pt x="8872" y="11043"/>
                  </a:lnTo>
                  <a:lnTo>
                    <a:pt x="8655" y="9462"/>
                  </a:lnTo>
                  <a:lnTo>
                    <a:pt x="10733" y="9462"/>
                  </a:lnTo>
                  <a:cubicBezTo>
                    <a:pt x="10740" y="9462"/>
                    <a:pt x="10746" y="9463"/>
                    <a:pt x="10753" y="9463"/>
                  </a:cubicBezTo>
                  <a:cubicBezTo>
                    <a:pt x="10944" y="9463"/>
                    <a:pt x="10944" y="9026"/>
                    <a:pt x="10753" y="9026"/>
                  </a:cubicBezTo>
                  <a:cubicBezTo>
                    <a:pt x="10746" y="9026"/>
                    <a:pt x="10740" y="9026"/>
                    <a:pt x="10733" y="9027"/>
                  </a:cubicBezTo>
                  <a:lnTo>
                    <a:pt x="745" y="9027"/>
                  </a:lnTo>
                  <a:cubicBezTo>
                    <a:pt x="729" y="9030"/>
                    <a:pt x="713" y="9031"/>
                    <a:pt x="698" y="9031"/>
                  </a:cubicBezTo>
                  <a:cubicBezTo>
                    <a:pt x="533" y="9031"/>
                    <a:pt x="404" y="8887"/>
                    <a:pt x="404" y="8717"/>
                  </a:cubicBezTo>
                  <a:lnTo>
                    <a:pt x="404" y="7911"/>
                  </a:lnTo>
                  <a:lnTo>
                    <a:pt x="13556" y="7911"/>
                  </a:lnTo>
                  <a:lnTo>
                    <a:pt x="13556" y="8717"/>
                  </a:lnTo>
                  <a:cubicBezTo>
                    <a:pt x="13528" y="8887"/>
                    <a:pt x="13422" y="9031"/>
                    <a:pt x="13262" y="9031"/>
                  </a:cubicBezTo>
                  <a:cubicBezTo>
                    <a:pt x="13247" y="9031"/>
                    <a:pt x="13231" y="9030"/>
                    <a:pt x="13215" y="9027"/>
                  </a:cubicBezTo>
                  <a:lnTo>
                    <a:pt x="11540" y="9027"/>
                  </a:lnTo>
                  <a:cubicBezTo>
                    <a:pt x="11533" y="9026"/>
                    <a:pt x="11527" y="9026"/>
                    <a:pt x="11521" y="9026"/>
                  </a:cubicBezTo>
                  <a:cubicBezTo>
                    <a:pt x="11329" y="9026"/>
                    <a:pt x="11329" y="9463"/>
                    <a:pt x="11521" y="9463"/>
                  </a:cubicBezTo>
                  <a:cubicBezTo>
                    <a:pt x="11527" y="9463"/>
                    <a:pt x="11533" y="9462"/>
                    <a:pt x="11540" y="9462"/>
                  </a:cubicBezTo>
                  <a:lnTo>
                    <a:pt x="13184" y="9462"/>
                  </a:lnTo>
                  <a:cubicBezTo>
                    <a:pt x="13587" y="9462"/>
                    <a:pt x="13928" y="9120"/>
                    <a:pt x="13928" y="8717"/>
                  </a:cubicBezTo>
                  <a:lnTo>
                    <a:pt x="13928" y="745"/>
                  </a:lnTo>
                  <a:cubicBezTo>
                    <a:pt x="13928" y="342"/>
                    <a:pt x="13587" y="1"/>
                    <a:pt x="13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8" name="Google Shape;13248;p87"/>
            <p:cNvSpPr/>
            <p:nvPr/>
          </p:nvSpPr>
          <p:spPr>
            <a:xfrm>
              <a:off x="2596000" y="3786550"/>
              <a:ext cx="51200" cy="59175"/>
            </a:xfrm>
            <a:custGeom>
              <a:rect b="b" l="l" r="r" t="t"/>
              <a:pathLst>
                <a:path extrusionOk="0" h="2367" w="2048">
                  <a:moveTo>
                    <a:pt x="1024" y="683"/>
                  </a:moveTo>
                  <a:lnTo>
                    <a:pt x="1334" y="1459"/>
                  </a:lnTo>
                  <a:lnTo>
                    <a:pt x="714" y="1459"/>
                  </a:lnTo>
                  <a:lnTo>
                    <a:pt x="1024" y="683"/>
                  </a:lnTo>
                  <a:close/>
                  <a:moveTo>
                    <a:pt x="1024" y="1"/>
                  </a:moveTo>
                  <a:cubicBezTo>
                    <a:pt x="931" y="1"/>
                    <a:pt x="838" y="63"/>
                    <a:pt x="807" y="156"/>
                  </a:cubicBezTo>
                  <a:lnTo>
                    <a:pt x="63" y="2110"/>
                  </a:lnTo>
                  <a:cubicBezTo>
                    <a:pt x="0" y="2203"/>
                    <a:pt x="63" y="2327"/>
                    <a:pt x="187" y="2358"/>
                  </a:cubicBezTo>
                  <a:lnTo>
                    <a:pt x="156" y="2358"/>
                  </a:lnTo>
                  <a:cubicBezTo>
                    <a:pt x="178" y="2364"/>
                    <a:pt x="200" y="2366"/>
                    <a:pt x="221" y="2366"/>
                  </a:cubicBezTo>
                  <a:cubicBezTo>
                    <a:pt x="321" y="2366"/>
                    <a:pt x="409" y="2311"/>
                    <a:pt x="435" y="2234"/>
                  </a:cubicBezTo>
                  <a:lnTo>
                    <a:pt x="559" y="1893"/>
                  </a:lnTo>
                  <a:lnTo>
                    <a:pt x="1489" y="1893"/>
                  </a:lnTo>
                  <a:lnTo>
                    <a:pt x="1613" y="2234"/>
                  </a:lnTo>
                  <a:cubicBezTo>
                    <a:pt x="1644" y="2296"/>
                    <a:pt x="1707" y="2358"/>
                    <a:pt x="1800" y="2358"/>
                  </a:cubicBezTo>
                  <a:lnTo>
                    <a:pt x="1862" y="2358"/>
                  </a:lnTo>
                  <a:cubicBezTo>
                    <a:pt x="1986" y="2327"/>
                    <a:pt x="2048" y="2203"/>
                    <a:pt x="1986" y="2110"/>
                  </a:cubicBezTo>
                  <a:lnTo>
                    <a:pt x="1272" y="156"/>
                  </a:lnTo>
                  <a:cubicBezTo>
                    <a:pt x="1210" y="63"/>
                    <a:pt x="1117"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9" name="Google Shape;13249;p87"/>
            <p:cNvSpPr/>
            <p:nvPr/>
          </p:nvSpPr>
          <p:spPr>
            <a:xfrm>
              <a:off x="2641750" y="3774925"/>
              <a:ext cx="34925" cy="31825"/>
            </a:xfrm>
            <a:custGeom>
              <a:rect b="b" l="l" r="r" t="t"/>
              <a:pathLst>
                <a:path extrusionOk="0" h="1273" w="1397">
                  <a:moveTo>
                    <a:pt x="714" y="1"/>
                  </a:moveTo>
                  <a:cubicBezTo>
                    <a:pt x="590" y="1"/>
                    <a:pt x="497" y="94"/>
                    <a:pt x="497" y="218"/>
                  </a:cubicBezTo>
                  <a:lnTo>
                    <a:pt x="497" y="435"/>
                  </a:lnTo>
                  <a:lnTo>
                    <a:pt x="280" y="435"/>
                  </a:lnTo>
                  <a:cubicBezTo>
                    <a:pt x="1" y="435"/>
                    <a:pt x="1" y="838"/>
                    <a:pt x="280" y="838"/>
                  </a:cubicBezTo>
                  <a:lnTo>
                    <a:pt x="497" y="838"/>
                  </a:lnTo>
                  <a:lnTo>
                    <a:pt x="497" y="1086"/>
                  </a:lnTo>
                  <a:cubicBezTo>
                    <a:pt x="497" y="1179"/>
                    <a:pt x="590" y="1272"/>
                    <a:pt x="714" y="1272"/>
                  </a:cubicBezTo>
                  <a:cubicBezTo>
                    <a:pt x="807" y="1272"/>
                    <a:pt x="900" y="1179"/>
                    <a:pt x="900" y="1086"/>
                  </a:cubicBezTo>
                  <a:lnTo>
                    <a:pt x="900" y="838"/>
                  </a:lnTo>
                  <a:lnTo>
                    <a:pt x="1148" y="838"/>
                  </a:lnTo>
                  <a:cubicBezTo>
                    <a:pt x="1396" y="838"/>
                    <a:pt x="1396" y="435"/>
                    <a:pt x="1148" y="435"/>
                  </a:cubicBezTo>
                  <a:lnTo>
                    <a:pt x="900" y="435"/>
                  </a:lnTo>
                  <a:lnTo>
                    <a:pt x="900" y="218"/>
                  </a:lnTo>
                  <a:cubicBezTo>
                    <a:pt x="900" y="94"/>
                    <a:pt x="807"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50" name="Google Shape;13250;p87"/>
          <p:cNvGrpSpPr/>
          <p:nvPr/>
        </p:nvGrpSpPr>
        <p:grpSpPr>
          <a:xfrm>
            <a:off x="4009026" y="3436716"/>
            <a:ext cx="318750" cy="349000"/>
            <a:chOff x="7735125" y="2492275"/>
            <a:chExt cx="318750" cy="349000"/>
          </a:xfrm>
        </p:grpSpPr>
        <p:sp>
          <p:nvSpPr>
            <p:cNvPr id="13251" name="Google Shape;13251;p87"/>
            <p:cNvSpPr/>
            <p:nvPr/>
          </p:nvSpPr>
          <p:spPr>
            <a:xfrm>
              <a:off x="7880625" y="2613025"/>
              <a:ext cx="83300" cy="77550"/>
            </a:xfrm>
            <a:custGeom>
              <a:rect b="b" l="l" r="r" t="t"/>
              <a:pathLst>
                <a:path extrusionOk="0" h="3102" w="3332">
                  <a:moveTo>
                    <a:pt x="1613" y="422"/>
                  </a:moveTo>
                  <a:cubicBezTo>
                    <a:pt x="1875" y="422"/>
                    <a:pt x="2142" y="515"/>
                    <a:pt x="2370" y="723"/>
                  </a:cubicBezTo>
                  <a:cubicBezTo>
                    <a:pt x="2835" y="1127"/>
                    <a:pt x="2866" y="1871"/>
                    <a:pt x="2463" y="2336"/>
                  </a:cubicBezTo>
                  <a:cubicBezTo>
                    <a:pt x="2221" y="2578"/>
                    <a:pt x="1922" y="2688"/>
                    <a:pt x="1631" y="2688"/>
                  </a:cubicBezTo>
                  <a:cubicBezTo>
                    <a:pt x="1061" y="2688"/>
                    <a:pt x="518" y="2269"/>
                    <a:pt x="477" y="1592"/>
                  </a:cubicBezTo>
                  <a:cubicBezTo>
                    <a:pt x="456" y="902"/>
                    <a:pt x="1018" y="422"/>
                    <a:pt x="1613" y="422"/>
                  </a:cubicBezTo>
                  <a:close/>
                  <a:moveTo>
                    <a:pt x="1600" y="0"/>
                  </a:moveTo>
                  <a:cubicBezTo>
                    <a:pt x="778" y="0"/>
                    <a:pt x="0" y="655"/>
                    <a:pt x="43" y="1623"/>
                  </a:cubicBezTo>
                  <a:cubicBezTo>
                    <a:pt x="84" y="2534"/>
                    <a:pt x="824" y="3101"/>
                    <a:pt x="1592" y="3101"/>
                  </a:cubicBezTo>
                  <a:cubicBezTo>
                    <a:pt x="2001" y="3101"/>
                    <a:pt x="2418" y="2940"/>
                    <a:pt x="2742" y="2585"/>
                  </a:cubicBezTo>
                  <a:cubicBezTo>
                    <a:pt x="3331" y="1964"/>
                    <a:pt x="3269" y="1003"/>
                    <a:pt x="2649" y="413"/>
                  </a:cubicBezTo>
                  <a:cubicBezTo>
                    <a:pt x="2335" y="128"/>
                    <a:pt x="1963" y="0"/>
                    <a:pt x="16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2" name="Google Shape;13252;p87"/>
            <p:cNvSpPr/>
            <p:nvPr/>
          </p:nvSpPr>
          <p:spPr>
            <a:xfrm>
              <a:off x="7735125" y="2492275"/>
              <a:ext cx="318750" cy="349000"/>
            </a:xfrm>
            <a:custGeom>
              <a:rect b="b" l="l" r="r" t="t"/>
              <a:pathLst>
                <a:path extrusionOk="0" h="13960" w="12750">
                  <a:moveTo>
                    <a:pt x="9803" y="404"/>
                  </a:moveTo>
                  <a:cubicBezTo>
                    <a:pt x="9927" y="404"/>
                    <a:pt x="10051" y="497"/>
                    <a:pt x="10051" y="652"/>
                  </a:cubicBezTo>
                  <a:lnTo>
                    <a:pt x="10051" y="1428"/>
                  </a:lnTo>
                  <a:lnTo>
                    <a:pt x="404" y="1428"/>
                  </a:lnTo>
                  <a:lnTo>
                    <a:pt x="404" y="652"/>
                  </a:lnTo>
                  <a:cubicBezTo>
                    <a:pt x="404" y="528"/>
                    <a:pt x="528" y="404"/>
                    <a:pt x="652" y="404"/>
                  </a:cubicBezTo>
                  <a:close/>
                  <a:moveTo>
                    <a:pt x="7445" y="4437"/>
                  </a:moveTo>
                  <a:cubicBezTo>
                    <a:pt x="7910" y="4437"/>
                    <a:pt x="8376" y="4623"/>
                    <a:pt x="8748" y="4964"/>
                  </a:cubicBezTo>
                  <a:cubicBezTo>
                    <a:pt x="9523" y="5677"/>
                    <a:pt x="9554" y="6887"/>
                    <a:pt x="8872" y="7663"/>
                  </a:cubicBezTo>
                  <a:lnTo>
                    <a:pt x="8872" y="7694"/>
                  </a:lnTo>
                  <a:cubicBezTo>
                    <a:pt x="8477" y="8106"/>
                    <a:pt x="7950" y="8316"/>
                    <a:pt x="7427" y="8316"/>
                  </a:cubicBezTo>
                  <a:cubicBezTo>
                    <a:pt x="6965" y="8316"/>
                    <a:pt x="6506" y="8152"/>
                    <a:pt x="6142" y="7818"/>
                  </a:cubicBezTo>
                  <a:cubicBezTo>
                    <a:pt x="4840" y="6639"/>
                    <a:pt x="5677" y="4468"/>
                    <a:pt x="7445" y="4437"/>
                  </a:cubicBezTo>
                  <a:close/>
                  <a:moveTo>
                    <a:pt x="9275" y="7849"/>
                  </a:moveTo>
                  <a:lnTo>
                    <a:pt x="9896" y="8407"/>
                  </a:lnTo>
                  <a:lnTo>
                    <a:pt x="9648" y="8655"/>
                  </a:lnTo>
                  <a:lnTo>
                    <a:pt x="9027" y="8097"/>
                  </a:lnTo>
                  <a:lnTo>
                    <a:pt x="9151" y="7973"/>
                  </a:lnTo>
                  <a:lnTo>
                    <a:pt x="9275" y="7849"/>
                  </a:lnTo>
                  <a:close/>
                  <a:moveTo>
                    <a:pt x="10268" y="8593"/>
                  </a:moveTo>
                  <a:lnTo>
                    <a:pt x="12222" y="10361"/>
                  </a:lnTo>
                  <a:cubicBezTo>
                    <a:pt x="12284" y="10423"/>
                    <a:pt x="12315" y="10516"/>
                    <a:pt x="12315" y="10579"/>
                  </a:cubicBezTo>
                  <a:cubicBezTo>
                    <a:pt x="12315" y="10672"/>
                    <a:pt x="12284" y="10734"/>
                    <a:pt x="12253" y="10796"/>
                  </a:cubicBezTo>
                  <a:cubicBezTo>
                    <a:pt x="12191" y="10858"/>
                    <a:pt x="12098" y="10889"/>
                    <a:pt x="12036" y="10920"/>
                  </a:cubicBezTo>
                  <a:cubicBezTo>
                    <a:pt x="11943" y="10920"/>
                    <a:pt x="11881" y="10889"/>
                    <a:pt x="11819" y="10827"/>
                  </a:cubicBezTo>
                  <a:lnTo>
                    <a:pt x="9865" y="9059"/>
                  </a:lnTo>
                  <a:lnTo>
                    <a:pt x="10268" y="8593"/>
                  </a:lnTo>
                  <a:close/>
                  <a:moveTo>
                    <a:pt x="8686" y="3041"/>
                  </a:moveTo>
                  <a:lnTo>
                    <a:pt x="8686" y="4406"/>
                  </a:lnTo>
                  <a:cubicBezTo>
                    <a:pt x="8280" y="4151"/>
                    <a:pt x="7843" y="4035"/>
                    <a:pt x="7419" y="4035"/>
                  </a:cubicBezTo>
                  <a:cubicBezTo>
                    <a:pt x="6188" y="4035"/>
                    <a:pt x="5057" y="5007"/>
                    <a:pt x="5057" y="6391"/>
                  </a:cubicBezTo>
                  <a:cubicBezTo>
                    <a:pt x="5057" y="7748"/>
                    <a:pt x="6182" y="8729"/>
                    <a:pt x="7408" y="8729"/>
                  </a:cubicBezTo>
                  <a:cubicBezTo>
                    <a:pt x="7836" y="8729"/>
                    <a:pt x="8277" y="8610"/>
                    <a:pt x="8686" y="8345"/>
                  </a:cubicBezTo>
                  <a:lnTo>
                    <a:pt x="8686" y="11013"/>
                  </a:lnTo>
                  <a:lnTo>
                    <a:pt x="1955" y="11013"/>
                  </a:lnTo>
                  <a:lnTo>
                    <a:pt x="1955" y="3041"/>
                  </a:lnTo>
                  <a:close/>
                  <a:moveTo>
                    <a:pt x="9120" y="8717"/>
                  </a:moveTo>
                  <a:lnTo>
                    <a:pt x="9399" y="8966"/>
                  </a:lnTo>
                  <a:cubicBezTo>
                    <a:pt x="9337" y="9059"/>
                    <a:pt x="9368" y="9121"/>
                    <a:pt x="9430" y="9183"/>
                  </a:cubicBezTo>
                  <a:lnTo>
                    <a:pt x="10051" y="9741"/>
                  </a:lnTo>
                  <a:lnTo>
                    <a:pt x="10051" y="11013"/>
                  </a:lnTo>
                  <a:lnTo>
                    <a:pt x="9120" y="11013"/>
                  </a:lnTo>
                  <a:lnTo>
                    <a:pt x="9120" y="8717"/>
                  </a:lnTo>
                  <a:close/>
                  <a:moveTo>
                    <a:pt x="652" y="1"/>
                  </a:moveTo>
                  <a:cubicBezTo>
                    <a:pt x="280" y="1"/>
                    <a:pt x="1" y="280"/>
                    <a:pt x="1" y="652"/>
                  </a:cubicBezTo>
                  <a:lnTo>
                    <a:pt x="1" y="3351"/>
                  </a:lnTo>
                  <a:cubicBezTo>
                    <a:pt x="1" y="3475"/>
                    <a:pt x="94" y="3568"/>
                    <a:pt x="218" y="3568"/>
                  </a:cubicBezTo>
                  <a:cubicBezTo>
                    <a:pt x="311" y="3568"/>
                    <a:pt x="404" y="3475"/>
                    <a:pt x="404" y="3351"/>
                  </a:cubicBezTo>
                  <a:lnTo>
                    <a:pt x="404" y="1831"/>
                  </a:lnTo>
                  <a:lnTo>
                    <a:pt x="10051" y="1831"/>
                  </a:lnTo>
                  <a:lnTo>
                    <a:pt x="10051" y="7973"/>
                  </a:lnTo>
                  <a:lnTo>
                    <a:pt x="9492" y="7477"/>
                  </a:lnTo>
                  <a:cubicBezTo>
                    <a:pt x="9989" y="6577"/>
                    <a:pt x="9834" y="5491"/>
                    <a:pt x="9120" y="4747"/>
                  </a:cubicBezTo>
                  <a:lnTo>
                    <a:pt x="9120" y="3041"/>
                  </a:lnTo>
                  <a:cubicBezTo>
                    <a:pt x="9120" y="2793"/>
                    <a:pt x="8934" y="2607"/>
                    <a:pt x="8686" y="2607"/>
                  </a:cubicBezTo>
                  <a:lnTo>
                    <a:pt x="1955" y="2607"/>
                  </a:lnTo>
                  <a:cubicBezTo>
                    <a:pt x="1738" y="2607"/>
                    <a:pt x="1520" y="2793"/>
                    <a:pt x="1520" y="3041"/>
                  </a:cubicBezTo>
                  <a:lnTo>
                    <a:pt x="1520" y="11013"/>
                  </a:lnTo>
                  <a:lnTo>
                    <a:pt x="404" y="11013"/>
                  </a:lnTo>
                  <a:lnTo>
                    <a:pt x="404" y="4158"/>
                  </a:lnTo>
                  <a:cubicBezTo>
                    <a:pt x="404" y="4033"/>
                    <a:pt x="311" y="3940"/>
                    <a:pt x="218" y="3940"/>
                  </a:cubicBezTo>
                  <a:cubicBezTo>
                    <a:pt x="94" y="3940"/>
                    <a:pt x="1" y="4033"/>
                    <a:pt x="1" y="4158"/>
                  </a:cubicBezTo>
                  <a:lnTo>
                    <a:pt x="1" y="13308"/>
                  </a:lnTo>
                  <a:cubicBezTo>
                    <a:pt x="1" y="13649"/>
                    <a:pt x="280" y="13960"/>
                    <a:pt x="652" y="13960"/>
                  </a:cubicBezTo>
                  <a:lnTo>
                    <a:pt x="7507" y="13960"/>
                  </a:lnTo>
                  <a:cubicBezTo>
                    <a:pt x="7693" y="13898"/>
                    <a:pt x="7693" y="13618"/>
                    <a:pt x="7507" y="13556"/>
                  </a:cubicBezTo>
                  <a:lnTo>
                    <a:pt x="652" y="13556"/>
                  </a:lnTo>
                  <a:cubicBezTo>
                    <a:pt x="528" y="13556"/>
                    <a:pt x="404" y="13463"/>
                    <a:pt x="404" y="13308"/>
                  </a:cubicBezTo>
                  <a:lnTo>
                    <a:pt x="404" y="11385"/>
                  </a:lnTo>
                  <a:lnTo>
                    <a:pt x="10051" y="11385"/>
                  </a:lnTo>
                  <a:lnTo>
                    <a:pt x="10051" y="13308"/>
                  </a:lnTo>
                  <a:cubicBezTo>
                    <a:pt x="10051" y="13432"/>
                    <a:pt x="9927" y="13525"/>
                    <a:pt x="9803" y="13525"/>
                  </a:cubicBezTo>
                  <a:lnTo>
                    <a:pt x="8314" y="13525"/>
                  </a:lnTo>
                  <a:cubicBezTo>
                    <a:pt x="8301" y="13522"/>
                    <a:pt x="8288" y="13520"/>
                    <a:pt x="8276" y="13520"/>
                  </a:cubicBezTo>
                  <a:cubicBezTo>
                    <a:pt x="8083" y="13520"/>
                    <a:pt x="8078" y="13939"/>
                    <a:pt x="8261" y="13939"/>
                  </a:cubicBezTo>
                  <a:cubicBezTo>
                    <a:pt x="8277" y="13939"/>
                    <a:pt x="8295" y="13936"/>
                    <a:pt x="8314" y="13929"/>
                  </a:cubicBezTo>
                  <a:lnTo>
                    <a:pt x="9803" y="13929"/>
                  </a:lnTo>
                  <a:cubicBezTo>
                    <a:pt x="10175" y="13929"/>
                    <a:pt x="10454" y="13649"/>
                    <a:pt x="10454" y="13277"/>
                  </a:cubicBezTo>
                  <a:lnTo>
                    <a:pt x="10454" y="10113"/>
                  </a:lnTo>
                  <a:lnTo>
                    <a:pt x="11540" y="11106"/>
                  </a:lnTo>
                  <a:cubicBezTo>
                    <a:pt x="11664" y="11230"/>
                    <a:pt x="11819" y="11292"/>
                    <a:pt x="12005" y="11292"/>
                  </a:cubicBezTo>
                  <a:lnTo>
                    <a:pt x="12036" y="11292"/>
                  </a:lnTo>
                  <a:cubicBezTo>
                    <a:pt x="12222" y="11292"/>
                    <a:pt x="12408" y="11199"/>
                    <a:pt x="12532" y="11075"/>
                  </a:cubicBezTo>
                  <a:cubicBezTo>
                    <a:pt x="12656" y="10920"/>
                    <a:pt x="12749" y="10734"/>
                    <a:pt x="12718" y="10547"/>
                  </a:cubicBezTo>
                  <a:cubicBezTo>
                    <a:pt x="12718" y="10361"/>
                    <a:pt x="12625" y="10175"/>
                    <a:pt x="12501" y="10051"/>
                  </a:cubicBezTo>
                  <a:lnTo>
                    <a:pt x="10454" y="8190"/>
                  </a:lnTo>
                  <a:lnTo>
                    <a:pt x="10454" y="652"/>
                  </a:lnTo>
                  <a:cubicBezTo>
                    <a:pt x="10454" y="280"/>
                    <a:pt x="10175" y="1"/>
                    <a:pt x="9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3" name="Google Shape;13253;p87"/>
            <p:cNvSpPr/>
            <p:nvPr/>
          </p:nvSpPr>
          <p:spPr>
            <a:xfrm>
              <a:off x="7804150" y="2589225"/>
              <a:ext cx="58175" cy="10100"/>
            </a:xfrm>
            <a:custGeom>
              <a:rect b="b" l="l" r="r" t="t"/>
              <a:pathLst>
                <a:path extrusionOk="0" h="404" w="2327">
                  <a:moveTo>
                    <a:pt x="279" y="0"/>
                  </a:moveTo>
                  <a:cubicBezTo>
                    <a:pt x="0" y="0"/>
                    <a:pt x="0" y="404"/>
                    <a:pt x="279" y="404"/>
                  </a:cubicBezTo>
                  <a:lnTo>
                    <a:pt x="2048" y="404"/>
                  </a:lnTo>
                  <a:cubicBezTo>
                    <a:pt x="2327" y="404"/>
                    <a:pt x="2327"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4" name="Google Shape;13254;p87"/>
            <p:cNvSpPr/>
            <p:nvPr/>
          </p:nvSpPr>
          <p:spPr>
            <a:xfrm>
              <a:off x="7804150" y="2613250"/>
              <a:ext cx="52750" cy="10125"/>
            </a:xfrm>
            <a:custGeom>
              <a:rect b="b" l="l" r="r" t="t"/>
              <a:pathLst>
                <a:path extrusionOk="0" h="405" w="2110">
                  <a:moveTo>
                    <a:pt x="279" y="1"/>
                  </a:moveTo>
                  <a:cubicBezTo>
                    <a:pt x="0" y="1"/>
                    <a:pt x="0" y="404"/>
                    <a:pt x="279" y="404"/>
                  </a:cubicBezTo>
                  <a:lnTo>
                    <a:pt x="1830" y="404"/>
                  </a:lnTo>
                  <a:cubicBezTo>
                    <a:pt x="2110" y="404"/>
                    <a:pt x="2110" y="1"/>
                    <a:pt x="1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5" name="Google Shape;13255;p87"/>
            <p:cNvSpPr/>
            <p:nvPr/>
          </p:nvSpPr>
          <p:spPr>
            <a:xfrm>
              <a:off x="7805350" y="2637825"/>
              <a:ext cx="44900" cy="9850"/>
            </a:xfrm>
            <a:custGeom>
              <a:rect b="b" l="l" r="r" t="t"/>
              <a:pathLst>
                <a:path extrusionOk="0" h="394" w="1796">
                  <a:moveTo>
                    <a:pt x="178" y="0"/>
                  </a:moveTo>
                  <a:cubicBezTo>
                    <a:pt x="1" y="0"/>
                    <a:pt x="1" y="393"/>
                    <a:pt x="178" y="393"/>
                  </a:cubicBezTo>
                  <a:cubicBezTo>
                    <a:pt x="194" y="393"/>
                    <a:pt x="212" y="390"/>
                    <a:pt x="231" y="383"/>
                  </a:cubicBezTo>
                  <a:lnTo>
                    <a:pt x="1565" y="383"/>
                  </a:lnTo>
                  <a:cubicBezTo>
                    <a:pt x="1584" y="390"/>
                    <a:pt x="1602" y="393"/>
                    <a:pt x="1618" y="393"/>
                  </a:cubicBezTo>
                  <a:cubicBezTo>
                    <a:pt x="1796" y="393"/>
                    <a:pt x="1796" y="0"/>
                    <a:pt x="1618" y="0"/>
                  </a:cubicBezTo>
                  <a:cubicBezTo>
                    <a:pt x="1602" y="0"/>
                    <a:pt x="1584" y="3"/>
                    <a:pt x="1565" y="11"/>
                  </a:cubicBezTo>
                  <a:lnTo>
                    <a:pt x="231" y="11"/>
                  </a:lnTo>
                  <a:cubicBezTo>
                    <a:pt x="212" y="3"/>
                    <a:pt x="194"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6" name="Google Shape;13256;p87"/>
            <p:cNvSpPr/>
            <p:nvPr/>
          </p:nvSpPr>
          <p:spPr>
            <a:xfrm>
              <a:off x="7804150" y="2662125"/>
              <a:ext cx="47325" cy="10100"/>
            </a:xfrm>
            <a:custGeom>
              <a:rect b="b" l="l" r="r" t="t"/>
              <a:pathLst>
                <a:path extrusionOk="0" h="404" w="1893">
                  <a:moveTo>
                    <a:pt x="279" y="0"/>
                  </a:moveTo>
                  <a:cubicBezTo>
                    <a:pt x="0" y="0"/>
                    <a:pt x="0" y="403"/>
                    <a:pt x="279" y="403"/>
                  </a:cubicBezTo>
                  <a:lnTo>
                    <a:pt x="1613" y="403"/>
                  </a:lnTo>
                  <a:cubicBezTo>
                    <a:pt x="1892" y="403"/>
                    <a:pt x="1892" y="0"/>
                    <a:pt x="1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7" name="Google Shape;13257;p87"/>
            <p:cNvSpPr/>
            <p:nvPr/>
          </p:nvSpPr>
          <p:spPr>
            <a:xfrm>
              <a:off x="7805350" y="2686675"/>
              <a:ext cx="52325" cy="10625"/>
            </a:xfrm>
            <a:custGeom>
              <a:rect b="b" l="l" r="r" t="t"/>
              <a:pathLst>
                <a:path extrusionOk="0" h="425" w="2093">
                  <a:moveTo>
                    <a:pt x="181" y="1"/>
                  </a:moveTo>
                  <a:cubicBezTo>
                    <a:pt x="0" y="1"/>
                    <a:pt x="0" y="424"/>
                    <a:pt x="181" y="424"/>
                  </a:cubicBezTo>
                  <a:cubicBezTo>
                    <a:pt x="196" y="424"/>
                    <a:pt x="213" y="421"/>
                    <a:pt x="231" y="414"/>
                  </a:cubicBezTo>
                  <a:lnTo>
                    <a:pt x="1906" y="414"/>
                  </a:lnTo>
                  <a:cubicBezTo>
                    <a:pt x="2093" y="352"/>
                    <a:pt x="2093" y="73"/>
                    <a:pt x="1906" y="11"/>
                  </a:cubicBezTo>
                  <a:lnTo>
                    <a:pt x="231" y="11"/>
                  </a:lnTo>
                  <a:cubicBezTo>
                    <a:pt x="213" y="4"/>
                    <a:pt x="196"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8" name="Google Shape;13258;p87"/>
            <p:cNvSpPr/>
            <p:nvPr/>
          </p:nvSpPr>
          <p:spPr>
            <a:xfrm>
              <a:off x="7804150" y="2710975"/>
              <a:ext cx="68250" cy="10875"/>
            </a:xfrm>
            <a:custGeom>
              <a:rect b="b" l="l" r="r" t="t"/>
              <a:pathLst>
                <a:path extrusionOk="0" h="435" w="2730">
                  <a:moveTo>
                    <a:pt x="279" y="0"/>
                  </a:moveTo>
                  <a:cubicBezTo>
                    <a:pt x="0" y="0"/>
                    <a:pt x="0" y="435"/>
                    <a:pt x="279" y="435"/>
                  </a:cubicBezTo>
                  <a:lnTo>
                    <a:pt x="2451" y="435"/>
                  </a:lnTo>
                  <a:cubicBezTo>
                    <a:pt x="2730" y="435"/>
                    <a:pt x="2730" y="0"/>
                    <a:pt x="24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9" name="Google Shape;13259;p87"/>
            <p:cNvSpPr/>
            <p:nvPr/>
          </p:nvSpPr>
          <p:spPr>
            <a:xfrm>
              <a:off x="7805225" y="2735525"/>
              <a:ext cx="111075" cy="10500"/>
            </a:xfrm>
            <a:custGeom>
              <a:rect b="b" l="l" r="r" t="t"/>
              <a:pathLst>
                <a:path extrusionOk="0" h="420" w="4443">
                  <a:moveTo>
                    <a:pt x="183" y="0"/>
                  </a:moveTo>
                  <a:cubicBezTo>
                    <a:pt x="1" y="0"/>
                    <a:pt x="6" y="419"/>
                    <a:pt x="199" y="419"/>
                  </a:cubicBezTo>
                  <a:cubicBezTo>
                    <a:pt x="211" y="419"/>
                    <a:pt x="223" y="418"/>
                    <a:pt x="236" y="414"/>
                  </a:cubicBezTo>
                  <a:lnTo>
                    <a:pt x="4207" y="414"/>
                  </a:lnTo>
                  <a:cubicBezTo>
                    <a:pt x="4220" y="418"/>
                    <a:pt x="4232" y="419"/>
                    <a:pt x="4244" y="419"/>
                  </a:cubicBezTo>
                  <a:cubicBezTo>
                    <a:pt x="4437" y="419"/>
                    <a:pt x="4442" y="0"/>
                    <a:pt x="4260" y="0"/>
                  </a:cubicBezTo>
                  <a:cubicBezTo>
                    <a:pt x="4244" y="0"/>
                    <a:pt x="4226" y="4"/>
                    <a:pt x="4207" y="11"/>
                  </a:cubicBezTo>
                  <a:lnTo>
                    <a:pt x="236" y="11"/>
                  </a:lnTo>
                  <a:cubicBezTo>
                    <a:pt x="217" y="4"/>
                    <a:pt x="20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0" name="Google Shape;13260;p87"/>
            <p:cNvSpPr/>
            <p:nvPr/>
          </p:nvSpPr>
          <p:spPr>
            <a:xfrm>
              <a:off x="7849900" y="2786925"/>
              <a:ext cx="37025" cy="31975"/>
            </a:xfrm>
            <a:custGeom>
              <a:rect b="b" l="l" r="r" t="t"/>
              <a:pathLst>
                <a:path extrusionOk="0" h="1279" w="1481">
                  <a:moveTo>
                    <a:pt x="621" y="405"/>
                  </a:moveTo>
                  <a:cubicBezTo>
                    <a:pt x="745" y="405"/>
                    <a:pt x="869" y="499"/>
                    <a:pt x="869" y="654"/>
                  </a:cubicBezTo>
                  <a:cubicBezTo>
                    <a:pt x="869" y="778"/>
                    <a:pt x="776" y="871"/>
                    <a:pt x="621" y="871"/>
                  </a:cubicBezTo>
                  <a:cubicBezTo>
                    <a:pt x="373" y="840"/>
                    <a:pt x="373" y="437"/>
                    <a:pt x="621" y="405"/>
                  </a:cubicBezTo>
                  <a:close/>
                  <a:moveTo>
                    <a:pt x="574" y="0"/>
                  </a:moveTo>
                  <a:cubicBezTo>
                    <a:pt x="254" y="0"/>
                    <a:pt x="0" y="297"/>
                    <a:pt x="0" y="623"/>
                  </a:cubicBezTo>
                  <a:lnTo>
                    <a:pt x="0" y="654"/>
                  </a:lnTo>
                  <a:cubicBezTo>
                    <a:pt x="0" y="1029"/>
                    <a:pt x="309" y="1279"/>
                    <a:pt x="634" y="1279"/>
                  </a:cubicBezTo>
                  <a:cubicBezTo>
                    <a:pt x="792" y="1279"/>
                    <a:pt x="954" y="1220"/>
                    <a:pt x="1086" y="1088"/>
                  </a:cubicBezTo>
                  <a:cubicBezTo>
                    <a:pt x="1481" y="693"/>
                    <a:pt x="1222" y="1"/>
                    <a:pt x="658" y="1"/>
                  </a:cubicBezTo>
                  <a:cubicBezTo>
                    <a:pt x="646" y="1"/>
                    <a:pt x="633" y="2"/>
                    <a:pt x="621" y="2"/>
                  </a:cubicBezTo>
                  <a:cubicBezTo>
                    <a:pt x="605" y="1"/>
                    <a:pt x="589" y="0"/>
                    <a:pt x="5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61" name="Google Shape;13261;p87"/>
          <p:cNvGrpSpPr/>
          <p:nvPr/>
        </p:nvGrpSpPr>
        <p:grpSpPr>
          <a:xfrm>
            <a:off x="3227208" y="3464641"/>
            <a:ext cx="349775" cy="293150"/>
            <a:chOff x="1680925" y="3695825"/>
            <a:chExt cx="349775" cy="293150"/>
          </a:xfrm>
        </p:grpSpPr>
        <p:sp>
          <p:nvSpPr>
            <p:cNvPr id="13262" name="Google Shape;13262;p87"/>
            <p:cNvSpPr/>
            <p:nvPr/>
          </p:nvSpPr>
          <p:spPr>
            <a:xfrm>
              <a:off x="1947700" y="3716175"/>
              <a:ext cx="10100" cy="10500"/>
            </a:xfrm>
            <a:custGeom>
              <a:rect b="b" l="l" r="r" t="t"/>
              <a:pathLst>
                <a:path extrusionOk="0" h="420" w="404">
                  <a:moveTo>
                    <a:pt x="202" y="1"/>
                  </a:moveTo>
                  <a:cubicBezTo>
                    <a:pt x="101" y="1"/>
                    <a:pt x="0" y="71"/>
                    <a:pt x="0" y="210"/>
                  </a:cubicBezTo>
                  <a:cubicBezTo>
                    <a:pt x="0" y="350"/>
                    <a:pt x="101" y="420"/>
                    <a:pt x="202" y="420"/>
                  </a:cubicBezTo>
                  <a:cubicBezTo>
                    <a:pt x="303" y="420"/>
                    <a:pt x="404" y="350"/>
                    <a:pt x="404" y="210"/>
                  </a:cubicBezTo>
                  <a:cubicBezTo>
                    <a:pt x="404" y="71"/>
                    <a:pt x="303"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87"/>
            <p:cNvSpPr/>
            <p:nvPr/>
          </p:nvSpPr>
          <p:spPr>
            <a:xfrm>
              <a:off x="1968625" y="3716775"/>
              <a:ext cx="10125" cy="10100"/>
            </a:xfrm>
            <a:custGeom>
              <a:rect b="b" l="l" r="r" t="t"/>
              <a:pathLst>
                <a:path extrusionOk="0" h="404" w="405">
                  <a:moveTo>
                    <a:pt x="218" y="0"/>
                  </a:moveTo>
                  <a:cubicBezTo>
                    <a:pt x="94" y="0"/>
                    <a:pt x="1" y="93"/>
                    <a:pt x="1" y="186"/>
                  </a:cubicBezTo>
                  <a:cubicBezTo>
                    <a:pt x="1" y="310"/>
                    <a:pt x="94" y="403"/>
                    <a:pt x="218" y="403"/>
                  </a:cubicBezTo>
                  <a:cubicBezTo>
                    <a:pt x="311" y="403"/>
                    <a:pt x="404" y="310"/>
                    <a:pt x="404" y="186"/>
                  </a:cubicBezTo>
                  <a:cubicBezTo>
                    <a:pt x="404" y="93"/>
                    <a:pt x="311" y="0"/>
                    <a:pt x="2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87"/>
            <p:cNvSpPr/>
            <p:nvPr/>
          </p:nvSpPr>
          <p:spPr>
            <a:xfrm>
              <a:off x="1989175" y="3717925"/>
              <a:ext cx="12450" cy="8175"/>
            </a:xfrm>
            <a:custGeom>
              <a:rect b="b" l="l" r="r" t="t"/>
              <a:pathLst>
                <a:path extrusionOk="0" h="327" w="498">
                  <a:moveTo>
                    <a:pt x="249" y="1"/>
                  </a:moveTo>
                  <a:cubicBezTo>
                    <a:pt x="164" y="1"/>
                    <a:pt x="78" y="47"/>
                    <a:pt x="47" y="140"/>
                  </a:cubicBezTo>
                  <a:cubicBezTo>
                    <a:pt x="1" y="264"/>
                    <a:pt x="125" y="326"/>
                    <a:pt x="249" y="326"/>
                  </a:cubicBezTo>
                  <a:cubicBezTo>
                    <a:pt x="373" y="326"/>
                    <a:pt x="497" y="264"/>
                    <a:pt x="451" y="140"/>
                  </a:cubicBezTo>
                  <a:cubicBezTo>
                    <a:pt x="420" y="47"/>
                    <a:pt x="334"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5" name="Google Shape;13265;p87"/>
            <p:cNvSpPr/>
            <p:nvPr/>
          </p:nvSpPr>
          <p:spPr>
            <a:xfrm>
              <a:off x="1832150" y="3909850"/>
              <a:ext cx="175275" cy="36475"/>
            </a:xfrm>
            <a:custGeom>
              <a:rect b="b" l="l" r="r" t="t"/>
              <a:pathLst>
                <a:path extrusionOk="0" h="1459" w="7011">
                  <a:moveTo>
                    <a:pt x="6514" y="435"/>
                  </a:moveTo>
                  <a:cubicBezTo>
                    <a:pt x="6546" y="435"/>
                    <a:pt x="6577" y="466"/>
                    <a:pt x="6577" y="497"/>
                  </a:cubicBezTo>
                  <a:lnTo>
                    <a:pt x="6577" y="962"/>
                  </a:lnTo>
                  <a:cubicBezTo>
                    <a:pt x="6577" y="994"/>
                    <a:pt x="6546" y="1056"/>
                    <a:pt x="6514" y="1056"/>
                  </a:cubicBezTo>
                  <a:lnTo>
                    <a:pt x="497" y="1056"/>
                  </a:lnTo>
                  <a:cubicBezTo>
                    <a:pt x="466" y="1056"/>
                    <a:pt x="435" y="994"/>
                    <a:pt x="435" y="962"/>
                  </a:cubicBezTo>
                  <a:lnTo>
                    <a:pt x="435" y="497"/>
                  </a:lnTo>
                  <a:cubicBezTo>
                    <a:pt x="435" y="466"/>
                    <a:pt x="466" y="435"/>
                    <a:pt x="497" y="435"/>
                  </a:cubicBezTo>
                  <a:close/>
                  <a:moveTo>
                    <a:pt x="497" y="1"/>
                  </a:moveTo>
                  <a:cubicBezTo>
                    <a:pt x="218" y="1"/>
                    <a:pt x="0" y="218"/>
                    <a:pt x="0" y="497"/>
                  </a:cubicBezTo>
                  <a:lnTo>
                    <a:pt x="0" y="962"/>
                  </a:lnTo>
                  <a:cubicBezTo>
                    <a:pt x="0" y="1242"/>
                    <a:pt x="218" y="1459"/>
                    <a:pt x="497" y="1459"/>
                  </a:cubicBezTo>
                  <a:lnTo>
                    <a:pt x="6514" y="1459"/>
                  </a:lnTo>
                  <a:cubicBezTo>
                    <a:pt x="6794" y="1459"/>
                    <a:pt x="7011" y="1242"/>
                    <a:pt x="7011" y="962"/>
                  </a:cubicBezTo>
                  <a:lnTo>
                    <a:pt x="7011" y="497"/>
                  </a:lnTo>
                  <a:cubicBezTo>
                    <a:pt x="7011" y="218"/>
                    <a:pt x="6794" y="1"/>
                    <a:pt x="65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6" name="Google Shape;13266;p87"/>
            <p:cNvSpPr/>
            <p:nvPr/>
          </p:nvSpPr>
          <p:spPr>
            <a:xfrm>
              <a:off x="1680925" y="3695825"/>
              <a:ext cx="349775" cy="293150"/>
            </a:xfrm>
            <a:custGeom>
              <a:rect b="b" l="l" r="r" t="t"/>
              <a:pathLst>
                <a:path extrusionOk="0" h="11726" w="13991">
                  <a:moveTo>
                    <a:pt x="683" y="1"/>
                  </a:moveTo>
                  <a:cubicBezTo>
                    <a:pt x="311" y="1"/>
                    <a:pt x="1" y="280"/>
                    <a:pt x="1" y="652"/>
                  </a:cubicBezTo>
                  <a:lnTo>
                    <a:pt x="1" y="11012"/>
                  </a:lnTo>
                  <a:cubicBezTo>
                    <a:pt x="1" y="11385"/>
                    <a:pt x="342" y="11726"/>
                    <a:pt x="745" y="11726"/>
                  </a:cubicBezTo>
                  <a:lnTo>
                    <a:pt x="8376" y="11726"/>
                  </a:lnTo>
                  <a:cubicBezTo>
                    <a:pt x="8655" y="11726"/>
                    <a:pt x="8655" y="11292"/>
                    <a:pt x="8376" y="11292"/>
                  </a:cubicBezTo>
                  <a:lnTo>
                    <a:pt x="745" y="11292"/>
                  </a:lnTo>
                  <a:cubicBezTo>
                    <a:pt x="559" y="11292"/>
                    <a:pt x="435" y="11167"/>
                    <a:pt x="435" y="10981"/>
                  </a:cubicBezTo>
                  <a:lnTo>
                    <a:pt x="435" y="2079"/>
                  </a:lnTo>
                  <a:lnTo>
                    <a:pt x="13587" y="2079"/>
                  </a:lnTo>
                  <a:lnTo>
                    <a:pt x="13587" y="10981"/>
                  </a:lnTo>
                  <a:cubicBezTo>
                    <a:pt x="13587" y="11167"/>
                    <a:pt x="13432" y="11292"/>
                    <a:pt x="13277" y="11292"/>
                  </a:cubicBezTo>
                  <a:lnTo>
                    <a:pt x="9213" y="11292"/>
                  </a:lnTo>
                  <a:cubicBezTo>
                    <a:pt x="8934" y="11292"/>
                    <a:pt x="8934" y="11726"/>
                    <a:pt x="9213" y="11726"/>
                  </a:cubicBezTo>
                  <a:lnTo>
                    <a:pt x="13277" y="11726"/>
                  </a:lnTo>
                  <a:cubicBezTo>
                    <a:pt x="13649" y="11726"/>
                    <a:pt x="13990" y="11385"/>
                    <a:pt x="13990" y="10981"/>
                  </a:cubicBezTo>
                  <a:lnTo>
                    <a:pt x="13990" y="652"/>
                  </a:lnTo>
                  <a:cubicBezTo>
                    <a:pt x="13990" y="280"/>
                    <a:pt x="13680" y="1"/>
                    <a:pt x="13308" y="1"/>
                  </a:cubicBezTo>
                  <a:lnTo>
                    <a:pt x="4343" y="1"/>
                  </a:lnTo>
                  <a:cubicBezTo>
                    <a:pt x="4064" y="1"/>
                    <a:pt x="4064" y="404"/>
                    <a:pt x="4343" y="404"/>
                  </a:cubicBezTo>
                  <a:lnTo>
                    <a:pt x="13339" y="404"/>
                  </a:lnTo>
                  <a:cubicBezTo>
                    <a:pt x="13463" y="404"/>
                    <a:pt x="13587" y="528"/>
                    <a:pt x="13587" y="652"/>
                  </a:cubicBezTo>
                  <a:lnTo>
                    <a:pt x="13587" y="1676"/>
                  </a:lnTo>
                  <a:lnTo>
                    <a:pt x="435" y="1676"/>
                  </a:lnTo>
                  <a:lnTo>
                    <a:pt x="435" y="652"/>
                  </a:lnTo>
                  <a:cubicBezTo>
                    <a:pt x="435" y="528"/>
                    <a:pt x="559" y="404"/>
                    <a:pt x="683" y="404"/>
                  </a:cubicBezTo>
                  <a:lnTo>
                    <a:pt x="3537" y="404"/>
                  </a:lnTo>
                  <a:cubicBezTo>
                    <a:pt x="3816" y="404"/>
                    <a:pt x="3816"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7" name="Google Shape;13267;p87"/>
            <p:cNvSpPr/>
            <p:nvPr/>
          </p:nvSpPr>
          <p:spPr>
            <a:xfrm>
              <a:off x="1700325" y="3766375"/>
              <a:ext cx="111675" cy="93900"/>
            </a:xfrm>
            <a:custGeom>
              <a:rect b="b" l="l" r="r" t="t"/>
              <a:pathLst>
                <a:path extrusionOk="0" h="3756" w="4467">
                  <a:moveTo>
                    <a:pt x="2457" y="1285"/>
                  </a:moveTo>
                  <a:cubicBezTo>
                    <a:pt x="2555" y="1285"/>
                    <a:pt x="2653" y="1320"/>
                    <a:pt x="2730" y="1397"/>
                  </a:cubicBezTo>
                  <a:cubicBezTo>
                    <a:pt x="3009" y="1676"/>
                    <a:pt x="2823" y="2142"/>
                    <a:pt x="2451" y="2142"/>
                  </a:cubicBezTo>
                  <a:cubicBezTo>
                    <a:pt x="2203" y="2142"/>
                    <a:pt x="2016" y="1956"/>
                    <a:pt x="2016" y="1738"/>
                  </a:cubicBezTo>
                  <a:cubicBezTo>
                    <a:pt x="2016" y="1460"/>
                    <a:pt x="2238" y="1285"/>
                    <a:pt x="2457" y="1285"/>
                  </a:cubicBezTo>
                  <a:close/>
                  <a:moveTo>
                    <a:pt x="2513" y="405"/>
                  </a:moveTo>
                  <a:cubicBezTo>
                    <a:pt x="3319" y="405"/>
                    <a:pt x="3971" y="1056"/>
                    <a:pt x="3971" y="1894"/>
                  </a:cubicBezTo>
                  <a:cubicBezTo>
                    <a:pt x="3971" y="2142"/>
                    <a:pt x="3909" y="2421"/>
                    <a:pt x="3753" y="2669"/>
                  </a:cubicBezTo>
                  <a:cubicBezTo>
                    <a:pt x="3567" y="2483"/>
                    <a:pt x="3350" y="2359"/>
                    <a:pt x="3102" y="2266"/>
                  </a:cubicBezTo>
                  <a:cubicBezTo>
                    <a:pt x="3226" y="2111"/>
                    <a:pt x="3288" y="1925"/>
                    <a:pt x="3288" y="1738"/>
                  </a:cubicBezTo>
                  <a:cubicBezTo>
                    <a:pt x="3288" y="1180"/>
                    <a:pt x="2869" y="901"/>
                    <a:pt x="2451" y="901"/>
                  </a:cubicBezTo>
                  <a:cubicBezTo>
                    <a:pt x="2032" y="901"/>
                    <a:pt x="1613" y="1180"/>
                    <a:pt x="1613" y="1738"/>
                  </a:cubicBezTo>
                  <a:cubicBezTo>
                    <a:pt x="1613" y="1925"/>
                    <a:pt x="1675" y="2111"/>
                    <a:pt x="1799" y="2266"/>
                  </a:cubicBezTo>
                  <a:cubicBezTo>
                    <a:pt x="1551" y="2359"/>
                    <a:pt x="1334" y="2483"/>
                    <a:pt x="1148" y="2669"/>
                  </a:cubicBezTo>
                  <a:cubicBezTo>
                    <a:pt x="993" y="2421"/>
                    <a:pt x="931" y="2142"/>
                    <a:pt x="931" y="1894"/>
                  </a:cubicBezTo>
                  <a:cubicBezTo>
                    <a:pt x="931" y="1056"/>
                    <a:pt x="1582" y="405"/>
                    <a:pt x="2389" y="405"/>
                  </a:cubicBezTo>
                  <a:close/>
                  <a:moveTo>
                    <a:pt x="2513" y="2576"/>
                  </a:moveTo>
                  <a:cubicBezTo>
                    <a:pt x="2885" y="2576"/>
                    <a:pt x="3226" y="2700"/>
                    <a:pt x="3505" y="2948"/>
                  </a:cubicBezTo>
                  <a:cubicBezTo>
                    <a:pt x="3226" y="3196"/>
                    <a:pt x="2885" y="3351"/>
                    <a:pt x="2513" y="3351"/>
                  </a:cubicBezTo>
                  <a:lnTo>
                    <a:pt x="2389" y="3351"/>
                  </a:lnTo>
                  <a:cubicBezTo>
                    <a:pt x="2016" y="3351"/>
                    <a:pt x="1675" y="3196"/>
                    <a:pt x="1396" y="2948"/>
                  </a:cubicBezTo>
                  <a:cubicBezTo>
                    <a:pt x="1675" y="2700"/>
                    <a:pt x="2016" y="2576"/>
                    <a:pt x="2389" y="2576"/>
                  </a:cubicBezTo>
                  <a:close/>
                  <a:moveTo>
                    <a:pt x="2569" y="1"/>
                  </a:moveTo>
                  <a:cubicBezTo>
                    <a:pt x="2551" y="1"/>
                    <a:pt x="2532" y="1"/>
                    <a:pt x="2513" y="1"/>
                  </a:cubicBezTo>
                  <a:lnTo>
                    <a:pt x="2389" y="1"/>
                  </a:lnTo>
                  <a:cubicBezTo>
                    <a:pt x="0" y="125"/>
                    <a:pt x="0" y="3631"/>
                    <a:pt x="2389" y="3755"/>
                  </a:cubicBezTo>
                  <a:lnTo>
                    <a:pt x="2513" y="3755"/>
                  </a:lnTo>
                  <a:cubicBezTo>
                    <a:pt x="2532" y="3755"/>
                    <a:pt x="2551" y="3756"/>
                    <a:pt x="2569" y="3756"/>
                  </a:cubicBezTo>
                  <a:cubicBezTo>
                    <a:pt x="3599" y="3756"/>
                    <a:pt x="4467" y="2929"/>
                    <a:pt x="4467" y="1894"/>
                  </a:cubicBezTo>
                  <a:cubicBezTo>
                    <a:pt x="4467" y="827"/>
                    <a:pt x="3599" y="1"/>
                    <a:pt x="25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8" name="Google Shape;13268;p87"/>
            <p:cNvSpPr/>
            <p:nvPr/>
          </p:nvSpPr>
          <p:spPr>
            <a:xfrm>
              <a:off x="1713500" y="3878850"/>
              <a:ext cx="96175" cy="10100"/>
            </a:xfrm>
            <a:custGeom>
              <a:rect b="b" l="l" r="r" t="t"/>
              <a:pathLst>
                <a:path extrusionOk="0" h="404" w="3847">
                  <a:moveTo>
                    <a:pt x="218" y="0"/>
                  </a:moveTo>
                  <a:cubicBezTo>
                    <a:pt x="94" y="0"/>
                    <a:pt x="0" y="93"/>
                    <a:pt x="0" y="217"/>
                  </a:cubicBezTo>
                  <a:cubicBezTo>
                    <a:pt x="0" y="341"/>
                    <a:pt x="94" y="403"/>
                    <a:pt x="218" y="403"/>
                  </a:cubicBezTo>
                  <a:lnTo>
                    <a:pt x="3630" y="403"/>
                  </a:lnTo>
                  <a:cubicBezTo>
                    <a:pt x="3754" y="403"/>
                    <a:pt x="3847" y="341"/>
                    <a:pt x="3847" y="217"/>
                  </a:cubicBezTo>
                  <a:cubicBezTo>
                    <a:pt x="3847" y="93"/>
                    <a:pt x="3754" y="0"/>
                    <a:pt x="3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9" name="Google Shape;13269;p87"/>
            <p:cNvSpPr/>
            <p:nvPr/>
          </p:nvSpPr>
          <p:spPr>
            <a:xfrm>
              <a:off x="1711950" y="3904425"/>
              <a:ext cx="99275" cy="10900"/>
            </a:xfrm>
            <a:custGeom>
              <a:rect b="b" l="l" r="r" t="t"/>
              <a:pathLst>
                <a:path extrusionOk="0" h="436" w="3971">
                  <a:moveTo>
                    <a:pt x="280" y="1"/>
                  </a:moveTo>
                  <a:cubicBezTo>
                    <a:pt x="0" y="1"/>
                    <a:pt x="0" y="435"/>
                    <a:pt x="280" y="435"/>
                  </a:cubicBezTo>
                  <a:lnTo>
                    <a:pt x="3692" y="435"/>
                  </a:lnTo>
                  <a:cubicBezTo>
                    <a:pt x="3971" y="435"/>
                    <a:pt x="3971" y="1"/>
                    <a:pt x="3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87"/>
            <p:cNvSpPr/>
            <p:nvPr/>
          </p:nvSpPr>
          <p:spPr>
            <a:xfrm>
              <a:off x="1712900" y="3930675"/>
              <a:ext cx="96625" cy="10275"/>
            </a:xfrm>
            <a:custGeom>
              <a:rect b="b" l="l" r="r" t="t"/>
              <a:pathLst>
                <a:path extrusionOk="0" h="411" w="3865">
                  <a:moveTo>
                    <a:pt x="200" y="0"/>
                  </a:moveTo>
                  <a:cubicBezTo>
                    <a:pt x="1" y="0"/>
                    <a:pt x="7" y="410"/>
                    <a:pt x="220" y="410"/>
                  </a:cubicBezTo>
                  <a:cubicBezTo>
                    <a:pt x="227" y="410"/>
                    <a:pt x="234" y="410"/>
                    <a:pt x="242" y="409"/>
                  </a:cubicBezTo>
                  <a:lnTo>
                    <a:pt x="3654" y="409"/>
                  </a:lnTo>
                  <a:cubicBezTo>
                    <a:pt x="3660" y="410"/>
                    <a:pt x="3667" y="410"/>
                    <a:pt x="3673" y="410"/>
                  </a:cubicBezTo>
                  <a:cubicBezTo>
                    <a:pt x="3859" y="410"/>
                    <a:pt x="3864" y="0"/>
                    <a:pt x="3690" y="0"/>
                  </a:cubicBezTo>
                  <a:cubicBezTo>
                    <a:pt x="3679" y="0"/>
                    <a:pt x="3667" y="2"/>
                    <a:pt x="3654" y="5"/>
                  </a:cubicBezTo>
                  <a:lnTo>
                    <a:pt x="242" y="5"/>
                  </a:lnTo>
                  <a:cubicBezTo>
                    <a:pt x="227" y="2"/>
                    <a:pt x="213"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1" name="Google Shape;13271;p87"/>
            <p:cNvSpPr/>
            <p:nvPr/>
          </p:nvSpPr>
          <p:spPr>
            <a:xfrm>
              <a:off x="1832150" y="3778025"/>
              <a:ext cx="175275" cy="36475"/>
            </a:xfrm>
            <a:custGeom>
              <a:rect b="b" l="l" r="r" t="t"/>
              <a:pathLst>
                <a:path extrusionOk="0" h="1459" w="7011">
                  <a:moveTo>
                    <a:pt x="6514" y="404"/>
                  </a:moveTo>
                  <a:cubicBezTo>
                    <a:pt x="6546" y="404"/>
                    <a:pt x="6577" y="435"/>
                    <a:pt x="6577" y="497"/>
                  </a:cubicBezTo>
                  <a:lnTo>
                    <a:pt x="6577" y="962"/>
                  </a:lnTo>
                  <a:cubicBezTo>
                    <a:pt x="6577" y="993"/>
                    <a:pt x="6546" y="1024"/>
                    <a:pt x="6514" y="1024"/>
                  </a:cubicBezTo>
                  <a:lnTo>
                    <a:pt x="497" y="1024"/>
                  </a:lnTo>
                  <a:cubicBezTo>
                    <a:pt x="466" y="1024"/>
                    <a:pt x="435" y="993"/>
                    <a:pt x="435" y="962"/>
                  </a:cubicBezTo>
                  <a:lnTo>
                    <a:pt x="435" y="497"/>
                  </a:lnTo>
                  <a:cubicBezTo>
                    <a:pt x="404" y="435"/>
                    <a:pt x="466" y="404"/>
                    <a:pt x="497" y="404"/>
                  </a:cubicBezTo>
                  <a:close/>
                  <a:moveTo>
                    <a:pt x="497" y="1"/>
                  </a:moveTo>
                  <a:cubicBezTo>
                    <a:pt x="218" y="1"/>
                    <a:pt x="0" y="218"/>
                    <a:pt x="0" y="497"/>
                  </a:cubicBezTo>
                  <a:lnTo>
                    <a:pt x="0" y="962"/>
                  </a:lnTo>
                  <a:cubicBezTo>
                    <a:pt x="0" y="1241"/>
                    <a:pt x="218" y="1459"/>
                    <a:pt x="497" y="1459"/>
                  </a:cubicBezTo>
                  <a:lnTo>
                    <a:pt x="6514" y="1459"/>
                  </a:lnTo>
                  <a:cubicBezTo>
                    <a:pt x="6794" y="1459"/>
                    <a:pt x="7011" y="1241"/>
                    <a:pt x="7011" y="962"/>
                  </a:cubicBezTo>
                  <a:lnTo>
                    <a:pt x="7011" y="497"/>
                  </a:lnTo>
                  <a:cubicBezTo>
                    <a:pt x="7011" y="218"/>
                    <a:pt x="6794" y="1"/>
                    <a:pt x="65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2" name="Google Shape;13272;p87"/>
            <p:cNvSpPr/>
            <p:nvPr/>
          </p:nvSpPr>
          <p:spPr>
            <a:xfrm>
              <a:off x="1831550" y="3833725"/>
              <a:ext cx="176475" cy="10275"/>
            </a:xfrm>
            <a:custGeom>
              <a:rect b="b" l="l" r="r" t="t"/>
              <a:pathLst>
                <a:path extrusionOk="0" h="411" w="7059">
                  <a:moveTo>
                    <a:pt x="200" y="1"/>
                  </a:moveTo>
                  <a:cubicBezTo>
                    <a:pt x="1" y="1"/>
                    <a:pt x="7" y="411"/>
                    <a:pt x="220" y="411"/>
                  </a:cubicBezTo>
                  <a:cubicBezTo>
                    <a:pt x="227" y="411"/>
                    <a:pt x="234" y="410"/>
                    <a:pt x="242" y="409"/>
                  </a:cubicBezTo>
                  <a:lnTo>
                    <a:pt x="6818" y="409"/>
                  </a:lnTo>
                  <a:cubicBezTo>
                    <a:pt x="6825" y="410"/>
                    <a:pt x="6833" y="411"/>
                    <a:pt x="6840" y="411"/>
                  </a:cubicBezTo>
                  <a:cubicBezTo>
                    <a:pt x="7052" y="411"/>
                    <a:pt x="7058" y="1"/>
                    <a:pt x="6859" y="1"/>
                  </a:cubicBezTo>
                  <a:cubicBezTo>
                    <a:pt x="6846" y="1"/>
                    <a:pt x="6832" y="2"/>
                    <a:pt x="6818" y="6"/>
                  </a:cubicBezTo>
                  <a:lnTo>
                    <a:pt x="242" y="6"/>
                  </a:lnTo>
                  <a:cubicBezTo>
                    <a:pt x="227"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87"/>
            <p:cNvSpPr/>
            <p:nvPr/>
          </p:nvSpPr>
          <p:spPr>
            <a:xfrm>
              <a:off x="1831575" y="3857100"/>
              <a:ext cx="176450" cy="10175"/>
            </a:xfrm>
            <a:custGeom>
              <a:rect b="b" l="l" r="r" t="t"/>
              <a:pathLst>
                <a:path extrusionOk="0" h="407" w="7058">
                  <a:moveTo>
                    <a:pt x="217" y="0"/>
                  </a:moveTo>
                  <a:cubicBezTo>
                    <a:pt x="0" y="0"/>
                    <a:pt x="0" y="406"/>
                    <a:pt x="217" y="406"/>
                  </a:cubicBezTo>
                  <a:cubicBezTo>
                    <a:pt x="225" y="406"/>
                    <a:pt x="233" y="406"/>
                    <a:pt x="241" y="405"/>
                  </a:cubicBezTo>
                  <a:lnTo>
                    <a:pt x="6817" y="405"/>
                  </a:lnTo>
                  <a:cubicBezTo>
                    <a:pt x="6825" y="406"/>
                    <a:pt x="6832" y="406"/>
                    <a:pt x="6840" y="406"/>
                  </a:cubicBezTo>
                  <a:cubicBezTo>
                    <a:pt x="7057" y="406"/>
                    <a:pt x="7057" y="0"/>
                    <a:pt x="6840" y="0"/>
                  </a:cubicBezTo>
                  <a:cubicBezTo>
                    <a:pt x="6832" y="0"/>
                    <a:pt x="6825" y="1"/>
                    <a:pt x="6817" y="2"/>
                  </a:cubicBezTo>
                  <a:lnTo>
                    <a:pt x="241" y="2"/>
                  </a:lnTo>
                  <a:cubicBezTo>
                    <a:pt x="233" y="1"/>
                    <a:pt x="225"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87"/>
            <p:cNvSpPr/>
            <p:nvPr/>
          </p:nvSpPr>
          <p:spPr>
            <a:xfrm>
              <a:off x="1830600" y="3881175"/>
              <a:ext cx="178375" cy="10875"/>
            </a:xfrm>
            <a:custGeom>
              <a:rect b="b" l="l" r="r" t="t"/>
              <a:pathLst>
                <a:path extrusionOk="0" h="435" w="7135">
                  <a:moveTo>
                    <a:pt x="280" y="0"/>
                  </a:moveTo>
                  <a:cubicBezTo>
                    <a:pt x="0" y="0"/>
                    <a:pt x="0" y="434"/>
                    <a:pt x="280" y="434"/>
                  </a:cubicBezTo>
                  <a:lnTo>
                    <a:pt x="6856" y="434"/>
                  </a:lnTo>
                  <a:cubicBezTo>
                    <a:pt x="7135" y="434"/>
                    <a:pt x="7135" y="0"/>
                    <a:pt x="6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75" name="Google Shape;13275;p87"/>
          <p:cNvGrpSpPr/>
          <p:nvPr/>
        </p:nvGrpSpPr>
        <p:grpSpPr>
          <a:xfrm>
            <a:off x="2441173" y="3468104"/>
            <a:ext cx="348975" cy="286225"/>
            <a:chOff x="931825" y="3698925"/>
            <a:chExt cx="348975" cy="286225"/>
          </a:xfrm>
        </p:grpSpPr>
        <p:sp>
          <p:nvSpPr>
            <p:cNvPr id="13276" name="Google Shape;13276;p87"/>
            <p:cNvSpPr/>
            <p:nvPr/>
          </p:nvSpPr>
          <p:spPr>
            <a:xfrm>
              <a:off x="931825" y="3698925"/>
              <a:ext cx="348975" cy="286225"/>
            </a:xfrm>
            <a:custGeom>
              <a:rect b="b" l="l" r="r" t="t"/>
              <a:pathLst>
                <a:path extrusionOk="0" h="11449" w="13959">
                  <a:moveTo>
                    <a:pt x="13262" y="431"/>
                  </a:moveTo>
                  <a:cubicBezTo>
                    <a:pt x="13426" y="431"/>
                    <a:pt x="13555" y="575"/>
                    <a:pt x="13555" y="745"/>
                  </a:cubicBezTo>
                  <a:lnTo>
                    <a:pt x="13555" y="7476"/>
                  </a:lnTo>
                  <a:lnTo>
                    <a:pt x="10981" y="7476"/>
                  </a:lnTo>
                  <a:lnTo>
                    <a:pt x="10981" y="6360"/>
                  </a:lnTo>
                  <a:lnTo>
                    <a:pt x="11353" y="6360"/>
                  </a:lnTo>
                  <a:cubicBezTo>
                    <a:pt x="11508" y="6360"/>
                    <a:pt x="11632" y="6236"/>
                    <a:pt x="11632" y="6080"/>
                  </a:cubicBezTo>
                  <a:lnTo>
                    <a:pt x="11632" y="4623"/>
                  </a:lnTo>
                  <a:lnTo>
                    <a:pt x="11818" y="4623"/>
                  </a:lnTo>
                  <a:cubicBezTo>
                    <a:pt x="12098" y="4623"/>
                    <a:pt x="12253" y="4312"/>
                    <a:pt x="12098" y="4095"/>
                  </a:cubicBezTo>
                  <a:lnTo>
                    <a:pt x="11012" y="2637"/>
                  </a:lnTo>
                  <a:lnTo>
                    <a:pt x="10981" y="2606"/>
                  </a:lnTo>
                  <a:lnTo>
                    <a:pt x="10981" y="2513"/>
                  </a:lnTo>
                  <a:cubicBezTo>
                    <a:pt x="10981" y="2110"/>
                    <a:pt x="10640" y="1738"/>
                    <a:pt x="10205" y="1738"/>
                  </a:cubicBezTo>
                  <a:lnTo>
                    <a:pt x="6049" y="1738"/>
                  </a:lnTo>
                  <a:cubicBezTo>
                    <a:pt x="5770" y="1738"/>
                    <a:pt x="5770" y="2172"/>
                    <a:pt x="6049" y="2172"/>
                  </a:cubicBezTo>
                  <a:lnTo>
                    <a:pt x="10205" y="2172"/>
                  </a:lnTo>
                  <a:cubicBezTo>
                    <a:pt x="10422" y="2172"/>
                    <a:pt x="10578" y="2327"/>
                    <a:pt x="10578" y="2544"/>
                  </a:cubicBezTo>
                  <a:cubicBezTo>
                    <a:pt x="10547" y="2575"/>
                    <a:pt x="10516" y="2606"/>
                    <a:pt x="10516" y="2637"/>
                  </a:cubicBezTo>
                  <a:lnTo>
                    <a:pt x="10174" y="3072"/>
                  </a:lnTo>
                  <a:cubicBezTo>
                    <a:pt x="10112" y="3134"/>
                    <a:pt x="10143" y="3289"/>
                    <a:pt x="10236" y="3351"/>
                  </a:cubicBezTo>
                  <a:cubicBezTo>
                    <a:pt x="10269" y="3373"/>
                    <a:pt x="10306" y="3383"/>
                    <a:pt x="10343" y="3383"/>
                  </a:cubicBezTo>
                  <a:cubicBezTo>
                    <a:pt x="10410" y="3383"/>
                    <a:pt x="10475" y="3349"/>
                    <a:pt x="10516" y="3289"/>
                  </a:cubicBezTo>
                  <a:lnTo>
                    <a:pt x="10764" y="2948"/>
                  </a:lnTo>
                  <a:lnTo>
                    <a:pt x="11632" y="4188"/>
                  </a:lnTo>
                  <a:lnTo>
                    <a:pt x="11539" y="4188"/>
                  </a:lnTo>
                  <a:cubicBezTo>
                    <a:pt x="11353" y="4188"/>
                    <a:pt x="11229" y="4312"/>
                    <a:pt x="11229" y="4498"/>
                  </a:cubicBezTo>
                  <a:lnTo>
                    <a:pt x="11229" y="5956"/>
                  </a:lnTo>
                  <a:lnTo>
                    <a:pt x="10298" y="5956"/>
                  </a:lnTo>
                  <a:lnTo>
                    <a:pt x="10298" y="4498"/>
                  </a:lnTo>
                  <a:cubicBezTo>
                    <a:pt x="10298" y="4312"/>
                    <a:pt x="10143" y="4188"/>
                    <a:pt x="9957" y="4188"/>
                  </a:cubicBezTo>
                  <a:lnTo>
                    <a:pt x="9864" y="4188"/>
                  </a:lnTo>
                  <a:lnTo>
                    <a:pt x="10112" y="3847"/>
                  </a:lnTo>
                  <a:cubicBezTo>
                    <a:pt x="10231" y="3728"/>
                    <a:pt x="10041" y="3537"/>
                    <a:pt x="9890" y="3537"/>
                  </a:cubicBezTo>
                  <a:cubicBezTo>
                    <a:pt x="9843" y="3537"/>
                    <a:pt x="9800" y="3555"/>
                    <a:pt x="9771" y="3599"/>
                  </a:cubicBezTo>
                  <a:lnTo>
                    <a:pt x="9430" y="4095"/>
                  </a:lnTo>
                  <a:cubicBezTo>
                    <a:pt x="9244" y="4312"/>
                    <a:pt x="9430" y="4623"/>
                    <a:pt x="9709" y="4623"/>
                  </a:cubicBezTo>
                  <a:lnTo>
                    <a:pt x="9895" y="4623"/>
                  </a:lnTo>
                  <a:lnTo>
                    <a:pt x="9895" y="6080"/>
                  </a:lnTo>
                  <a:cubicBezTo>
                    <a:pt x="9895" y="6236"/>
                    <a:pt x="10019" y="6391"/>
                    <a:pt x="10174" y="6391"/>
                  </a:cubicBezTo>
                  <a:lnTo>
                    <a:pt x="10578" y="6391"/>
                  </a:lnTo>
                  <a:lnTo>
                    <a:pt x="10578" y="7507"/>
                  </a:lnTo>
                  <a:lnTo>
                    <a:pt x="3381" y="7507"/>
                  </a:lnTo>
                  <a:lnTo>
                    <a:pt x="3381" y="2513"/>
                  </a:lnTo>
                  <a:cubicBezTo>
                    <a:pt x="3381" y="2296"/>
                    <a:pt x="3536" y="2141"/>
                    <a:pt x="3753" y="2110"/>
                  </a:cubicBezTo>
                  <a:lnTo>
                    <a:pt x="5242" y="2110"/>
                  </a:lnTo>
                  <a:cubicBezTo>
                    <a:pt x="5521" y="2110"/>
                    <a:pt x="5521" y="1707"/>
                    <a:pt x="5242" y="1707"/>
                  </a:cubicBezTo>
                  <a:lnTo>
                    <a:pt x="3753" y="1707"/>
                  </a:lnTo>
                  <a:cubicBezTo>
                    <a:pt x="3319" y="1707"/>
                    <a:pt x="2978" y="2048"/>
                    <a:pt x="2978" y="2482"/>
                  </a:cubicBezTo>
                  <a:lnTo>
                    <a:pt x="2978" y="7476"/>
                  </a:lnTo>
                  <a:lnTo>
                    <a:pt x="403" y="7476"/>
                  </a:lnTo>
                  <a:lnTo>
                    <a:pt x="403" y="745"/>
                  </a:lnTo>
                  <a:cubicBezTo>
                    <a:pt x="403" y="575"/>
                    <a:pt x="533" y="431"/>
                    <a:pt x="697" y="431"/>
                  </a:cubicBezTo>
                  <a:cubicBezTo>
                    <a:pt x="713" y="431"/>
                    <a:pt x="728" y="432"/>
                    <a:pt x="744" y="435"/>
                  </a:cubicBezTo>
                  <a:lnTo>
                    <a:pt x="13214" y="435"/>
                  </a:lnTo>
                  <a:cubicBezTo>
                    <a:pt x="13230" y="432"/>
                    <a:pt x="13246" y="431"/>
                    <a:pt x="13262" y="431"/>
                  </a:cubicBezTo>
                  <a:close/>
                  <a:moveTo>
                    <a:pt x="8282" y="9462"/>
                  </a:moveTo>
                  <a:lnTo>
                    <a:pt x="8499" y="11043"/>
                  </a:lnTo>
                  <a:lnTo>
                    <a:pt x="5490" y="11043"/>
                  </a:lnTo>
                  <a:lnTo>
                    <a:pt x="5708" y="9462"/>
                  </a:lnTo>
                  <a:close/>
                  <a:moveTo>
                    <a:pt x="744" y="1"/>
                  </a:moveTo>
                  <a:cubicBezTo>
                    <a:pt x="341" y="1"/>
                    <a:pt x="0" y="342"/>
                    <a:pt x="0" y="745"/>
                  </a:cubicBezTo>
                  <a:lnTo>
                    <a:pt x="0" y="8717"/>
                  </a:lnTo>
                  <a:cubicBezTo>
                    <a:pt x="0" y="9120"/>
                    <a:pt x="341" y="9462"/>
                    <a:pt x="744" y="9462"/>
                  </a:cubicBezTo>
                  <a:lnTo>
                    <a:pt x="5273" y="9462"/>
                  </a:lnTo>
                  <a:lnTo>
                    <a:pt x="5056" y="11043"/>
                  </a:lnTo>
                  <a:lnTo>
                    <a:pt x="4405" y="11043"/>
                  </a:lnTo>
                  <a:cubicBezTo>
                    <a:pt x="4397" y="11042"/>
                    <a:pt x="4389" y="11042"/>
                    <a:pt x="4381" y="11042"/>
                  </a:cubicBezTo>
                  <a:cubicBezTo>
                    <a:pt x="4164" y="11042"/>
                    <a:pt x="4164" y="11448"/>
                    <a:pt x="4381" y="11448"/>
                  </a:cubicBezTo>
                  <a:cubicBezTo>
                    <a:pt x="4389" y="11448"/>
                    <a:pt x="4397" y="11448"/>
                    <a:pt x="4405" y="11447"/>
                  </a:cubicBezTo>
                  <a:lnTo>
                    <a:pt x="9554" y="11447"/>
                  </a:lnTo>
                  <a:cubicBezTo>
                    <a:pt x="9562" y="11448"/>
                    <a:pt x="9570" y="11448"/>
                    <a:pt x="9577" y="11448"/>
                  </a:cubicBezTo>
                  <a:cubicBezTo>
                    <a:pt x="9794" y="11448"/>
                    <a:pt x="9794" y="11042"/>
                    <a:pt x="9577" y="11042"/>
                  </a:cubicBezTo>
                  <a:cubicBezTo>
                    <a:pt x="9570" y="11042"/>
                    <a:pt x="9562" y="11042"/>
                    <a:pt x="9554" y="11043"/>
                  </a:cubicBezTo>
                  <a:lnTo>
                    <a:pt x="8934" y="11043"/>
                  </a:lnTo>
                  <a:lnTo>
                    <a:pt x="8685" y="9462"/>
                  </a:lnTo>
                  <a:lnTo>
                    <a:pt x="10267" y="9462"/>
                  </a:lnTo>
                  <a:cubicBezTo>
                    <a:pt x="10275" y="9462"/>
                    <a:pt x="10282" y="9463"/>
                    <a:pt x="10289" y="9463"/>
                  </a:cubicBezTo>
                  <a:cubicBezTo>
                    <a:pt x="10508" y="9463"/>
                    <a:pt x="10508" y="9026"/>
                    <a:pt x="10289" y="9026"/>
                  </a:cubicBezTo>
                  <a:cubicBezTo>
                    <a:pt x="10282" y="9026"/>
                    <a:pt x="10275" y="9026"/>
                    <a:pt x="10267" y="9027"/>
                  </a:cubicBezTo>
                  <a:lnTo>
                    <a:pt x="744" y="9027"/>
                  </a:lnTo>
                  <a:cubicBezTo>
                    <a:pt x="728" y="9030"/>
                    <a:pt x="713" y="9031"/>
                    <a:pt x="697" y="9031"/>
                  </a:cubicBezTo>
                  <a:cubicBezTo>
                    <a:pt x="533" y="9031"/>
                    <a:pt x="403" y="8887"/>
                    <a:pt x="403" y="8717"/>
                  </a:cubicBezTo>
                  <a:lnTo>
                    <a:pt x="403" y="7911"/>
                  </a:lnTo>
                  <a:lnTo>
                    <a:pt x="13586" y="7911"/>
                  </a:lnTo>
                  <a:lnTo>
                    <a:pt x="13586" y="8717"/>
                  </a:lnTo>
                  <a:cubicBezTo>
                    <a:pt x="13558" y="8887"/>
                    <a:pt x="13452" y="9031"/>
                    <a:pt x="13268" y="9031"/>
                  </a:cubicBezTo>
                  <a:cubicBezTo>
                    <a:pt x="13251" y="9031"/>
                    <a:pt x="13233" y="9030"/>
                    <a:pt x="13214" y="9027"/>
                  </a:cubicBezTo>
                  <a:lnTo>
                    <a:pt x="11105" y="9027"/>
                  </a:lnTo>
                  <a:cubicBezTo>
                    <a:pt x="10857" y="9089"/>
                    <a:pt x="10857" y="9431"/>
                    <a:pt x="11105" y="9462"/>
                  </a:cubicBezTo>
                  <a:lnTo>
                    <a:pt x="13214" y="9462"/>
                  </a:lnTo>
                  <a:cubicBezTo>
                    <a:pt x="13617" y="9462"/>
                    <a:pt x="13959" y="9120"/>
                    <a:pt x="13959" y="8717"/>
                  </a:cubicBezTo>
                  <a:lnTo>
                    <a:pt x="13959" y="745"/>
                  </a:lnTo>
                  <a:cubicBezTo>
                    <a:pt x="13959" y="342"/>
                    <a:pt x="13617" y="1"/>
                    <a:pt x="132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7" name="Google Shape;13277;p87"/>
            <p:cNvSpPr/>
            <p:nvPr/>
          </p:nvSpPr>
          <p:spPr>
            <a:xfrm>
              <a:off x="1058225" y="3771050"/>
              <a:ext cx="113225" cy="96825"/>
            </a:xfrm>
            <a:custGeom>
              <a:rect b="b" l="l" r="r" t="t"/>
              <a:pathLst>
                <a:path extrusionOk="0" h="3873" w="4529">
                  <a:moveTo>
                    <a:pt x="1737" y="435"/>
                  </a:moveTo>
                  <a:lnTo>
                    <a:pt x="1737" y="838"/>
                  </a:lnTo>
                  <a:cubicBezTo>
                    <a:pt x="1272" y="900"/>
                    <a:pt x="900" y="1272"/>
                    <a:pt x="838" y="1738"/>
                  </a:cubicBezTo>
                  <a:lnTo>
                    <a:pt x="434" y="1738"/>
                  </a:lnTo>
                  <a:cubicBezTo>
                    <a:pt x="496" y="1055"/>
                    <a:pt x="1055" y="497"/>
                    <a:pt x="1737" y="435"/>
                  </a:cubicBezTo>
                  <a:close/>
                  <a:moveTo>
                    <a:pt x="1923" y="1241"/>
                  </a:moveTo>
                  <a:cubicBezTo>
                    <a:pt x="2544" y="1241"/>
                    <a:pt x="2854" y="1986"/>
                    <a:pt x="2420" y="2420"/>
                  </a:cubicBezTo>
                  <a:cubicBezTo>
                    <a:pt x="2280" y="2560"/>
                    <a:pt x="2108" y="2622"/>
                    <a:pt x="1939" y="2622"/>
                  </a:cubicBezTo>
                  <a:cubicBezTo>
                    <a:pt x="1583" y="2622"/>
                    <a:pt x="1241" y="2344"/>
                    <a:pt x="1241" y="1924"/>
                  </a:cubicBezTo>
                  <a:cubicBezTo>
                    <a:pt x="1241" y="1551"/>
                    <a:pt x="1551" y="1241"/>
                    <a:pt x="1923" y="1241"/>
                  </a:cubicBezTo>
                  <a:close/>
                  <a:moveTo>
                    <a:pt x="2140" y="435"/>
                  </a:moveTo>
                  <a:cubicBezTo>
                    <a:pt x="2885" y="559"/>
                    <a:pt x="3443" y="1179"/>
                    <a:pt x="3443" y="1924"/>
                  </a:cubicBezTo>
                  <a:cubicBezTo>
                    <a:pt x="3443" y="2924"/>
                    <a:pt x="2672" y="3456"/>
                    <a:pt x="1903" y="3456"/>
                  </a:cubicBezTo>
                  <a:cubicBezTo>
                    <a:pt x="1218" y="3456"/>
                    <a:pt x="535" y="3033"/>
                    <a:pt x="403" y="2141"/>
                  </a:cubicBezTo>
                  <a:lnTo>
                    <a:pt x="838" y="2141"/>
                  </a:lnTo>
                  <a:cubicBezTo>
                    <a:pt x="959" y="2705"/>
                    <a:pt x="1446" y="3047"/>
                    <a:pt x="1943" y="3047"/>
                  </a:cubicBezTo>
                  <a:cubicBezTo>
                    <a:pt x="2211" y="3047"/>
                    <a:pt x="2482" y="2947"/>
                    <a:pt x="2699" y="2730"/>
                  </a:cubicBezTo>
                  <a:cubicBezTo>
                    <a:pt x="3319" y="2110"/>
                    <a:pt x="3009" y="1024"/>
                    <a:pt x="2140" y="838"/>
                  </a:cubicBezTo>
                  <a:lnTo>
                    <a:pt x="2140" y="435"/>
                  </a:lnTo>
                  <a:close/>
                  <a:moveTo>
                    <a:pt x="1923" y="0"/>
                  </a:moveTo>
                  <a:cubicBezTo>
                    <a:pt x="838" y="0"/>
                    <a:pt x="0" y="869"/>
                    <a:pt x="0" y="1924"/>
                  </a:cubicBezTo>
                  <a:cubicBezTo>
                    <a:pt x="0" y="3096"/>
                    <a:pt x="946" y="3872"/>
                    <a:pt x="1934" y="3872"/>
                  </a:cubicBezTo>
                  <a:cubicBezTo>
                    <a:pt x="2409" y="3872"/>
                    <a:pt x="2895" y="3692"/>
                    <a:pt x="3288" y="3288"/>
                  </a:cubicBezTo>
                  <a:cubicBezTo>
                    <a:pt x="4529" y="2079"/>
                    <a:pt x="3660" y="0"/>
                    <a:pt x="19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78" name="Google Shape;13278;p87"/>
          <p:cNvGrpSpPr/>
          <p:nvPr/>
        </p:nvGrpSpPr>
        <p:grpSpPr>
          <a:xfrm>
            <a:off x="1732958" y="3464629"/>
            <a:ext cx="348975" cy="293175"/>
            <a:chOff x="7719625" y="4198325"/>
            <a:chExt cx="348975" cy="293175"/>
          </a:xfrm>
        </p:grpSpPr>
        <p:sp>
          <p:nvSpPr>
            <p:cNvPr id="13279" name="Google Shape;13279;p87"/>
            <p:cNvSpPr/>
            <p:nvPr/>
          </p:nvSpPr>
          <p:spPr>
            <a:xfrm>
              <a:off x="7984600" y="4219275"/>
              <a:ext cx="11900" cy="7550"/>
            </a:xfrm>
            <a:custGeom>
              <a:rect b="b" l="l" r="r" t="t"/>
              <a:pathLst>
                <a:path extrusionOk="0" h="302" w="476">
                  <a:moveTo>
                    <a:pt x="258" y="1"/>
                  </a:moveTo>
                  <a:cubicBezTo>
                    <a:pt x="0" y="1"/>
                    <a:pt x="256" y="302"/>
                    <a:pt x="396" y="302"/>
                  </a:cubicBezTo>
                  <a:cubicBezTo>
                    <a:pt x="442" y="302"/>
                    <a:pt x="475" y="270"/>
                    <a:pt x="475" y="187"/>
                  </a:cubicBezTo>
                  <a:cubicBezTo>
                    <a:pt x="444" y="94"/>
                    <a:pt x="351" y="1"/>
                    <a:pt x="2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87"/>
            <p:cNvSpPr/>
            <p:nvPr/>
          </p:nvSpPr>
          <p:spPr>
            <a:xfrm>
              <a:off x="8006200" y="4219025"/>
              <a:ext cx="11225" cy="10600"/>
            </a:xfrm>
            <a:custGeom>
              <a:rect b="b" l="l" r="r" t="t"/>
              <a:pathLst>
                <a:path extrusionOk="0" h="424" w="449">
                  <a:moveTo>
                    <a:pt x="181" y="1"/>
                  </a:moveTo>
                  <a:cubicBezTo>
                    <a:pt x="0" y="1"/>
                    <a:pt x="0" y="424"/>
                    <a:pt x="181" y="424"/>
                  </a:cubicBezTo>
                  <a:cubicBezTo>
                    <a:pt x="196" y="424"/>
                    <a:pt x="213" y="421"/>
                    <a:pt x="231" y="414"/>
                  </a:cubicBezTo>
                  <a:cubicBezTo>
                    <a:pt x="350" y="414"/>
                    <a:pt x="441" y="328"/>
                    <a:pt x="448" y="212"/>
                  </a:cubicBezTo>
                  <a:lnTo>
                    <a:pt x="448" y="212"/>
                  </a:lnTo>
                  <a:cubicBezTo>
                    <a:pt x="448" y="217"/>
                    <a:pt x="449" y="222"/>
                    <a:pt x="449" y="228"/>
                  </a:cubicBezTo>
                  <a:lnTo>
                    <a:pt x="449" y="197"/>
                  </a:lnTo>
                  <a:cubicBezTo>
                    <a:pt x="449" y="202"/>
                    <a:pt x="448" y="207"/>
                    <a:pt x="448" y="212"/>
                  </a:cubicBezTo>
                  <a:cubicBezTo>
                    <a:pt x="441" y="96"/>
                    <a:pt x="350" y="11"/>
                    <a:pt x="231" y="11"/>
                  </a:cubicBezTo>
                  <a:cubicBezTo>
                    <a:pt x="213" y="4"/>
                    <a:pt x="196"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87"/>
            <p:cNvSpPr/>
            <p:nvPr/>
          </p:nvSpPr>
          <p:spPr>
            <a:xfrm>
              <a:off x="8027900" y="4219025"/>
              <a:ext cx="10475" cy="10600"/>
            </a:xfrm>
            <a:custGeom>
              <a:rect b="b" l="l" r="r" t="t"/>
              <a:pathLst>
                <a:path extrusionOk="0" h="424" w="419">
                  <a:moveTo>
                    <a:pt x="181" y="1"/>
                  </a:moveTo>
                  <a:cubicBezTo>
                    <a:pt x="1" y="1"/>
                    <a:pt x="1" y="424"/>
                    <a:pt x="181" y="424"/>
                  </a:cubicBezTo>
                  <a:cubicBezTo>
                    <a:pt x="197" y="424"/>
                    <a:pt x="214" y="421"/>
                    <a:pt x="232" y="414"/>
                  </a:cubicBezTo>
                  <a:cubicBezTo>
                    <a:pt x="321" y="414"/>
                    <a:pt x="410" y="328"/>
                    <a:pt x="418" y="212"/>
                  </a:cubicBezTo>
                  <a:lnTo>
                    <a:pt x="418" y="212"/>
                  </a:lnTo>
                  <a:cubicBezTo>
                    <a:pt x="418" y="217"/>
                    <a:pt x="418" y="222"/>
                    <a:pt x="418" y="228"/>
                  </a:cubicBezTo>
                  <a:lnTo>
                    <a:pt x="418" y="197"/>
                  </a:lnTo>
                  <a:cubicBezTo>
                    <a:pt x="418" y="202"/>
                    <a:pt x="418" y="207"/>
                    <a:pt x="418" y="212"/>
                  </a:cubicBezTo>
                  <a:cubicBezTo>
                    <a:pt x="410" y="96"/>
                    <a:pt x="321" y="11"/>
                    <a:pt x="232" y="11"/>
                  </a:cubicBezTo>
                  <a:cubicBezTo>
                    <a:pt x="214" y="4"/>
                    <a:pt x="197"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2" name="Google Shape;13282;p87"/>
            <p:cNvSpPr/>
            <p:nvPr/>
          </p:nvSpPr>
          <p:spPr>
            <a:xfrm>
              <a:off x="7719625" y="4198325"/>
              <a:ext cx="348975" cy="293175"/>
            </a:xfrm>
            <a:custGeom>
              <a:rect b="b" l="l" r="r" t="t"/>
              <a:pathLst>
                <a:path extrusionOk="0" h="11727" w="13959">
                  <a:moveTo>
                    <a:pt x="3626" y="2914"/>
                  </a:moveTo>
                  <a:cubicBezTo>
                    <a:pt x="4230" y="2914"/>
                    <a:pt x="4230" y="3819"/>
                    <a:pt x="3626" y="3819"/>
                  </a:cubicBezTo>
                  <a:cubicBezTo>
                    <a:pt x="3607" y="3819"/>
                    <a:pt x="3587" y="3818"/>
                    <a:pt x="3567" y="3816"/>
                  </a:cubicBezTo>
                  <a:lnTo>
                    <a:pt x="403" y="3816"/>
                  </a:lnTo>
                  <a:lnTo>
                    <a:pt x="403" y="2917"/>
                  </a:lnTo>
                  <a:lnTo>
                    <a:pt x="3567" y="2917"/>
                  </a:lnTo>
                  <a:cubicBezTo>
                    <a:pt x="3587" y="2915"/>
                    <a:pt x="3607" y="2914"/>
                    <a:pt x="3626" y="2914"/>
                  </a:cubicBezTo>
                  <a:close/>
                  <a:moveTo>
                    <a:pt x="3660" y="5437"/>
                  </a:moveTo>
                  <a:cubicBezTo>
                    <a:pt x="4513" y="5437"/>
                    <a:pt x="5366" y="6003"/>
                    <a:pt x="5366" y="7135"/>
                  </a:cubicBezTo>
                  <a:cubicBezTo>
                    <a:pt x="5366" y="7353"/>
                    <a:pt x="5335" y="7570"/>
                    <a:pt x="5242" y="7756"/>
                  </a:cubicBezTo>
                  <a:cubicBezTo>
                    <a:pt x="5180" y="7353"/>
                    <a:pt x="5087" y="6949"/>
                    <a:pt x="4932" y="6546"/>
                  </a:cubicBezTo>
                  <a:cubicBezTo>
                    <a:pt x="4870" y="6422"/>
                    <a:pt x="4808" y="6329"/>
                    <a:pt x="4684" y="6267"/>
                  </a:cubicBezTo>
                  <a:cubicBezTo>
                    <a:pt x="4629" y="6245"/>
                    <a:pt x="4574" y="6235"/>
                    <a:pt x="4521" y="6235"/>
                  </a:cubicBezTo>
                  <a:cubicBezTo>
                    <a:pt x="4423" y="6235"/>
                    <a:pt x="4330" y="6269"/>
                    <a:pt x="4250" y="6329"/>
                  </a:cubicBezTo>
                  <a:cubicBezTo>
                    <a:pt x="4126" y="6391"/>
                    <a:pt x="4033" y="6453"/>
                    <a:pt x="3940" y="6546"/>
                  </a:cubicBezTo>
                  <a:cubicBezTo>
                    <a:pt x="3847" y="6608"/>
                    <a:pt x="3753" y="6670"/>
                    <a:pt x="3660" y="6670"/>
                  </a:cubicBezTo>
                  <a:cubicBezTo>
                    <a:pt x="3567" y="6670"/>
                    <a:pt x="3474" y="6608"/>
                    <a:pt x="3381" y="6546"/>
                  </a:cubicBezTo>
                  <a:cubicBezTo>
                    <a:pt x="3280" y="6470"/>
                    <a:pt x="3011" y="6227"/>
                    <a:pt x="2781" y="6227"/>
                  </a:cubicBezTo>
                  <a:cubicBezTo>
                    <a:pt x="2731" y="6227"/>
                    <a:pt x="2682" y="6239"/>
                    <a:pt x="2637" y="6267"/>
                  </a:cubicBezTo>
                  <a:cubicBezTo>
                    <a:pt x="2544" y="6329"/>
                    <a:pt x="2451" y="6422"/>
                    <a:pt x="2389" y="6546"/>
                  </a:cubicBezTo>
                  <a:cubicBezTo>
                    <a:pt x="2234" y="6949"/>
                    <a:pt x="2140" y="7321"/>
                    <a:pt x="2078" y="7756"/>
                  </a:cubicBezTo>
                  <a:cubicBezTo>
                    <a:pt x="1985" y="7539"/>
                    <a:pt x="1954" y="7353"/>
                    <a:pt x="1954" y="7135"/>
                  </a:cubicBezTo>
                  <a:cubicBezTo>
                    <a:pt x="1954" y="6003"/>
                    <a:pt x="2807" y="5437"/>
                    <a:pt x="3660" y="5437"/>
                  </a:cubicBezTo>
                  <a:close/>
                  <a:moveTo>
                    <a:pt x="4498" y="6639"/>
                  </a:moveTo>
                  <a:cubicBezTo>
                    <a:pt x="4529" y="6670"/>
                    <a:pt x="4529" y="6670"/>
                    <a:pt x="4529" y="6701"/>
                  </a:cubicBezTo>
                  <a:cubicBezTo>
                    <a:pt x="4715" y="7135"/>
                    <a:pt x="4839" y="7601"/>
                    <a:pt x="4870" y="8066"/>
                  </a:cubicBezTo>
                  <a:cubicBezTo>
                    <a:pt x="4932" y="8686"/>
                    <a:pt x="4684" y="9276"/>
                    <a:pt x="4188" y="9617"/>
                  </a:cubicBezTo>
                  <a:cubicBezTo>
                    <a:pt x="4017" y="9725"/>
                    <a:pt x="3831" y="9780"/>
                    <a:pt x="3649" y="9780"/>
                  </a:cubicBezTo>
                  <a:cubicBezTo>
                    <a:pt x="3467" y="9780"/>
                    <a:pt x="3288" y="9725"/>
                    <a:pt x="3133" y="9617"/>
                  </a:cubicBezTo>
                  <a:cubicBezTo>
                    <a:pt x="2637" y="9276"/>
                    <a:pt x="2358" y="8686"/>
                    <a:pt x="2451" y="8066"/>
                  </a:cubicBezTo>
                  <a:cubicBezTo>
                    <a:pt x="2482" y="7601"/>
                    <a:pt x="2606" y="7135"/>
                    <a:pt x="2792" y="6701"/>
                  </a:cubicBezTo>
                  <a:cubicBezTo>
                    <a:pt x="2792" y="6670"/>
                    <a:pt x="2792" y="6670"/>
                    <a:pt x="2823" y="6639"/>
                  </a:cubicBezTo>
                  <a:cubicBezTo>
                    <a:pt x="2916" y="6701"/>
                    <a:pt x="3040" y="6763"/>
                    <a:pt x="3102" y="6856"/>
                  </a:cubicBezTo>
                  <a:cubicBezTo>
                    <a:pt x="3257" y="6980"/>
                    <a:pt x="3474" y="7073"/>
                    <a:pt x="3660" y="7073"/>
                  </a:cubicBezTo>
                  <a:cubicBezTo>
                    <a:pt x="3878" y="7073"/>
                    <a:pt x="4064" y="6980"/>
                    <a:pt x="4219" y="6856"/>
                  </a:cubicBezTo>
                  <a:cubicBezTo>
                    <a:pt x="4281" y="6763"/>
                    <a:pt x="4405" y="6701"/>
                    <a:pt x="4498" y="6639"/>
                  </a:cubicBezTo>
                  <a:close/>
                  <a:moveTo>
                    <a:pt x="3195" y="10113"/>
                  </a:moveTo>
                  <a:cubicBezTo>
                    <a:pt x="3350" y="10175"/>
                    <a:pt x="3505" y="10206"/>
                    <a:pt x="3660" y="10206"/>
                  </a:cubicBezTo>
                  <a:cubicBezTo>
                    <a:pt x="3816" y="10206"/>
                    <a:pt x="3940" y="10175"/>
                    <a:pt x="4064" y="10144"/>
                  </a:cubicBezTo>
                  <a:cubicBezTo>
                    <a:pt x="4064" y="10299"/>
                    <a:pt x="4157" y="10423"/>
                    <a:pt x="4312" y="10485"/>
                  </a:cubicBezTo>
                  <a:lnTo>
                    <a:pt x="5460" y="10951"/>
                  </a:lnTo>
                  <a:cubicBezTo>
                    <a:pt x="5584" y="10982"/>
                    <a:pt x="5677" y="11075"/>
                    <a:pt x="5739" y="11199"/>
                  </a:cubicBezTo>
                  <a:cubicBezTo>
                    <a:pt x="5739" y="11230"/>
                    <a:pt x="5770" y="11261"/>
                    <a:pt x="5770" y="11292"/>
                  </a:cubicBezTo>
                  <a:lnTo>
                    <a:pt x="1520" y="11292"/>
                  </a:lnTo>
                  <a:cubicBezTo>
                    <a:pt x="1520" y="11261"/>
                    <a:pt x="1551" y="11230"/>
                    <a:pt x="1551" y="11199"/>
                  </a:cubicBezTo>
                  <a:cubicBezTo>
                    <a:pt x="1582" y="11075"/>
                    <a:pt x="1675" y="10982"/>
                    <a:pt x="1799" y="10951"/>
                  </a:cubicBezTo>
                  <a:lnTo>
                    <a:pt x="2978" y="10485"/>
                  </a:lnTo>
                  <a:cubicBezTo>
                    <a:pt x="3102" y="10454"/>
                    <a:pt x="3195" y="10299"/>
                    <a:pt x="3195" y="10144"/>
                  </a:cubicBezTo>
                  <a:lnTo>
                    <a:pt x="3195" y="10113"/>
                  </a:lnTo>
                  <a:close/>
                  <a:moveTo>
                    <a:pt x="13556" y="2079"/>
                  </a:moveTo>
                  <a:lnTo>
                    <a:pt x="13556" y="11323"/>
                  </a:lnTo>
                  <a:lnTo>
                    <a:pt x="6204" y="11323"/>
                  </a:lnTo>
                  <a:cubicBezTo>
                    <a:pt x="6173" y="11230"/>
                    <a:pt x="6142" y="11137"/>
                    <a:pt x="6111" y="11044"/>
                  </a:cubicBezTo>
                  <a:cubicBezTo>
                    <a:pt x="6018" y="10827"/>
                    <a:pt x="5863" y="10672"/>
                    <a:pt x="5646" y="10578"/>
                  </a:cubicBezTo>
                  <a:lnTo>
                    <a:pt x="4467" y="10113"/>
                  </a:lnTo>
                  <a:lnTo>
                    <a:pt x="4467" y="9927"/>
                  </a:lnTo>
                  <a:cubicBezTo>
                    <a:pt x="4932" y="9586"/>
                    <a:pt x="5211" y="9090"/>
                    <a:pt x="5242" y="8500"/>
                  </a:cubicBezTo>
                  <a:cubicBezTo>
                    <a:pt x="5273" y="8500"/>
                    <a:pt x="5273" y="8500"/>
                    <a:pt x="5273" y="8469"/>
                  </a:cubicBezTo>
                  <a:cubicBezTo>
                    <a:pt x="6390" y="7104"/>
                    <a:pt x="5429" y="5026"/>
                    <a:pt x="3629" y="5026"/>
                  </a:cubicBezTo>
                  <a:cubicBezTo>
                    <a:pt x="1861" y="5026"/>
                    <a:pt x="869" y="7104"/>
                    <a:pt x="2016" y="8469"/>
                  </a:cubicBezTo>
                  <a:lnTo>
                    <a:pt x="2047" y="8500"/>
                  </a:lnTo>
                  <a:cubicBezTo>
                    <a:pt x="2078" y="9059"/>
                    <a:pt x="2327" y="9555"/>
                    <a:pt x="2761" y="9896"/>
                  </a:cubicBezTo>
                  <a:lnTo>
                    <a:pt x="2761" y="10144"/>
                  </a:lnTo>
                  <a:lnTo>
                    <a:pt x="1613" y="10578"/>
                  </a:lnTo>
                  <a:cubicBezTo>
                    <a:pt x="1396" y="10672"/>
                    <a:pt x="1210" y="10827"/>
                    <a:pt x="1117" y="11044"/>
                  </a:cubicBezTo>
                  <a:cubicBezTo>
                    <a:pt x="1086" y="11137"/>
                    <a:pt x="1055" y="11230"/>
                    <a:pt x="1024" y="11323"/>
                  </a:cubicBezTo>
                  <a:lnTo>
                    <a:pt x="372" y="11323"/>
                  </a:lnTo>
                  <a:lnTo>
                    <a:pt x="372" y="4220"/>
                  </a:lnTo>
                  <a:lnTo>
                    <a:pt x="3567" y="4220"/>
                  </a:lnTo>
                  <a:cubicBezTo>
                    <a:pt x="4715" y="4220"/>
                    <a:pt x="4715" y="2483"/>
                    <a:pt x="3567" y="2483"/>
                  </a:cubicBezTo>
                  <a:lnTo>
                    <a:pt x="403" y="2483"/>
                  </a:lnTo>
                  <a:lnTo>
                    <a:pt x="403" y="2079"/>
                  </a:lnTo>
                  <a:close/>
                  <a:moveTo>
                    <a:pt x="776" y="1"/>
                  </a:moveTo>
                  <a:cubicBezTo>
                    <a:pt x="341" y="1"/>
                    <a:pt x="0" y="342"/>
                    <a:pt x="0" y="776"/>
                  </a:cubicBezTo>
                  <a:lnTo>
                    <a:pt x="0" y="11323"/>
                  </a:lnTo>
                  <a:cubicBezTo>
                    <a:pt x="0" y="11540"/>
                    <a:pt x="186" y="11726"/>
                    <a:pt x="403" y="11726"/>
                  </a:cubicBezTo>
                  <a:lnTo>
                    <a:pt x="13525" y="11726"/>
                  </a:lnTo>
                  <a:cubicBezTo>
                    <a:pt x="13773" y="11726"/>
                    <a:pt x="13959" y="11540"/>
                    <a:pt x="13959" y="11323"/>
                  </a:cubicBezTo>
                  <a:lnTo>
                    <a:pt x="13959" y="776"/>
                  </a:lnTo>
                  <a:cubicBezTo>
                    <a:pt x="13959" y="342"/>
                    <a:pt x="13618" y="1"/>
                    <a:pt x="13183" y="1"/>
                  </a:cubicBezTo>
                  <a:lnTo>
                    <a:pt x="5398" y="1"/>
                  </a:lnTo>
                  <a:cubicBezTo>
                    <a:pt x="5149" y="1"/>
                    <a:pt x="5149" y="404"/>
                    <a:pt x="5398" y="404"/>
                  </a:cubicBezTo>
                  <a:lnTo>
                    <a:pt x="13214" y="404"/>
                  </a:lnTo>
                  <a:cubicBezTo>
                    <a:pt x="13400" y="404"/>
                    <a:pt x="13556" y="559"/>
                    <a:pt x="13556" y="745"/>
                  </a:cubicBezTo>
                  <a:lnTo>
                    <a:pt x="13556" y="1676"/>
                  </a:lnTo>
                  <a:lnTo>
                    <a:pt x="403" y="1676"/>
                  </a:lnTo>
                  <a:lnTo>
                    <a:pt x="403" y="745"/>
                  </a:lnTo>
                  <a:cubicBezTo>
                    <a:pt x="403" y="559"/>
                    <a:pt x="558" y="404"/>
                    <a:pt x="776" y="404"/>
                  </a:cubicBezTo>
                  <a:lnTo>
                    <a:pt x="4591" y="404"/>
                  </a:lnTo>
                  <a:cubicBezTo>
                    <a:pt x="4870" y="404"/>
                    <a:pt x="4870" y="1"/>
                    <a:pt x="45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3" name="Google Shape;13283;p87"/>
            <p:cNvSpPr/>
            <p:nvPr/>
          </p:nvSpPr>
          <p:spPr>
            <a:xfrm>
              <a:off x="7905725" y="4260375"/>
              <a:ext cx="130300" cy="63000"/>
            </a:xfrm>
            <a:custGeom>
              <a:rect b="b" l="l" r="r" t="t"/>
              <a:pathLst>
                <a:path extrusionOk="0" h="2520" w="5212">
                  <a:moveTo>
                    <a:pt x="4840" y="435"/>
                  </a:moveTo>
                  <a:lnTo>
                    <a:pt x="4809" y="1769"/>
                  </a:lnTo>
                  <a:lnTo>
                    <a:pt x="4188" y="1769"/>
                  </a:lnTo>
                  <a:cubicBezTo>
                    <a:pt x="4064" y="1769"/>
                    <a:pt x="3940" y="1831"/>
                    <a:pt x="3878" y="1924"/>
                  </a:cubicBezTo>
                  <a:lnTo>
                    <a:pt x="3785" y="2079"/>
                  </a:lnTo>
                  <a:lnTo>
                    <a:pt x="3723" y="1924"/>
                  </a:lnTo>
                  <a:cubicBezTo>
                    <a:pt x="3643" y="1843"/>
                    <a:pt x="3562" y="1763"/>
                    <a:pt x="3461" y="1763"/>
                  </a:cubicBezTo>
                  <a:cubicBezTo>
                    <a:pt x="3446" y="1763"/>
                    <a:pt x="3430" y="1764"/>
                    <a:pt x="3413" y="1769"/>
                  </a:cubicBezTo>
                  <a:lnTo>
                    <a:pt x="404" y="1769"/>
                  </a:lnTo>
                  <a:lnTo>
                    <a:pt x="404" y="435"/>
                  </a:lnTo>
                  <a:close/>
                  <a:moveTo>
                    <a:pt x="342" y="1"/>
                  </a:moveTo>
                  <a:cubicBezTo>
                    <a:pt x="156" y="1"/>
                    <a:pt x="1" y="156"/>
                    <a:pt x="1" y="373"/>
                  </a:cubicBezTo>
                  <a:lnTo>
                    <a:pt x="1" y="1800"/>
                  </a:lnTo>
                  <a:cubicBezTo>
                    <a:pt x="1" y="2017"/>
                    <a:pt x="156" y="2172"/>
                    <a:pt x="342" y="2172"/>
                  </a:cubicBezTo>
                  <a:lnTo>
                    <a:pt x="3382" y="2172"/>
                  </a:lnTo>
                  <a:lnTo>
                    <a:pt x="3506" y="2358"/>
                  </a:lnTo>
                  <a:cubicBezTo>
                    <a:pt x="3560" y="2439"/>
                    <a:pt x="3637" y="2519"/>
                    <a:pt x="3737" y="2519"/>
                  </a:cubicBezTo>
                  <a:cubicBezTo>
                    <a:pt x="3752" y="2519"/>
                    <a:pt x="3769" y="2517"/>
                    <a:pt x="3785" y="2513"/>
                  </a:cubicBezTo>
                  <a:cubicBezTo>
                    <a:pt x="3802" y="2517"/>
                    <a:pt x="3818" y="2519"/>
                    <a:pt x="3835" y="2519"/>
                  </a:cubicBezTo>
                  <a:cubicBezTo>
                    <a:pt x="3941" y="2519"/>
                    <a:pt x="4042" y="2439"/>
                    <a:pt x="4095" y="2358"/>
                  </a:cubicBezTo>
                  <a:lnTo>
                    <a:pt x="4219" y="2172"/>
                  </a:lnTo>
                  <a:lnTo>
                    <a:pt x="4871" y="2172"/>
                  </a:lnTo>
                  <a:cubicBezTo>
                    <a:pt x="5057" y="2172"/>
                    <a:pt x="5212" y="2017"/>
                    <a:pt x="5212" y="1800"/>
                  </a:cubicBezTo>
                  <a:lnTo>
                    <a:pt x="5212" y="373"/>
                  </a:lnTo>
                  <a:cubicBezTo>
                    <a:pt x="5212" y="187"/>
                    <a:pt x="5057" y="32"/>
                    <a:pt x="4871" y="32"/>
                  </a:cubicBezTo>
                  <a:lnTo>
                    <a:pt x="487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87"/>
            <p:cNvSpPr/>
            <p:nvPr/>
          </p:nvSpPr>
          <p:spPr>
            <a:xfrm>
              <a:off x="7938475" y="4282050"/>
              <a:ext cx="64825" cy="10175"/>
            </a:xfrm>
            <a:custGeom>
              <a:rect b="b" l="l" r="r" t="t"/>
              <a:pathLst>
                <a:path extrusionOk="0" h="407" w="2593">
                  <a:moveTo>
                    <a:pt x="190" y="1"/>
                  </a:moveTo>
                  <a:cubicBezTo>
                    <a:pt x="0" y="1"/>
                    <a:pt x="0" y="407"/>
                    <a:pt x="190" y="407"/>
                  </a:cubicBezTo>
                  <a:cubicBezTo>
                    <a:pt x="197" y="407"/>
                    <a:pt x="204" y="406"/>
                    <a:pt x="211" y="405"/>
                  </a:cubicBezTo>
                  <a:lnTo>
                    <a:pt x="2382" y="405"/>
                  </a:lnTo>
                  <a:cubicBezTo>
                    <a:pt x="2389" y="406"/>
                    <a:pt x="2396" y="407"/>
                    <a:pt x="2402" y="407"/>
                  </a:cubicBezTo>
                  <a:cubicBezTo>
                    <a:pt x="2592" y="407"/>
                    <a:pt x="2592" y="1"/>
                    <a:pt x="2402" y="1"/>
                  </a:cubicBezTo>
                  <a:cubicBezTo>
                    <a:pt x="2396" y="1"/>
                    <a:pt x="2389" y="1"/>
                    <a:pt x="2382" y="2"/>
                  </a:cubicBezTo>
                  <a:lnTo>
                    <a:pt x="211" y="2"/>
                  </a:lnTo>
                  <a:cubicBezTo>
                    <a:pt x="204" y="1"/>
                    <a:pt x="197"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5" name="Google Shape;13285;p87"/>
            <p:cNvSpPr/>
            <p:nvPr/>
          </p:nvSpPr>
          <p:spPr>
            <a:xfrm>
              <a:off x="7905725" y="4334725"/>
              <a:ext cx="130300" cy="62925"/>
            </a:xfrm>
            <a:custGeom>
              <a:rect b="b" l="l" r="r" t="t"/>
              <a:pathLst>
                <a:path extrusionOk="0" h="2517" w="5212">
                  <a:moveTo>
                    <a:pt x="4809" y="408"/>
                  </a:moveTo>
                  <a:lnTo>
                    <a:pt x="4809" y="1741"/>
                  </a:lnTo>
                  <a:lnTo>
                    <a:pt x="4188" y="1741"/>
                  </a:lnTo>
                  <a:cubicBezTo>
                    <a:pt x="4064" y="1741"/>
                    <a:pt x="3940" y="1803"/>
                    <a:pt x="3878" y="1897"/>
                  </a:cubicBezTo>
                  <a:lnTo>
                    <a:pt x="3785" y="2052"/>
                  </a:lnTo>
                  <a:lnTo>
                    <a:pt x="3692" y="1897"/>
                  </a:lnTo>
                  <a:cubicBezTo>
                    <a:pt x="3630" y="1803"/>
                    <a:pt x="3506" y="1741"/>
                    <a:pt x="3382" y="1741"/>
                  </a:cubicBezTo>
                  <a:lnTo>
                    <a:pt x="404" y="1741"/>
                  </a:lnTo>
                  <a:lnTo>
                    <a:pt x="404" y="408"/>
                  </a:lnTo>
                  <a:close/>
                  <a:moveTo>
                    <a:pt x="301" y="1"/>
                  </a:moveTo>
                  <a:cubicBezTo>
                    <a:pt x="134" y="1"/>
                    <a:pt x="1" y="173"/>
                    <a:pt x="1" y="346"/>
                  </a:cubicBezTo>
                  <a:lnTo>
                    <a:pt x="1" y="1803"/>
                  </a:lnTo>
                  <a:cubicBezTo>
                    <a:pt x="1" y="1990"/>
                    <a:pt x="156" y="2145"/>
                    <a:pt x="342" y="2145"/>
                  </a:cubicBezTo>
                  <a:lnTo>
                    <a:pt x="3382" y="2145"/>
                  </a:lnTo>
                  <a:lnTo>
                    <a:pt x="3506" y="2331"/>
                  </a:lnTo>
                  <a:cubicBezTo>
                    <a:pt x="3568" y="2455"/>
                    <a:pt x="3661" y="2517"/>
                    <a:pt x="3785" y="2517"/>
                  </a:cubicBezTo>
                  <a:cubicBezTo>
                    <a:pt x="3909" y="2517"/>
                    <a:pt x="4033" y="2455"/>
                    <a:pt x="4095" y="2331"/>
                  </a:cubicBezTo>
                  <a:lnTo>
                    <a:pt x="4219" y="2145"/>
                  </a:lnTo>
                  <a:lnTo>
                    <a:pt x="4871" y="2145"/>
                  </a:lnTo>
                  <a:cubicBezTo>
                    <a:pt x="5057" y="2145"/>
                    <a:pt x="5212" y="1990"/>
                    <a:pt x="5212" y="1803"/>
                  </a:cubicBezTo>
                  <a:lnTo>
                    <a:pt x="5212" y="346"/>
                  </a:lnTo>
                  <a:cubicBezTo>
                    <a:pt x="5212" y="173"/>
                    <a:pt x="5079" y="1"/>
                    <a:pt x="4912" y="1"/>
                  </a:cubicBezTo>
                  <a:cubicBezTo>
                    <a:pt x="4898" y="1"/>
                    <a:pt x="4885" y="2"/>
                    <a:pt x="4871" y="4"/>
                  </a:cubicBezTo>
                  <a:lnTo>
                    <a:pt x="342" y="4"/>
                  </a:lnTo>
                  <a:cubicBezTo>
                    <a:pt x="328" y="2"/>
                    <a:pt x="315" y="1"/>
                    <a:pt x="3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6" name="Google Shape;13286;p87"/>
            <p:cNvSpPr/>
            <p:nvPr/>
          </p:nvSpPr>
          <p:spPr>
            <a:xfrm>
              <a:off x="7936750" y="4356525"/>
              <a:ext cx="67500" cy="10125"/>
            </a:xfrm>
            <a:custGeom>
              <a:rect b="b" l="l" r="r" t="t"/>
              <a:pathLst>
                <a:path extrusionOk="0" h="405" w="2700">
                  <a:moveTo>
                    <a:pt x="280" y="1"/>
                  </a:moveTo>
                  <a:cubicBezTo>
                    <a:pt x="1" y="1"/>
                    <a:pt x="1" y="404"/>
                    <a:pt x="280" y="404"/>
                  </a:cubicBezTo>
                  <a:lnTo>
                    <a:pt x="2451" y="404"/>
                  </a:lnTo>
                  <a:cubicBezTo>
                    <a:pt x="2699" y="404"/>
                    <a:pt x="2699" y="1"/>
                    <a:pt x="24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7" name="Google Shape;13287;p87"/>
            <p:cNvSpPr/>
            <p:nvPr/>
          </p:nvSpPr>
          <p:spPr>
            <a:xfrm>
              <a:off x="7904950" y="4408500"/>
              <a:ext cx="131075" cy="62825"/>
            </a:xfrm>
            <a:custGeom>
              <a:rect b="b" l="l" r="r" t="t"/>
              <a:pathLst>
                <a:path extrusionOk="0" h="2513" w="5243">
                  <a:moveTo>
                    <a:pt x="373" y="0"/>
                  </a:moveTo>
                  <a:cubicBezTo>
                    <a:pt x="187" y="0"/>
                    <a:pt x="32" y="155"/>
                    <a:pt x="32" y="341"/>
                  </a:cubicBezTo>
                  <a:lnTo>
                    <a:pt x="32" y="1799"/>
                  </a:lnTo>
                  <a:cubicBezTo>
                    <a:pt x="1" y="1985"/>
                    <a:pt x="187" y="2140"/>
                    <a:pt x="373" y="2140"/>
                  </a:cubicBezTo>
                  <a:lnTo>
                    <a:pt x="3382" y="2140"/>
                  </a:lnTo>
                  <a:lnTo>
                    <a:pt x="3506" y="2327"/>
                  </a:lnTo>
                  <a:cubicBezTo>
                    <a:pt x="3568" y="2451"/>
                    <a:pt x="3692" y="2513"/>
                    <a:pt x="3816" y="2513"/>
                  </a:cubicBezTo>
                  <a:cubicBezTo>
                    <a:pt x="3940" y="2513"/>
                    <a:pt x="4064" y="2451"/>
                    <a:pt x="4126" y="2327"/>
                  </a:cubicBezTo>
                  <a:lnTo>
                    <a:pt x="4250" y="2140"/>
                  </a:lnTo>
                  <a:lnTo>
                    <a:pt x="4902" y="2140"/>
                  </a:lnTo>
                  <a:cubicBezTo>
                    <a:pt x="5088" y="2140"/>
                    <a:pt x="5243" y="1985"/>
                    <a:pt x="5243" y="1799"/>
                  </a:cubicBezTo>
                  <a:lnTo>
                    <a:pt x="5243" y="341"/>
                  </a:lnTo>
                  <a:cubicBezTo>
                    <a:pt x="5243" y="155"/>
                    <a:pt x="5088" y="0"/>
                    <a:pt x="4902" y="0"/>
                  </a:cubicBezTo>
                  <a:lnTo>
                    <a:pt x="3072" y="0"/>
                  </a:lnTo>
                  <a:cubicBezTo>
                    <a:pt x="2948" y="0"/>
                    <a:pt x="2855" y="62"/>
                    <a:pt x="2855" y="186"/>
                  </a:cubicBezTo>
                  <a:cubicBezTo>
                    <a:pt x="2855" y="310"/>
                    <a:pt x="2948" y="403"/>
                    <a:pt x="3072" y="403"/>
                  </a:cubicBezTo>
                  <a:lnTo>
                    <a:pt x="4840" y="403"/>
                  </a:lnTo>
                  <a:lnTo>
                    <a:pt x="4840" y="1737"/>
                  </a:lnTo>
                  <a:lnTo>
                    <a:pt x="4219" y="1737"/>
                  </a:lnTo>
                  <a:cubicBezTo>
                    <a:pt x="4095" y="1737"/>
                    <a:pt x="3971" y="1799"/>
                    <a:pt x="3909" y="1892"/>
                  </a:cubicBezTo>
                  <a:lnTo>
                    <a:pt x="3816" y="2047"/>
                  </a:lnTo>
                  <a:lnTo>
                    <a:pt x="3723" y="1892"/>
                  </a:lnTo>
                  <a:cubicBezTo>
                    <a:pt x="3661" y="1799"/>
                    <a:pt x="3537" y="1737"/>
                    <a:pt x="3413" y="1737"/>
                  </a:cubicBezTo>
                  <a:lnTo>
                    <a:pt x="435" y="1737"/>
                  </a:lnTo>
                  <a:lnTo>
                    <a:pt x="435" y="403"/>
                  </a:lnTo>
                  <a:lnTo>
                    <a:pt x="2234" y="403"/>
                  </a:lnTo>
                  <a:cubicBezTo>
                    <a:pt x="2358" y="403"/>
                    <a:pt x="2451" y="310"/>
                    <a:pt x="2451" y="186"/>
                  </a:cubicBezTo>
                  <a:cubicBezTo>
                    <a:pt x="2451" y="93"/>
                    <a:pt x="2358" y="0"/>
                    <a:pt x="22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87"/>
            <p:cNvSpPr/>
            <p:nvPr/>
          </p:nvSpPr>
          <p:spPr>
            <a:xfrm>
              <a:off x="7938300" y="4429425"/>
              <a:ext cx="64400" cy="10100"/>
            </a:xfrm>
            <a:custGeom>
              <a:rect b="b" l="l" r="r" t="t"/>
              <a:pathLst>
                <a:path extrusionOk="0" h="404" w="2576">
                  <a:moveTo>
                    <a:pt x="218" y="1"/>
                  </a:moveTo>
                  <a:cubicBezTo>
                    <a:pt x="94" y="1"/>
                    <a:pt x="1" y="94"/>
                    <a:pt x="1" y="218"/>
                  </a:cubicBezTo>
                  <a:cubicBezTo>
                    <a:pt x="1" y="311"/>
                    <a:pt x="94" y="404"/>
                    <a:pt x="218" y="404"/>
                  </a:cubicBezTo>
                  <a:lnTo>
                    <a:pt x="2389" y="404"/>
                  </a:lnTo>
                  <a:cubicBezTo>
                    <a:pt x="2482" y="404"/>
                    <a:pt x="2575" y="311"/>
                    <a:pt x="2575" y="218"/>
                  </a:cubicBezTo>
                  <a:cubicBezTo>
                    <a:pt x="2575" y="94"/>
                    <a:pt x="2482" y="1"/>
                    <a:pt x="23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89" name="Google Shape;13289;p87"/>
          <p:cNvGrpSpPr/>
          <p:nvPr/>
        </p:nvGrpSpPr>
        <p:grpSpPr>
          <a:xfrm>
            <a:off x="1049656" y="3448129"/>
            <a:ext cx="366825" cy="326175"/>
            <a:chOff x="6971275" y="4181600"/>
            <a:chExt cx="366825" cy="326175"/>
          </a:xfrm>
        </p:grpSpPr>
        <p:sp>
          <p:nvSpPr>
            <p:cNvPr id="13290" name="Google Shape;13290;p87"/>
            <p:cNvSpPr/>
            <p:nvPr/>
          </p:nvSpPr>
          <p:spPr>
            <a:xfrm>
              <a:off x="6971275" y="4181600"/>
              <a:ext cx="366825" cy="326175"/>
            </a:xfrm>
            <a:custGeom>
              <a:rect b="b" l="l" r="r" t="t"/>
              <a:pathLst>
                <a:path extrusionOk="0" h="13047" w="14673">
                  <a:moveTo>
                    <a:pt x="9182" y="391"/>
                  </a:moveTo>
                  <a:cubicBezTo>
                    <a:pt x="9803" y="391"/>
                    <a:pt x="10423" y="515"/>
                    <a:pt x="10981" y="794"/>
                  </a:cubicBezTo>
                  <a:cubicBezTo>
                    <a:pt x="13091" y="1725"/>
                    <a:pt x="14083" y="4144"/>
                    <a:pt x="13246" y="6284"/>
                  </a:cubicBezTo>
                  <a:cubicBezTo>
                    <a:pt x="12579" y="7988"/>
                    <a:pt x="10950" y="9043"/>
                    <a:pt x="9218" y="9043"/>
                  </a:cubicBezTo>
                  <a:cubicBezTo>
                    <a:pt x="8773" y="9043"/>
                    <a:pt x="8323" y="8974"/>
                    <a:pt x="7879" y="8828"/>
                  </a:cubicBezTo>
                  <a:cubicBezTo>
                    <a:pt x="7817" y="8828"/>
                    <a:pt x="7755" y="8828"/>
                    <a:pt x="7693" y="8859"/>
                  </a:cubicBezTo>
                  <a:lnTo>
                    <a:pt x="7073" y="9293"/>
                  </a:lnTo>
                  <a:lnTo>
                    <a:pt x="7011" y="8518"/>
                  </a:lnTo>
                  <a:cubicBezTo>
                    <a:pt x="7011" y="8456"/>
                    <a:pt x="6949" y="8425"/>
                    <a:pt x="6918" y="8363"/>
                  </a:cubicBezTo>
                  <a:cubicBezTo>
                    <a:pt x="5057" y="7215"/>
                    <a:pt x="4343" y="4889"/>
                    <a:pt x="5243" y="2903"/>
                  </a:cubicBezTo>
                  <a:lnTo>
                    <a:pt x="5274" y="2903"/>
                  </a:lnTo>
                  <a:cubicBezTo>
                    <a:pt x="5956" y="1383"/>
                    <a:pt x="7507" y="391"/>
                    <a:pt x="9182" y="391"/>
                  </a:cubicBezTo>
                  <a:close/>
                  <a:moveTo>
                    <a:pt x="4529" y="5323"/>
                  </a:moveTo>
                  <a:cubicBezTo>
                    <a:pt x="4684" y="6688"/>
                    <a:pt x="5460" y="7928"/>
                    <a:pt x="6639" y="8704"/>
                  </a:cubicBezTo>
                  <a:lnTo>
                    <a:pt x="6732" y="9572"/>
                  </a:lnTo>
                  <a:cubicBezTo>
                    <a:pt x="6732" y="9666"/>
                    <a:pt x="6794" y="9759"/>
                    <a:pt x="6887" y="9790"/>
                  </a:cubicBezTo>
                  <a:cubicBezTo>
                    <a:pt x="6918" y="9821"/>
                    <a:pt x="6949" y="9821"/>
                    <a:pt x="7011" y="9821"/>
                  </a:cubicBezTo>
                  <a:cubicBezTo>
                    <a:pt x="7073" y="9821"/>
                    <a:pt x="7135" y="9821"/>
                    <a:pt x="7166" y="9790"/>
                  </a:cubicBezTo>
                  <a:lnTo>
                    <a:pt x="7879" y="9262"/>
                  </a:lnTo>
                  <a:cubicBezTo>
                    <a:pt x="8320" y="9396"/>
                    <a:pt x="8775" y="9461"/>
                    <a:pt x="9227" y="9461"/>
                  </a:cubicBezTo>
                  <a:cubicBezTo>
                    <a:pt x="10143" y="9461"/>
                    <a:pt x="11050" y="9192"/>
                    <a:pt x="11819" y="8673"/>
                  </a:cubicBezTo>
                  <a:lnTo>
                    <a:pt x="11819" y="11713"/>
                  </a:lnTo>
                  <a:lnTo>
                    <a:pt x="2141" y="11713"/>
                  </a:lnTo>
                  <a:lnTo>
                    <a:pt x="2141" y="5323"/>
                  </a:lnTo>
                  <a:close/>
                  <a:moveTo>
                    <a:pt x="12656" y="7928"/>
                  </a:moveTo>
                  <a:lnTo>
                    <a:pt x="12656" y="11713"/>
                  </a:lnTo>
                  <a:lnTo>
                    <a:pt x="12191" y="11713"/>
                  </a:lnTo>
                  <a:lnTo>
                    <a:pt x="12191" y="8363"/>
                  </a:lnTo>
                  <a:cubicBezTo>
                    <a:pt x="12377" y="8239"/>
                    <a:pt x="12532" y="8084"/>
                    <a:pt x="12656" y="7928"/>
                  </a:cubicBezTo>
                  <a:close/>
                  <a:moveTo>
                    <a:pt x="5553" y="12116"/>
                  </a:moveTo>
                  <a:lnTo>
                    <a:pt x="5553" y="12643"/>
                  </a:lnTo>
                  <a:lnTo>
                    <a:pt x="590" y="12643"/>
                  </a:lnTo>
                  <a:cubicBezTo>
                    <a:pt x="466" y="12643"/>
                    <a:pt x="404" y="12550"/>
                    <a:pt x="404" y="12457"/>
                  </a:cubicBezTo>
                  <a:lnTo>
                    <a:pt x="404" y="12116"/>
                  </a:lnTo>
                  <a:close/>
                  <a:moveTo>
                    <a:pt x="7941" y="12116"/>
                  </a:moveTo>
                  <a:lnTo>
                    <a:pt x="7941" y="12643"/>
                  </a:lnTo>
                  <a:lnTo>
                    <a:pt x="5956" y="12643"/>
                  </a:lnTo>
                  <a:lnTo>
                    <a:pt x="5956" y="12116"/>
                  </a:lnTo>
                  <a:close/>
                  <a:moveTo>
                    <a:pt x="9161" y="0"/>
                  </a:moveTo>
                  <a:cubicBezTo>
                    <a:pt x="6908" y="0"/>
                    <a:pt x="4861" y="1665"/>
                    <a:pt x="4498" y="4020"/>
                  </a:cubicBezTo>
                  <a:lnTo>
                    <a:pt x="1551" y="4020"/>
                  </a:lnTo>
                  <a:cubicBezTo>
                    <a:pt x="1148" y="4020"/>
                    <a:pt x="838" y="4361"/>
                    <a:pt x="838" y="4733"/>
                  </a:cubicBezTo>
                  <a:lnTo>
                    <a:pt x="838" y="8673"/>
                  </a:lnTo>
                  <a:cubicBezTo>
                    <a:pt x="791" y="8797"/>
                    <a:pt x="908" y="8859"/>
                    <a:pt x="1024" y="8859"/>
                  </a:cubicBezTo>
                  <a:cubicBezTo>
                    <a:pt x="1140" y="8859"/>
                    <a:pt x="1257" y="8797"/>
                    <a:pt x="1210" y="8673"/>
                  </a:cubicBezTo>
                  <a:lnTo>
                    <a:pt x="1210" y="4733"/>
                  </a:lnTo>
                  <a:cubicBezTo>
                    <a:pt x="1210" y="4578"/>
                    <a:pt x="1365" y="4454"/>
                    <a:pt x="1520" y="4454"/>
                  </a:cubicBezTo>
                  <a:lnTo>
                    <a:pt x="4467" y="4454"/>
                  </a:lnTo>
                  <a:lnTo>
                    <a:pt x="4467" y="4920"/>
                  </a:lnTo>
                  <a:lnTo>
                    <a:pt x="2141" y="4920"/>
                  </a:lnTo>
                  <a:cubicBezTo>
                    <a:pt x="2125" y="4918"/>
                    <a:pt x="2109" y="4917"/>
                    <a:pt x="2094" y="4917"/>
                  </a:cubicBezTo>
                  <a:cubicBezTo>
                    <a:pt x="1869" y="4917"/>
                    <a:pt x="1707" y="5120"/>
                    <a:pt x="1707" y="5323"/>
                  </a:cubicBezTo>
                  <a:lnTo>
                    <a:pt x="1707" y="11713"/>
                  </a:lnTo>
                  <a:lnTo>
                    <a:pt x="1241" y="11713"/>
                  </a:lnTo>
                  <a:lnTo>
                    <a:pt x="1241" y="9479"/>
                  </a:lnTo>
                  <a:cubicBezTo>
                    <a:pt x="1272" y="9355"/>
                    <a:pt x="1148" y="9293"/>
                    <a:pt x="1028" y="9293"/>
                  </a:cubicBezTo>
                  <a:cubicBezTo>
                    <a:pt x="908" y="9293"/>
                    <a:pt x="791" y="9355"/>
                    <a:pt x="838" y="9479"/>
                  </a:cubicBezTo>
                  <a:lnTo>
                    <a:pt x="838" y="11713"/>
                  </a:lnTo>
                  <a:lnTo>
                    <a:pt x="373" y="11713"/>
                  </a:lnTo>
                  <a:cubicBezTo>
                    <a:pt x="156" y="11713"/>
                    <a:pt x="0" y="11899"/>
                    <a:pt x="0" y="12116"/>
                  </a:cubicBezTo>
                  <a:lnTo>
                    <a:pt x="0" y="12457"/>
                  </a:lnTo>
                  <a:cubicBezTo>
                    <a:pt x="0" y="12767"/>
                    <a:pt x="249" y="13047"/>
                    <a:pt x="590" y="13047"/>
                  </a:cubicBezTo>
                  <a:lnTo>
                    <a:pt x="9648" y="13047"/>
                  </a:lnTo>
                  <a:cubicBezTo>
                    <a:pt x="9772" y="13047"/>
                    <a:pt x="9865" y="12954"/>
                    <a:pt x="9865" y="12829"/>
                  </a:cubicBezTo>
                  <a:cubicBezTo>
                    <a:pt x="9865" y="12736"/>
                    <a:pt x="9772" y="12643"/>
                    <a:pt x="9648" y="12643"/>
                  </a:cubicBezTo>
                  <a:lnTo>
                    <a:pt x="8376" y="12643"/>
                  </a:lnTo>
                  <a:lnTo>
                    <a:pt x="8376" y="12116"/>
                  </a:lnTo>
                  <a:lnTo>
                    <a:pt x="13525" y="12116"/>
                  </a:lnTo>
                  <a:lnTo>
                    <a:pt x="13525" y="12457"/>
                  </a:lnTo>
                  <a:cubicBezTo>
                    <a:pt x="13525" y="12550"/>
                    <a:pt x="13463" y="12643"/>
                    <a:pt x="13339" y="12643"/>
                  </a:cubicBezTo>
                  <a:lnTo>
                    <a:pt x="10454" y="12643"/>
                  </a:lnTo>
                  <a:cubicBezTo>
                    <a:pt x="10330" y="12643"/>
                    <a:pt x="10237" y="12736"/>
                    <a:pt x="10237" y="12829"/>
                  </a:cubicBezTo>
                  <a:cubicBezTo>
                    <a:pt x="10237" y="12954"/>
                    <a:pt x="10330" y="13047"/>
                    <a:pt x="10454" y="13047"/>
                  </a:cubicBezTo>
                  <a:lnTo>
                    <a:pt x="13339" y="13047"/>
                  </a:lnTo>
                  <a:cubicBezTo>
                    <a:pt x="13649" y="13047"/>
                    <a:pt x="13959" y="12767"/>
                    <a:pt x="13959" y="12457"/>
                  </a:cubicBezTo>
                  <a:lnTo>
                    <a:pt x="13959" y="12085"/>
                  </a:lnTo>
                  <a:cubicBezTo>
                    <a:pt x="13959" y="11868"/>
                    <a:pt x="13773" y="11713"/>
                    <a:pt x="13556" y="11713"/>
                  </a:cubicBezTo>
                  <a:lnTo>
                    <a:pt x="13060" y="11713"/>
                  </a:lnTo>
                  <a:lnTo>
                    <a:pt x="13060" y="7432"/>
                  </a:lnTo>
                  <a:cubicBezTo>
                    <a:pt x="13246" y="7184"/>
                    <a:pt x="13370" y="6936"/>
                    <a:pt x="13494" y="6688"/>
                  </a:cubicBezTo>
                  <a:cubicBezTo>
                    <a:pt x="14673" y="4082"/>
                    <a:pt x="13277" y="1011"/>
                    <a:pt x="10516" y="205"/>
                  </a:cubicBezTo>
                  <a:cubicBezTo>
                    <a:pt x="10064" y="66"/>
                    <a:pt x="9609" y="0"/>
                    <a:pt x="9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1" name="Google Shape;13291;p87"/>
            <p:cNvSpPr/>
            <p:nvPr/>
          </p:nvSpPr>
          <p:spPr>
            <a:xfrm>
              <a:off x="7151175" y="4270450"/>
              <a:ext cx="131100" cy="93875"/>
            </a:xfrm>
            <a:custGeom>
              <a:rect b="b" l="l" r="r" t="t"/>
              <a:pathLst>
                <a:path extrusionOk="0" h="3755" w="5244">
                  <a:moveTo>
                    <a:pt x="4778" y="559"/>
                  </a:moveTo>
                  <a:lnTo>
                    <a:pt x="3940" y="3134"/>
                  </a:lnTo>
                  <a:lnTo>
                    <a:pt x="2948" y="1800"/>
                  </a:lnTo>
                  <a:lnTo>
                    <a:pt x="4778" y="559"/>
                  </a:lnTo>
                  <a:close/>
                  <a:moveTo>
                    <a:pt x="2607" y="2017"/>
                  </a:moveTo>
                  <a:lnTo>
                    <a:pt x="3599" y="3320"/>
                  </a:lnTo>
                  <a:lnTo>
                    <a:pt x="652" y="3320"/>
                  </a:lnTo>
                  <a:lnTo>
                    <a:pt x="2607" y="2017"/>
                  </a:lnTo>
                  <a:close/>
                  <a:moveTo>
                    <a:pt x="4995" y="1"/>
                  </a:moveTo>
                  <a:cubicBezTo>
                    <a:pt x="4902" y="1"/>
                    <a:pt x="4809" y="1"/>
                    <a:pt x="4747" y="63"/>
                  </a:cubicBezTo>
                  <a:lnTo>
                    <a:pt x="156" y="3165"/>
                  </a:lnTo>
                  <a:cubicBezTo>
                    <a:pt x="63" y="3227"/>
                    <a:pt x="1" y="3320"/>
                    <a:pt x="32" y="3413"/>
                  </a:cubicBezTo>
                  <a:cubicBezTo>
                    <a:pt x="32" y="3444"/>
                    <a:pt x="32" y="3475"/>
                    <a:pt x="32" y="3506"/>
                  </a:cubicBezTo>
                  <a:cubicBezTo>
                    <a:pt x="94" y="3661"/>
                    <a:pt x="218" y="3754"/>
                    <a:pt x="342" y="3754"/>
                  </a:cubicBezTo>
                  <a:lnTo>
                    <a:pt x="4002" y="3754"/>
                  </a:lnTo>
                  <a:cubicBezTo>
                    <a:pt x="4096" y="3754"/>
                    <a:pt x="4189" y="3661"/>
                    <a:pt x="4220" y="3568"/>
                  </a:cubicBezTo>
                  <a:lnTo>
                    <a:pt x="5243" y="404"/>
                  </a:lnTo>
                  <a:cubicBezTo>
                    <a:pt x="5243" y="373"/>
                    <a:pt x="5243" y="342"/>
                    <a:pt x="5243" y="311"/>
                  </a:cubicBezTo>
                  <a:cubicBezTo>
                    <a:pt x="5243" y="218"/>
                    <a:pt x="5181" y="125"/>
                    <a:pt x="5119" y="63"/>
                  </a:cubicBezTo>
                  <a:cubicBezTo>
                    <a:pt x="5088" y="32"/>
                    <a:pt x="5026" y="32"/>
                    <a:pt x="4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2" name="Google Shape;13292;p87"/>
            <p:cNvSpPr/>
            <p:nvPr/>
          </p:nvSpPr>
          <p:spPr>
            <a:xfrm>
              <a:off x="7146525" y="4221400"/>
              <a:ext cx="91550" cy="55275"/>
            </a:xfrm>
            <a:custGeom>
              <a:rect b="b" l="l" r="r" t="t"/>
              <a:pathLst>
                <a:path extrusionOk="0" h="2211" w="3662">
                  <a:moveTo>
                    <a:pt x="1878" y="0"/>
                  </a:moveTo>
                  <a:cubicBezTo>
                    <a:pt x="1810" y="0"/>
                    <a:pt x="1763" y="56"/>
                    <a:pt x="1738" y="133"/>
                  </a:cubicBezTo>
                  <a:lnTo>
                    <a:pt x="1180" y="1591"/>
                  </a:lnTo>
                  <a:lnTo>
                    <a:pt x="993" y="1249"/>
                  </a:lnTo>
                  <a:cubicBezTo>
                    <a:pt x="931" y="1187"/>
                    <a:pt x="869" y="1156"/>
                    <a:pt x="807" y="1156"/>
                  </a:cubicBezTo>
                  <a:lnTo>
                    <a:pt x="280" y="1156"/>
                  </a:lnTo>
                  <a:cubicBezTo>
                    <a:pt x="1" y="1156"/>
                    <a:pt x="1" y="1560"/>
                    <a:pt x="280" y="1560"/>
                  </a:cubicBezTo>
                  <a:lnTo>
                    <a:pt x="683" y="1560"/>
                  </a:lnTo>
                  <a:lnTo>
                    <a:pt x="1087" y="2118"/>
                  </a:lnTo>
                  <a:cubicBezTo>
                    <a:pt x="1118" y="2180"/>
                    <a:pt x="1180" y="2211"/>
                    <a:pt x="1242" y="2211"/>
                  </a:cubicBezTo>
                  <a:lnTo>
                    <a:pt x="1273" y="2211"/>
                  </a:lnTo>
                  <a:cubicBezTo>
                    <a:pt x="1335" y="2211"/>
                    <a:pt x="1397" y="2149"/>
                    <a:pt x="1428" y="2087"/>
                  </a:cubicBezTo>
                  <a:lnTo>
                    <a:pt x="2079" y="381"/>
                  </a:lnTo>
                  <a:lnTo>
                    <a:pt x="3444" y="381"/>
                  </a:lnTo>
                  <a:cubicBezTo>
                    <a:pt x="3568" y="381"/>
                    <a:pt x="3661" y="288"/>
                    <a:pt x="3661" y="164"/>
                  </a:cubicBezTo>
                  <a:cubicBezTo>
                    <a:pt x="3634" y="83"/>
                    <a:pt x="3561" y="2"/>
                    <a:pt x="3481" y="2"/>
                  </a:cubicBezTo>
                  <a:cubicBezTo>
                    <a:pt x="3469" y="2"/>
                    <a:pt x="3456" y="4"/>
                    <a:pt x="3444" y="9"/>
                  </a:cubicBezTo>
                  <a:lnTo>
                    <a:pt x="1924" y="9"/>
                  </a:lnTo>
                  <a:cubicBezTo>
                    <a:pt x="1908" y="3"/>
                    <a:pt x="1892" y="0"/>
                    <a:pt x="18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3" name="Google Shape;13293;p87"/>
            <p:cNvSpPr/>
            <p:nvPr/>
          </p:nvSpPr>
          <p:spPr>
            <a:xfrm>
              <a:off x="7198025" y="4247000"/>
              <a:ext cx="33050" cy="30450"/>
            </a:xfrm>
            <a:custGeom>
              <a:rect b="b" l="l" r="r" t="t"/>
              <a:pathLst>
                <a:path extrusionOk="0" h="1218" w="1322">
                  <a:moveTo>
                    <a:pt x="1105" y="0"/>
                  </a:moveTo>
                  <a:cubicBezTo>
                    <a:pt x="1051" y="0"/>
                    <a:pt x="996" y="24"/>
                    <a:pt x="950" y="70"/>
                  </a:cubicBezTo>
                  <a:lnTo>
                    <a:pt x="702" y="318"/>
                  </a:lnTo>
                  <a:lnTo>
                    <a:pt x="453" y="70"/>
                  </a:lnTo>
                  <a:cubicBezTo>
                    <a:pt x="403" y="27"/>
                    <a:pt x="349" y="9"/>
                    <a:pt x="299" y="9"/>
                  </a:cubicBezTo>
                  <a:cubicBezTo>
                    <a:pt x="132" y="9"/>
                    <a:pt x="0" y="207"/>
                    <a:pt x="143" y="349"/>
                  </a:cubicBezTo>
                  <a:lnTo>
                    <a:pt x="422" y="629"/>
                  </a:lnTo>
                  <a:lnTo>
                    <a:pt x="143" y="877"/>
                  </a:lnTo>
                  <a:cubicBezTo>
                    <a:pt x="81" y="939"/>
                    <a:pt x="81" y="1094"/>
                    <a:pt x="143" y="1156"/>
                  </a:cubicBezTo>
                  <a:cubicBezTo>
                    <a:pt x="205" y="1187"/>
                    <a:pt x="236" y="1218"/>
                    <a:pt x="298" y="1218"/>
                  </a:cubicBezTo>
                  <a:cubicBezTo>
                    <a:pt x="360" y="1218"/>
                    <a:pt x="391" y="1187"/>
                    <a:pt x="453" y="1156"/>
                  </a:cubicBezTo>
                  <a:lnTo>
                    <a:pt x="702" y="908"/>
                  </a:lnTo>
                  <a:lnTo>
                    <a:pt x="950" y="1156"/>
                  </a:lnTo>
                  <a:cubicBezTo>
                    <a:pt x="981" y="1187"/>
                    <a:pt x="1043" y="1218"/>
                    <a:pt x="1105" y="1218"/>
                  </a:cubicBezTo>
                  <a:cubicBezTo>
                    <a:pt x="1167" y="1218"/>
                    <a:pt x="1198" y="1187"/>
                    <a:pt x="1260" y="1156"/>
                  </a:cubicBezTo>
                  <a:cubicBezTo>
                    <a:pt x="1322" y="1094"/>
                    <a:pt x="1322" y="939"/>
                    <a:pt x="1260" y="877"/>
                  </a:cubicBezTo>
                  <a:lnTo>
                    <a:pt x="981" y="629"/>
                  </a:lnTo>
                  <a:lnTo>
                    <a:pt x="1260" y="349"/>
                  </a:lnTo>
                  <a:cubicBezTo>
                    <a:pt x="1322" y="287"/>
                    <a:pt x="1322" y="132"/>
                    <a:pt x="1260" y="70"/>
                  </a:cubicBezTo>
                  <a:cubicBezTo>
                    <a:pt x="1213" y="24"/>
                    <a:pt x="1159" y="0"/>
                    <a:pt x="11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4" name="Google Shape;13294;p87"/>
            <p:cNvSpPr/>
            <p:nvPr/>
          </p:nvSpPr>
          <p:spPr>
            <a:xfrm>
              <a:off x="7123275" y="4288300"/>
              <a:ext cx="39575" cy="31800"/>
            </a:xfrm>
            <a:custGeom>
              <a:rect b="b" l="l" r="r" t="t"/>
              <a:pathLst>
                <a:path extrusionOk="0" h="1272" w="1583">
                  <a:moveTo>
                    <a:pt x="590" y="434"/>
                  </a:moveTo>
                  <a:cubicBezTo>
                    <a:pt x="652" y="434"/>
                    <a:pt x="745" y="559"/>
                    <a:pt x="838" y="683"/>
                  </a:cubicBezTo>
                  <a:cubicBezTo>
                    <a:pt x="776" y="776"/>
                    <a:pt x="683" y="838"/>
                    <a:pt x="559" y="869"/>
                  </a:cubicBezTo>
                  <a:cubicBezTo>
                    <a:pt x="548" y="879"/>
                    <a:pt x="538" y="883"/>
                    <a:pt x="528" y="883"/>
                  </a:cubicBezTo>
                  <a:cubicBezTo>
                    <a:pt x="507" y="883"/>
                    <a:pt x="486" y="869"/>
                    <a:pt x="466" y="869"/>
                  </a:cubicBezTo>
                  <a:cubicBezTo>
                    <a:pt x="435" y="807"/>
                    <a:pt x="435" y="714"/>
                    <a:pt x="435" y="652"/>
                  </a:cubicBezTo>
                  <a:cubicBezTo>
                    <a:pt x="435" y="590"/>
                    <a:pt x="435" y="434"/>
                    <a:pt x="590" y="434"/>
                  </a:cubicBezTo>
                  <a:close/>
                  <a:moveTo>
                    <a:pt x="590" y="0"/>
                  </a:moveTo>
                  <a:cubicBezTo>
                    <a:pt x="435" y="0"/>
                    <a:pt x="310" y="62"/>
                    <a:pt x="186" y="155"/>
                  </a:cubicBezTo>
                  <a:cubicBezTo>
                    <a:pt x="62" y="279"/>
                    <a:pt x="0" y="434"/>
                    <a:pt x="0" y="621"/>
                  </a:cubicBezTo>
                  <a:cubicBezTo>
                    <a:pt x="0" y="807"/>
                    <a:pt x="62" y="962"/>
                    <a:pt x="186" y="1117"/>
                  </a:cubicBezTo>
                  <a:cubicBezTo>
                    <a:pt x="279" y="1210"/>
                    <a:pt x="404" y="1272"/>
                    <a:pt x="559" y="1272"/>
                  </a:cubicBezTo>
                  <a:cubicBezTo>
                    <a:pt x="745" y="1241"/>
                    <a:pt x="931" y="1148"/>
                    <a:pt x="1086" y="1024"/>
                  </a:cubicBezTo>
                  <a:cubicBezTo>
                    <a:pt x="1117" y="1086"/>
                    <a:pt x="1148" y="1117"/>
                    <a:pt x="1179" y="1179"/>
                  </a:cubicBezTo>
                  <a:cubicBezTo>
                    <a:pt x="1230" y="1230"/>
                    <a:pt x="1291" y="1253"/>
                    <a:pt x="1351" y="1253"/>
                  </a:cubicBezTo>
                  <a:cubicBezTo>
                    <a:pt x="1399" y="1253"/>
                    <a:pt x="1447" y="1238"/>
                    <a:pt x="1489" y="1210"/>
                  </a:cubicBezTo>
                  <a:cubicBezTo>
                    <a:pt x="1551" y="1117"/>
                    <a:pt x="1582" y="993"/>
                    <a:pt x="1520" y="931"/>
                  </a:cubicBezTo>
                  <a:cubicBezTo>
                    <a:pt x="1458" y="838"/>
                    <a:pt x="1396" y="776"/>
                    <a:pt x="1365" y="714"/>
                  </a:cubicBezTo>
                  <a:cubicBezTo>
                    <a:pt x="1427" y="621"/>
                    <a:pt x="1489" y="528"/>
                    <a:pt x="1520" y="465"/>
                  </a:cubicBezTo>
                  <a:cubicBezTo>
                    <a:pt x="1582" y="372"/>
                    <a:pt x="1582" y="248"/>
                    <a:pt x="1489" y="186"/>
                  </a:cubicBezTo>
                  <a:cubicBezTo>
                    <a:pt x="1456" y="164"/>
                    <a:pt x="1419" y="154"/>
                    <a:pt x="1383" y="154"/>
                  </a:cubicBezTo>
                  <a:cubicBezTo>
                    <a:pt x="1316" y="154"/>
                    <a:pt x="1250" y="188"/>
                    <a:pt x="1210" y="248"/>
                  </a:cubicBezTo>
                  <a:lnTo>
                    <a:pt x="1117" y="341"/>
                  </a:lnTo>
                  <a:cubicBezTo>
                    <a:pt x="993" y="155"/>
                    <a:pt x="807" y="31"/>
                    <a:pt x="5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95" name="Google Shape;13295;p87"/>
          <p:cNvSpPr/>
          <p:nvPr/>
        </p:nvSpPr>
        <p:spPr>
          <a:xfrm>
            <a:off x="1058181" y="4037325"/>
            <a:ext cx="349775" cy="225725"/>
          </a:xfrm>
          <a:custGeom>
            <a:rect b="b" l="l" r="r" t="t"/>
            <a:pathLst>
              <a:path extrusionOk="0" h="9029" w="13991">
                <a:moveTo>
                  <a:pt x="9617" y="3537"/>
                </a:moveTo>
                <a:cubicBezTo>
                  <a:pt x="10144" y="3537"/>
                  <a:pt x="10423" y="4188"/>
                  <a:pt x="10051" y="4561"/>
                </a:cubicBezTo>
                <a:cubicBezTo>
                  <a:pt x="9918" y="4683"/>
                  <a:pt x="9761" y="4739"/>
                  <a:pt x="9611" y="4739"/>
                </a:cubicBezTo>
                <a:cubicBezTo>
                  <a:pt x="9306" y="4739"/>
                  <a:pt x="9027" y="4511"/>
                  <a:pt x="9027" y="4157"/>
                </a:cubicBezTo>
                <a:cubicBezTo>
                  <a:pt x="9027" y="4126"/>
                  <a:pt x="9027" y="4095"/>
                  <a:pt x="9027" y="4064"/>
                </a:cubicBezTo>
                <a:cubicBezTo>
                  <a:pt x="9027" y="4002"/>
                  <a:pt x="8996" y="3940"/>
                  <a:pt x="8965" y="3909"/>
                </a:cubicBezTo>
                <a:cubicBezTo>
                  <a:pt x="8934" y="3847"/>
                  <a:pt x="8872" y="3816"/>
                  <a:pt x="8810" y="3816"/>
                </a:cubicBezTo>
                <a:lnTo>
                  <a:pt x="5181" y="3816"/>
                </a:lnTo>
                <a:cubicBezTo>
                  <a:pt x="5119" y="3816"/>
                  <a:pt x="5057" y="3847"/>
                  <a:pt x="5026" y="3909"/>
                </a:cubicBezTo>
                <a:cubicBezTo>
                  <a:pt x="4964" y="3940"/>
                  <a:pt x="4964" y="4002"/>
                  <a:pt x="4964" y="4064"/>
                </a:cubicBezTo>
                <a:cubicBezTo>
                  <a:pt x="4964" y="4095"/>
                  <a:pt x="4964" y="4126"/>
                  <a:pt x="4964" y="4157"/>
                </a:cubicBezTo>
                <a:cubicBezTo>
                  <a:pt x="4964" y="4511"/>
                  <a:pt x="4671" y="4739"/>
                  <a:pt x="4366" y="4739"/>
                </a:cubicBezTo>
                <a:cubicBezTo>
                  <a:pt x="4216" y="4739"/>
                  <a:pt x="4063" y="4683"/>
                  <a:pt x="3940" y="4561"/>
                </a:cubicBezTo>
                <a:cubicBezTo>
                  <a:pt x="3568" y="4188"/>
                  <a:pt x="3847" y="3537"/>
                  <a:pt x="4374" y="3537"/>
                </a:cubicBezTo>
                <a:close/>
                <a:moveTo>
                  <a:pt x="6174" y="5212"/>
                </a:moveTo>
                <a:cubicBezTo>
                  <a:pt x="6274" y="5212"/>
                  <a:pt x="6375" y="5274"/>
                  <a:pt x="6391" y="5398"/>
                </a:cubicBezTo>
                <a:lnTo>
                  <a:pt x="6391" y="7663"/>
                </a:lnTo>
                <a:lnTo>
                  <a:pt x="5956" y="7663"/>
                </a:lnTo>
                <a:lnTo>
                  <a:pt x="5956" y="5398"/>
                </a:lnTo>
                <a:cubicBezTo>
                  <a:pt x="5972" y="5274"/>
                  <a:pt x="6073" y="5212"/>
                  <a:pt x="6174" y="5212"/>
                </a:cubicBezTo>
                <a:close/>
                <a:moveTo>
                  <a:pt x="7880" y="5212"/>
                </a:moveTo>
                <a:cubicBezTo>
                  <a:pt x="7980" y="5212"/>
                  <a:pt x="8081" y="5274"/>
                  <a:pt x="8097" y="5398"/>
                </a:cubicBezTo>
                <a:lnTo>
                  <a:pt x="8097" y="7663"/>
                </a:lnTo>
                <a:lnTo>
                  <a:pt x="7662" y="7663"/>
                </a:lnTo>
                <a:lnTo>
                  <a:pt x="7662" y="5398"/>
                </a:lnTo>
                <a:cubicBezTo>
                  <a:pt x="7678" y="5274"/>
                  <a:pt x="7779" y="5212"/>
                  <a:pt x="7880" y="5212"/>
                </a:cubicBezTo>
                <a:close/>
                <a:moveTo>
                  <a:pt x="8624" y="4219"/>
                </a:moveTo>
                <a:cubicBezTo>
                  <a:pt x="8655" y="4468"/>
                  <a:pt x="8748" y="4685"/>
                  <a:pt x="8903" y="4871"/>
                </a:cubicBezTo>
                <a:lnTo>
                  <a:pt x="8903" y="7663"/>
                </a:lnTo>
                <a:lnTo>
                  <a:pt x="8500" y="7663"/>
                </a:lnTo>
                <a:lnTo>
                  <a:pt x="8500" y="5398"/>
                </a:lnTo>
                <a:cubicBezTo>
                  <a:pt x="8500" y="5057"/>
                  <a:pt x="8221" y="4778"/>
                  <a:pt x="7880" y="4778"/>
                </a:cubicBezTo>
                <a:cubicBezTo>
                  <a:pt x="7538" y="4778"/>
                  <a:pt x="7259" y="5057"/>
                  <a:pt x="7259" y="5398"/>
                </a:cubicBezTo>
                <a:lnTo>
                  <a:pt x="7259" y="7663"/>
                </a:lnTo>
                <a:lnTo>
                  <a:pt x="6794" y="7663"/>
                </a:lnTo>
                <a:lnTo>
                  <a:pt x="6794" y="5398"/>
                </a:lnTo>
                <a:cubicBezTo>
                  <a:pt x="6825" y="4948"/>
                  <a:pt x="6491" y="4723"/>
                  <a:pt x="6158" y="4723"/>
                </a:cubicBezTo>
                <a:cubicBezTo>
                  <a:pt x="5825" y="4723"/>
                  <a:pt x="5491" y="4948"/>
                  <a:pt x="5522" y="5398"/>
                </a:cubicBezTo>
                <a:lnTo>
                  <a:pt x="5522" y="7663"/>
                </a:lnTo>
                <a:lnTo>
                  <a:pt x="5088" y="7663"/>
                </a:lnTo>
                <a:lnTo>
                  <a:pt x="5088" y="4871"/>
                </a:lnTo>
                <a:cubicBezTo>
                  <a:pt x="5274" y="4685"/>
                  <a:pt x="5367" y="4468"/>
                  <a:pt x="5398" y="4219"/>
                </a:cubicBezTo>
                <a:close/>
                <a:moveTo>
                  <a:pt x="11819" y="1242"/>
                </a:moveTo>
                <a:cubicBezTo>
                  <a:pt x="11850" y="1242"/>
                  <a:pt x="11850" y="1273"/>
                  <a:pt x="11850" y="1273"/>
                </a:cubicBezTo>
                <a:lnTo>
                  <a:pt x="11850" y="7663"/>
                </a:lnTo>
                <a:lnTo>
                  <a:pt x="9338" y="7663"/>
                </a:lnTo>
                <a:lnTo>
                  <a:pt x="9338" y="5119"/>
                </a:lnTo>
                <a:cubicBezTo>
                  <a:pt x="9431" y="5150"/>
                  <a:pt x="9524" y="5150"/>
                  <a:pt x="9617" y="5150"/>
                </a:cubicBezTo>
                <a:cubicBezTo>
                  <a:pt x="10826" y="5150"/>
                  <a:pt x="11044" y="3413"/>
                  <a:pt x="9834" y="3165"/>
                </a:cubicBezTo>
                <a:lnTo>
                  <a:pt x="9834" y="2699"/>
                </a:lnTo>
                <a:cubicBezTo>
                  <a:pt x="9834" y="2451"/>
                  <a:pt x="9648" y="2265"/>
                  <a:pt x="9400" y="2265"/>
                </a:cubicBezTo>
                <a:lnTo>
                  <a:pt x="9027" y="2265"/>
                </a:lnTo>
                <a:cubicBezTo>
                  <a:pt x="8748" y="2265"/>
                  <a:pt x="8748" y="2668"/>
                  <a:pt x="9027" y="2668"/>
                </a:cubicBezTo>
                <a:lnTo>
                  <a:pt x="9400" y="2668"/>
                </a:lnTo>
                <a:cubicBezTo>
                  <a:pt x="9431" y="2668"/>
                  <a:pt x="9431" y="2668"/>
                  <a:pt x="9431" y="2699"/>
                </a:cubicBezTo>
                <a:lnTo>
                  <a:pt x="9431" y="3134"/>
                </a:lnTo>
                <a:lnTo>
                  <a:pt x="4592" y="3134"/>
                </a:lnTo>
                <a:lnTo>
                  <a:pt x="4592" y="2699"/>
                </a:lnTo>
                <a:cubicBezTo>
                  <a:pt x="4592" y="2668"/>
                  <a:pt x="4592" y="2668"/>
                  <a:pt x="4623" y="2668"/>
                </a:cubicBezTo>
                <a:lnTo>
                  <a:pt x="8221" y="2668"/>
                </a:lnTo>
                <a:cubicBezTo>
                  <a:pt x="8469" y="2668"/>
                  <a:pt x="8469" y="2265"/>
                  <a:pt x="8221" y="2265"/>
                </a:cubicBezTo>
                <a:lnTo>
                  <a:pt x="4623" y="2265"/>
                </a:lnTo>
                <a:cubicBezTo>
                  <a:pt x="4374" y="2265"/>
                  <a:pt x="4157" y="2451"/>
                  <a:pt x="4157" y="2699"/>
                </a:cubicBezTo>
                <a:lnTo>
                  <a:pt x="4157" y="3165"/>
                </a:lnTo>
                <a:cubicBezTo>
                  <a:pt x="2979" y="3413"/>
                  <a:pt x="3196" y="5150"/>
                  <a:pt x="4405" y="5150"/>
                </a:cubicBezTo>
                <a:cubicBezTo>
                  <a:pt x="4498" y="5150"/>
                  <a:pt x="4592" y="5150"/>
                  <a:pt x="4685" y="5119"/>
                </a:cubicBezTo>
                <a:lnTo>
                  <a:pt x="4685" y="7663"/>
                </a:lnTo>
                <a:lnTo>
                  <a:pt x="2172" y="7663"/>
                </a:lnTo>
                <a:lnTo>
                  <a:pt x="2172" y="1273"/>
                </a:lnTo>
                <a:cubicBezTo>
                  <a:pt x="2172" y="1273"/>
                  <a:pt x="2172" y="1242"/>
                  <a:pt x="2172" y="1242"/>
                </a:cubicBezTo>
                <a:close/>
                <a:moveTo>
                  <a:pt x="5615" y="8097"/>
                </a:moveTo>
                <a:lnTo>
                  <a:pt x="5615" y="8593"/>
                </a:lnTo>
                <a:lnTo>
                  <a:pt x="621" y="8593"/>
                </a:lnTo>
                <a:cubicBezTo>
                  <a:pt x="528" y="8593"/>
                  <a:pt x="435" y="8500"/>
                  <a:pt x="435" y="8407"/>
                </a:cubicBezTo>
                <a:lnTo>
                  <a:pt x="435" y="8097"/>
                </a:lnTo>
                <a:close/>
                <a:moveTo>
                  <a:pt x="8004" y="8097"/>
                </a:moveTo>
                <a:lnTo>
                  <a:pt x="8004" y="8593"/>
                </a:lnTo>
                <a:lnTo>
                  <a:pt x="6018" y="8593"/>
                </a:lnTo>
                <a:lnTo>
                  <a:pt x="6018" y="8097"/>
                </a:lnTo>
                <a:close/>
                <a:moveTo>
                  <a:pt x="1583" y="1"/>
                </a:moveTo>
                <a:cubicBezTo>
                  <a:pt x="1179" y="1"/>
                  <a:pt x="869" y="311"/>
                  <a:pt x="869" y="683"/>
                </a:cubicBezTo>
                <a:lnTo>
                  <a:pt x="869" y="4592"/>
                </a:lnTo>
                <a:cubicBezTo>
                  <a:pt x="869" y="4716"/>
                  <a:pt x="962" y="4809"/>
                  <a:pt x="1055" y="4809"/>
                </a:cubicBezTo>
                <a:cubicBezTo>
                  <a:pt x="1179" y="4809"/>
                  <a:pt x="1272" y="4716"/>
                  <a:pt x="1272" y="4592"/>
                </a:cubicBezTo>
                <a:lnTo>
                  <a:pt x="1272" y="683"/>
                </a:lnTo>
                <a:cubicBezTo>
                  <a:pt x="1272" y="528"/>
                  <a:pt x="1397" y="373"/>
                  <a:pt x="1583" y="373"/>
                </a:cubicBezTo>
                <a:lnTo>
                  <a:pt x="12439" y="373"/>
                </a:lnTo>
                <a:cubicBezTo>
                  <a:pt x="12595" y="373"/>
                  <a:pt x="12719" y="528"/>
                  <a:pt x="12719" y="683"/>
                </a:cubicBezTo>
                <a:lnTo>
                  <a:pt x="12719" y="7663"/>
                </a:lnTo>
                <a:lnTo>
                  <a:pt x="12253" y="7663"/>
                </a:lnTo>
                <a:lnTo>
                  <a:pt x="12253" y="1273"/>
                </a:lnTo>
                <a:cubicBezTo>
                  <a:pt x="12253" y="1055"/>
                  <a:pt x="12067" y="838"/>
                  <a:pt x="11819" y="838"/>
                </a:cubicBezTo>
                <a:lnTo>
                  <a:pt x="2203" y="838"/>
                </a:lnTo>
                <a:cubicBezTo>
                  <a:pt x="1955" y="838"/>
                  <a:pt x="1769" y="1055"/>
                  <a:pt x="1769" y="1273"/>
                </a:cubicBezTo>
                <a:lnTo>
                  <a:pt x="1769" y="7663"/>
                </a:lnTo>
                <a:lnTo>
                  <a:pt x="1304" y="7663"/>
                </a:lnTo>
                <a:lnTo>
                  <a:pt x="1304" y="5429"/>
                </a:lnTo>
                <a:cubicBezTo>
                  <a:pt x="1304" y="5305"/>
                  <a:pt x="1210" y="5212"/>
                  <a:pt x="1086" y="5212"/>
                </a:cubicBezTo>
                <a:cubicBezTo>
                  <a:pt x="962" y="5212"/>
                  <a:pt x="869" y="5305"/>
                  <a:pt x="900" y="5429"/>
                </a:cubicBezTo>
                <a:lnTo>
                  <a:pt x="900" y="7663"/>
                </a:lnTo>
                <a:lnTo>
                  <a:pt x="404" y="7663"/>
                </a:lnTo>
                <a:cubicBezTo>
                  <a:pt x="187" y="7663"/>
                  <a:pt x="1" y="7849"/>
                  <a:pt x="1" y="8066"/>
                </a:cubicBezTo>
                <a:lnTo>
                  <a:pt x="1" y="8407"/>
                </a:lnTo>
                <a:cubicBezTo>
                  <a:pt x="1" y="8748"/>
                  <a:pt x="280" y="9027"/>
                  <a:pt x="621" y="9027"/>
                </a:cubicBezTo>
                <a:lnTo>
                  <a:pt x="9710" y="9027"/>
                </a:lnTo>
                <a:cubicBezTo>
                  <a:pt x="9716" y="9028"/>
                  <a:pt x="9723" y="9029"/>
                  <a:pt x="9729" y="9029"/>
                </a:cubicBezTo>
                <a:cubicBezTo>
                  <a:pt x="9920" y="9029"/>
                  <a:pt x="9920" y="8592"/>
                  <a:pt x="9729" y="8592"/>
                </a:cubicBezTo>
                <a:cubicBezTo>
                  <a:pt x="9723" y="8592"/>
                  <a:pt x="9716" y="8592"/>
                  <a:pt x="9710" y="8593"/>
                </a:cubicBezTo>
                <a:lnTo>
                  <a:pt x="8407" y="8593"/>
                </a:lnTo>
                <a:lnTo>
                  <a:pt x="8407" y="8097"/>
                </a:lnTo>
                <a:lnTo>
                  <a:pt x="13587" y="8097"/>
                </a:lnTo>
                <a:lnTo>
                  <a:pt x="13587" y="8407"/>
                </a:lnTo>
                <a:cubicBezTo>
                  <a:pt x="13587" y="8500"/>
                  <a:pt x="13494" y="8593"/>
                  <a:pt x="13370" y="8593"/>
                </a:cubicBezTo>
                <a:lnTo>
                  <a:pt x="10516" y="8593"/>
                </a:lnTo>
                <a:cubicBezTo>
                  <a:pt x="10508" y="8592"/>
                  <a:pt x="10500" y="8592"/>
                  <a:pt x="10493" y="8592"/>
                </a:cubicBezTo>
                <a:cubicBezTo>
                  <a:pt x="10276" y="8592"/>
                  <a:pt x="10276" y="8998"/>
                  <a:pt x="10493" y="8998"/>
                </a:cubicBezTo>
                <a:cubicBezTo>
                  <a:pt x="10500" y="8998"/>
                  <a:pt x="10508" y="8997"/>
                  <a:pt x="10516" y="8996"/>
                </a:cubicBezTo>
                <a:lnTo>
                  <a:pt x="13370" y="8996"/>
                </a:lnTo>
                <a:cubicBezTo>
                  <a:pt x="13711" y="8996"/>
                  <a:pt x="13990" y="8748"/>
                  <a:pt x="13990" y="8407"/>
                </a:cubicBezTo>
                <a:lnTo>
                  <a:pt x="13990" y="8035"/>
                </a:lnTo>
                <a:cubicBezTo>
                  <a:pt x="13990" y="7818"/>
                  <a:pt x="13804" y="7663"/>
                  <a:pt x="13587" y="7663"/>
                </a:cubicBezTo>
                <a:lnTo>
                  <a:pt x="13122" y="7663"/>
                </a:lnTo>
                <a:lnTo>
                  <a:pt x="13122" y="683"/>
                </a:lnTo>
                <a:cubicBezTo>
                  <a:pt x="13122" y="311"/>
                  <a:pt x="12812" y="1"/>
                  <a:pt x="124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96" name="Google Shape;13296;p87"/>
          <p:cNvGrpSpPr/>
          <p:nvPr/>
        </p:nvGrpSpPr>
        <p:grpSpPr>
          <a:xfrm>
            <a:off x="1731783" y="4002250"/>
            <a:ext cx="351325" cy="295875"/>
            <a:chOff x="5451325" y="4196775"/>
            <a:chExt cx="351325" cy="295875"/>
          </a:xfrm>
        </p:grpSpPr>
        <p:sp>
          <p:nvSpPr>
            <p:cNvPr id="13297" name="Google Shape;13297;p87"/>
            <p:cNvSpPr/>
            <p:nvPr/>
          </p:nvSpPr>
          <p:spPr>
            <a:xfrm>
              <a:off x="5712225" y="4214625"/>
              <a:ext cx="11325" cy="7550"/>
            </a:xfrm>
            <a:custGeom>
              <a:rect b="b" l="l" r="r" t="t"/>
              <a:pathLst>
                <a:path extrusionOk="0" h="302" w="453">
                  <a:moveTo>
                    <a:pt x="235" y="0"/>
                  </a:moveTo>
                  <a:cubicBezTo>
                    <a:pt x="1" y="0"/>
                    <a:pt x="245" y="301"/>
                    <a:pt x="378" y="301"/>
                  </a:cubicBezTo>
                  <a:cubicBezTo>
                    <a:pt x="421" y="301"/>
                    <a:pt x="452" y="270"/>
                    <a:pt x="452" y="187"/>
                  </a:cubicBezTo>
                  <a:cubicBezTo>
                    <a:pt x="452" y="93"/>
                    <a:pt x="359" y="0"/>
                    <a:pt x="2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8" name="Google Shape;13298;p87"/>
            <p:cNvSpPr/>
            <p:nvPr/>
          </p:nvSpPr>
          <p:spPr>
            <a:xfrm>
              <a:off x="5736275" y="4214625"/>
              <a:ext cx="11300" cy="7550"/>
            </a:xfrm>
            <a:custGeom>
              <a:rect b="b" l="l" r="r" t="t"/>
              <a:pathLst>
                <a:path extrusionOk="0" h="302" w="452">
                  <a:moveTo>
                    <a:pt x="235" y="0"/>
                  </a:moveTo>
                  <a:cubicBezTo>
                    <a:pt x="0" y="0"/>
                    <a:pt x="244" y="301"/>
                    <a:pt x="377" y="301"/>
                  </a:cubicBezTo>
                  <a:cubicBezTo>
                    <a:pt x="420" y="301"/>
                    <a:pt x="452" y="270"/>
                    <a:pt x="452" y="187"/>
                  </a:cubicBezTo>
                  <a:cubicBezTo>
                    <a:pt x="452" y="93"/>
                    <a:pt x="359" y="0"/>
                    <a:pt x="2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87"/>
            <p:cNvSpPr/>
            <p:nvPr/>
          </p:nvSpPr>
          <p:spPr>
            <a:xfrm>
              <a:off x="5760500" y="4214625"/>
              <a:ext cx="11125" cy="7550"/>
            </a:xfrm>
            <a:custGeom>
              <a:rect b="b" l="l" r="r" t="t"/>
              <a:pathLst>
                <a:path extrusionOk="0" h="302" w="445">
                  <a:moveTo>
                    <a:pt x="258" y="0"/>
                  </a:moveTo>
                  <a:cubicBezTo>
                    <a:pt x="1" y="0"/>
                    <a:pt x="239" y="301"/>
                    <a:pt x="370" y="301"/>
                  </a:cubicBezTo>
                  <a:cubicBezTo>
                    <a:pt x="413" y="301"/>
                    <a:pt x="445" y="270"/>
                    <a:pt x="445" y="187"/>
                  </a:cubicBezTo>
                  <a:cubicBezTo>
                    <a:pt x="445" y="93"/>
                    <a:pt x="352" y="0"/>
                    <a:pt x="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0" name="Google Shape;13300;p87"/>
            <p:cNvSpPr/>
            <p:nvPr/>
          </p:nvSpPr>
          <p:spPr>
            <a:xfrm>
              <a:off x="5596350" y="4389875"/>
              <a:ext cx="54300" cy="46550"/>
            </a:xfrm>
            <a:custGeom>
              <a:rect b="b" l="l" r="r" t="t"/>
              <a:pathLst>
                <a:path extrusionOk="0" h="1862" w="2172">
                  <a:moveTo>
                    <a:pt x="1227" y="400"/>
                  </a:moveTo>
                  <a:cubicBezTo>
                    <a:pt x="1498" y="400"/>
                    <a:pt x="1768" y="616"/>
                    <a:pt x="1768" y="931"/>
                  </a:cubicBezTo>
                  <a:cubicBezTo>
                    <a:pt x="1768" y="1210"/>
                    <a:pt x="1520" y="1459"/>
                    <a:pt x="1241" y="1459"/>
                  </a:cubicBezTo>
                  <a:cubicBezTo>
                    <a:pt x="776" y="1459"/>
                    <a:pt x="528" y="900"/>
                    <a:pt x="869" y="559"/>
                  </a:cubicBezTo>
                  <a:cubicBezTo>
                    <a:pt x="969" y="449"/>
                    <a:pt x="1098" y="400"/>
                    <a:pt x="1227" y="400"/>
                  </a:cubicBezTo>
                  <a:close/>
                  <a:moveTo>
                    <a:pt x="1241" y="1"/>
                  </a:moveTo>
                  <a:cubicBezTo>
                    <a:pt x="403" y="1"/>
                    <a:pt x="0" y="993"/>
                    <a:pt x="590" y="1583"/>
                  </a:cubicBezTo>
                  <a:cubicBezTo>
                    <a:pt x="782" y="1775"/>
                    <a:pt x="1018" y="1862"/>
                    <a:pt x="1248" y="1862"/>
                  </a:cubicBezTo>
                  <a:cubicBezTo>
                    <a:pt x="1722" y="1862"/>
                    <a:pt x="2172" y="1495"/>
                    <a:pt x="2172" y="931"/>
                  </a:cubicBezTo>
                  <a:cubicBezTo>
                    <a:pt x="2172" y="404"/>
                    <a:pt x="1737" y="1"/>
                    <a:pt x="12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1" name="Google Shape;13301;p87"/>
            <p:cNvSpPr/>
            <p:nvPr/>
          </p:nvSpPr>
          <p:spPr>
            <a:xfrm>
              <a:off x="5451325" y="4196775"/>
              <a:ext cx="351325" cy="295875"/>
            </a:xfrm>
            <a:custGeom>
              <a:rect b="b" l="l" r="r" t="t"/>
              <a:pathLst>
                <a:path extrusionOk="0" h="11835" w="14053">
                  <a:moveTo>
                    <a:pt x="7030" y="7058"/>
                  </a:moveTo>
                  <a:cubicBezTo>
                    <a:pt x="7127" y="7058"/>
                    <a:pt x="7228" y="7104"/>
                    <a:pt x="7290" y="7197"/>
                  </a:cubicBezTo>
                  <a:cubicBezTo>
                    <a:pt x="7445" y="7352"/>
                    <a:pt x="7662" y="7446"/>
                    <a:pt x="7911" y="7446"/>
                  </a:cubicBezTo>
                  <a:cubicBezTo>
                    <a:pt x="8004" y="7446"/>
                    <a:pt x="8097" y="7477"/>
                    <a:pt x="8159" y="7539"/>
                  </a:cubicBezTo>
                  <a:cubicBezTo>
                    <a:pt x="8221" y="7601"/>
                    <a:pt x="8252" y="7694"/>
                    <a:pt x="8252" y="7787"/>
                  </a:cubicBezTo>
                  <a:cubicBezTo>
                    <a:pt x="8252" y="7911"/>
                    <a:pt x="8283" y="8004"/>
                    <a:pt x="8314" y="8128"/>
                  </a:cubicBezTo>
                  <a:cubicBezTo>
                    <a:pt x="8345" y="8221"/>
                    <a:pt x="8407" y="8314"/>
                    <a:pt x="8500" y="8407"/>
                  </a:cubicBezTo>
                  <a:cubicBezTo>
                    <a:pt x="8686" y="8500"/>
                    <a:pt x="8686" y="8779"/>
                    <a:pt x="8500" y="8903"/>
                  </a:cubicBezTo>
                  <a:cubicBezTo>
                    <a:pt x="8407" y="8996"/>
                    <a:pt x="8345" y="9090"/>
                    <a:pt x="8314" y="9183"/>
                  </a:cubicBezTo>
                  <a:cubicBezTo>
                    <a:pt x="8283" y="9276"/>
                    <a:pt x="8252" y="9400"/>
                    <a:pt x="8252" y="9524"/>
                  </a:cubicBezTo>
                  <a:cubicBezTo>
                    <a:pt x="8252" y="9617"/>
                    <a:pt x="8221" y="9710"/>
                    <a:pt x="8159" y="9772"/>
                  </a:cubicBezTo>
                  <a:cubicBezTo>
                    <a:pt x="8097" y="9834"/>
                    <a:pt x="8004" y="9865"/>
                    <a:pt x="7911" y="9865"/>
                  </a:cubicBezTo>
                  <a:cubicBezTo>
                    <a:pt x="7662" y="9865"/>
                    <a:pt x="7445" y="9958"/>
                    <a:pt x="7290" y="10113"/>
                  </a:cubicBezTo>
                  <a:cubicBezTo>
                    <a:pt x="7228" y="10206"/>
                    <a:pt x="7127" y="10253"/>
                    <a:pt x="7030" y="10253"/>
                  </a:cubicBezTo>
                  <a:cubicBezTo>
                    <a:pt x="6933" y="10253"/>
                    <a:pt x="6840" y="10206"/>
                    <a:pt x="6794" y="10113"/>
                  </a:cubicBezTo>
                  <a:cubicBezTo>
                    <a:pt x="6701" y="10020"/>
                    <a:pt x="6608" y="9989"/>
                    <a:pt x="6515" y="9927"/>
                  </a:cubicBezTo>
                  <a:cubicBezTo>
                    <a:pt x="6391" y="9896"/>
                    <a:pt x="6298" y="9865"/>
                    <a:pt x="6173" y="9865"/>
                  </a:cubicBezTo>
                  <a:cubicBezTo>
                    <a:pt x="6080" y="9865"/>
                    <a:pt x="5987" y="9834"/>
                    <a:pt x="5894" y="9772"/>
                  </a:cubicBezTo>
                  <a:cubicBezTo>
                    <a:pt x="5863" y="9710"/>
                    <a:pt x="5832" y="9617"/>
                    <a:pt x="5832" y="9524"/>
                  </a:cubicBezTo>
                  <a:cubicBezTo>
                    <a:pt x="5832" y="9276"/>
                    <a:pt x="5739" y="9059"/>
                    <a:pt x="5584" y="8903"/>
                  </a:cubicBezTo>
                  <a:cubicBezTo>
                    <a:pt x="5398" y="8779"/>
                    <a:pt x="5398" y="8500"/>
                    <a:pt x="5584" y="8407"/>
                  </a:cubicBezTo>
                  <a:cubicBezTo>
                    <a:pt x="5646" y="8314"/>
                    <a:pt x="5708" y="8221"/>
                    <a:pt x="5770" y="8128"/>
                  </a:cubicBezTo>
                  <a:cubicBezTo>
                    <a:pt x="5801" y="8004"/>
                    <a:pt x="5832" y="7911"/>
                    <a:pt x="5832" y="7787"/>
                  </a:cubicBezTo>
                  <a:cubicBezTo>
                    <a:pt x="5778" y="7598"/>
                    <a:pt x="5911" y="7433"/>
                    <a:pt x="6089" y="7433"/>
                  </a:cubicBezTo>
                  <a:cubicBezTo>
                    <a:pt x="6116" y="7433"/>
                    <a:pt x="6145" y="7437"/>
                    <a:pt x="6173" y="7446"/>
                  </a:cubicBezTo>
                  <a:cubicBezTo>
                    <a:pt x="6298" y="7446"/>
                    <a:pt x="6391" y="7415"/>
                    <a:pt x="6515" y="7383"/>
                  </a:cubicBezTo>
                  <a:cubicBezTo>
                    <a:pt x="6608" y="7321"/>
                    <a:pt x="6701" y="7259"/>
                    <a:pt x="6794" y="7197"/>
                  </a:cubicBezTo>
                  <a:cubicBezTo>
                    <a:pt x="6840" y="7104"/>
                    <a:pt x="6933" y="7058"/>
                    <a:pt x="7030" y="7058"/>
                  </a:cubicBezTo>
                  <a:close/>
                  <a:moveTo>
                    <a:pt x="7538" y="10423"/>
                  </a:moveTo>
                  <a:lnTo>
                    <a:pt x="7538" y="11354"/>
                  </a:lnTo>
                  <a:lnTo>
                    <a:pt x="7166" y="11168"/>
                  </a:lnTo>
                  <a:cubicBezTo>
                    <a:pt x="7120" y="11137"/>
                    <a:pt x="7073" y="11121"/>
                    <a:pt x="7030" y="11121"/>
                  </a:cubicBezTo>
                  <a:cubicBezTo>
                    <a:pt x="6988" y="11121"/>
                    <a:pt x="6949" y="11137"/>
                    <a:pt x="6918" y="11168"/>
                  </a:cubicBezTo>
                  <a:lnTo>
                    <a:pt x="6546" y="11354"/>
                  </a:lnTo>
                  <a:lnTo>
                    <a:pt x="6546" y="10423"/>
                  </a:lnTo>
                  <a:cubicBezTo>
                    <a:pt x="6670" y="10547"/>
                    <a:pt x="6856" y="10640"/>
                    <a:pt x="7042" y="10640"/>
                  </a:cubicBezTo>
                  <a:cubicBezTo>
                    <a:pt x="7228" y="10640"/>
                    <a:pt x="7414" y="10547"/>
                    <a:pt x="7538" y="10423"/>
                  </a:cubicBezTo>
                  <a:close/>
                  <a:moveTo>
                    <a:pt x="652" y="1"/>
                  </a:moveTo>
                  <a:cubicBezTo>
                    <a:pt x="280" y="1"/>
                    <a:pt x="1" y="342"/>
                    <a:pt x="63" y="683"/>
                  </a:cubicBezTo>
                  <a:lnTo>
                    <a:pt x="63" y="9338"/>
                  </a:lnTo>
                  <a:cubicBezTo>
                    <a:pt x="92" y="9599"/>
                    <a:pt x="311" y="9806"/>
                    <a:pt x="593" y="9806"/>
                  </a:cubicBezTo>
                  <a:cubicBezTo>
                    <a:pt x="613" y="9806"/>
                    <a:pt x="632" y="9805"/>
                    <a:pt x="652" y="9803"/>
                  </a:cubicBezTo>
                  <a:lnTo>
                    <a:pt x="3041" y="9803"/>
                  </a:lnTo>
                  <a:cubicBezTo>
                    <a:pt x="3049" y="9804"/>
                    <a:pt x="3056" y="9804"/>
                    <a:pt x="3064" y="9804"/>
                  </a:cubicBezTo>
                  <a:cubicBezTo>
                    <a:pt x="3281" y="9804"/>
                    <a:pt x="3281" y="9398"/>
                    <a:pt x="3064" y="9398"/>
                  </a:cubicBezTo>
                  <a:cubicBezTo>
                    <a:pt x="3056" y="9398"/>
                    <a:pt x="3049" y="9399"/>
                    <a:pt x="3041" y="9400"/>
                  </a:cubicBezTo>
                  <a:lnTo>
                    <a:pt x="652" y="9400"/>
                  </a:lnTo>
                  <a:cubicBezTo>
                    <a:pt x="559" y="9400"/>
                    <a:pt x="497" y="9369"/>
                    <a:pt x="466" y="9307"/>
                  </a:cubicBezTo>
                  <a:lnTo>
                    <a:pt x="466" y="1955"/>
                  </a:lnTo>
                  <a:lnTo>
                    <a:pt x="7383" y="1955"/>
                  </a:lnTo>
                  <a:cubicBezTo>
                    <a:pt x="7391" y="1956"/>
                    <a:pt x="7399" y="1957"/>
                    <a:pt x="7406" y="1957"/>
                  </a:cubicBezTo>
                  <a:cubicBezTo>
                    <a:pt x="7624" y="1957"/>
                    <a:pt x="7624" y="1550"/>
                    <a:pt x="7406" y="1550"/>
                  </a:cubicBezTo>
                  <a:cubicBezTo>
                    <a:pt x="7399" y="1550"/>
                    <a:pt x="7391" y="1551"/>
                    <a:pt x="7383" y="1552"/>
                  </a:cubicBezTo>
                  <a:lnTo>
                    <a:pt x="466" y="1552"/>
                  </a:lnTo>
                  <a:lnTo>
                    <a:pt x="466" y="714"/>
                  </a:lnTo>
                  <a:cubicBezTo>
                    <a:pt x="466" y="621"/>
                    <a:pt x="466" y="435"/>
                    <a:pt x="652" y="435"/>
                  </a:cubicBezTo>
                  <a:lnTo>
                    <a:pt x="13432" y="435"/>
                  </a:lnTo>
                  <a:cubicBezTo>
                    <a:pt x="13587" y="435"/>
                    <a:pt x="13618" y="621"/>
                    <a:pt x="13618" y="714"/>
                  </a:cubicBezTo>
                  <a:lnTo>
                    <a:pt x="13618" y="1552"/>
                  </a:lnTo>
                  <a:lnTo>
                    <a:pt x="8221" y="1552"/>
                  </a:lnTo>
                  <a:cubicBezTo>
                    <a:pt x="8213" y="1551"/>
                    <a:pt x="8205" y="1550"/>
                    <a:pt x="8197" y="1550"/>
                  </a:cubicBezTo>
                  <a:cubicBezTo>
                    <a:pt x="7980" y="1550"/>
                    <a:pt x="7980" y="1957"/>
                    <a:pt x="8197" y="1957"/>
                  </a:cubicBezTo>
                  <a:cubicBezTo>
                    <a:pt x="8205" y="1957"/>
                    <a:pt x="8213" y="1956"/>
                    <a:pt x="8221" y="1955"/>
                  </a:cubicBezTo>
                  <a:lnTo>
                    <a:pt x="13618" y="1955"/>
                  </a:lnTo>
                  <a:lnTo>
                    <a:pt x="13618" y="9307"/>
                  </a:lnTo>
                  <a:cubicBezTo>
                    <a:pt x="13556" y="9369"/>
                    <a:pt x="13494" y="9400"/>
                    <a:pt x="13432" y="9400"/>
                  </a:cubicBezTo>
                  <a:lnTo>
                    <a:pt x="8655" y="9400"/>
                  </a:lnTo>
                  <a:cubicBezTo>
                    <a:pt x="8686" y="9369"/>
                    <a:pt x="8686" y="9369"/>
                    <a:pt x="8686" y="9338"/>
                  </a:cubicBezTo>
                  <a:cubicBezTo>
                    <a:pt x="8717" y="9276"/>
                    <a:pt x="8748" y="9214"/>
                    <a:pt x="8810" y="9152"/>
                  </a:cubicBezTo>
                  <a:cubicBezTo>
                    <a:pt x="8934" y="9028"/>
                    <a:pt x="9027" y="8841"/>
                    <a:pt x="9058" y="8655"/>
                  </a:cubicBezTo>
                  <a:cubicBezTo>
                    <a:pt x="9027" y="8469"/>
                    <a:pt x="8934" y="8283"/>
                    <a:pt x="8810" y="8159"/>
                  </a:cubicBezTo>
                  <a:cubicBezTo>
                    <a:pt x="8748" y="8097"/>
                    <a:pt x="8717" y="8035"/>
                    <a:pt x="8686" y="7973"/>
                  </a:cubicBezTo>
                  <a:cubicBezTo>
                    <a:pt x="8655" y="7880"/>
                    <a:pt x="8655" y="7818"/>
                    <a:pt x="8655" y="7725"/>
                  </a:cubicBezTo>
                  <a:cubicBezTo>
                    <a:pt x="8655" y="7539"/>
                    <a:pt x="8562" y="7383"/>
                    <a:pt x="8469" y="7228"/>
                  </a:cubicBezTo>
                  <a:cubicBezTo>
                    <a:pt x="8314" y="7104"/>
                    <a:pt x="8128" y="7042"/>
                    <a:pt x="7942" y="7042"/>
                  </a:cubicBezTo>
                  <a:cubicBezTo>
                    <a:pt x="7880" y="7042"/>
                    <a:pt x="7786" y="7011"/>
                    <a:pt x="7724" y="7011"/>
                  </a:cubicBezTo>
                  <a:cubicBezTo>
                    <a:pt x="7662" y="6980"/>
                    <a:pt x="7600" y="6918"/>
                    <a:pt x="7538" y="6887"/>
                  </a:cubicBezTo>
                  <a:cubicBezTo>
                    <a:pt x="7414" y="6732"/>
                    <a:pt x="7228" y="6670"/>
                    <a:pt x="7042" y="6639"/>
                  </a:cubicBezTo>
                  <a:cubicBezTo>
                    <a:pt x="6856" y="6670"/>
                    <a:pt x="6670" y="6732"/>
                    <a:pt x="6515" y="6887"/>
                  </a:cubicBezTo>
                  <a:cubicBezTo>
                    <a:pt x="6484" y="6918"/>
                    <a:pt x="6422" y="6980"/>
                    <a:pt x="6360" y="7011"/>
                  </a:cubicBezTo>
                  <a:cubicBezTo>
                    <a:pt x="6267" y="7011"/>
                    <a:pt x="6204" y="7042"/>
                    <a:pt x="6111" y="7042"/>
                  </a:cubicBezTo>
                  <a:cubicBezTo>
                    <a:pt x="6096" y="7041"/>
                    <a:pt x="6080" y="7040"/>
                    <a:pt x="6064" y="7040"/>
                  </a:cubicBezTo>
                  <a:cubicBezTo>
                    <a:pt x="5711" y="7040"/>
                    <a:pt x="5399" y="7368"/>
                    <a:pt x="5429" y="7725"/>
                  </a:cubicBezTo>
                  <a:cubicBezTo>
                    <a:pt x="5429" y="7818"/>
                    <a:pt x="5398" y="7880"/>
                    <a:pt x="5367" y="7973"/>
                  </a:cubicBezTo>
                  <a:cubicBezTo>
                    <a:pt x="5336" y="8035"/>
                    <a:pt x="5305" y="8097"/>
                    <a:pt x="5243" y="8159"/>
                  </a:cubicBezTo>
                  <a:cubicBezTo>
                    <a:pt x="5119" y="8283"/>
                    <a:pt x="5057" y="8469"/>
                    <a:pt x="5026" y="8655"/>
                  </a:cubicBezTo>
                  <a:cubicBezTo>
                    <a:pt x="5026" y="8841"/>
                    <a:pt x="5119" y="9028"/>
                    <a:pt x="5243" y="9152"/>
                  </a:cubicBezTo>
                  <a:cubicBezTo>
                    <a:pt x="5305" y="9214"/>
                    <a:pt x="5336" y="9276"/>
                    <a:pt x="5367" y="9338"/>
                  </a:cubicBezTo>
                  <a:cubicBezTo>
                    <a:pt x="5367" y="9369"/>
                    <a:pt x="5367" y="9369"/>
                    <a:pt x="5398" y="9400"/>
                  </a:cubicBezTo>
                  <a:lnTo>
                    <a:pt x="3847" y="9400"/>
                  </a:lnTo>
                  <a:cubicBezTo>
                    <a:pt x="3840" y="9399"/>
                    <a:pt x="3833" y="9398"/>
                    <a:pt x="3827" y="9398"/>
                  </a:cubicBezTo>
                  <a:cubicBezTo>
                    <a:pt x="3637" y="9398"/>
                    <a:pt x="3637" y="9804"/>
                    <a:pt x="3827" y="9804"/>
                  </a:cubicBezTo>
                  <a:cubicBezTo>
                    <a:pt x="3833" y="9804"/>
                    <a:pt x="3840" y="9804"/>
                    <a:pt x="3847" y="9803"/>
                  </a:cubicBezTo>
                  <a:lnTo>
                    <a:pt x="5460" y="9803"/>
                  </a:lnTo>
                  <a:cubicBezTo>
                    <a:pt x="5491" y="9896"/>
                    <a:pt x="5522" y="9989"/>
                    <a:pt x="5615" y="10082"/>
                  </a:cubicBezTo>
                  <a:cubicBezTo>
                    <a:pt x="5739" y="10175"/>
                    <a:pt x="5925" y="10268"/>
                    <a:pt x="6080" y="10268"/>
                  </a:cubicBezTo>
                  <a:lnTo>
                    <a:pt x="6080" y="11571"/>
                  </a:lnTo>
                  <a:cubicBezTo>
                    <a:pt x="6080" y="11664"/>
                    <a:pt x="6142" y="11726"/>
                    <a:pt x="6204" y="11788"/>
                  </a:cubicBezTo>
                  <a:cubicBezTo>
                    <a:pt x="6251" y="11819"/>
                    <a:pt x="6298" y="11835"/>
                    <a:pt x="6344" y="11835"/>
                  </a:cubicBezTo>
                  <a:cubicBezTo>
                    <a:pt x="6391" y="11835"/>
                    <a:pt x="6437" y="11819"/>
                    <a:pt x="6484" y="11788"/>
                  </a:cubicBezTo>
                  <a:lnTo>
                    <a:pt x="7011" y="11540"/>
                  </a:lnTo>
                  <a:lnTo>
                    <a:pt x="7569" y="11788"/>
                  </a:lnTo>
                  <a:cubicBezTo>
                    <a:pt x="7600" y="11819"/>
                    <a:pt x="7631" y="11819"/>
                    <a:pt x="7693" y="11819"/>
                  </a:cubicBezTo>
                  <a:cubicBezTo>
                    <a:pt x="7817" y="11819"/>
                    <a:pt x="7942" y="11695"/>
                    <a:pt x="7942" y="11540"/>
                  </a:cubicBezTo>
                  <a:lnTo>
                    <a:pt x="7942" y="10237"/>
                  </a:lnTo>
                  <a:cubicBezTo>
                    <a:pt x="8128" y="10237"/>
                    <a:pt x="8314" y="10175"/>
                    <a:pt x="8438" y="10051"/>
                  </a:cubicBezTo>
                  <a:cubicBezTo>
                    <a:pt x="8500" y="9989"/>
                    <a:pt x="8562" y="9896"/>
                    <a:pt x="8593" y="9803"/>
                  </a:cubicBezTo>
                  <a:lnTo>
                    <a:pt x="13432" y="9803"/>
                  </a:lnTo>
                  <a:cubicBezTo>
                    <a:pt x="13711" y="9803"/>
                    <a:pt x="13959" y="9617"/>
                    <a:pt x="13990" y="9338"/>
                  </a:cubicBezTo>
                  <a:lnTo>
                    <a:pt x="13990" y="683"/>
                  </a:lnTo>
                  <a:cubicBezTo>
                    <a:pt x="14052" y="342"/>
                    <a:pt x="13773" y="1"/>
                    <a:pt x="134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87"/>
            <p:cNvSpPr/>
            <p:nvPr/>
          </p:nvSpPr>
          <p:spPr>
            <a:xfrm>
              <a:off x="5570750" y="4275850"/>
              <a:ext cx="112300" cy="10950"/>
            </a:xfrm>
            <a:custGeom>
              <a:rect b="b" l="l" r="r" t="t"/>
              <a:pathLst>
                <a:path extrusionOk="0" h="438" w="4492">
                  <a:moveTo>
                    <a:pt x="4300" y="1"/>
                  </a:moveTo>
                  <a:cubicBezTo>
                    <a:pt x="4294" y="1"/>
                    <a:pt x="4288" y="1"/>
                    <a:pt x="4281" y="2"/>
                  </a:cubicBezTo>
                  <a:lnTo>
                    <a:pt x="249" y="2"/>
                  </a:lnTo>
                  <a:cubicBezTo>
                    <a:pt x="1" y="33"/>
                    <a:pt x="1" y="374"/>
                    <a:pt x="249" y="436"/>
                  </a:cubicBezTo>
                  <a:lnTo>
                    <a:pt x="4281" y="436"/>
                  </a:lnTo>
                  <a:cubicBezTo>
                    <a:pt x="4288" y="437"/>
                    <a:pt x="4294" y="438"/>
                    <a:pt x="4300" y="438"/>
                  </a:cubicBezTo>
                  <a:cubicBezTo>
                    <a:pt x="4492" y="438"/>
                    <a:pt x="4492" y="1"/>
                    <a:pt x="43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3" name="Google Shape;13303;p87"/>
            <p:cNvSpPr/>
            <p:nvPr/>
          </p:nvSpPr>
          <p:spPr>
            <a:xfrm>
              <a:off x="5572300" y="4326025"/>
              <a:ext cx="111375" cy="10500"/>
            </a:xfrm>
            <a:custGeom>
              <a:rect b="b" l="l" r="r" t="t"/>
              <a:pathLst>
                <a:path extrusionOk="0" h="420" w="4455">
                  <a:moveTo>
                    <a:pt x="4272" y="1"/>
                  </a:moveTo>
                  <a:cubicBezTo>
                    <a:pt x="4256" y="1"/>
                    <a:pt x="4238" y="4"/>
                    <a:pt x="4219" y="11"/>
                  </a:cubicBezTo>
                  <a:lnTo>
                    <a:pt x="187" y="11"/>
                  </a:lnTo>
                  <a:cubicBezTo>
                    <a:pt x="1" y="73"/>
                    <a:pt x="1" y="321"/>
                    <a:pt x="187" y="414"/>
                  </a:cubicBezTo>
                  <a:lnTo>
                    <a:pt x="4219" y="414"/>
                  </a:lnTo>
                  <a:cubicBezTo>
                    <a:pt x="4232" y="418"/>
                    <a:pt x="4245" y="419"/>
                    <a:pt x="4257" y="419"/>
                  </a:cubicBezTo>
                  <a:cubicBezTo>
                    <a:pt x="4450" y="419"/>
                    <a:pt x="4455" y="1"/>
                    <a:pt x="4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4" name="Google Shape;13304;p87"/>
            <p:cNvSpPr/>
            <p:nvPr/>
          </p:nvSpPr>
          <p:spPr>
            <a:xfrm>
              <a:off x="5525775" y="4299925"/>
              <a:ext cx="204750" cy="10100"/>
            </a:xfrm>
            <a:custGeom>
              <a:rect b="b" l="l" r="r" t="t"/>
              <a:pathLst>
                <a:path extrusionOk="0" h="404" w="8190">
                  <a:moveTo>
                    <a:pt x="218" y="0"/>
                  </a:moveTo>
                  <a:cubicBezTo>
                    <a:pt x="94" y="0"/>
                    <a:pt x="0" y="94"/>
                    <a:pt x="0" y="218"/>
                  </a:cubicBezTo>
                  <a:cubicBezTo>
                    <a:pt x="0" y="311"/>
                    <a:pt x="94" y="404"/>
                    <a:pt x="218" y="404"/>
                  </a:cubicBezTo>
                  <a:lnTo>
                    <a:pt x="7910" y="404"/>
                  </a:lnTo>
                  <a:cubicBezTo>
                    <a:pt x="8190" y="404"/>
                    <a:pt x="8190" y="0"/>
                    <a:pt x="79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87"/>
            <p:cNvSpPr/>
            <p:nvPr/>
          </p:nvSpPr>
          <p:spPr>
            <a:xfrm>
              <a:off x="5702150" y="4370500"/>
              <a:ext cx="52425" cy="33950"/>
            </a:xfrm>
            <a:custGeom>
              <a:rect b="b" l="l" r="r" t="t"/>
              <a:pathLst>
                <a:path extrusionOk="0" h="1358" w="2097">
                  <a:moveTo>
                    <a:pt x="886" y="0"/>
                  </a:moveTo>
                  <a:cubicBezTo>
                    <a:pt x="669" y="62"/>
                    <a:pt x="328" y="434"/>
                    <a:pt x="111" y="776"/>
                  </a:cubicBezTo>
                  <a:cubicBezTo>
                    <a:pt x="1" y="952"/>
                    <a:pt x="141" y="1113"/>
                    <a:pt x="288" y="1113"/>
                  </a:cubicBezTo>
                  <a:cubicBezTo>
                    <a:pt x="347" y="1113"/>
                    <a:pt x="407" y="1087"/>
                    <a:pt x="452" y="1024"/>
                  </a:cubicBezTo>
                  <a:cubicBezTo>
                    <a:pt x="545" y="869"/>
                    <a:pt x="669" y="714"/>
                    <a:pt x="793" y="590"/>
                  </a:cubicBezTo>
                  <a:lnTo>
                    <a:pt x="793" y="745"/>
                  </a:lnTo>
                  <a:cubicBezTo>
                    <a:pt x="762" y="1055"/>
                    <a:pt x="731" y="1241"/>
                    <a:pt x="886" y="1334"/>
                  </a:cubicBezTo>
                  <a:cubicBezTo>
                    <a:pt x="917" y="1350"/>
                    <a:pt x="956" y="1357"/>
                    <a:pt x="999" y="1357"/>
                  </a:cubicBezTo>
                  <a:cubicBezTo>
                    <a:pt x="1042" y="1357"/>
                    <a:pt x="1088" y="1350"/>
                    <a:pt x="1135" y="1334"/>
                  </a:cubicBezTo>
                  <a:cubicBezTo>
                    <a:pt x="1197" y="1303"/>
                    <a:pt x="1259" y="1241"/>
                    <a:pt x="1321" y="1210"/>
                  </a:cubicBezTo>
                  <a:cubicBezTo>
                    <a:pt x="1483" y="1075"/>
                    <a:pt x="1574" y="987"/>
                    <a:pt x="1636" y="987"/>
                  </a:cubicBezTo>
                  <a:cubicBezTo>
                    <a:pt x="1645" y="987"/>
                    <a:pt x="1654" y="989"/>
                    <a:pt x="1662" y="993"/>
                  </a:cubicBezTo>
                  <a:cubicBezTo>
                    <a:pt x="1693" y="993"/>
                    <a:pt x="1662" y="993"/>
                    <a:pt x="1693" y="1024"/>
                  </a:cubicBezTo>
                  <a:cubicBezTo>
                    <a:pt x="1715" y="1091"/>
                    <a:pt x="1786" y="1142"/>
                    <a:pt x="1870" y="1142"/>
                  </a:cubicBezTo>
                  <a:cubicBezTo>
                    <a:pt x="1903" y="1142"/>
                    <a:pt x="1937" y="1134"/>
                    <a:pt x="1972" y="1117"/>
                  </a:cubicBezTo>
                  <a:cubicBezTo>
                    <a:pt x="2065" y="1055"/>
                    <a:pt x="2096" y="931"/>
                    <a:pt x="2034" y="838"/>
                  </a:cubicBezTo>
                  <a:cubicBezTo>
                    <a:pt x="1972" y="714"/>
                    <a:pt x="1879" y="621"/>
                    <a:pt x="1724" y="590"/>
                  </a:cubicBezTo>
                  <a:cubicBezTo>
                    <a:pt x="1699" y="586"/>
                    <a:pt x="1674" y="584"/>
                    <a:pt x="1649" y="584"/>
                  </a:cubicBezTo>
                  <a:cubicBezTo>
                    <a:pt x="1482" y="584"/>
                    <a:pt x="1304" y="668"/>
                    <a:pt x="1197" y="776"/>
                  </a:cubicBezTo>
                  <a:cubicBezTo>
                    <a:pt x="1228" y="434"/>
                    <a:pt x="1259" y="155"/>
                    <a:pt x="1073" y="62"/>
                  </a:cubicBezTo>
                  <a:cubicBezTo>
                    <a:pt x="1010" y="0"/>
                    <a:pt x="948" y="0"/>
                    <a:pt x="8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87"/>
            <p:cNvSpPr/>
            <p:nvPr/>
          </p:nvSpPr>
          <p:spPr>
            <a:xfrm>
              <a:off x="5498625" y="4382125"/>
              <a:ext cx="44225" cy="10875"/>
            </a:xfrm>
            <a:custGeom>
              <a:rect b="b" l="l" r="r" t="t"/>
              <a:pathLst>
                <a:path extrusionOk="0" h="435" w="1769">
                  <a:moveTo>
                    <a:pt x="280" y="1"/>
                  </a:moveTo>
                  <a:cubicBezTo>
                    <a:pt x="1" y="1"/>
                    <a:pt x="1" y="435"/>
                    <a:pt x="280" y="435"/>
                  </a:cubicBezTo>
                  <a:lnTo>
                    <a:pt x="1521" y="435"/>
                  </a:lnTo>
                  <a:cubicBezTo>
                    <a:pt x="1769" y="435"/>
                    <a:pt x="1769" y="1"/>
                    <a:pt x="15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07" name="Google Shape;13307;p87"/>
          <p:cNvGrpSpPr/>
          <p:nvPr/>
        </p:nvGrpSpPr>
        <p:grpSpPr>
          <a:xfrm>
            <a:off x="2441160" y="3996225"/>
            <a:ext cx="349000" cy="307925"/>
            <a:chOff x="4720050" y="4190575"/>
            <a:chExt cx="349000" cy="307925"/>
          </a:xfrm>
        </p:grpSpPr>
        <p:sp>
          <p:nvSpPr>
            <p:cNvPr id="13308" name="Google Shape;13308;p87"/>
            <p:cNvSpPr/>
            <p:nvPr/>
          </p:nvSpPr>
          <p:spPr>
            <a:xfrm>
              <a:off x="4755925" y="4470525"/>
              <a:ext cx="11450" cy="7900"/>
            </a:xfrm>
            <a:custGeom>
              <a:rect b="b" l="l" r="r" t="t"/>
              <a:pathLst>
                <a:path extrusionOk="0" h="316" w="458">
                  <a:moveTo>
                    <a:pt x="240" y="1"/>
                  </a:moveTo>
                  <a:cubicBezTo>
                    <a:pt x="1" y="1"/>
                    <a:pt x="261" y="316"/>
                    <a:pt x="392" y="316"/>
                  </a:cubicBezTo>
                  <a:cubicBezTo>
                    <a:pt x="430" y="316"/>
                    <a:pt x="458" y="288"/>
                    <a:pt x="458" y="218"/>
                  </a:cubicBezTo>
                  <a:cubicBezTo>
                    <a:pt x="458" y="94"/>
                    <a:pt x="365" y="1"/>
                    <a:pt x="2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9" name="Google Shape;13309;p87"/>
            <p:cNvSpPr/>
            <p:nvPr/>
          </p:nvSpPr>
          <p:spPr>
            <a:xfrm>
              <a:off x="4720050" y="4273550"/>
              <a:ext cx="349000" cy="224950"/>
            </a:xfrm>
            <a:custGeom>
              <a:rect b="b" l="l" r="r" t="t"/>
              <a:pathLst>
                <a:path extrusionOk="0" h="8998" w="13960">
                  <a:moveTo>
                    <a:pt x="12408" y="404"/>
                  </a:moveTo>
                  <a:cubicBezTo>
                    <a:pt x="12563" y="404"/>
                    <a:pt x="12687" y="528"/>
                    <a:pt x="12687" y="683"/>
                  </a:cubicBezTo>
                  <a:lnTo>
                    <a:pt x="12687" y="7663"/>
                  </a:lnTo>
                  <a:lnTo>
                    <a:pt x="12222" y="7663"/>
                  </a:lnTo>
                  <a:lnTo>
                    <a:pt x="12222" y="1304"/>
                  </a:lnTo>
                  <a:cubicBezTo>
                    <a:pt x="12222" y="1055"/>
                    <a:pt x="12036" y="869"/>
                    <a:pt x="11788" y="869"/>
                  </a:cubicBezTo>
                  <a:lnTo>
                    <a:pt x="7290" y="869"/>
                  </a:lnTo>
                  <a:cubicBezTo>
                    <a:pt x="7197" y="869"/>
                    <a:pt x="7104" y="931"/>
                    <a:pt x="7104" y="1055"/>
                  </a:cubicBezTo>
                  <a:cubicBezTo>
                    <a:pt x="7104" y="1180"/>
                    <a:pt x="7197" y="1273"/>
                    <a:pt x="7290" y="1273"/>
                  </a:cubicBezTo>
                  <a:lnTo>
                    <a:pt x="11788" y="1273"/>
                  </a:lnTo>
                  <a:cubicBezTo>
                    <a:pt x="11819" y="1273"/>
                    <a:pt x="11819" y="1273"/>
                    <a:pt x="11819" y="1304"/>
                  </a:cubicBezTo>
                  <a:lnTo>
                    <a:pt x="11819" y="7663"/>
                  </a:lnTo>
                  <a:lnTo>
                    <a:pt x="3382" y="7663"/>
                  </a:lnTo>
                  <a:lnTo>
                    <a:pt x="3382" y="3320"/>
                  </a:lnTo>
                  <a:cubicBezTo>
                    <a:pt x="3382" y="3103"/>
                    <a:pt x="3195" y="2917"/>
                    <a:pt x="2978" y="2917"/>
                  </a:cubicBezTo>
                  <a:lnTo>
                    <a:pt x="2141" y="2917"/>
                  </a:lnTo>
                  <a:lnTo>
                    <a:pt x="2141" y="1304"/>
                  </a:lnTo>
                  <a:cubicBezTo>
                    <a:pt x="2141" y="1273"/>
                    <a:pt x="2141" y="1273"/>
                    <a:pt x="2172" y="1273"/>
                  </a:cubicBezTo>
                  <a:lnTo>
                    <a:pt x="6483" y="1273"/>
                  </a:lnTo>
                  <a:cubicBezTo>
                    <a:pt x="6608" y="1273"/>
                    <a:pt x="6701" y="1180"/>
                    <a:pt x="6701" y="1055"/>
                  </a:cubicBezTo>
                  <a:cubicBezTo>
                    <a:pt x="6701" y="931"/>
                    <a:pt x="6608" y="869"/>
                    <a:pt x="6483" y="869"/>
                  </a:cubicBezTo>
                  <a:lnTo>
                    <a:pt x="2172" y="869"/>
                  </a:lnTo>
                  <a:cubicBezTo>
                    <a:pt x="1924" y="869"/>
                    <a:pt x="1737" y="1055"/>
                    <a:pt x="1737" y="1304"/>
                  </a:cubicBezTo>
                  <a:lnTo>
                    <a:pt x="1737" y="2917"/>
                  </a:lnTo>
                  <a:lnTo>
                    <a:pt x="1272" y="2917"/>
                  </a:lnTo>
                  <a:lnTo>
                    <a:pt x="1272" y="683"/>
                  </a:lnTo>
                  <a:cubicBezTo>
                    <a:pt x="1272" y="528"/>
                    <a:pt x="1396" y="404"/>
                    <a:pt x="1551" y="404"/>
                  </a:cubicBezTo>
                  <a:close/>
                  <a:moveTo>
                    <a:pt x="5584" y="8097"/>
                  </a:moveTo>
                  <a:lnTo>
                    <a:pt x="5584" y="8593"/>
                  </a:lnTo>
                  <a:lnTo>
                    <a:pt x="3382" y="8593"/>
                  </a:lnTo>
                  <a:lnTo>
                    <a:pt x="3382" y="8097"/>
                  </a:lnTo>
                  <a:close/>
                  <a:moveTo>
                    <a:pt x="7972" y="8097"/>
                  </a:moveTo>
                  <a:lnTo>
                    <a:pt x="7972" y="8593"/>
                  </a:lnTo>
                  <a:lnTo>
                    <a:pt x="5987" y="8593"/>
                  </a:lnTo>
                  <a:lnTo>
                    <a:pt x="5987" y="8097"/>
                  </a:lnTo>
                  <a:close/>
                  <a:moveTo>
                    <a:pt x="1551" y="1"/>
                  </a:moveTo>
                  <a:cubicBezTo>
                    <a:pt x="1179" y="1"/>
                    <a:pt x="869" y="311"/>
                    <a:pt x="869" y="683"/>
                  </a:cubicBezTo>
                  <a:lnTo>
                    <a:pt x="869" y="2917"/>
                  </a:lnTo>
                  <a:lnTo>
                    <a:pt x="404" y="2917"/>
                  </a:lnTo>
                  <a:cubicBezTo>
                    <a:pt x="187" y="2917"/>
                    <a:pt x="0" y="3103"/>
                    <a:pt x="0" y="3320"/>
                  </a:cubicBezTo>
                  <a:lnTo>
                    <a:pt x="0" y="4095"/>
                  </a:lnTo>
                  <a:cubicBezTo>
                    <a:pt x="0" y="4235"/>
                    <a:pt x="101" y="4305"/>
                    <a:pt x="202" y="4305"/>
                  </a:cubicBezTo>
                  <a:cubicBezTo>
                    <a:pt x="303" y="4305"/>
                    <a:pt x="404" y="4235"/>
                    <a:pt x="404" y="4095"/>
                  </a:cubicBezTo>
                  <a:lnTo>
                    <a:pt x="404" y="3320"/>
                  </a:lnTo>
                  <a:lnTo>
                    <a:pt x="2978" y="3320"/>
                  </a:lnTo>
                  <a:lnTo>
                    <a:pt x="2978" y="8593"/>
                  </a:lnTo>
                  <a:lnTo>
                    <a:pt x="404" y="8593"/>
                  </a:lnTo>
                  <a:lnTo>
                    <a:pt x="404" y="4840"/>
                  </a:lnTo>
                  <a:cubicBezTo>
                    <a:pt x="404" y="4700"/>
                    <a:pt x="303" y="4630"/>
                    <a:pt x="202" y="4630"/>
                  </a:cubicBezTo>
                  <a:cubicBezTo>
                    <a:pt x="101" y="4630"/>
                    <a:pt x="0" y="4700"/>
                    <a:pt x="0" y="4840"/>
                  </a:cubicBezTo>
                  <a:lnTo>
                    <a:pt x="0" y="8624"/>
                  </a:lnTo>
                  <a:cubicBezTo>
                    <a:pt x="0" y="8810"/>
                    <a:pt x="187" y="8996"/>
                    <a:pt x="404" y="8996"/>
                  </a:cubicBezTo>
                  <a:lnTo>
                    <a:pt x="9678" y="8996"/>
                  </a:lnTo>
                  <a:cubicBezTo>
                    <a:pt x="9685" y="8997"/>
                    <a:pt x="9692" y="8998"/>
                    <a:pt x="9699" y="8998"/>
                  </a:cubicBezTo>
                  <a:cubicBezTo>
                    <a:pt x="9889" y="8998"/>
                    <a:pt x="9889" y="8592"/>
                    <a:pt x="9699" y="8592"/>
                  </a:cubicBezTo>
                  <a:cubicBezTo>
                    <a:pt x="9692" y="8592"/>
                    <a:pt x="9685" y="8592"/>
                    <a:pt x="9678" y="8593"/>
                  </a:cubicBezTo>
                  <a:lnTo>
                    <a:pt x="8376" y="8593"/>
                  </a:lnTo>
                  <a:lnTo>
                    <a:pt x="8376" y="8066"/>
                  </a:lnTo>
                  <a:lnTo>
                    <a:pt x="13556" y="8066"/>
                  </a:lnTo>
                  <a:lnTo>
                    <a:pt x="13556" y="8407"/>
                  </a:lnTo>
                  <a:cubicBezTo>
                    <a:pt x="13556" y="8500"/>
                    <a:pt x="13463" y="8593"/>
                    <a:pt x="13370" y="8593"/>
                  </a:cubicBezTo>
                  <a:lnTo>
                    <a:pt x="10485" y="8593"/>
                  </a:lnTo>
                  <a:cubicBezTo>
                    <a:pt x="10478" y="8592"/>
                    <a:pt x="10471" y="8592"/>
                    <a:pt x="10465" y="8592"/>
                  </a:cubicBezTo>
                  <a:cubicBezTo>
                    <a:pt x="10275" y="8592"/>
                    <a:pt x="10275" y="8998"/>
                    <a:pt x="10465" y="8998"/>
                  </a:cubicBezTo>
                  <a:cubicBezTo>
                    <a:pt x="10471" y="8998"/>
                    <a:pt x="10478" y="8997"/>
                    <a:pt x="10485" y="8996"/>
                  </a:cubicBezTo>
                  <a:lnTo>
                    <a:pt x="13370" y="8996"/>
                  </a:lnTo>
                  <a:cubicBezTo>
                    <a:pt x="13680" y="8996"/>
                    <a:pt x="13959" y="8717"/>
                    <a:pt x="13959" y="8407"/>
                  </a:cubicBezTo>
                  <a:lnTo>
                    <a:pt x="13959" y="8035"/>
                  </a:lnTo>
                  <a:cubicBezTo>
                    <a:pt x="13959" y="7818"/>
                    <a:pt x="13773" y="7663"/>
                    <a:pt x="13587" y="7663"/>
                  </a:cubicBezTo>
                  <a:lnTo>
                    <a:pt x="13091" y="7663"/>
                  </a:lnTo>
                  <a:lnTo>
                    <a:pt x="13091" y="683"/>
                  </a:lnTo>
                  <a:cubicBezTo>
                    <a:pt x="13091" y="311"/>
                    <a:pt x="12780" y="1"/>
                    <a:pt x="12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0" name="Google Shape;13310;p87"/>
            <p:cNvSpPr/>
            <p:nvPr/>
          </p:nvSpPr>
          <p:spPr>
            <a:xfrm>
              <a:off x="4823950" y="4336950"/>
              <a:ext cx="141950" cy="96775"/>
            </a:xfrm>
            <a:custGeom>
              <a:rect b="b" l="l" r="r" t="t"/>
              <a:pathLst>
                <a:path extrusionOk="0" h="3871" w="5678">
                  <a:moveTo>
                    <a:pt x="2812" y="396"/>
                  </a:moveTo>
                  <a:cubicBezTo>
                    <a:pt x="2855" y="396"/>
                    <a:pt x="2901" y="412"/>
                    <a:pt x="2948" y="443"/>
                  </a:cubicBezTo>
                  <a:lnTo>
                    <a:pt x="5181" y="1435"/>
                  </a:lnTo>
                  <a:lnTo>
                    <a:pt x="2917" y="2459"/>
                  </a:lnTo>
                  <a:cubicBezTo>
                    <a:pt x="2886" y="2474"/>
                    <a:pt x="2847" y="2482"/>
                    <a:pt x="2808" y="2482"/>
                  </a:cubicBezTo>
                  <a:cubicBezTo>
                    <a:pt x="2769" y="2482"/>
                    <a:pt x="2731" y="2474"/>
                    <a:pt x="2700" y="2459"/>
                  </a:cubicBezTo>
                  <a:lnTo>
                    <a:pt x="435" y="1435"/>
                  </a:lnTo>
                  <a:lnTo>
                    <a:pt x="2700" y="443"/>
                  </a:lnTo>
                  <a:cubicBezTo>
                    <a:pt x="2731" y="412"/>
                    <a:pt x="2769" y="396"/>
                    <a:pt x="2812" y="396"/>
                  </a:cubicBezTo>
                  <a:close/>
                  <a:moveTo>
                    <a:pt x="4065" y="2397"/>
                  </a:moveTo>
                  <a:lnTo>
                    <a:pt x="4065" y="3203"/>
                  </a:lnTo>
                  <a:lnTo>
                    <a:pt x="3909" y="3265"/>
                  </a:lnTo>
                  <a:cubicBezTo>
                    <a:pt x="3568" y="3405"/>
                    <a:pt x="3204" y="3475"/>
                    <a:pt x="2835" y="3475"/>
                  </a:cubicBezTo>
                  <a:cubicBezTo>
                    <a:pt x="2467" y="3475"/>
                    <a:pt x="2095" y="3405"/>
                    <a:pt x="1738" y="3265"/>
                  </a:cubicBezTo>
                  <a:lnTo>
                    <a:pt x="1583" y="3203"/>
                  </a:lnTo>
                  <a:lnTo>
                    <a:pt x="1583" y="2397"/>
                  </a:lnTo>
                  <a:lnTo>
                    <a:pt x="2545" y="2831"/>
                  </a:lnTo>
                  <a:cubicBezTo>
                    <a:pt x="2638" y="2878"/>
                    <a:pt x="2731" y="2901"/>
                    <a:pt x="2824" y="2901"/>
                  </a:cubicBezTo>
                  <a:cubicBezTo>
                    <a:pt x="2917" y="2901"/>
                    <a:pt x="3010" y="2878"/>
                    <a:pt x="3103" y="2831"/>
                  </a:cubicBezTo>
                  <a:lnTo>
                    <a:pt x="4065" y="2397"/>
                  </a:lnTo>
                  <a:close/>
                  <a:moveTo>
                    <a:pt x="2839" y="1"/>
                  </a:moveTo>
                  <a:cubicBezTo>
                    <a:pt x="2731" y="1"/>
                    <a:pt x="2622" y="24"/>
                    <a:pt x="2514" y="70"/>
                  </a:cubicBezTo>
                  <a:lnTo>
                    <a:pt x="187" y="1125"/>
                  </a:lnTo>
                  <a:cubicBezTo>
                    <a:pt x="63" y="1187"/>
                    <a:pt x="1" y="1311"/>
                    <a:pt x="1" y="1435"/>
                  </a:cubicBezTo>
                  <a:cubicBezTo>
                    <a:pt x="1" y="1559"/>
                    <a:pt x="63" y="1683"/>
                    <a:pt x="187" y="1745"/>
                  </a:cubicBezTo>
                  <a:lnTo>
                    <a:pt x="156" y="1745"/>
                  </a:lnTo>
                  <a:lnTo>
                    <a:pt x="1180" y="2211"/>
                  </a:lnTo>
                  <a:lnTo>
                    <a:pt x="1180" y="3265"/>
                  </a:lnTo>
                  <a:cubicBezTo>
                    <a:pt x="1180" y="3389"/>
                    <a:pt x="1242" y="3483"/>
                    <a:pt x="1335" y="3545"/>
                  </a:cubicBezTo>
                  <a:lnTo>
                    <a:pt x="1583" y="3638"/>
                  </a:lnTo>
                  <a:cubicBezTo>
                    <a:pt x="1986" y="3793"/>
                    <a:pt x="2405" y="3870"/>
                    <a:pt x="2824" y="3870"/>
                  </a:cubicBezTo>
                  <a:cubicBezTo>
                    <a:pt x="3243" y="3870"/>
                    <a:pt x="3661" y="3793"/>
                    <a:pt x="4065" y="3638"/>
                  </a:cubicBezTo>
                  <a:lnTo>
                    <a:pt x="4313" y="3545"/>
                  </a:lnTo>
                  <a:cubicBezTo>
                    <a:pt x="4406" y="3483"/>
                    <a:pt x="4468" y="3389"/>
                    <a:pt x="4499" y="3265"/>
                  </a:cubicBezTo>
                  <a:lnTo>
                    <a:pt x="4499" y="2211"/>
                  </a:lnTo>
                  <a:lnTo>
                    <a:pt x="5491" y="1745"/>
                  </a:lnTo>
                  <a:cubicBezTo>
                    <a:pt x="5615" y="1683"/>
                    <a:pt x="5678" y="1559"/>
                    <a:pt x="5678" y="1435"/>
                  </a:cubicBezTo>
                  <a:cubicBezTo>
                    <a:pt x="5678" y="1311"/>
                    <a:pt x="5615" y="1187"/>
                    <a:pt x="5522" y="1125"/>
                  </a:cubicBezTo>
                  <a:lnTo>
                    <a:pt x="3165" y="70"/>
                  </a:lnTo>
                  <a:cubicBezTo>
                    <a:pt x="3056" y="24"/>
                    <a:pt x="2948" y="1"/>
                    <a:pt x="28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1" name="Google Shape;13311;p87"/>
            <p:cNvSpPr/>
            <p:nvPr/>
          </p:nvSpPr>
          <p:spPr>
            <a:xfrm>
              <a:off x="4874375" y="4235750"/>
              <a:ext cx="40350" cy="16500"/>
            </a:xfrm>
            <a:custGeom>
              <a:rect b="b" l="l" r="r" t="t"/>
              <a:pathLst>
                <a:path extrusionOk="0" h="660" w="1614">
                  <a:moveTo>
                    <a:pt x="807" y="1"/>
                  </a:moveTo>
                  <a:cubicBezTo>
                    <a:pt x="535" y="1"/>
                    <a:pt x="264" y="101"/>
                    <a:pt x="62" y="303"/>
                  </a:cubicBezTo>
                  <a:cubicBezTo>
                    <a:pt x="0" y="396"/>
                    <a:pt x="0" y="520"/>
                    <a:pt x="62" y="613"/>
                  </a:cubicBezTo>
                  <a:cubicBezTo>
                    <a:pt x="109" y="644"/>
                    <a:pt x="163" y="660"/>
                    <a:pt x="217" y="660"/>
                  </a:cubicBezTo>
                  <a:cubicBezTo>
                    <a:pt x="272" y="660"/>
                    <a:pt x="326" y="644"/>
                    <a:pt x="372" y="613"/>
                  </a:cubicBezTo>
                  <a:cubicBezTo>
                    <a:pt x="497" y="489"/>
                    <a:pt x="659" y="427"/>
                    <a:pt x="822" y="427"/>
                  </a:cubicBezTo>
                  <a:cubicBezTo>
                    <a:pt x="985" y="427"/>
                    <a:pt x="1148" y="489"/>
                    <a:pt x="1272" y="613"/>
                  </a:cubicBezTo>
                  <a:cubicBezTo>
                    <a:pt x="1303" y="644"/>
                    <a:pt x="1350" y="660"/>
                    <a:pt x="1400" y="660"/>
                  </a:cubicBezTo>
                  <a:cubicBezTo>
                    <a:pt x="1450" y="660"/>
                    <a:pt x="1505" y="644"/>
                    <a:pt x="1551" y="613"/>
                  </a:cubicBezTo>
                  <a:cubicBezTo>
                    <a:pt x="1613" y="520"/>
                    <a:pt x="1613" y="396"/>
                    <a:pt x="1551" y="303"/>
                  </a:cubicBezTo>
                  <a:cubicBezTo>
                    <a:pt x="1350" y="101"/>
                    <a:pt x="1078" y="1"/>
                    <a:pt x="8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2" name="Google Shape;13312;p87"/>
            <p:cNvSpPr/>
            <p:nvPr/>
          </p:nvSpPr>
          <p:spPr>
            <a:xfrm>
              <a:off x="4856850" y="4213275"/>
              <a:ext cx="74150" cy="23075"/>
            </a:xfrm>
            <a:custGeom>
              <a:rect b="b" l="l" r="r" t="t"/>
              <a:pathLst>
                <a:path extrusionOk="0" h="923" w="2966">
                  <a:moveTo>
                    <a:pt x="1523" y="0"/>
                  </a:moveTo>
                  <a:cubicBezTo>
                    <a:pt x="1027" y="0"/>
                    <a:pt x="531" y="194"/>
                    <a:pt x="143" y="582"/>
                  </a:cubicBezTo>
                  <a:cubicBezTo>
                    <a:pt x="0" y="725"/>
                    <a:pt x="131" y="922"/>
                    <a:pt x="298" y="922"/>
                  </a:cubicBezTo>
                  <a:cubicBezTo>
                    <a:pt x="349" y="922"/>
                    <a:pt x="403" y="904"/>
                    <a:pt x="453" y="861"/>
                  </a:cubicBezTo>
                  <a:cubicBezTo>
                    <a:pt x="748" y="566"/>
                    <a:pt x="1136" y="419"/>
                    <a:pt x="1523" y="419"/>
                  </a:cubicBezTo>
                  <a:cubicBezTo>
                    <a:pt x="1911" y="419"/>
                    <a:pt x="2299" y="566"/>
                    <a:pt x="2593" y="861"/>
                  </a:cubicBezTo>
                  <a:cubicBezTo>
                    <a:pt x="2655" y="892"/>
                    <a:pt x="2686" y="923"/>
                    <a:pt x="2749" y="923"/>
                  </a:cubicBezTo>
                  <a:cubicBezTo>
                    <a:pt x="2811" y="923"/>
                    <a:pt x="2842" y="892"/>
                    <a:pt x="2904" y="861"/>
                  </a:cubicBezTo>
                  <a:cubicBezTo>
                    <a:pt x="2966" y="799"/>
                    <a:pt x="2966" y="644"/>
                    <a:pt x="2904" y="582"/>
                  </a:cubicBezTo>
                  <a:cubicBezTo>
                    <a:pt x="2516" y="194"/>
                    <a:pt x="2020" y="0"/>
                    <a:pt x="15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3" name="Google Shape;13313;p87"/>
            <p:cNvSpPr/>
            <p:nvPr/>
          </p:nvSpPr>
          <p:spPr>
            <a:xfrm>
              <a:off x="4841800" y="4190575"/>
              <a:ext cx="105500" cy="29700"/>
            </a:xfrm>
            <a:custGeom>
              <a:rect b="b" l="l" r="r" t="t"/>
              <a:pathLst>
                <a:path extrusionOk="0" h="1188" w="4220">
                  <a:moveTo>
                    <a:pt x="2110" y="1"/>
                  </a:moveTo>
                  <a:cubicBezTo>
                    <a:pt x="1381" y="1"/>
                    <a:pt x="652" y="280"/>
                    <a:pt x="93" y="838"/>
                  </a:cubicBezTo>
                  <a:cubicBezTo>
                    <a:pt x="0" y="900"/>
                    <a:pt x="0" y="1055"/>
                    <a:pt x="93" y="1117"/>
                  </a:cubicBezTo>
                  <a:cubicBezTo>
                    <a:pt x="125" y="1164"/>
                    <a:pt x="179" y="1187"/>
                    <a:pt x="233" y="1187"/>
                  </a:cubicBezTo>
                  <a:cubicBezTo>
                    <a:pt x="287" y="1187"/>
                    <a:pt x="342" y="1164"/>
                    <a:pt x="373" y="1117"/>
                  </a:cubicBezTo>
                  <a:cubicBezTo>
                    <a:pt x="853" y="637"/>
                    <a:pt x="1482" y="396"/>
                    <a:pt x="2110" y="396"/>
                  </a:cubicBezTo>
                  <a:cubicBezTo>
                    <a:pt x="2738" y="396"/>
                    <a:pt x="3366" y="637"/>
                    <a:pt x="3847" y="1117"/>
                  </a:cubicBezTo>
                  <a:cubicBezTo>
                    <a:pt x="3878" y="1149"/>
                    <a:pt x="3940" y="1180"/>
                    <a:pt x="4002" y="1180"/>
                  </a:cubicBezTo>
                  <a:cubicBezTo>
                    <a:pt x="4033" y="1180"/>
                    <a:pt x="4095" y="1149"/>
                    <a:pt x="4126" y="1117"/>
                  </a:cubicBezTo>
                  <a:cubicBezTo>
                    <a:pt x="4219" y="1055"/>
                    <a:pt x="4219" y="900"/>
                    <a:pt x="4126" y="838"/>
                  </a:cubicBezTo>
                  <a:cubicBezTo>
                    <a:pt x="3568" y="280"/>
                    <a:pt x="2839" y="1"/>
                    <a:pt x="21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14" name="Google Shape;13314;p87"/>
          <p:cNvGrpSpPr/>
          <p:nvPr/>
        </p:nvGrpSpPr>
        <p:grpSpPr>
          <a:xfrm>
            <a:off x="3227595" y="4001650"/>
            <a:ext cx="349000" cy="297075"/>
            <a:chOff x="3960075" y="4196000"/>
            <a:chExt cx="349000" cy="297075"/>
          </a:xfrm>
        </p:grpSpPr>
        <p:sp>
          <p:nvSpPr>
            <p:cNvPr id="13315" name="Google Shape;13315;p87"/>
            <p:cNvSpPr/>
            <p:nvPr/>
          </p:nvSpPr>
          <p:spPr>
            <a:xfrm>
              <a:off x="3993425" y="4297550"/>
              <a:ext cx="281525" cy="162150"/>
            </a:xfrm>
            <a:custGeom>
              <a:rect b="b" l="l" r="r" t="t"/>
              <a:pathLst>
                <a:path extrusionOk="0" h="6486" w="11261">
                  <a:moveTo>
                    <a:pt x="10826" y="5369"/>
                  </a:moveTo>
                  <a:lnTo>
                    <a:pt x="10826" y="6051"/>
                  </a:lnTo>
                  <a:lnTo>
                    <a:pt x="404" y="6051"/>
                  </a:lnTo>
                  <a:lnTo>
                    <a:pt x="404" y="5369"/>
                  </a:lnTo>
                  <a:lnTo>
                    <a:pt x="1551" y="5369"/>
                  </a:lnTo>
                  <a:lnTo>
                    <a:pt x="1551" y="5431"/>
                  </a:lnTo>
                  <a:cubicBezTo>
                    <a:pt x="1551" y="5570"/>
                    <a:pt x="1652" y="5640"/>
                    <a:pt x="1753" y="5640"/>
                  </a:cubicBezTo>
                  <a:cubicBezTo>
                    <a:pt x="1854" y="5640"/>
                    <a:pt x="1955" y="5570"/>
                    <a:pt x="1955" y="5431"/>
                  </a:cubicBezTo>
                  <a:lnTo>
                    <a:pt x="1955" y="5369"/>
                  </a:lnTo>
                  <a:close/>
                  <a:moveTo>
                    <a:pt x="2471" y="1"/>
                  </a:moveTo>
                  <a:cubicBezTo>
                    <a:pt x="2465" y="1"/>
                    <a:pt x="2458" y="1"/>
                    <a:pt x="2451" y="2"/>
                  </a:cubicBezTo>
                  <a:lnTo>
                    <a:pt x="404" y="2"/>
                  </a:lnTo>
                  <a:cubicBezTo>
                    <a:pt x="186" y="2"/>
                    <a:pt x="0" y="189"/>
                    <a:pt x="0" y="406"/>
                  </a:cubicBezTo>
                  <a:lnTo>
                    <a:pt x="0" y="6051"/>
                  </a:lnTo>
                  <a:cubicBezTo>
                    <a:pt x="0" y="6299"/>
                    <a:pt x="186" y="6485"/>
                    <a:pt x="404" y="6485"/>
                  </a:cubicBezTo>
                  <a:lnTo>
                    <a:pt x="10826" y="6485"/>
                  </a:lnTo>
                  <a:cubicBezTo>
                    <a:pt x="11074" y="6485"/>
                    <a:pt x="11260" y="6299"/>
                    <a:pt x="11260" y="6051"/>
                  </a:cubicBezTo>
                  <a:lnTo>
                    <a:pt x="11260" y="437"/>
                  </a:lnTo>
                  <a:cubicBezTo>
                    <a:pt x="11260" y="220"/>
                    <a:pt x="11074" y="33"/>
                    <a:pt x="10826" y="33"/>
                  </a:cubicBezTo>
                  <a:lnTo>
                    <a:pt x="3257" y="33"/>
                  </a:lnTo>
                  <a:cubicBezTo>
                    <a:pt x="3249" y="32"/>
                    <a:pt x="3242" y="32"/>
                    <a:pt x="3234" y="32"/>
                  </a:cubicBezTo>
                  <a:cubicBezTo>
                    <a:pt x="3017" y="32"/>
                    <a:pt x="3017" y="438"/>
                    <a:pt x="3234" y="438"/>
                  </a:cubicBezTo>
                  <a:cubicBezTo>
                    <a:pt x="3242" y="438"/>
                    <a:pt x="3249" y="438"/>
                    <a:pt x="3257" y="437"/>
                  </a:cubicBezTo>
                  <a:lnTo>
                    <a:pt x="10826" y="437"/>
                  </a:lnTo>
                  <a:lnTo>
                    <a:pt x="10826" y="4997"/>
                  </a:lnTo>
                  <a:lnTo>
                    <a:pt x="1955" y="4997"/>
                  </a:lnTo>
                  <a:lnTo>
                    <a:pt x="1955" y="4810"/>
                  </a:lnTo>
                  <a:cubicBezTo>
                    <a:pt x="1955" y="4671"/>
                    <a:pt x="1846" y="4601"/>
                    <a:pt x="1741" y="4601"/>
                  </a:cubicBezTo>
                  <a:cubicBezTo>
                    <a:pt x="1637" y="4601"/>
                    <a:pt x="1536" y="4671"/>
                    <a:pt x="1551" y="4810"/>
                  </a:cubicBezTo>
                  <a:lnTo>
                    <a:pt x="1551" y="4997"/>
                  </a:lnTo>
                  <a:lnTo>
                    <a:pt x="404" y="4997"/>
                  </a:lnTo>
                  <a:lnTo>
                    <a:pt x="404" y="437"/>
                  </a:lnTo>
                  <a:lnTo>
                    <a:pt x="404" y="406"/>
                  </a:lnTo>
                  <a:lnTo>
                    <a:pt x="2451" y="406"/>
                  </a:lnTo>
                  <a:cubicBezTo>
                    <a:pt x="2458" y="407"/>
                    <a:pt x="2465" y="407"/>
                    <a:pt x="2471" y="407"/>
                  </a:cubicBezTo>
                  <a:cubicBezTo>
                    <a:pt x="2661" y="407"/>
                    <a:pt x="2661" y="1"/>
                    <a:pt x="24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6" name="Google Shape;13316;p87"/>
            <p:cNvSpPr/>
            <p:nvPr/>
          </p:nvSpPr>
          <p:spPr>
            <a:xfrm>
              <a:off x="4102775" y="4333075"/>
              <a:ext cx="62825" cy="70025"/>
            </a:xfrm>
            <a:custGeom>
              <a:rect b="b" l="l" r="r" t="t"/>
              <a:pathLst>
                <a:path extrusionOk="0" h="2801" w="2513">
                  <a:moveTo>
                    <a:pt x="403" y="474"/>
                  </a:moveTo>
                  <a:lnTo>
                    <a:pt x="2047" y="1404"/>
                  </a:lnTo>
                  <a:lnTo>
                    <a:pt x="403" y="2366"/>
                  </a:lnTo>
                  <a:lnTo>
                    <a:pt x="403" y="474"/>
                  </a:lnTo>
                  <a:close/>
                  <a:moveTo>
                    <a:pt x="357" y="1"/>
                  </a:moveTo>
                  <a:cubicBezTo>
                    <a:pt x="295" y="1"/>
                    <a:pt x="233" y="24"/>
                    <a:pt x="186" y="70"/>
                  </a:cubicBezTo>
                  <a:cubicBezTo>
                    <a:pt x="62" y="101"/>
                    <a:pt x="0" y="225"/>
                    <a:pt x="0" y="350"/>
                  </a:cubicBezTo>
                  <a:lnTo>
                    <a:pt x="0" y="2459"/>
                  </a:lnTo>
                  <a:cubicBezTo>
                    <a:pt x="0" y="2583"/>
                    <a:pt x="62" y="2707"/>
                    <a:pt x="186" y="2769"/>
                  </a:cubicBezTo>
                  <a:cubicBezTo>
                    <a:pt x="217" y="2800"/>
                    <a:pt x="279" y="2800"/>
                    <a:pt x="341" y="2800"/>
                  </a:cubicBezTo>
                  <a:cubicBezTo>
                    <a:pt x="403" y="2800"/>
                    <a:pt x="465" y="2800"/>
                    <a:pt x="527" y="2769"/>
                  </a:cubicBezTo>
                  <a:lnTo>
                    <a:pt x="2357" y="1714"/>
                  </a:lnTo>
                  <a:cubicBezTo>
                    <a:pt x="2451" y="1652"/>
                    <a:pt x="2513" y="1528"/>
                    <a:pt x="2513" y="1404"/>
                  </a:cubicBezTo>
                  <a:cubicBezTo>
                    <a:pt x="2513" y="1280"/>
                    <a:pt x="2451" y="1187"/>
                    <a:pt x="2357" y="1125"/>
                  </a:cubicBezTo>
                  <a:lnTo>
                    <a:pt x="527" y="70"/>
                  </a:lnTo>
                  <a:cubicBezTo>
                    <a:pt x="481" y="24"/>
                    <a:pt x="419" y="1"/>
                    <a:pt x="3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87"/>
            <p:cNvSpPr/>
            <p:nvPr/>
          </p:nvSpPr>
          <p:spPr>
            <a:xfrm>
              <a:off x="3960075" y="4196000"/>
              <a:ext cx="349000" cy="297075"/>
            </a:xfrm>
            <a:custGeom>
              <a:rect b="b" l="l" r="r" t="t"/>
              <a:pathLst>
                <a:path extrusionOk="0" h="11883" w="13960">
                  <a:moveTo>
                    <a:pt x="4591" y="404"/>
                  </a:moveTo>
                  <a:cubicBezTo>
                    <a:pt x="4715" y="404"/>
                    <a:pt x="4839" y="528"/>
                    <a:pt x="4839" y="683"/>
                  </a:cubicBezTo>
                  <a:lnTo>
                    <a:pt x="4839" y="1180"/>
                  </a:lnTo>
                  <a:lnTo>
                    <a:pt x="404" y="1180"/>
                  </a:lnTo>
                  <a:lnTo>
                    <a:pt x="404" y="683"/>
                  </a:lnTo>
                  <a:cubicBezTo>
                    <a:pt x="404" y="528"/>
                    <a:pt x="528" y="404"/>
                    <a:pt x="683" y="404"/>
                  </a:cubicBezTo>
                  <a:close/>
                  <a:moveTo>
                    <a:pt x="13525" y="1583"/>
                  </a:moveTo>
                  <a:lnTo>
                    <a:pt x="13525" y="2855"/>
                  </a:lnTo>
                  <a:lnTo>
                    <a:pt x="404" y="2855"/>
                  </a:lnTo>
                  <a:lnTo>
                    <a:pt x="404" y="1583"/>
                  </a:lnTo>
                  <a:close/>
                  <a:moveTo>
                    <a:pt x="683" y="1"/>
                  </a:moveTo>
                  <a:cubicBezTo>
                    <a:pt x="311" y="1"/>
                    <a:pt x="0" y="311"/>
                    <a:pt x="0" y="683"/>
                  </a:cubicBezTo>
                  <a:lnTo>
                    <a:pt x="0" y="11478"/>
                  </a:lnTo>
                  <a:cubicBezTo>
                    <a:pt x="0" y="11695"/>
                    <a:pt x="187" y="11881"/>
                    <a:pt x="404" y="11881"/>
                  </a:cubicBezTo>
                  <a:lnTo>
                    <a:pt x="9337" y="11881"/>
                  </a:lnTo>
                  <a:cubicBezTo>
                    <a:pt x="9344" y="11882"/>
                    <a:pt x="9351" y="11883"/>
                    <a:pt x="9358" y="11883"/>
                  </a:cubicBezTo>
                  <a:cubicBezTo>
                    <a:pt x="9548" y="11883"/>
                    <a:pt x="9548" y="11477"/>
                    <a:pt x="9358" y="11477"/>
                  </a:cubicBezTo>
                  <a:cubicBezTo>
                    <a:pt x="9351" y="11477"/>
                    <a:pt x="9344" y="11477"/>
                    <a:pt x="9337" y="11478"/>
                  </a:cubicBezTo>
                  <a:lnTo>
                    <a:pt x="404" y="11478"/>
                  </a:lnTo>
                  <a:lnTo>
                    <a:pt x="404" y="3258"/>
                  </a:lnTo>
                  <a:lnTo>
                    <a:pt x="13556" y="3258"/>
                  </a:lnTo>
                  <a:lnTo>
                    <a:pt x="13556" y="11478"/>
                  </a:lnTo>
                  <a:lnTo>
                    <a:pt x="10144" y="11478"/>
                  </a:lnTo>
                  <a:cubicBezTo>
                    <a:pt x="10137" y="11477"/>
                    <a:pt x="10130" y="11477"/>
                    <a:pt x="10123" y="11477"/>
                  </a:cubicBezTo>
                  <a:cubicBezTo>
                    <a:pt x="9933" y="11477"/>
                    <a:pt x="9933" y="11883"/>
                    <a:pt x="10123" y="11883"/>
                  </a:cubicBezTo>
                  <a:cubicBezTo>
                    <a:pt x="10130" y="11883"/>
                    <a:pt x="10137" y="11882"/>
                    <a:pt x="10144" y="11881"/>
                  </a:cubicBezTo>
                  <a:lnTo>
                    <a:pt x="13556" y="11881"/>
                  </a:lnTo>
                  <a:cubicBezTo>
                    <a:pt x="13773" y="11881"/>
                    <a:pt x="13959" y="11695"/>
                    <a:pt x="13959" y="11478"/>
                  </a:cubicBezTo>
                  <a:lnTo>
                    <a:pt x="13959" y="1583"/>
                  </a:lnTo>
                  <a:cubicBezTo>
                    <a:pt x="13959" y="1366"/>
                    <a:pt x="13773" y="1180"/>
                    <a:pt x="13556" y="1180"/>
                  </a:cubicBezTo>
                  <a:lnTo>
                    <a:pt x="5243" y="1180"/>
                  </a:lnTo>
                  <a:lnTo>
                    <a:pt x="5243" y="683"/>
                  </a:lnTo>
                  <a:cubicBezTo>
                    <a:pt x="5243" y="311"/>
                    <a:pt x="4964" y="1"/>
                    <a:pt x="45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87"/>
            <p:cNvSpPr/>
            <p:nvPr/>
          </p:nvSpPr>
          <p:spPr>
            <a:xfrm>
              <a:off x="4226075" y="4246600"/>
              <a:ext cx="10100" cy="9925"/>
            </a:xfrm>
            <a:custGeom>
              <a:rect b="b" l="l" r="r" t="t"/>
              <a:pathLst>
                <a:path extrusionOk="0" h="397" w="404">
                  <a:moveTo>
                    <a:pt x="202" y="1"/>
                  </a:moveTo>
                  <a:cubicBezTo>
                    <a:pt x="101" y="1"/>
                    <a:pt x="0" y="71"/>
                    <a:pt x="0" y="210"/>
                  </a:cubicBezTo>
                  <a:cubicBezTo>
                    <a:pt x="0" y="334"/>
                    <a:pt x="101" y="396"/>
                    <a:pt x="202" y="396"/>
                  </a:cubicBezTo>
                  <a:cubicBezTo>
                    <a:pt x="303" y="396"/>
                    <a:pt x="403" y="334"/>
                    <a:pt x="403" y="210"/>
                  </a:cubicBezTo>
                  <a:cubicBezTo>
                    <a:pt x="403" y="71"/>
                    <a:pt x="303"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87"/>
            <p:cNvSpPr/>
            <p:nvPr/>
          </p:nvSpPr>
          <p:spPr>
            <a:xfrm>
              <a:off x="4247000" y="4246600"/>
              <a:ext cx="10875" cy="9925"/>
            </a:xfrm>
            <a:custGeom>
              <a:rect b="b" l="l" r="r" t="t"/>
              <a:pathLst>
                <a:path extrusionOk="0" h="397" w="435">
                  <a:moveTo>
                    <a:pt x="206" y="1"/>
                  </a:moveTo>
                  <a:cubicBezTo>
                    <a:pt x="101" y="1"/>
                    <a:pt x="1" y="71"/>
                    <a:pt x="1" y="210"/>
                  </a:cubicBezTo>
                  <a:cubicBezTo>
                    <a:pt x="1" y="334"/>
                    <a:pt x="109" y="396"/>
                    <a:pt x="218" y="396"/>
                  </a:cubicBezTo>
                  <a:cubicBezTo>
                    <a:pt x="326" y="396"/>
                    <a:pt x="435" y="334"/>
                    <a:pt x="435" y="210"/>
                  </a:cubicBezTo>
                  <a:cubicBezTo>
                    <a:pt x="419" y="71"/>
                    <a:pt x="311"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0" name="Google Shape;13320;p87"/>
            <p:cNvSpPr/>
            <p:nvPr/>
          </p:nvSpPr>
          <p:spPr>
            <a:xfrm>
              <a:off x="4268725" y="4246600"/>
              <a:ext cx="10100" cy="9925"/>
            </a:xfrm>
            <a:custGeom>
              <a:rect b="b" l="l" r="r" t="t"/>
              <a:pathLst>
                <a:path extrusionOk="0" h="397" w="404">
                  <a:moveTo>
                    <a:pt x="202" y="1"/>
                  </a:moveTo>
                  <a:cubicBezTo>
                    <a:pt x="101" y="1"/>
                    <a:pt x="0" y="71"/>
                    <a:pt x="0" y="210"/>
                  </a:cubicBezTo>
                  <a:cubicBezTo>
                    <a:pt x="0" y="334"/>
                    <a:pt x="101" y="396"/>
                    <a:pt x="202" y="396"/>
                  </a:cubicBezTo>
                  <a:cubicBezTo>
                    <a:pt x="303" y="396"/>
                    <a:pt x="403" y="334"/>
                    <a:pt x="403" y="210"/>
                  </a:cubicBezTo>
                  <a:cubicBezTo>
                    <a:pt x="403" y="71"/>
                    <a:pt x="303"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21" name="Google Shape;13321;p87"/>
          <p:cNvGrpSpPr/>
          <p:nvPr/>
        </p:nvGrpSpPr>
        <p:grpSpPr>
          <a:xfrm>
            <a:off x="3993901" y="4010200"/>
            <a:ext cx="349000" cy="279975"/>
            <a:chOff x="3196225" y="4204550"/>
            <a:chExt cx="349000" cy="279975"/>
          </a:xfrm>
        </p:grpSpPr>
        <p:sp>
          <p:nvSpPr>
            <p:cNvPr id="13322" name="Google Shape;13322;p87"/>
            <p:cNvSpPr/>
            <p:nvPr/>
          </p:nvSpPr>
          <p:spPr>
            <a:xfrm>
              <a:off x="3461825" y="4226250"/>
              <a:ext cx="11650" cy="8175"/>
            </a:xfrm>
            <a:custGeom>
              <a:rect b="b" l="l" r="r" t="t"/>
              <a:pathLst>
                <a:path extrusionOk="0" h="327" w="466">
                  <a:moveTo>
                    <a:pt x="233" y="1"/>
                  </a:moveTo>
                  <a:cubicBezTo>
                    <a:pt x="117" y="1"/>
                    <a:pt x="1" y="63"/>
                    <a:pt x="47" y="187"/>
                  </a:cubicBezTo>
                  <a:cubicBezTo>
                    <a:pt x="78" y="280"/>
                    <a:pt x="156" y="326"/>
                    <a:pt x="233" y="326"/>
                  </a:cubicBezTo>
                  <a:cubicBezTo>
                    <a:pt x="311" y="326"/>
                    <a:pt x="388" y="280"/>
                    <a:pt x="419" y="187"/>
                  </a:cubicBezTo>
                  <a:cubicBezTo>
                    <a:pt x="466" y="63"/>
                    <a:pt x="350" y="1"/>
                    <a:pt x="2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3" name="Google Shape;13323;p87"/>
            <p:cNvSpPr/>
            <p:nvPr/>
          </p:nvSpPr>
          <p:spPr>
            <a:xfrm>
              <a:off x="3482775" y="4226250"/>
              <a:ext cx="11650" cy="8175"/>
            </a:xfrm>
            <a:custGeom>
              <a:rect b="b" l="l" r="r" t="t"/>
              <a:pathLst>
                <a:path extrusionOk="0" h="327" w="466">
                  <a:moveTo>
                    <a:pt x="233" y="1"/>
                  </a:moveTo>
                  <a:cubicBezTo>
                    <a:pt x="116" y="1"/>
                    <a:pt x="0" y="63"/>
                    <a:pt x="47" y="187"/>
                  </a:cubicBezTo>
                  <a:cubicBezTo>
                    <a:pt x="78" y="280"/>
                    <a:pt x="155" y="326"/>
                    <a:pt x="233" y="326"/>
                  </a:cubicBezTo>
                  <a:cubicBezTo>
                    <a:pt x="310" y="326"/>
                    <a:pt x="388" y="280"/>
                    <a:pt x="419" y="187"/>
                  </a:cubicBezTo>
                  <a:cubicBezTo>
                    <a:pt x="465" y="63"/>
                    <a:pt x="349" y="1"/>
                    <a:pt x="2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4" name="Google Shape;13324;p87"/>
            <p:cNvSpPr/>
            <p:nvPr/>
          </p:nvSpPr>
          <p:spPr>
            <a:xfrm>
              <a:off x="3504875" y="4225475"/>
              <a:ext cx="10100" cy="10875"/>
            </a:xfrm>
            <a:custGeom>
              <a:rect b="b" l="l" r="r" t="t"/>
              <a:pathLst>
                <a:path extrusionOk="0" h="435" w="404">
                  <a:moveTo>
                    <a:pt x="186" y="1"/>
                  </a:moveTo>
                  <a:cubicBezTo>
                    <a:pt x="93" y="1"/>
                    <a:pt x="0" y="94"/>
                    <a:pt x="0" y="218"/>
                  </a:cubicBezTo>
                  <a:cubicBezTo>
                    <a:pt x="0" y="342"/>
                    <a:pt x="93" y="435"/>
                    <a:pt x="186" y="435"/>
                  </a:cubicBezTo>
                  <a:cubicBezTo>
                    <a:pt x="310" y="435"/>
                    <a:pt x="403" y="342"/>
                    <a:pt x="403" y="218"/>
                  </a:cubicBezTo>
                  <a:cubicBezTo>
                    <a:pt x="403" y="94"/>
                    <a:pt x="310"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5" name="Google Shape;13325;p87"/>
            <p:cNvSpPr/>
            <p:nvPr/>
          </p:nvSpPr>
          <p:spPr>
            <a:xfrm>
              <a:off x="3196225" y="4204550"/>
              <a:ext cx="349000" cy="279975"/>
            </a:xfrm>
            <a:custGeom>
              <a:rect b="b" l="l" r="r" t="t"/>
              <a:pathLst>
                <a:path extrusionOk="0" h="11199" w="13960">
                  <a:moveTo>
                    <a:pt x="13184" y="434"/>
                  </a:moveTo>
                  <a:cubicBezTo>
                    <a:pt x="13370" y="434"/>
                    <a:pt x="13525" y="590"/>
                    <a:pt x="13525" y="776"/>
                  </a:cubicBezTo>
                  <a:lnTo>
                    <a:pt x="13525" y="1675"/>
                  </a:lnTo>
                  <a:lnTo>
                    <a:pt x="404" y="1675"/>
                  </a:lnTo>
                  <a:lnTo>
                    <a:pt x="404" y="776"/>
                  </a:lnTo>
                  <a:cubicBezTo>
                    <a:pt x="404" y="590"/>
                    <a:pt x="559" y="434"/>
                    <a:pt x="745" y="434"/>
                  </a:cubicBezTo>
                  <a:close/>
                  <a:moveTo>
                    <a:pt x="13184" y="0"/>
                  </a:moveTo>
                  <a:lnTo>
                    <a:pt x="13184" y="31"/>
                  </a:lnTo>
                  <a:lnTo>
                    <a:pt x="776" y="31"/>
                  </a:lnTo>
                  <a:cubicBezTo>
                    <a:pt x="342" y="31"/>
                    <a:pt x="0" y="372"/>
                    <a:pt x="0" y="807"/>
                  </a:cubicBezTo>
                  <a:lnTo>
                    <a:pt x="0" y="10795"/>
                  </a:lnTo>
                  <a:cubicBezTo>
                    <a:pt x="0" y="11012"/>
                    <a:pt x="156" y="11198"/>
                    <a:pt x="404" y="11198"/>
                  </a:cubicBezTo>
                  <a:lnTo>
                    <a:pt x="6297" y="11198"/>
                  </a:lnTo>
                  <a:cubicBezTo>
                    <a:pt x="6577" y="11198"/>
                    <a:pt x="6577" y="10795"/>
                    <a:pt x="6297" y="10795"/>
                  </a:cubicBezTo>
                  <a:lnTo>
                    <a:pt x="404" y="10795"/>
                  </a:lnTo>
                  <a:lnTo>
                    <a:pt x="404" y="2109"/>
                  </a:lnTo>
                  <a:lnTo>
                    <a:pt x="13556" y="2109"/>
                  </a:lnTo>
                  <a:lnTo>
                    <a:pt x="13556" y="10795"/>
                  </a:lnTo>
                  <a:lnTo>
                    <a:pt x="7135" y="10795"/>
                  </a:lnTo>
                  <a:cubicBezTo>
                    <a:pt x="6856" y="10795"/>
                    <a:pt x="6856" y="11198"/>
                    <a:pt x="7135" y="11198"/>
                  </a:cubicBezTo>
                  <a:lnTo>
                    <a:pt x="13556" y="11198"/>
                  </a:lnTo>
                  <a:cubicBezTo>
                    <a:pt x="13773" y="11198"/>
                    <a:pt x="13959" y="11012"/>
                    <a:pt x="13959" y="10795"/>
                  </a:cubicBezTo>
                  <a:lnTo>
                    <a:pt x="13959" y="776"/>
                  </a:lnTo>
                  <a:cubicBezTo>
                    <a:pt x="13959" y="341"/>
                    <a:pt x="13618" y="0"/>
                    <a:pt x="13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6" name="Google Shape;13326;p87"/>
            <p:cNvSpPr/>
            <p:nvPr/>
          </p:nvSpPr>
          <p:spPr>
            <a:xfrm>
              <a:off x="3223375" y="4273550"/>
              <a:ext cx="290825" cy="181500"/>
            </a:xfrm>
            <a:custGeom>
              <a:rect b="b" l="l" r="r" t="t"/>
              <a:pathLst>
                <a:path extrusionOk="0" h="7260" w="11633">
                  <a:moveTo>
                    <a:pt x="8934" y="6236"/>
                  </a:moveTo>
                  <a:lnTo>
                    <a:pt x="8934" y="6856"/>
                  </a:lnTo>
                  <a:lnTo>
                    <a:pt x="6762" y="6856"/>
                  </a:lnTo>
                  <a:lnTo>
                    <a:pt x="6762" y="6236"/>
                  </a:lnTo>
                  <a:close/>
                  <a:moveTo>
                    <a:pt x="465" y="1"/>
                  </a:moveTo>
                  <a:cubicBezTo>
                    <a:pt x="217" y="1"/>
                    <a:pt x="0" y="218"/>
                    <a:pt x="0" y="466"/>
                  </a:cubicBezTo>
                  <a:lnTo>
                    <a:pt x="0" y="6794"/>
                  </a:lnTo>
                  <a:cubicBezTo>
                    <a:pt x="0" y="7042"/>
                    <a:pt x="217" y="7259"/>
                    <a:pt x="465" y="7259"/>
                  </a:cubicBezTo>
                  <a:lnTo>
                    <a:pt x="11198" y="7259"/>
                  </a:lnTo>
                  <a:cubicBezTo>
                    <a:pt x="11446" y="7259"/>
                    <a:pt x="11632" y="7042"/>
                    <a:pt x="11632" y="6794"/>
                  </a:cubicBezTo>
                  <a:lnTo>
                    <a:pt x="11632" y="466"/>
                  </a:lnTo>
                  <a:cubicBezTo>
                    <a:pt x="11632" y="218"/>
                    <a:pt x="11446" y="1"/>
                    <a:pt x="11198" y="1"/>
                  </a:cubicBezTo>
                  <a:lnTo>
                    <a:pt x="5056" y="1"/>
                  </a:lnTo>
                  <a:cubicBezTo>
                    <a:pt x="4777" y="1"/>
                    <a:pt x="4777" y="435"/>
                    <a:pt x="5056" y="435"/>
                  </a:cubicBezTo>
                  <a:lnTo>
                    <a:pt x="11198" y="435"/>
                  </a:lnTo>
                  <a:cubicBezTo>
                    <a:pt x="11198" y="426"/>
                    <a:pt x="11201" y="422"/>
                    <a:pt x="11205" y="422"/>
                  </a:cubicBezTo>
                  <a:cubicBezTo>
                    <a:pt x="11214" y="422"/>
                    <a:pt x="11229" y="444"/>
                    <a:pt x="11229" y="466"/>
                  </a:cubicBezTo>
                  <a:lnTo>
                    <a:pt x="11229" y="6794"/>
                  </a:lnTo>
                  <a:cubicBezTo>
                    <a:pt x="11229" y="6825"/>
                    <a:pt x="11198" y="6856"/>
                    <a:pt x="11198" y="6856"/>
                  </a:cubicBezTo>
                  <a:lnTo>
                    <a:pt x="9337" y="6856"/>
                  </a:lnTo>
                  <a:lnTo>
                    <a:pt x="9337" y="6205"/>
                  </a:lnTo>
                  <a:cubicBezTo>
                    <a:pt x="9337" y="5988"/>
                    <a:pt x="9182" y="5832"/>
                    <a:pt x="8996" y="5832"/>
                  </a:cubicBezTo>
                  <a:lnTo>
                    <a:pt x="6700" y="5832"/>
                  </a:lnTo>
                  <a:cubicBezTo>
                    <a:pt x="6514" y="5832"/>
                    <a:pt x="6359" y="5988"/>
                    <a:pt x="6359" y="6205"/>
                  </a:cubicBezTo>
                  <a:lnTo>
                    <a:pt x="6359" y="6856"/>
                  </a:lnTo>
                  <a:lnTo>
                    <a:pt x="465" y="6856"/>
                  </a:lnTo>
                  <a:cubicBezTo>
                    <a:pt x="434" y="6856"/>
                    <a:pt x="434" y="6825"/>
                    <a:pt x="434" y="6794"/>
                  </a:cubicBezTo>
                  <a:lnTo>
                    <a:pt x="434" y="466"/>
                  </a:lnTo>
                  <a:cubicBezTo>
                    <a:pt x="412" y="444"/>
                    <a:pt x="422" y="422"/>
                    <a:pt x="440" y="422"/>
                  </a:cubicBezTo>
                  <a:cubicBezTo>
                    <a:pt x="447" y="422"/>
                    <a:pt x="456" y="426"/>
                    <a:pt x="465" y="435"/>
                  </a:cubicBezTo>
                  <a:lnTo>
                    <a:pt x="4219" y="435"/>
                  </a:lnTo>
                  <a:cubicBezTo>
                    <a:pt x="4498" y="435"/>
                    <a:pt x="4498" y="1"/>
                    <a:pt x="42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7" name="Google Shape;13327;p87"/>
            <p:cNvSpPr/>
            <p:nvPr/>
          </p:nvSpPr>
          <p:spPr>
            <a:xfrm>
              <a:off x="3278425" y="4332500"/>
              <a:ext cx="104725" cy="63600"/>
            </a:xfrm>
            <a:custGeom>
              <a:rect b="b" l="l" r="r" t="t"/>
              <a:pathLst>
                <a:path extrusionOk="0" h="2544" w="4189">
                  <a:moveTo>
                    <a:pt x="1831" y="0"/>
                  </a:moveTo>
                  <a:cubicBezTo>
                    <a:pt x="1707" y="0"/>
                    <a:pt x="1582" y="93"/>
                    <a:pt x="1551" y="217"/>
                  </a:cubicBezTo>
                  <a:lnTo>
                    <a:pt x="1117" y="1923"/>
                  </a:lnTo>
                  <a:lnTo>
                    <a:pt x="807" y="1334"/>
                  </a:lnTo>
                  <a:cubicBezTo>
                    <a:pt x="776" y="1272"/>
                    <a:pt x="714" y="1210"/>
                    <a:pt x="621" y="1179"/>
                  </a:cubicBezTo>
                  <a:cubicBezTo>
                    <a:pt x="559" y="1179"/>
                    <a:pt x="466" y="1179"/>
                    <a:pt x="404" y="1210"/>
                  </a:cubicBezTo>
                  <a:lnTo>
                    <a:pt x="125" y="1396"/>
                  </a:lnTo>
                  <a:cubicBezTo>
                    <a:pt x="31" y="1458"/>
                    <a:pt x="0" y="1582"/>
                    <a:pt x="63" y="1675"/>
                  </a:cubicBezTo>
                  <a:cubicBezTo>
                    <a:pt x="83" y="1735"/>
                    <a:pt x="154" y="1770"/>
                    <a:pt x="228" y="1770"/>
                  </a:cubicBezTo>
                  <a:cubicBezTo>
                    <a:pt x="268" y="1770"/>
                    <a:pt x="309" y="1759"/>
                    <a:pt x="342" y="1737"/>
                  </a:cubicBezTo>
                  <a:lnTo>
                    <a:pt x="497" y="1644"/>
                  </a:lnTo>
                  <a:lnTo>
                    <a:pt x="900" y="2389"/>
                  </a:lnTo>
                  <a:cubicBezTo>
                    <a:pt x="962" y="2482"/>
                    <a:pt x="1055" y="2544"/>
                    <a:pt x="1148" y="2544"/>
                  </a:cubicBezTo>
                  <a:lnTo>
                    <a:pt x="1210" y="2544"/>
                  </a:lnTo>
                  <a:cubicBezTo>
                    <a:pt x="1334" y="2513"/>
                    <a:pt x="1427" y="2451"/>
                    <a:pt x="1458" y="2327"/>
                  </a:cubicBezTo>
                  <a:lnTo>
                    <a:pt x="1924" y="404"/>
                  </a:lnTo>
                  <a:lnTo>
                    <a:pt x="3971" y="404"/>
                  </a:lnTo>
                  <a:cubicBezTo>
                    <a:pt x="4095" y="404"/>
                    <a:pt x="4188" y="310"/>
                    <a:pt x="4188" y="217"/>
                  </a:cubicBezTo>
                  <a:cubicBezTo>
                    <a:pt x="4188" y="93"/>
                    <a:pt x="4095" y="0"/>
                    <a:pt x="4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8" name="Google Shape;13328;p87"/>
            <p:cNvSpPr/>
            <p:nvPr/>
          </p:nvSpPr>
          <p:spPr>
            <a:xfrm>
              <a:off x="3383900" y="4357300"/>
              <a:ext cx="30250" cy="10125"/>
            </a:xfrm>
            <a:custGeom>
              <a:rect b="b" l="l" r="r" t="t"/>
              <a:pathLst>
                <a:path extrusionOk="0" h="405" w="1210">
                  <a:moveTo>
                    <a:pt x="279" y="1"/>
                  </a:moveTo>
                  <a:cubicBezTo>
                    <a:pt x="0" y="1"/>
                    <a:pt x="0" y="404"/>
                    <a:pt x="279" y="404"/>
                  </a:cubicBezTo>
                  <a:lnTo>
                    <a:pt x="962" y="404"/>
                  </a:lnTo>
                  <a:cubicBezTo>
                    <a:pt x="1210" y="404"/>
                    <a:pt x="1210" y="1"/>
                    <a:pt x="9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9" name="Google Shape;13329;p87"/>
            <p:cNvSpPr/>
            <p:nvPr/>
          </p:nvSpPr>
          <p:spPr>
            <a:xfrm>
              <a:off x="3384850" y="4374325"/>
              <a:ext cx="28525" cy="10200"/>
            </a:xfrm>
            <a:custGeom>
              <a:rect b="b" l="l" r="r" t="t"/>
              <a:pathLst>
                <a:path extrusionOk="0" h="408" w="1141">
                  <a:moveTo>
                    <a:pt x="218" y="1"/>
                  </a:moveTo>
                  <a:cubicBezTo>
                    <a:pt x="1" y="1"/>
                    <a:pt x="1" y="407"/>
                    <a:pt x="218" y="407"/>
                  </a:cubicBezTo>
                  <a:cubicBezTo>
                    <a:pt x="226" y="407"/>
                    <a:pt x="233" y="407"/>
                    <a:pt x="241" y="406"/>
                  </a:cubicBezTo>
                  <a:lnTo>
                    <a:pt x="924" y="406"/>
                  </a:lnTo>
                  <a:cubicBezTo>
                    <a:pt x="1141" y="375"/>
                    <a:pt x="1141" y="33"/>
                    <a:pt x="924" y="2"/>
                  </a:cubicBezTo>
                  <a:lnTo>
                    <a:pt x="241" y="2"/>
                  </a:lnTo>
                  <a:cubicBezTo>
                    <a:pt x="233" y="1"/>
                    <a:pt x="226" y="1"/>
                    <a:pt x="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0" name="Google Shape;13330;p87"/>
            <p:cNvSpPr/>
            <p:nvPr/>
          </p:nvSpPr>
          <p:spPr>
            <a:xfrm>
              <a:off x="3332425" y="4357125"/>
              <a:ext cx="35200" cy="32000"/>
            </a:xfrm>
            <a:custGeom>
              <a:rect b="b" l="l" r="r" t="t"/>
              <a:pathLst>
                <a:path extrusionOk="0" h="1280" w="1408">
                  <a:moveTo>
                    <a:pt x="1187" y="0"/>
                  </a:moveTo>
                  <a:cubicBezTo>
                    <a:pt x="1136" y="0"/>
                    <a:pt x="1082" y="23"/>
                    <a:pt x="1035" y="70"/>
                  </a:cubicBezTo>
                  <a:lnTo>
                    <a:pt x="756" y="349"/>
                  </a:lnTo>
                  <a:lnTo>
                    <a:pt x="446" y="70"/>
                  </a:lnTo>
                  <a:cubicBezTo>
                    <a:pt x="403" y="27"/>
                    <a:pt x="353" y="9"/>
                    <a:pt x="304" y="9"/>
                  </a:cubicBezTo>
                  <a:cubicBezTo>
                    <a:pt x="144" y="9"/>
                    <a:pt x="0" y="206"/>
                    <a:pt x="167" y="349"/>
                  </a:cubicBezTo>
                  <a:lnTo>
                    <a:pt x="446" y="659"/>
                  </a:lnTo>
                  <a:lnTo>
                    <a:pt x="167" y="938"/>
                  </a:lnTo>
                  <a:cubicBezTo>
                    <a:pt x="74" y="1032"/>
                    <a:pt x="74" y="1156"/>
                    <a:pt x="167" y="1249"/>
                  </a:cubicBezTo>
                  <a:cubicBezTo>
                    <a:pt x="198" y="1280"/>
                    <a:pt x="260" y="1280"/>
                    <a:pt x="291" y="1280"/>
                  </a:cubicBezTo>
                  <a:cubicBezTo>
                    <a:pt x="353" y="1280"/>
                    <a:pt x="415" y="1280"/>
                    <a:pt x="446" y="1249"/>
                  </a:cubicBezTo>
                  <a:lnTo>
                    <a:pt x="756" y="938"/>
                  </a:lnTo>
                  <a:lnTo>
                    <a:pt x="1035" y="1249"/>
                  </a:lnTo>
                  <a:cubicBezTo>
                    <a:pt x="1066" y="1280"/>
                    <a:pt x="1129" y="1280"/>
                    <a:pt x="1191" y="1280"/>
                  </a:cubicBezTo>
                  <a:cubicBezTo>
                    <a:pt x="1222" y="1280"/>
                    <a:pt x="1284" y="1280"/>
                    <a:pt x="1315" y="1249"/>
                  </a:cubicBezTo>
                  <a:cubicBezTo>
                    <a:pt x="1408" y="1156"/>
                    <a:pt x="1408" y="1032"/>
                    <a:pt x="1315" y="938"/>
                  </a:cubicBezTo>
                  <a:lnTo>
                    <a:pt x="1035" y="659"/>
                  </a:lnTo>
                  <a:lnTo>
                    <a:pt x="1315" y="349"/>
                  </a:lnTo>
                  <a:cubicBezTo>
                    <a:pt x="1408" y="256"/>
                    <a:pt x="1408" y="132"/>
                    <a:pt x="1315" y="70"/>
                  </a:cubicBezTo>
                  <a:cubicBezTo>
                    <a:pt x="1284" y="23"/>
                    <a:pt x="1237" y="0"/>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1" name="Google Shape;13331;p87"/>
            <p:cNvSpPr/>
            <p:nvPr/>
          </p:nvSpPr>
          <p:spPr>
            <a:xfrm>
              <a:off x="3426550" y="4357125"/>
              <a:ext cx="34600" cy="32400"/>
            </a:xfrm>
            <a:custGeom>
              <a:rect b="b" l="l" r="r" t="t"/>
              <a:pathLst>
                <a:path extrusionOk="0" h="1296" w="1384">
                  <a:moveTo>
                    <a:pt x="217" y="0"/>
                  </a:moveTo>
                  <a:cubicBezTo>
                    <a:pt x="163" y="0"/>
                    <a:pt x="109" y="23"/>
                    <a:pt x="62" y="70"/>
                  </a:cubicBezTo>
                  <a:cubicBezTo>
                    <a:pt x="0" y="132"/>
                    <a:pt x="0" y="256"/>
                    <a:pt x="62" y="349"/>
                  </a:cubicBezTo>
                  <a:lnTo>
                    <a:pt x="372" y="659"/>
                  </a:lnTo>
                  <a:lnTo>
                    <a:pt x="62" y="938"/>
                  </a:lnTo>
                  <a:cubicBezTo>
                    <a:pt x="0" y="1032"/>
                    <a:pt x="0" y="1156"/>
                    <a:pt x="62" y="1249"/>
                  </a:cubicBezTo>
                  <a:cubicBezTo>
                    <a:pt x="124" y="1280"/>
                    <a:pt x="155" y="1280"/>
                    <a:pt x="217" y="1280"/>
                  </a:cubicBezTo>
                  <a:cubicBezTo>
                    <a:pt x="279" y="1280"/>
                    <a:pt x="310" y="1280"/>
                    <a:pt x="372" y="1249"/>
                  </a:cubicBezTo>
                  <a:lnTo>
                    <a:pt x="652" y="938"/>
                  </a:lnTo>
                  <a:lnTo>
                    <a:pt x="962" y="1249"/>
                  </a:lnTo>
                  <a:cubicBezTo>
                    <a:pt x="993" y="1280"/>
                    <a:pt x="1039" y="1295"/>
                    <a:pt x="1090" y="1295"/>
                  </a:cubicBezTo>
                  <a:cubicBezTo>
                    <a:pt x="1140" y="1295"/>
                    <a:pt x="1194" y="1280"/>
                    <a:pt x="1241" y="1249"/>
                  </a:cubicBezTo>
                  <a:cubicBezTo>
                    <a:pt x="1334" y="1156"/>
                    <a:pt x="1334" y="1032"/>
                    <a:pt x="1241" y="938"/>
                  </a:cubicBezTo>
                  <a:lnTo>
                    <a:pt x="962" y="659"/>
                  </a:lnTo>
                  <a:lnTo>
                    <a:pt x="1241" y="349"/>
                  </a:lnTo>
                  <a:cubicBezTo>
                    <a:pt x="1384" y="206"/>
                    <a:pt x="1253" y="9"/>
                    <a:pt x="1100" y="9"/>
                  </a:cubicBezTo>
                  <a:cubicBezTo>
                    <a:pt x="1053" y="9"/>
                    <a:pt x="1005" y="27"/>
                    <a:pt x="962" y="70"/>
                  </a:cubicBezTo>
                  <a:lnTo>
                    <a:pt x="652" y="349"/>
                  </a:lnTo>
                  <a:lnTo>
                    <a:pt x="372" y="70"/>
                  </a:lnTo>
                  <a:cubicBezTo>
                    <a:pt x="326" y="23"/>
                    <a:pt x="272"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32" name="Google Shape;13332;p87"/>
          <p:cNvGrpSpPr/>
          <p:nvPr/>
        </p:nvGrpSpPr>
        <p:grpSpPr>
          <a:xfrm>
            <a:off x="4725464" y="4007800"/>
            <a:ext cx="349000" cy="284775"/>
            <a:chOff x="2443225" y="4202075"/>
            <a:chExt cx="349000" cy="284775"/>
          </a:xfrm>
        </p:grpSpPr>
        <p:sp>
          <p:nvSpPr>
            <p:cNvPr id="13333" name="Google Shape;13333;p87"/>
            <p:cNvSpPr/>
            <p:nvPr/>
          </p:nvSpPr>
          <p:spPr>
            <a:xfrm>
              <a:off x="2443225" y="4202075"/>
              <a:ext cx="349000" cy="284775"/>
            </a:xfrm>
            <a:custGeom>
              <a:rect b="b" l="l" r="r" t="t"/>
              <a:pathLst>
                <a:path extrusionOk="0" h="11391" w="13960">
                  <a:moveTo>
                    <a:pt x="8283" y="9436"/>
                  </a:moveTo>
                  <a:lnTo>
                    <a:pt x="8500" y="10987"/>
                  </a:lnTo>
                  <a:lnTo>
                    <a:pt x="5491" y="10987"/>
                  </a:lnTo>
                  <a:lnTo>
                    <a:pt x="5708" y="9436"/>
                  </a:lnTo>
                  <a:close/>
                  <a:moveTo>
                    <a:pt x="3873" y="1"/>
                  </a:moveTo>
                  <a:cubicBezTo>
                    <a:pt x="3699" y="1"/>
                    <a:pt x="3704" y="411"/>
                    <a:pt x="3890" y="411"/>
                  </a:cubicBezTo>
                  <a:cubicBezTo>
                    <a:pt x="3896" y="411"/>
                    <a:pt x="3903" y="410"/>
                    <a:pt x="3909" y="409"/>
                  </a:cubicBezTo>
                  <a:lnTo>
                    <a:pt x="13215" y="409"/>
                  </a:lnTo>
                  <a:cubicBezTo>
                    <a:pt x="13401" y="409"/>
                    <a:pt x="13556" y="533"/>
                    <a:pt x="13556" y="751"/>
                  </a:cubicBezTo>
                  <a:lnTo>
                    <a:pt x="13556" y="7544"/>
                  </a:lnTo>
                  <a:lnTo>
                    <a:pt x="10454" y="7544"/>
                  </a:lnTo>
                  <a:cubicBezTo>
                    <a:pt x="10441" y="7540"/>
                    <a:pt x="10429" y="7539"/>
                    <a:pt x="10417" y="7539"/>
                  </a:cubicBezTo>
                  <a:cubicBezTo>
                    <a:pt x="10224" y="7539"/>
                    <a:pt x="10219" y="7957"/>
                    <a:pt x="10401" y="7957"/>
                  </a:cubicBezTo>
                  <a:cubicBezTo>
                    <a:pt x="10417" y="7957"/>
                    <a:pt x="10435" y="7954"/>
                    <a:pt x="10454" y="7947"/>
                  </a:cubicBezTo>
                  <a:lnTo>
                    <a:pt x="13556" y="7947"/>
                  </a:lnTo>
                  <a:lnTo>
                    <a:pt x="13556" y="8660"/>
                  </a:lnTo>
                  <a:cubicBezTo>
                    <a:pt x="13556" y="8847"/>
                    <a:pt x="13401" y="9002"/>
                    <a:pt x="13215" y="9002"/>
                  </a:cubicBezTo>
                  <a:lnTo>
                    <a:pt x="776" y="9002"/>
                  </a:lnTo>
                  <a:cubicBezTo>
                    <a:pt x="590" y="9002"/>
                    <a:pt x="435" y="8847"/>
                    <a:pt x="435" y="8660"/>
                  </a:cubicBezTo>
                  <a:lnTo>
                    <a:pt x="435" y="7947"/>
                  </a:lnTo>
                  <a:lnTo>
                    <a:pt x="9679" y="7947"/>
                  </a:lnTo>
                  <a:cubicBezTo>
                    <a:pt x="9695" y="7954"/>
                    <a:pt x="9711" y="7957"/>
                    <a:pt x="9725" y="7957"/>
                  </a:cubicBezTo>
                  <a:cubicBezTo>
                    <a:pt x="9885" y="7957"/>
                    <a:pt x="9880" y="7539"/>
                    <a:pt x="9711" y="7539"/>
                  </a:cubicBezTo>
                  <a:cubicBezTo>
                    <a:pt x="9701" y="7539"/>
                    <a:pt x="9690" y="7540"/>
                    <a:pt x="9679" y="7544"/>
                  </a:cubicBezTo>
                  <a:lnTo>
                    <a:pt x="435" y="7544"/>
                  </a:lnTo>
                  <a:lnTo>
                    <a:pt x="435" y="751"/>
                  </a:lnTo>
                  <a:cubicBezTo>
                    <a:pt x="435" y="564"/>
                    <a:pt x="559" y="409"/>
                    <a:pt x="776" y="409"/>
                  </a:cubicBezTo>
                  <a:lnTo>
                    <a:pt x="3103" y="409"/>
                  </a:lnTo>
                  <a:cubicBezTo>
                    <a:pt x="3110" y="410"/>
                    <a:pt x="3116" y="411"/>
                    <a:pt x="3123" y="411"/>
                  </a:cubicBezTo>
                  <a:cubicBezTo>
                    <a:pt x="3313" y="411"/>
                    <a:pt x="3313" y="5"/>
                    <a:pt x="3123" y="5"/>
                  </a:cubicBezTo>
                  <a:cubicBezTo>
                    <a:pt x="3116" y="5"/>
                    <a:pt x="3110" y="5"/>
                    <a:pt x="3103" y="6"/>
                  </a:cubicBezTo>
                  <a:lnTo>
                    <a:pt x="776" y="6"/>
                  </a:lnTo>
                  <a:cubicBezTo>
                    <a:pt x="342" y="6"/>
                    <a:pt x="1" y="316"/>
                    <a:pt x="1" y="751"/>
                  </a:cubicBezTo>
                  <a:lnTo>
                    <a:pt x="1" y="8691"/>
                  </a:lnTo>
                  <a:cubicBezTo>
                    <a:pt x="1" y="9095"/>
                    <a:pt x="342" y="9436"/>
                    <a:pt x="776" y="9436"/>
                  </a:cubicBezTo>
                  <a:lnTo>
                    <a:pt x="5305" y="9436"/>
                  </a:lnTo>
                  <a:lnTo>
                    <a:pt x="5088" y="10987"/>
                  </a:lnTo>
                  <a:lnTo>
                    <a:pt x="4405" y="10987"/>
                  </a:lnTo>
                  <a:cubicBezTo>
                    <a:pt x="4126" y="10987"/>
                    <a:pt x="4126" y="11390"/>
                    <a:pt x="4405" y="11390"/>
                  </a:cubicBezTo>
                  <a:lnTo>
                    <a:pt x="9586" y="11390"/>
                  </a:lnTo>
                  <a:cubicBezTo>
                    <a:pt x="9834" y="11390"/>
                    <a:pt x="9834" y="10987"/>
                    <a:pt x="9586" y="10987"/>
                  </a:cubicBezTo>
                  <a:lnTo>
                    <a:pt x="8903" y="10987"/>
                  </a:lnTo>
                  <a:lnTo>
                    <a:pt x="8686" y="9436"/>
                  </a:lnTo>
                  <a:lnTo>
                    <a:pt x="13215" y="9436"/>
                  </a:lnTo>
                  <a:cubicBezTo>
                    <a:pt x="13618" y="9436"/>
                    <a:pt x="13959" y="9095"/>
                    <a:pt x="13959" y="8691"/>
                  </a:cubicBezTo>
                  <a:lnTo>
                    <a:pt x="13959" y="751"/>
                  </a:lnTo>
                  <a:cubicBezTo>
                    <a:pt x="13959" y="335"/>
                    <a:pt x="13646" y="4"/>
                    <a:pt x="13266" y="4"/>
                  </a:cubicBezTo>
                  <a:cubicBezTo>
                    <a:pt x="13249" y="4"/>
                    <a:pt x="13232" y="5"/>
                    <a:pt x="13215" y="6"/>
                  </a:cubicBezTo>
                  <a:lnTo>
                    <a:pt x="3909" y="6"/>
                  </a:lnTo>
                  <a:cubicBezTo>
                    <a:pt x="3896" y="2"/>
                    <a:pt x="3884" y="1"/>
                    <a:pt x="38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4" name="Google Shape;13334;p87"/>
            <p:cNvSpPr/>
            <p:nvPr/>
          </p:nvSpPr>
          <p:spPr>
            <a:xfrm>
              <a:off x="2617725" y="4232450"/>
              <a:ext cx="10875" cy="139625"/>
            </a:xfrm>
            <a:custGeom>
              <a:rect b="b" l="l" r="r" t="t"/>
              <a:pathLst>
                <a:path extrusionOk="0" h="5585" w="435">
                  <a:moveTo>
                    <a:pt x="217" y="1"/>
                  </a:moveTo>
                  <a:cubicBezTo>
                    <a:pt x="93" y="1"/>
                    <a:pt x="0" y="94"/>
                    <a:pt x="0" y="187"/>
                  </a:cubicBezTo>
                  <a:lnTo>
                    <a:pt x="0" y="5367"/>
                  </a:lnTo>
                  <a:cubicBezTo>
                    <a:pt x="0" y="5491"/>
                    <a:pt x="93" y="5584"/>
                    <a:pt x="217" y="5584"/>
                  </a:cubicBezTo>
                  <a:cubicBezTo>
                    <a:pt x="341" y="5584"/>
                    <a:pt x="434" y="5491"/>
                    <a:pt x="434" y="5367"/>
                  </a:cubicBezTo>
                  <a:lnTo>
                    <a:pt x="434" y="187"/>
                  </a:lnTo>
                  <a:cubicBezTo>
                    <a:pt x="434" y="94"/>
                    <a:pt x="34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5" name="Google Shape;13335;p87"/>
            <p:cNvSpPr/>
            <p:nvPr/>
          </p:nvSpPr>
          <p:spPr>
            <a:xfrm>
              <a:off x="2477350" y="4239450"/>
              <a:ext cx="125650" cy="125650"/>
            </a:xfrm>
            <a:custGeom>
              <a:rect b="b" l="l" r="r" t="t"/>
              <a:pathLst>
                <a:path extrusionOk="0" h="5026" w="5026">
                  <a:moveTo>
                    <a:pt x="2513" y="3777"/>
                  </a:moveTo>
                  <a:cubicBezTo>
                    <a:pt x="3017" y="3777"/>
                    <a:pt x="3521" y="4048"/>
                    <a:pt x="3754" y="4591"/>
                  </a:cubicBezTo>
                  <a:lnTo>
                    <a:pt x="1272" y="4591"/>
                  </a:lnTo>
                  <a:cubicBezTo>
                    <a:pt x="1505" y="4048"/>
                    <a:pt x="2009" y="3777"/>
                    <a:pt x="2513" y="3777"/>
                  </a:cubicBezTo>
                  <a:close/>
                  <a:moveTo>
                    <a:pt x="4622" y="403"/>
                  </a:moveTo>
                  <a:lnTo>
                    <a:pt x="4622" y="4591"/>
                  </a:lnTo>
                  <a:lnTo>
                    <a:pt x="4188" y="4591"/>
                  </a:lnTo>
                  <a:cubicBezTo>
                    <a:pt x="4095" y="4281"/>
                    <a:pt x="3878" y="4001"/>
                    <a:pt x="3630" y="3784"/>
                  </a:cubicBezTo>
                  <a:cubicBezTo>
                    <a:pt x="3304" y="3505"/>
                    <a:pt x="2909" y="3366"/>
                    <a:pt x="2513" y="3366"/>
                  </a:cubicBezTo>
                  <a:cubicBezTo>
                    <a:pt x="2118" y="3366"/>
                    <a:pt x="1722" y="3505"/>
                    <a:pt x="1396" y="3784"/>
                  </a:cubicBezTo>
                  <a:cubicBezTo>
                    <a:pt x="1117" y="4001"/>
                    <a:pt x="931" y="4281"/>
                    <a:pt x="807" y="4591"/>
                  </a:cubicBezTo>
                  <a:lnTo>
                    <a:pt x="404" y="4591"/>
                  </a:lnTo>
                  <a:lnTo>
                    <a:pt x="404" y="403"/>
                  </a:lnTo>
                  <a:close/>
                  <a:moveTo>
                    <a:pt x="404" y="0"/>
                  </a:moveTo>
                  <a:cubicBezTo>
                    <a:pt x="187" y="0"/>
                    <a:pt x="1" y="155"/>
                    <a:pt x="1" y="372"/>
                  </a:cubicBezTo>
                  <a:lnTo>
                    <a:pt x="1" y="4622"/>
                  </a:lnTo>
                  <a:cubicBezTo>
                    <a:pt x="1" y="4839"/>
                    <a:pt x="187" y="5025"/>
                    <a:pt x="404" y="5025"/>
                  </a:cubicBezTo>
                  <a:lnTo>
                    <a:pt x="4622" y="5025"/>
                  </a:lnTo>
                  <a:cubicBezTo>
                    <a:pt x="4840" y="5025"/>
                    <a:pt x="5026" y="4839"/>
                    <a:pt x="5026" y="4622"/>
                  </a:cubicBezTo>
                  <a:lnTo>
                    <a:pt x="5026" y="372"/>
                  </a:lnTo>
                  <a:cubicBezTo>
                    <a:pt x="5026" y="155"/>
                    <a:pt x="4840" y="0"/>
                    <a:pt x="46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6" name="Google Shape;13336;p87"/>
            <p:cNvSpPr/>
            <p:nvPr/>
          </p:nvSpPr>
          <p:spPr>
            <a:xfrm>
              <a:off x="2516125" y="4258825"/>
              <a:ext cx="46550" cy="56625"/>
            </a:xfrm>
            <a:custGeom>
              <a:rect b="b" l="l" r="r" t="t"/>
              <a:pathLst>
                <a:path extrusionOk="0" h="2265" w="1862">
                  <a:moveTo>
                    <a:pt x="962" y="435"/>
                  </a:moveTo>
                  <a:cubicBezTo>
                    <a:pt x="1210" y="435"/>
                    <a:pt x="1427" y="745"/>
                    <a:pt x="1427" y="1148"/>
                  </a:cubicBezTo>
                  <a:cubicBezTo>
                    <a:pt x="1427" y="1520"/>
                    <a:pt x="1210" y="1862"/>
                    <a:pt x="962" y="1862"/>
                  </a:cubicBezTo>
                  <a:cubicBezTo>
                    <a:pt x="683" y="1862"/>
                    <a:pt x="466" y="1520"/>
                    <a:pt x="466" y="1148"/>
                  </a:cubicBezTo>
                  <a:cubicBezTo>
                    <a:pt x="466" y="745"/>
                    <a:pt x="683" y="435"/>
                    <a:pt x="962" y="435"/>
                  </a:cubicBezTo>
                  <a:close/>
                  <a:moveTo>
                    <a:pt x="962" y="0"/>
                  </a:moveTo>
                  <a:cubicBezTo>
                    <a:pt x="404" y="94"/>
                    <a:pt x="0" y="590"/>
                    <a:pt x="63" y="1148"/>
                  </a:cubicBezTo>
                  <a:cubicBezTo>
                    <a:pt x="63" y="1769"/>
                    <a:pt x="466" y="2265"/>
                    <a:pt x="962" y="2265"/>
                  </a:cubicBezTo>
                  <a:cubicBezTo>
                    <a:pt x="1458" y="2265"/>
                    <a:pt x="1862" y="1769"/>
                    <a:pt x="1862" y="1148"/>
                  </a:cubicBezTo>
                  <a:cubicBezTo>
                    <a:pt x="1862" y="528"/>
                    <a:pt x="1458" y="0"/>
                    <a:pt x="9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7" name="Google Shape;13337;p87"/>
            <p:cNvSpPr/>
            <p:nvPr/>
          </p:nvSpPr>
          <p:spPr>
            <a:xfrm>
              <a:off x="2651050" y="4236225"/>
              <a:ext cx="108600" cy="31925"/>
            </a:xfrm>
            <a:custGeom>
              <a:rect b="b" l="l" r="r" t="t"/>
              <a:pathLst>
                <a:path extrusionOk="0" h="1277" w="4344">
                  <a:moveTo>
                    <a:pt x="3940" y="408"/>
                  </a:moveTo>
                  <a:lnTo>
                    <a:pt x="3940" y="842"/>
                  </a:lnTo>
                  <a:lnTo>
                    <a:pt x="404" y="842"/>
                  </a:lnTo>
                  <a:lnTo>
                    <a:pt x="404" y="408"/>
                  </a:lnTo>
                  <a:close/>
                  <a:moveTo>
                    <a:pt x="295" y="1"/>
                  </a:moveTo>
                  <a:cubicBezTo>
                    <a:pt x="130" y="1"/>
                    <a:pt x="1" y="148"/>
                    <a:pt x="1" y="346"/>
                  </a:cubicBezTo>
                  <a:lnTo>
                    <a:pt x="1" y="935"/>
                  </a:lnTo>
                  <a:cubicBezTo>
                    <a:pt x="1" y="1122"/>
                    <a:pt x="156" y="1277"/>
                    <a:pt x="342" y="1277"/>
                  </a:cubicBezTo>
                  <a:lnTo>
                    <a:pt x="4002" y="1277"/>
                  </a:lnTo>
                  <a:cubicBezTo>
                    <a:pt x="4188" y="1246"/>
                    <a:pt x="4344" y="1122"/>
                    <a:pt x="4344" y="935"/>
                  </a:cubicBezTo>
                  <a:lnTo>
                    <a:pt x="4344" y="346"/>
                  </a:lnTo>
                  <a:cubicBezTo>
                    <a:pt x="4344" y="129"/>
                    <a:pt x="4188" y="5"/>
                    <a:pt x="4002" y="5"/>
                  </a:cubicBezTo>
                  <a:lnTo>
                    <a:pt x="342" y="5"/>
                  </a:lnTo>
                  <a:cubicBezTo>
                    <a:pt x="326" y="2"/>
                    <a:pt x="310" y="1"/>
                    <a:pt x="2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8" name="Google Shape;13338;p87"/>
            <p:cNvSpPr/>
            <p:nvPr/>
          </p:nvSpPr>
          <p:spPr>
            <a:xfrm>
              <a:off x="2651050" y="4285200"/>
              <a:ext cx="108600" cy="31800"/>
            </a:xfrm>
            <a:custGeom>
              <a:rect b="b" l="l" r="r" t="t"/>
              <a:pathLst>
                <a:path extrusionOk="0" h="1272" w="4344">
                  <a:moveTo>
                    <a:pt x="3940" y="403"/>
                  </a:moveTo>
                  <a:lnTo>
                    <a:pt x="3940" y="869"/>
                  </a:lnTo>
                  <a:lnTo>
                    <a:pt x="404" y="869"/>
                  </a:lnTo>
                  <a:lnTo>
                    <a:pt x="404" y="403"/>
                  </a:lnTo>
                  <a:close/>
                  <a:moveTo>
                    <a:pt x="342" y="0"/>
                  </a:moveTo>
                  <a:cubicBezTo>
                    <a:pt x="156" y="0"/>
                    <a:pt x="1" y="155"/>
                    <a:pt x="1" y="341"/>
                  </a:cubicBezTo>
                  <a:lnTo>
                    <a:pt x="1" y="931"/>
                  </a:lnTo>
                  <a:cubicBezTo>
                    <a:pt x="1" y="1117"/>
                    <a:pt x="156" y="1272"/>
                    <a:pt x="342" y="1272"/>
                  </a:cubicBezTo>
                  <a:lnTo>
                    <a:pt x="4002" y="1272"/>
                  </a:lnTo>
                  <a:cubicBezTo>
                    <a:pt x="4188" y="1272"/>
                    <a:pt x="4344" y="1117"/>
                    <a:pt x="4344" y="931"/>
                  </a:cubicBezTo>
                  <a:lnTo>
                    <a:pt x="4344" y="341"/>
                  </a:lnTo>
                  <a:cubicBezTo>
                    <a:pt x="4344" y="155"/>
                    <a:pt x="4188" y="0"/>
                    <a:pt x="4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9" name="Google Shape;13339;p87"/>
            <p:cNvSpPr/>
            <p:nvPr/>
          </p:nvSpPr>
          <p:spPr>
            <a:xfrm>
              <a:off x="2651050" y="4334050"/>
              <a:ext cx="108600" cy="31825"/>
            </a:xfrm>
            <a:custGeom>
              <a:rect b="b" l="l" r="r" t="t"/>
              <a:pathLst>
                <a:path extrusionOk="0" h="1273" w="4344">
                  <a:moveTo>
                    <a:pt x="3940" y="404"/>
                  </a:moveTo>
                  <a:lnTo>
                    <a:pt x="3940" y="838"/>
                  </a:lnTo>
                  <a:lnTo>
                    <a:pt x="404" y="838"/>
                  </a:lnTo>
                  <a:lnTo>
                    <a:pt x="404" y="404"/>
                  </a:lnTo>
                  <a:close/>
                  <a:moveTo>
                    <a:pt x="342" y="0"/>
                  </a:moveTo>
                  <a:cubicBezTo>
                    <a:pt x="156" y="0"/>
                    <a:pt x="1" y="124"/>
                    <a:pt x="1" y="342"/>
                  </a:cubicBezTo>
                  <a:lnTo>
                    <a:pt x="1" y="931"/>
                  </a:lnTo>
                  <a:cubicBezTo>
                    <a:pt x="1" y="1117"/>
                    <a:pt x="156" y="1272"/>
                    <a:pt x="342" y="1272"/>
                  </a:cubicBezTo>
                  <a:lnTo>
                    <a:pt x="4002" y="1272"/>
                  </a:lnTo>
                  <a:cubicBezTo>
                    <a:pt x="4188" y="1272"/>
                    <a:pt x="4344" y="1117"/>
                    <a:pt x="4344" y="931"/>
                  </a:cubicBezTo>
                  <a:lnTo>
                    <a:pt x="4344" y="342"/>
                  </a:lnTo>
                  <a:cubicBezTo>
                    <a:pt x="4344" y="155"/>
                    <a:pt x="4188" y="0"/>
                    <a:pt x="4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40" name="Google Shape;13340;p87"/>
          <p:cNvGrpSpPr/>
          <p:nvPr/>
        </p:nvGrpSpPr>
        <p:grpSpPr>
          <a:xfrm>
            <a:off x="5508379" y="3996625"/>
            <a:ext cx="349000" cy="307125"/>
            <a:chOff x="1681700" y="4191350"/>
            <a:chExt cx="349000" cy="307125"/>
          </a:xfrm>
        </p:grpSpPr>
        <p:sp>
          <p:nvSpPr>
            <p:cNvPr id="13341" name="Google Shape;13341;p87"/>
            <p:cNvSpPr/>
            <p:nvPr/>
          </p:nvSpPr>
          <p:spPr>
            <a:xfrm>
              <a:off x="1849750" y="4215400"/>
              <a:ext cx="11125" cy="7550"/>
            </a:xfrm>
            <a:custGeom>
              <a:rect b="b" l="l" r="r" t="t"/>
              <a:pathLst>
                <a:path extrusionOk="0" h="302" w="445">
                  <a:moveTo>
                    <a:pt x="258" y="0"/>
                  </a:moveTo>
                  <a:cubicBezTo>
                    <a:pt x="0" y="0"/>
                    <a:pt x="238" y="301"/>
                    <a:pt x="370" y="301"/>
                  </a:cubicBezTo>
                  <a:cubicBezTo>
                    <a:pt x="413" y="301"/>
                    <a:pt x="444" y="270"/>
                    <a:pt x="444" y="187"/>
                  </a:cubicBezTo>
                  <a:cubicBezTo>
                    <a:pt x="444" y="62"/>
                    <a:pt x="351" y="0"/>
                    <a:pt x="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2" name="Google Shape;13342;p87"/>
            <p:cNvSpPr/>
            <p:nvPr/>
          </p:nvSpPr>
          <p:spPr>
            <a:xfrm>
              <a:off x="1681700" y="4191350"/>
              <a:ext cx="349000" cy="307125"/>
            </a:xfrm>
            <a:custGeom>
              <a:rect b="b" l="l" r="r" t="t"/>
              <a:pathLst>
                <a:path extrusionOk="0" h="12285" w="13960">
                  <a:moveTo>
                    <a:pt x="6980" y="404"/>
                  </a:moveTo>
                  <a:cubicBezTo>
                    <a:pt x="7662" y="404"/>
                    <a:pt x="8004" y="1211"/>
                    <a:pt x="7507" y="1707"/>
                  </a:cubicBezTo>
                  <a:cubicBezTo>
                    <a:pt x="7355" y="1870"/>
                    <a:pt x="7162" y="1942"/>
                    <a:pt x="6972" y="1942"/>
                  </a:cubicBezTo>
                  <a:cubicBezTo>
                    <a:pt x="6583" y="1942"/>
                    <a:pt x="6205" y="1638"/>
                    <a:pt x="6205" y="1180"/>
                  </a:cubicBezTo>
                  <a:cubicBezTo>
                    <a:pt x="6205" y="745"/>
                    <a:pt x="6546" y="404"/>
                    <a:pt x="6980" y="404"/>
                  </a:cubicBezTo>
                  <a:close/>
                  <a:moveTo>
                    <a:pt x="7662" y="2110"/>
                  </a:moveTo>
                  <a:lnTo>
                    <a:pt x="7756" y="2606"/>
                  </a:lnTo>
                  <a:lnTo>
                    <a:pt x="6205" y="2606"/>
                  </a:lnTo>
                  <a:lnTo>
                    <a:pt x="6298" y="2110"/>
                  </a:lnTo>
                  <a:cubicBezTo>
                    <a:pt x="6499" y="2250"/>
                    <a:pt x="6740" y="2319"/>
                    <a:pt x="6980" y="2319"/>
                  </a:cubicBezTo>
                  <a:cubicBezTo>
                    <a:pt x="7220" y="2319"/>
                    <a:pt x="7461" y="2250"/>
                    <a:pt x="7662" y="2110"/>
                  </a:cubicBezTo>
                  <a:close/>
                  <a:moveTo>
                    <a:pt x="12284" y="8686"/>
                  </a:moveTo>
                  <a:lnTo>
                    <a:pt x="12284" y="9120"/>
                  </a:lnTo>
                  <a:cubicBezTo>
                    <a:pt x="12284" y="9307"/>
                    <a:pt x="12129" y="9462"/>
                    <a:pt x="11943" y="9462"/>
                  </a:cubicBezTo>
                  <a:lnTo>
                    <a:pt x="2048" y="9462"/>
                  </a:lnTo>
                  <a:cubicBezTo>
                    <a:pt x="1831" y="9462"/>
                    <a:pt x="1707" y="9307"/>
                    <a:pt x="1707" y="9120"/>
                  </a:cubicBezTo>
                  <a:lnTo>
                    <a:pt x="1707" y="8686"/>
                  </a:lnTo>
                  <a:close/>
                  <a:moveTo>
                    <a:pt x="8004" y="9865"/>
                  </a:moveTo>
                  <a:lnTo>
                    <a:pt x="8159" y="11075"/>
                  </a:lnTo>
                  <a:lnTo>
                    <a:pt x="5801" y="11075"/>
                  </a:lnTo>
                  <a:lnTo>
                    <a:pt x="5956" y="9865"/>
                  </a:lnTo>
                  <a:close/>
                  <a:moveTo>
                    <a:pt x="6980" y="1"/>
                  </a:moveTo>
                  <a:cubicBezTo>
                    <a:pt x="6111" y="1"/>
                    <a:pt x="5553" y="962"/>
                    <a:pt x="5956" y="1738"/>
                  </a:cubicBezTo>
                  <a:lnTo>
                    <a:pt x="5770" y="2606"/>
                  </a:lnTo>
                  <a:lnTo>
                    <a:pt x="4778" y="2606"/>
                  </a:lnTo>
                  <a:cubicBezTo>
                    <a:pt x="4530" y="2606"/>
                    <a:pt x="4530" y="3010"/>
                    <a:pt x="4778" y="3010"/>
                  </a:cubicBezTo>
                  <a:lnTo>
                    <a:pt x="11912" y="3010"/>
                  </a:lnTo>
                  <a:cubicBezTo>
                    <a:pt x="12098" y="3010"/>
                    <a:pt x="12253" y="3165"/>
                    <a:pt x="12253" y="3351"/>
                  </a:cubicBezTo>
                  <a:lnTo>
                    <a:pt x="12253" y="8283"/>
                  </a:lnTo>
                  <a:lnTo>
                    <a:pt x="1707" y="8283"/>
                  </a:lnTo>
                  <a:lnTo>
                    <a:pt x="1707" y="3351"/>
                  </a:lnTo>
                  <a:cubicBezTo>
                    <a:pt x="1707" y="3165"/>
                    <a:pt x="1831" y="3010"/>
                    <a:pt x="2048" y="3010"/>
                  </a:cubicBezTo>
                  <a:lnTo>
                    <a:pt x="3971" y="3010"/>
                  </a:lnTo>
                  <a:cubicBezTo>
                    <a:pt x="4250" y="3010"/>
                    <a:pt x="4250" y="2606"/>
                    <a:pt x="3971" y="2606"/>
                  </a:cubicBezTo>
                  <a:lnTo>
                    <a:pt x="2048" y="2606"/>
                  </a:lnTo>
                  <a:cubicBezTo>
                    <a:pt x="1614" y="2606"/>
                    <a:pt x="1272" y="2917"/>
                    <a:pt x="1272" y="3351"/>
                  </a:cubicBezTo>
                  <a:lnTo>
                    <a:pt x="1272" y="9120"/>
                  </a:lnTo>
                  <a:cubicBezTo>
                    <a:pt x="1272" y="9524"/>
                    <a:pt x="1614" y="9865"/>
                    <a:pt x="2048" y="9865"/>
                  </a:cubicBezTo>
                  <a:lnTo>
                    <a:pt x="5553" y="9865"/>
                  </a:lnTo>
                  <a:lnTo>
                    <a:pt x="5367" y="11075"/>
                  </a:lnTo>
                  <a:lnTo>
                    <a:pt x="342" y="11075"/>
                  </a:lnTo>
                  <a:cubicBezTo>
                    <a:pt x="156" y="11075"/>
                    <a:pt x="1" y="11230"/>
                    <a:pt x="1" y="11416"/>
                  </a:cubicBezTo>
                  <a:lnTo>
                    <a:pt x="1" y="11943"/>
                  </a:lnTo>
                  <a:cubicBezTo>
                    <a:pt x="1" y="12129"/>
                    <a:pt x="156" y="12284"/>
                    <a:pt x="342" y="12284"/>
                  </a:cubicBezTo>
                  <a:lnTo>
                    <a:pt x="10454" y="12284"/>
                  </a:lnTo>
                  <a:cubicBezTo>
                    <a:pt x="10578" y="12284"/>
                    <a:pt x="10671" y="12191"/>
                    <a:pt x="10671" y="12067"/>
                  </a:cubicBezTo>
                  <a:cubicBezTo>
                    <a:pt x="10671" y="11974"/>
                    <a:pt x="10578" y="11881"/>
                    <a:pt x="10454" y="11881"/>
                  </a:cubicBezTo>
                  <a:lnTo>
                    <a:pt x="373" y="11881"/>
                  </a:lnTo>
                  <a:lnTo>
                    <a:pt x="373" y="11478"/>
                  </a:lnTo>
                  <a:lnTo>
                    <a:pt x="13525" y="11478"/>
                  </a:lnTo>
                  <a:lnTo>
                    <a:pt x="13525" y="11881"/>
                  </a:lnTo>
                  <a:lnTo>
                    <a:pt x="11261" y="11881"/>
                  </a:lnTo>
                  <a:cubicBezTo>
                    <a:pt x="11168" y="11881"/>
                    <a:pt x="11075" y="11974"/>
                    <a:pt x="11075" y="12067"/>
                  </a:cubicBezTo>
                  <a:cubicBezTo>
                    <a:pt x="11075" y="12191"/>
                    <a:pt x="11168" y="12284"/>
                    <a:pt x="11261" y="12284"/>
                  </a:cubicBezTo>
                  <a:lnTo>
                    <a:pt x="13587" y="12284"/>
                  </a:lnTo>
                  <a:cubicBezTo>
                    <a:pt x="13804" y="12284"/>
                    <a:pt x="13959" y="12129"/>
                    <a:pt x="13959" y="11943"/>
                  </a:cubicBezTo>
                  <a:lnTo>
                    <a:pt x="13959" y="11416"/>
                  </a:lnTo>
                  <a:cubicBezTo>
                    <a:pt x="13959" y="11230"/>
                    <a:pt x="13804" y="11075"/>
                    <a:pt x="13587" y="11075"/>
                  </a:cubicBezTo>
                  <a:lnTo>
                    <a:pt x="8562" y="11075"/>
                  </a:lnTo>
                  <a:lnTo>
                    <a:pt x="8407" y="9865"/>
                  </a:lnTo>
                  <a:lnTo>
                    <a:pt x="11912" y="9865"/>
                  </a:lnTo>
                  <a:cubicBezTo>
                    <a:pt x="12315" y="9865"/>
                    <a:pt x="12657" y="9524"/>
                    <a:pt x="12657" y="9120"/>
                  </a:cubicBezTo>
                  <a:lnTo>
                    <a:pt x="12657" y="3351"/>
                  </a:lnTo>
                  <a:cubicBezTo>
                    <a:pt x="12657" y="2917"/>
                    <a:pt x="12315" y="2606"/>
                    <a:pt x="11912" y="2606"/>
                  </a:cubicBezTo>
                  <a:lnTo>
                    <a:pt x="8190" y="2606"/>
                  </a:lnTo>
                  <a:lnTo>
                    <a:pt x="8004" y="1738"/>
                  </a:lnTo>
                  <a:cubicBezTo>
                    <a:pt x="8407" y="962"/>
                    <a:pt x="7849" y="1"/>
                    <a:pt x="69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3" name="Google Shape;13343;p87"/>
            <p:cNvSpPr/>
            <p:nvPr/>
          </p:nvSpPr>
          <p:spPr>
            <a:xfrm>
              <a:off x="1742200" y="4282875"/>
              <a:ext cx="100050" cy="100050"/>
            </a:xfrm>
            <a:custGeom>
              <a:rect b="b" l="l" r="r" t="t"/>
              <a:pathLst>
                <a:path extrusionOk="0" h="4002" w="4002">
                  <a:moveTo>
                    <a:pt x="2234" y="3133"/>
                  </a:moveTo>
                  <a:cubicBezTo>
                    <a:pt x="2482" y="3133"/>
                    <a:pt x="2730" y="3319"/>
                    <a:pt x="2761" y="3598"/>
                  </a:cubicBezTo>
                  <a:lnTo>
                    <a:pt x="1241" y="3598"/>
                  </a:lnTo>
                  <a:cubicBezTo>
                    <a:pt x="1272" y="3319"/>
                    <a:pt x="1489" y="3133"/>
                    <a:pt x="1768" y="3133"/>
                  </a:cubicBezTo>
                  <a:close/>
                  <a:moveTo>
                    <a:pt x="3567" y="434"/>
                  </a:moveTo>
                  <a:lnTo>
                    <a:pt x="3567" y="3598"/>
                  </a:lnTo>
                  <a:lnTo>
                    <a:pt x="3164" y="3598"/>
                  </a:lnTo>
                  <a:cubicBezTo>
                    <a:pt x="3134" y="3120"/>
                    <a:pt x="2759" y="2728"/>
                    <a:pt x="2287" y="2728"/>
                  </a:cubicBezTo>
                  <a:cubicBezTo>
                    <a:pt x="2269" y="2728"/>
                    <a:pt x="2252" y="2729"/>
                    <a:pt x="2234" y="2730"/>
                  </a:cubicBezTo>
                  <a:lnTo>
                    <a:pt x="1768" y="2730"/>
                  </a:lnTo>
                  <a:cubicBezTo>
                    <a:pt x="1272" y="2730"/>
                    <a:pt x="869" y="3102"/>
                    <a:pt x="838" y="3598"/>
                  </a:cubicBezTo>
                  <a:lnTo>
                    <a:pt x="403" y="3598"/>
                  </a:lnTo>
                  <a:lnTo>
                    <a:pt x="403" y="434"/>
                  </a:lnTo>
                  <a:close/>
                  <a:moveTo>
                    <a:pt x="403" y="0"/>
                  </a:moveTo>
                  <a:cubicBezTo>
                    <a:pt x="186" y="0"/>
                    <a:pt x="0" y="186"/>
                    <a:pt x="0" y="403"/>
                  </a:cubicBezTo>
                  <a:lnTo>
                    <a:pt x="0" y="3598"/>
                  </a:lnTo>
                  <a:cubicBezTo>
                    <a:pt x="0" y="3815"/>
                    <a:pt x="186" y="4002"/>
                    <a:pt x="403" y="4002"/>
                  </a:cubicBezTo>
                  <a:lnTo>
                    <a:pt x="3598" y="4002"/>
                  </a:lnTo>
                  <a:cubicBezTo>
                    <a:pt x="3816" y="4002"/>
                    <a:pt x="4002" y="3815"/>
                    <a:pt x="4002" y="3598"/>
                  </a:cubicBezTo>
                  <a:lnTo>
                    <a:pt x="4002" y="403"/>
                  </a:lnTo>
                  <a:cubicBezTo>
                    <a:pt x="4002" y="186"/>
                    <a:pt x="3816" y="0"/>
                    <a:pt x="3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4" name="Google Shape;13344;p87"/>
            <p:cNvSpPr/>
            <p:nvPr/>
          </p:nvSpPr>
          <p:spPr>
            <a:xfrm>
              <a:off x="1774775" y="4301775"/>
              <a:ext cx="48650" cy="40500"/>
            </a:xfrm>
            <a:custGeom>
              <a:rect b="b" l="l" r="r" t="t"/>
              <a:pathLst>
                <a:path extrusionOk="0" h="1620" w="1946">
                  <a:moveTo>
                    <a:pt x="682" y="423"/>
                  </a:moveTo>
                  <a:cubicBezTo>
                    <a:pt x="807" y="423"/>
                    <a:pt x="931" y="578"/>
                    <a:pt x="931" y="826"/>
                  </a:cubicBezTo>
                  <a:cubicBezTo>
                    <a:pt x="931" y="1043"/>
                    <a:pt x="807" y="1198"/>
                    <a:pt x="682" y="1198"/>
                  </a:cubicBezTo>
                  <a:cubicBezTo>
                    <a:pt x="589" y="1198"/>
                    <a:pt x="465" y="1043"/>
                    <a:pt x="465" y="826"/>
                  </a:cubicBezTo>
                  <a:cubicBezTo>
                    <a:pt x="465" y="578"/>
                    <a:pt x="589" y="423"/>
                    <a:pt x="682" y="423"/>
                  </a:cubicBezTo>
                  <a:close/>
                  <a:moveTo>
                    <a:pt x="875" y="1"/>
                  </a:moveTo>
                  <a:cubicBezTo>
                    <a:pt x="455" y="1"/>
                    <a:pt x="42" y="321"/>
                    <a:pt x="62" y="826"/>
                  </a:cubicBezTo>
                  <a:cubicBezTo>
                    <a:pt x="0" y="1198"/>
                    <a:pt x="279" y="1571"/>
                    <a:pt x="682" y="1602"/>
                  </a:cubicBezTo>
                  <a:cubicBezTo>
                    <a:pt x="742" y="1614"/>
                    <a:pt x="800" y="1620"/>
                    <a:pt x="857" y="1620"/>
                  </a:cubicBezTo>
                  <a:cubicBezTo>
                    <a:pt x="1509" y="1620"/>
                    <a:pt x="1946" y="841"/>
                    <a:pt x="1489" y="299"/>
                  </a:cubicBezTo>
                  <a:cubicBezTo>
                    <a:pt x="1326" y="93"/>
                    <a:pt x="1100" y="1"/>
                    <a:pt x="8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5" name="Google Shape;13345;p87"/>
            <p:cNvSpPr/>
            <p:nvPr/>
          </p:nvSpPr>
          <p:spPr>
            <a:xfrm>
              <a:off x="1869375" y="4282875"/>
              <a:ext cx="100050" cy="100050"/>
            </a:xfrm>
            <a:custGeom>
              <a:rect b="b" l="l" r="r" t="t"/>
              <a:pathLst>
                <a:path extrusionOk="0" h="4002" w="4002">
                  <a:moveTo>
                    <a:pt x="2234" y="3133"/>
                  </a:moveTo>
                  <a:cubicBezTo>
                    <a:pt x="2482" y="3133"/>
                    <a:pt x="2730" y="3350"/>
                    <a:pt x="2761" y="3598"/>
                  </a:cubicBezTo>
                  <a:lnTo>
                    <a:pt x="1241" y="3598"/>
                  </a:lnTo>
                  <a:cubicBezTo>
                    <a:pt x="1272" y="3350"/>
                    <a:pt x="1489" y="3133"/>
                    <a:pt x="1768" y="3133"/>
                  </a:cubicBezTo>
                  <a:close/>
                  <a:moveTo>
                    <a:pt x="3568" y="434"/>
                  </a:moveTo>
                  <a:lnTo>
                    <a:pt x="3568" y="3598"/>
                  </a:lnTo>
                  <a:lnTo>
                    <a:pt x="3164" y="3598"/>
                  </a:lnTo>
                  <a:cubicBezTo>
                    <a:pt x="3133" y="3133"/>
                    <a:pt x="2730" y="2730"/>
                    <a:pt x="2234" y="2730"/>
                  </a:cubicBezTo>
                  <a:lnTo>
                    <a:pt x="1768" y="2730"/>
                  </a:lnTo>
                  <a:cubicBezTo>
                    <a:pt x="1272" y="2730"/>
                    <a:pt x="869" y="3133"/>
                    <a:pt x="838" y="3598"/>
                  </a:cubicBezTo>
                  <a:lnTo>
                    <a:pt x="404" y="3598"/>
                  </a:lnTo>
                  <a:lnTo>
                    <a:pt x="404" y="434"/>
                  </a:lnTo>
                  <a:close/>
                  <a:moveTo>
                    <a:pt x="404" y="0"/>
                  </a:moveTo>
                  <a:cubicBezTo>
                    <a:pt x="186" y="0"/>
                    <a:pt x="0" y="186"/>
                    <a:pt x="0" y="403"/>
                  </a:cubicBezTo>
                  <a:lnTo>
                    <a:pt x="0" y="3598"/>
                  </a:lnTo>
                  <a:cubicBezTo>
                    <a:pt x="0" y="3815"/>
                    <a:pt x="186" y="4002"/>
                    <a:pt x="404" y="4002"/>
                  </a:cubicBezTo>
                  <a:lnTo>
                    <a:pt x="3599" y="4002"/>
                  </a:lnTo>
                  <a:cubicBezTo>
                    <a:pt x="3816" y="4002"/>
                    <a:pt x="4002" y="3815"/>
                    <a:pt x="4002" y="3598"/>
                  </a:cubicBezTo>
                  <a:lnTo>
                    <a:pt x="4002" y="403"/>
                  </a:lnTo>
                  <a:cubicBezTo>
                    <a:pt x="4002" y="186"/>
                    <a:pt x="3816" y="0"/>
                    <a:pt x="35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6" name="Google Shape;13346;p87"/>
            <p:cNvSpPr/>
            <p:nvPr/>
          </p:nvSpPr>
          <p:spPr>
            <a:xfrm>
              <a:off x="1901950" y="4301775"/>
              <a:ext cx="47950" cy="40500"/>
            </a:xfrm>
            <a:custGeom>
              <a:rect b="b" l="l" r="r" t="t"/>
              <a:pathLst>
                <a:path extrusionOk="0" h="1620" w="1918">
                  <a:moveTo>
                    <a:pt x="683" y="423"/>
                  </a:moveTo>
                  <a:cubicBezTo>
                    <a:pt x="807" y="423"/>
                    <a:pt x="931" y="578"/>
                    <a:pt x="931" y="826"/>
                  </a:cubicBezTo>
                  <a:cubicBezTo>
                    <a:pt x="931" y="1043"/>
                    <a:pt x="807" y="1198"/>
                    <a:pt x="683" y="1198"/>
                  </a:cubicBezTo>
                  <a:cubicBezTo>
                    <a:pt x="590" y="1198"/>
                    <a:pt x="465" y="1043"/>
                    <a:pt x="465" y="826"/>
                  </a:cubicBezTo>
                  <a:cubicBezTo>
                    <a:pt x="465" y="578"/>
                    <a:pt x="590" y="423"/>
                    <a:pt x="683" y="423"/>
                  </a:cubicBezTo>
                  <a:close/>
                  <a:moveTo>
                    <a:pt x="860" y="1"/>
                  </a:moveTo>
                  <a:cubicBezTo>
                    <a:pt x="438" y="1"/>
                    <a:pt x="31" y="321"/>
                    <a:pt x="31" y="826"/>
                  </a:cubicBezTo>
                  <a:cubicBezTo>
                    <a:pt x="0" y="1198"/>
                    <a:pt x="279" y="1571"/>
                    <a:pt x="683" y="1602"/>
                  </a:cubicBezTo>
                  <a:cubicBezTo>
                    <a:pt x="742" y="1614"/>
                    <a:pt x="800" y="1620"/>
                    <a:pt x="856" y="1620"/>
                  </a:cubicBezTo>
                  <a:cubicBezTo>
                    <a:pt x="1505" y="1620"/>
                    <a:pt x="1917" y="841"/>
                    <a:pt x="1489" y="299"/>
                  </a:cubicBezTo>
                  <a:cubicBezTo>
                    <a:pt x="1316" y="93"/>
                    <a:pt x="1086" y="1"/>
                    <a:pt x="8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47" name="Google Shape;13347;p87"/>
          <p:cNvGrpSpPr/>
          <p:nvPr/>
        </p:nvGrpSpPr>
        <p:grpSpPr>
          <a:xfrm>
            <a:off x="6275158" y="4016012"/>
            <a:ext cx="348975" cy="268350"/>
            <a:chOff x="7719625" y="1964175"/>
            <a:chExt cx="348975" cy="268350"/>
          </a:xfrm>
        </p:grpSpPr>
        <p:sp>
          <p:nvSpPr>
            <p:cNvPr id="13348" name="Google Shape;13348;p87"/>
            <p:cNvSpPr/>
            <p:nvPr/>
          </p:nvSpPr>
          <p:spPr>
            <a:xfrm>
              <a:off x="7985600" y="1985325"/>
              <a:ext cx="10900" cy="10500"/>
            </a:xfrm>
            <a:custGeom>
              <a:rect b="b" l="l" r="r" t="t"/>
              <a:pathLst>
                <a:path extrusionOk="0" h="420" w="436">
                  <a:moveTo>
                    <a:pt x="218" y="0"/>
                  </a:moveTo>
                  <a:cubicBezTo>
                    <a:pt x="109" y="0"/>
                    <a:pt x="1" y="70"/>
                    <a:pt x="1" y="210"/>
                  </a:cubicBezTo>
                  <a:cubicBezTo>
                    <a:pt x="1" y="349"/>
                    <a:pt x="109" y="419"/>
                    <a:pt x="218" y="419"/>
                  </a:cubicBezTo>
                  <a:cubicBezTo>
                    <a:pt x="326" y="419"/>
                    <a:pt x="435" y="349"/>
                    <a:pt x="435" y="210"/>
                  </a:cubicBezTo>
                  <a:cubicBezTo>
                    <a:pt x="435" y="70"/>
                    <a:pt x="326" y="0"/>
                    <a:pt x="2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9" name="Google Shape;13349;p87"/>
            <p:cNvSpPr/>
            <p:nvPr/>
          </p:nvSpPr>
          <p:spPr>
            <a:xfrm>
              <a:off x="8007325" y="1985125"/>
              <a:ext cx="10100" cy="10100"/>
            </a:xfrm>
            <a:custGeom>
              <a:rect b="b" l="l" r="r" t="t"/>
              <a:pathLst>
                <a:path extrusionOk="0" h="404" w="404">
                  <a:moveTo>
                    <a:pt x="186" y="1"/>
                  </a:moveTo>
                  <a:cubicBezTo>
                    <a:pt x="93" y="1"/>
                    <a:pt x="0" y="94"/>
                    <a:pt x="0" y="218"/>
                  </a:cubicBezTo>
                  <a:cubicBezTo>
                    <a:pt x="0" y="311"/>
                    <a:pt x="93" y="404"/>
                    <a:pt x="186" y="404"/>
                  </a:cubicBezTo>
                  <a:cubicBezTo>
                    <a:pt x="311" y="404"/>
                    <a:pt x="404" y="311"/>
                    <a:pt x="404" y="218"/>
                  </a:cubicBezTo>
                  <a:cubicBezTo>
                    <a:pt x="404" y="94"/>
                    <a:pt x="311"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0" name="Google Shape;13350;p87"/>
            <p:cNvSpPr/>
            <p:nvPr/>
          </p:nvSpPr>
          <p:spPr>
            <a:xfrm>
              <a:off x="8028250" y="1985125"/>
              <a:ext cx="10125" cy="10100"/>
            </a:xfrm>
            <a:custGeom>
              <a:rect b="b" l="l" r="r" t="t"/>
              <a:pathLst>
                <a:path extrusionOk="0" h="404" w="405">
                  <a:moveTo>
                    <a:pt x="218" y="1"/>
                  </a:moveTo>
                  <a:cubicBezTo>
                    <a:pt x="94" y="1"/>
                    <a:pt x="1" y="94"/>
                    <a:pt x="1" y="218"/>
                  </a:cubicBezTo>
                  <a:cubicBezTo>
                    <a:pt x="1" y="311"/>
                    <a:pt x="94" y="404"/>
                    <a:pt x="218" y="404"/>
                  </a:cubicBezTo>
                  <a:cubicBezTo>
                    <a:pt x="311" y="404"/>
                    <a:pt x="404" y="311"/>
                    <a:pt x="404" y="218"/>
                  </a:cubicBezTo>
                  <a:cubicBezTo>
                    <a:pt x="404" y="94"/>
                    <a:pt x="311" y="1"/>
                    <a:pt x="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1" name="Google Shape;13351;p87"/>
            <p:cNvSpPr/>
            <p:nvPr/>
          </p:nvSpPr>
          <p:spPr>
            <a:xfrm>
              <a:off x="7757375" y="2039400"/>
              <a:ext cx="11900" cy="7550"/>
            </a:xfrm>
            <a:custGeom>
              <a:rect b="b" l="l" r="r" t="t"/>
              <a:pathLst>
                <a:path extrusionOk="0" h="302" w="476">
                  <a:moveTo>
                    <a:pt x="258" y="1"/>
                  </a:moveTo>
                  <a:cubicBezTo>
                    <a:pt x="0" y="1"/>
                    <a:pt x="256" y="302"/>
                    <a:pt x="397" y="302"/>
                  </a:cubicBezTo>
                  <a:cubicBezTo>
                    <a:pt x="442" y="302"/>
                    <a:pt x="475" y="270"/>
                    <a:pt x="475" y="187"/>
                  </a:cubicBezTo>
                  <a:cubicBezTo>
                    <a:pt x="475" y="94"/>
                    <a:pt x="382" y="1"/>
                    <a:pt x="2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87"/>
            <p:cNvSpPr/>
            <p:nvPr/>
          </p:nvSpPr>
          <p:spPr>
            <a:xfrm>
              <a:off x="7757375" y="2129375"/>
              <a:ext cx="11900" cy="7550"/>
            </a:xfrm>
            <a:custGeom>
              <a:rect b="b" l="l" r="r" t="t"/>
              <a:pathLst>
                <a:path extrusionOk="0" h="302" w="476">
                  <a:moveTo>
                    <a:pt x="258" y="0"/>
                  </a:moveTo>
                  <a:cubicBezTo>
                    <a:pt x="0" y="0"/>
                    <a:pt x="256" y="301"/>
                    <a:pt x="397" y="301"/>
                  </a:cubicBezTo>
                  <a:cubicBezTo>
                    <a:pt x="442" y="301"/>
                    <a:pt x="475" y="270"/>
                    <a:pt x="475" y="186"/>
                  </a:cubicBezTo>
                  <a:cubicBezTo>
                    <a:pt x="475" y="93"/>
                    <a:pt x="382" y="0"/>
                    <a:pt x="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3" name="Google Shape;13353;p87"/>
            <p:cNvSpPr/>
            <p:nvPr/>
          </p:nvSpPr>
          <p:spPr>
            <a:xfrm>
              <a:off x="7719625" y="1964175"/>
              <a:ext cx="348975" cy="268350"/>
            </a:xfrm>
            <a:custGeom>
              <a:rect b="b" l="l" r="r" t="t"/>
              <a:pathLst>
                <a:path extrusionOk="0" h="10734" w="13959">
                  <a:moveTo>
                    <a:pt x="7662" y="2079"/>
                  </a:moveTo>
                  <a:lnTo>
                    <a:pt x="7631" y="10330"/>
                  </a:lnTo>
                  <a:lnTo>
                    <a:pt x="434" y="10330"/>
                  </a:lnTo>
                  <a:lnTo>
                    <a:pt x="434" y="2079"/>
                  </a:lnTo>
                  <a:close/>
                  <a:moveTo>
                    <a:pt x="434" y="1"/>
                  </a:moveTo>
                  <a:cubicBezTo>
                    <a:pt x="186" y="1"/>
                    <a:pt x="0" y="187"/>
                    <a:pt x="0" y="435"/>
                  </a:cubicBezTo>
                  <a:lnTo>
                    <a:pt x="0" y="10330"/>
                  </a:lnTo>
                  <a:cubicBezTo>
                    <a:pt x="0" y="10547"/>
                    <a:pt x="186" y="10734"/>
                    <a:pt x="434" y="10734"/>
                  </a:cubicBezTo>
                  <a:lnTo>
                    <a:pt x="11167" y="10734"/>
                  </a:lnTo>
                  <a:cubicBezTo>
                    <a:pt x="11415" y="10734"/>
                    <a:pt x="11415" y="10330"/>
                    <a:pt x="11167" y="10330"/>
                  </a:cubicBezTo>
                  <a:lnTo>
                    <a:pt x="8065" y="10330"/>
                  </a:lnTo>
                  <a:lnTo>
                    <a:pt x="8065" y="2079"/>
                  </a:lnTo>
                  <a:lnTo>
                    <a:pt x="13556" y="2079"/>
                  </a:lnTo>
                  <a:lnTo>
                    <a:pt x="13556" y="10299"/>
                  </a:lnTo>
                  <a:lnTo>
                    <a:pt x="11974" y="10299"/>
                  </a:lnTo>
                  <a:cubicBezTo>
                    <a:pt x="11694" y="10299"/>
                    <a:pt x="11694" y="10734"/>
                    <a:pt x="11974" y="10734"/>
                  </a:cubicBezTo>
                  <a:lnTo>
                    <a:pt x="13556" y="10734"/>
                  </a:lnTo>
                  <a:cubicBezTo>
                    <a:pt x="13773" y="10734"/>
                    <a:pt x="13959" y="10547"/>
                    <a:pt x="13959" y="10299"/>
                  </a:cubicBezTo>
                  <a:lnTo>
                    <a:pt x="13959" y="435"/>
                  </a:lnTo>
                  <a:cubicBezTo>
                    <a:pt x="13959" y="187"/>
                    <a:pt x="13773" y="1"/>
                    <a:pt x="13556" y="1"/>
                  </a:cubicBezTo>
                  <a:lnTo>
                    <a:pt x="3412" y="1"/>
                  </a:lnTo>
                  <a:cubicBezTo>
                    <a:pt x="3133" y="1"/>
                    <a:pt x="3133" y="435"/>
                    <a:pt x="3412" y="435"/>
                  </a:cubicBezTo>
                  <a:lnTo>
                    <a:pt x="13556" y="435"/>
                  </a:lnTo>
                  <a:lnTo>
                    <a:pt x="13556" y="1676"/>
                  </a:lnTo>
                  <a:lnTo>
                    <a:pt x="403" y="1676"/>
                  </a:lnTo>
                  <a:lnTo>
                    <a:pt x="403" y="435"/>
                  </a:lnTo>
                  <a:lnTo>
                    <a:pt x="2575" y="435"/>
                  </a:lnTo>
                  <a:cubicBezTo>
                    <a:pt x="2854" y="435"/>
                    <a:pt x="2854"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4" name="Google Shape;13354;p87"/>
            <p:cNvSpPr/>
            <p:nvPr/>
          </p:nvSpPr>
          <p:spPr>
            <a:xfrm>
              <a:off x="7756850" y="2061125"/>
              <a:ext cx="75225" cy="10100"/>
            </a:xfrm>
            <a:custGeom>
              <a:rect b="b" l="l" r="r" t="t"/>
              <a:pathLst>
                <a:path extrusionOk="0" h="404" w="3009">
                  <a:moveTo>
                    <a:pt x="279" y="0"/>
                  </a:moveTo>
                  <a:cubicBezTo>
                    <a:pt x="0" y="0"/>
                    <a:pt x="0" y="404"/>
                    <a:pt x="279" y="404"/>
                  </a:cubicBezTo>
                  <a:lnTo>
                    <a:pt x="2730" y="404"/>
                  </a:lnTo>
                  <a:cubicBezTo>
                    <a:pt x="3009" y="404"/>
                    <a:pt x="3009" y="0"/>
                    <a:pt x="2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5" name="Google Shape;13355;p87"/>
            <p:cNvSpPr/>
            <p:nvPr/>
          </p:nvSpPr>
          <p:spPr>
            <a:xfrm>
              <a:off x="7774675" y="2039400"/>
              <a:ext cx="110925" cy="10900"/>
            </a:xfrm>
            <a:custGeom>
              <a:rect b="b" l="l" r="r" t="t"/>
              <a:pathLst>
                <a:path extrusionOk="0" h="436" w="4437">
                  <a:moveTo>
                    <a:pt x="280" y="1"/>
                  </a:moveTo>
                  <a:cubicBezTo>
                    <a:pt x="1" y="1"/>
                    <a:pt x="1" y="404"/>
                    <a:pt x="280" y="435"/>
                  </a:cubicBezTo>
                  <a:lnTo>
                    <a:pt x="4157" y="435"/>
                  </a:lnTo>
                  <a:cubicBezTo>
                    <a:pt x="4436" y="435"/>
                    <a:pt x="4436" y="1"/>
                    <a:pt x="41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6" name="Google Shape;13356;p87"/>
            <p:cNvSpPr/>
            <p:nvPr/>
          </p:nvSpPr>
          <p:spPr>
            <a:xfrm>
              <a:off x="7758400" y="2079375"/>
              <a:ext cx="35675" cy="30625"/>
            </a:xfrm>
            <a:custGeom>
              <a:rect b="b" l="l" r="r" t="t"/>
              <a:pathLst>
                <a:path extrusionOk="0" h="1225" w="1427">
                  <a:moveTo>
                    <a:pt x="620" y="418"/>
                  </a:moveTo>
                  <a:cubicBezTo>
                    <a:pt x="745" y="418"/>
                    <a:pt x="838" y="511"/>
                    <a:pt x="838" y="604"/>
                  </a:cubicBezTo>
                  <a:cubicBezTo>
                    <a:pt x="838" y="728"/>
                    <a:pt x="745" y="821"/>
                    <a:pt x="620" y="821"/>
                  </a:cubicBezTo>
                  <a:cubicBezTo>
                    <a:pt x="496" y="821"/>
                    <a:pt x="403" y="728"/>
                    <a:pt x="434" y="604"/>
                  </a:cubicBezTo>
                  <a:cubicBezTo>
                    <a:pt x="434" y="511"/>
                    <a:pt x="527" y="418"/>
                    <a:pt x="620" y="418"/>
                  </a:cubicBezTo>
                  <a:close/>
                  <a:moveTo>
                    <a:pt x="630" y="0"/>
                  </a:moveTo>
                  <a:cubicBezTo>
                    <a:pt x="307" y="0"/>
                    <a:pt x="0" y="252"/>
                    <a:pt x="0" y="635"/>
                  </a:cubicBezTo>
                  <a:cubicBezTo>
                    <a:pt x="0" y="945"/>
                    <a:pt x="279" y="1225"/>
                    <a:pt x="620" y="1225"/>
                  </a:cubicBezTo>
                  <a:cubicBezTo>
                    <a:pt x="1179" y="1225"/>
                    <a:pt x="1427" y="573"/>
                    <a:pt x="1055" y="170"/>
                  </a:cubicBezTo>
                  <a:cubicBezTo>
                    <a:pt x="928" y="53"/>
                    <a:pt x="777" y="0"/>
                    <a:pt x="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7" name="Google Shape;13357;p87"/>
            <p:cNvSpPr/>
            <p:nvPr/>
          </p:nvSpPr>
          <p:spPr>
            <a:xfrm>
              <a:off x="7800275" y="2079375"/>
              <a:ext cx="36475" cy="30625"/>
            </a:xfrm>
            <a:custGeom>
              <a:rect b="b" l="l" r="r" t="t"/>
              <a:pathLst>
                <a:path extrusionOk="0" h="1225" w="1459">
                  <a:moveTo>
                    <a:pt x="838" y="418"/>
                  </a:moveTo>
                  <a:cubicBezTo>
                    <a:pt x="931" y="418"/>
                    <a:pt x="1024" y="511"/>
                    <a:pt x="1024" y="635"/>
                  </a:cubicBezTo>
                  <a:cubicBezTo>
                    <a:pt x="1024" y="728"/>
                    <a:pt x="931" y="821"/>
                    <a:pt x="838" y="821"/>
                  </a:cubicBezTo>
                  <a:cubicBezTo>
                    <a:pt x="714" y="821"/>
                    <a:pt x="621" y="728"/>
                    <a:pt x="621" y="635"/>
                  </a:cubicBezTo>
                  <a:cubicBezTo>
                    <a:pt x="621" y="511"/>
                    <a:pt x="714" y="418"/>
                    <a:pt x="838" y="418"/>
                  </a:cubicBezTo>
                  <a:close/>
                  <a:moveTo>
                    <a:pt x="815" y="0"/>
                  </a:moveTo>
                  <a:cubicBezTo>
                    <a:pt x="668" y="0"/>
                    <a:pt x="520" y="53"/>
                    <a:pt x="403" y="170"/>
                  </a:cubicBezTo>
                  <a:cubicBezTo>
                    <a:pt x="0" y="573"/>
                    <a:pt x="279" y="1225"/>
                    <a:pt x="838" y="1225"/>
                  </a:cubicBezTo>
                  <a:cubicBezTo>
                    <a:pt x="1179" y="1225"/>
                    <a:pt x="1458" y="945"/>
                    <a:pt x="1458" y="635"/>
                  </a:cubicBezTo>
                  <a:cubicBezTo>
                    <a:pt x="1458" y="252"/>
                    <a:pt x="1137" y="0"/>
                    <a:pt x="8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8" name="Google Shape;13358;p87"/>
            <p:cNvSpPr/>
            <p:nvPr/>
          </p:nvSpPr>
          <p:spPr>
            <a:xfrm>
              <a:off x="7847575" y="2079725"/>
              <a:ext cx="35700" cy="30650"/>
            </a:xfrm>
            <a:custGeom>
              <a:rect b="b" l="l" r="r" t="t"/>
              <a:pathLst>
                <a:path extrusionOk="0" h="1226" w="1428">
                  <a:moveTo>
                    <a:pt x="838" y="404"/>
                  </a:moveTo>
                  <a:cubicBezTo>
                    <a:pt x="931" y="404"/>
                    <a:pt x="1024" y="497"/>
                    <a:pt x="1024" y="621"/>
                  </a:cubicBezTo>
                  <a:cubicBezTo>
                    <a:pt x="1024" y="714"/>
                    <a:pt x="931" y="807"/>
                    <a:pt x="838" y="807"/>
                  </a:cubicBezTo>
                  <a:cubicBezTo>
                    <a:pt x="714" y="807"/>
                    <a:pt x="621" y="714"/>
                    <a:pt x="621" y="621"/>
                  </a:cubicBezTo>
                  <a:cubicBezTo>
                    <a:pt x="621" y="497"/>
                    <a:pt x="714" y="404"/>
                    <a:pt x="838" y="404"/>
                  </a:cubicBezTo>
                  <a:close/>
                  <a:moveTo>
                    <a:pt x="838" y="1"/>
                  </a:moveTo>
                  <a:cubicBezTo>
                    <a:pt x="280" y="1"/>
                    <a:pt x="0" y="652"/>
                    <a:pt x="404" y="1055"/>
                  </a:cubicBezTo>
                  <a:cubicBezTo>
                    <a:pt x="521" y="1173"/>
                    <a:pt x="667" y="1226"/>
                    <a:pt x="812" y="1226"/>
                  </a:cubicBezTo>
                  <a:cubicBezTo>
                    <a:pt x="1123" y="1226"/>
                    <a:pt x="1427" y="982"/>
                    <a:pt x="1427" y="621"/>
                  </a:cubicBezTo>
                  <a:cubicBezTo>
                    <a:pt x="1427" y="280"/>
                    <a:pt x="1179" y="1"/>
                    <a:pt x="8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9" name="Google Shape;13359;p87"/>
            <p:cNvSpPr/>
            <p:nvPr/>
          </p:nvSpPr>
          <p:spPr>
            <a:xfrm>
              <a:off x="7758400" y="2151075"/>
              <a:ext cx="71350" cy="10100"/>
            </a:xfrm>
            <a:custGeom>
              <a:rect b="b" l="l" r="r" t="t"/>
              <a:pathLst>
                <a:path extrusionOk="0" h="404" w="2854">
                  <a:moveTo>
                    <a:pt x="217" y="1"/>
                  </a:moveTo>
                  <a:cubicBezTo>
                    <a:pt x="93" y="1"/>
                    <a:pt x="0" y="94"/>
                    <a:pt x="0" y="187"/>
                  </a:cubicBezTo>
                  <a:cubicBezTo>
                    <a:pt x="0" y="311"/>
                    <a:pt x="93" y="404"/>
                    <a:pt x="217" y="404"/>
                  </a:cubicBezTo>
                  <a:lnTo>
                    <a:pt x="2668" y="404"/>
                  </a:lnTo>
                  <a:cubicBezTo>
                    <a:pt x="2761" y="404"/>
                    <a:pt x="2854" y="311"/>
                    <a:pt x="2854" y="187"/>
                  </a:cubicBezTo>
                  <a:cubicBezTo>
                    <a:pt x="2854" y="94"/>
                    <a:pt x="2792" y="1"/>
                    <a:pt x="2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0" name="Google Shape;13360;p87"/>
            <p:cNvSpPr/>
            <p:nvPr/>
          </p:nvSpPr>
          <p:spPr>
            <a:xfrm>
              <a:off x="7776225" y="2129375"/>
              <a:ext cx="109375" cy="10100"/>
            </a:xfrm>
            <a:custGeom>
              <a:rect b="b" l="l" r="r" t="t"/>
              <a:pathLst>
                <a:path extrusionOk="0" h="404" w="4375">
                  <a:moveTo>
                    <a:pt x="218" y="0"/>
                  </a:moveTo>
                  <a:cubicBezTo>
                    <a:pt x="94" y="0"/>
                    <a:pt x="1" y="93"/>
                    <a:pt x="1" y="186"/>
                  </a:cubicBezTo>
                  <a:cubicBezTo>
                    <a:pt x="1" y="310"/>
                    <a:pt x="94" y="403"/>
                    <a:pt x="218" y="403"/>
                  </a:cubicBezTo>
                  <a:lnTo>
                    <a:pt x="4095" y="403"/>
                  </a:lnTo>
                  <a:cubicBezTo>
                    <a:pt x="4374" y="403"/>
                    <a:pt x="4374" y="0"/>
                    <a:pt x="40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1" name="Google Shape;13361;p87"/>
            <p:cNvSpPr/>
            <p:nvPr/>
          </p:nvSpPr>
          <p:spPr>
            <a:xfrm>
              <a:off x="7758400" y="2169300"/>
              <a:ext cx="35675" cy="30650"/>
            </a:xfrm>
            <a:custGeom>
              <a:rect b="b" l="l" r="r" t="t"/>
              <a:pathLst>
                <a:path extrusionOk="0" h="1226" w="1427">
                  <a:moveTo>
                    <a:pt x="620" y="419"/>
                  </a:moveTo>
                  <a:cubicBezTo>
                    <a:pt x="745" y="419"/>
                    <a:pt x="838" y="512"/>
                    <a:pt x="838" y="605"/>
                  </a:cubicBezTo>
                  <a:cubicBezTo>
                    <a:pt x="838" y="729"/>
                    <a:pt x="745" y="823"/>
                    <a:pt x="620" y="823"/>
                  </a:cubicBezTo>
                  <a:cubicBezTo>
                    <a:pt x="496" y="823"/>
                    <a:pt x="403" y="729"/>
                    <a:pt x="434" y="605"/>
                  </a:cubicBezTo>
                  <a:cubicBezTo>
                    <a:pt x="434" y="512"/>
                    <a:pt x="527" y="419"/>
                    <a:pt x="620" y="419"/>
                  </a:cubicBezTo>
                  <a:close/>
                  <a:moveTo>
                    <a:pt x="625" y="1"/>
                  </a:moveTo>
                  <a:cubicBezTo>
                    <a:pt x="304" y="1"/>
                    <a:pt x="0" y="245"/>
                    <a:pt x="0" y="605"/>
                  </a:cubicBezTo>
                  <a:cubicBezTo>
                    <a:pt x="0" y="947"/>
                    <a:pt x="279" y="1226"/>
                    <a:pt x="620" y="1226"/>
                  </a:cubicBezTo>
                  <a:cubicBezTo>
                    <a:pt x="1179" y="1226"/>
                    <a:pt x="1427" y="574"/>
                    <a:pt x="1055" y="171"/>
                  </a:cubicBezTo>
                  <a:cubicBezTo>
                    <a:pt x="927" y="53"/>
                    <a:pt x="774" y="1"/>
                    <a:pt x="6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2" name="Google Shape;13362;p87"/>
            <p:cNvSpPr/>
            <p:nvPr/>
          </p:nvSpPr>
          <p:spPr>
            <a:xfrm>
              <a:off x="7800275" y="2169700"/>
              <a:ext cx="36475" cy="30625"/>
            </a:xfrm>
            <a:custGeom>
              <a:rect b="b" l="l" r="r" t="t"/>
              <a:pathLst>
                <a:path extrusionOk="0" h="1225" w="1459">
                  <a:moveTo>
                    <a:pt x="838" y="403"/>
                  </a:moveTo>
                  <a:cubicBezTo>
                    <a:pt x="931" y="403"/>
                    <a:pt x="1024" y="496"/>
                    <a:pt x="1024" y="589"/>
                  </a:cubicBezTo>
                  <a:cubicBezTo>
                    <a:pt x="1024" y="713"/>
                    <a:pt x="931" y="807"/>
                    <a:pt x="838" y="807"/>
                  </a:cubicBezTo>
                  <a:cubicBezTo>
                    <a:pt x="714" y="807"/>
                    <a:pt x="621" y="713"/>
                    <a:pt x="621" y="589"/>
                  </a:cubicBezTo>
                  <a:cubicBezTo>
                    <a:pt x="621" y="496"/>
                    <a:pt x="714" y="403"/>
                    <a:pt x="838" y="403"/>
                  </a:cubicBezTo>
                  <a:close/>
                  <a:moveTo>
                    <a:pt x="838" y="0"/>
                  </a:moveTo>
                  <a:cubicBezTo>
                    <a:pt x="279" y="0"/>
                    <a:pt x="0" y="651"/>
                    <a:pt x="403" y="1055"/>
                  </a:cubicBezTo>
                  <a:cubicBezTo>
                    <a:pt x="520" y="1172"/>
                    <a:pt x="668" y="1224"/>
                    <a:pt x="815" y="1224"/>
                  </a:cubicBezTo>
                  <a:cubicBezTo>
                    <a:pt x="1137" y="1224"/>
                    <a:pt x="1458" y="973"/>
                    <a:pt x="1458" y="589"/>
                  </a:cubicBezTo>
                  <a:cubicBezTo>
                    <a:pt x="1458" y="279"/>
                    <a:pt x="1179" y="0"/>
                    <a:pt x="8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3" name="Google Shape;13363;p87"/>
            <p:cNvSpPr/>
            <p:nvPr/>
          </p:nvSpPr>
          <p:spPr>
            <a:xfrm>
              <a:off x="7847575" y="2169700"/>
              <a:ext cx="35700" cy="30625"/>
            </a:xfrm>
            <a:custGeom>
              <a:rect b="b" l="l" r="r" t="t"/>
              <a:pathLst>
                <a:path extrusionOk="0" h="1225" w="1428">
                  <a:moveTo>
                    <a:pt x="838" y="403"/>
                  </a:moveTo>
                  <a:cubicBezTo>
                    <a:pt x="931" y="403"/>
                    <a:pt x="1024" y="496"/>
                    <a:pt x="1024" y="589"/>
                  </a:cubicBezTo>
                  <a:cubicBezTo>
                    <a:pt x="1024" y="713"/>
                    <a:pt x="931" y="807"/>
                    <a:pt x="838" y="807"/>
                  </a:cubicBezTo>
                  <a:cubicBezTo>
                    <a:pt x="714" y="807"/>
                    <a:pt x="621" y="713"/>
                    <a:pt x="621" y="589"/>
                  </a:cubicBezTo>
                  <a:cubicBezTo>
                    <a:pt x="621" y="496"/>
                    <a:pt x="714" y="403"/>
                    <a:pt x="838" y="403"/>
                  </a:cubicBezTo>
                  <a:close/>
                  <a:moveTo>
                    <a:pt x="838" y="0"/>
                  </a:moveTo>
                  <a:cubicBezTo>
                    <a:pt x="280" y="0"/>
                    <a:pt x="0" y="651"/>
                    <a:pt x="404" y="1055"/>
                  </a:cubicBezTo>
                  <a:cubicBezTo>
                    <a:pt x="520" y="1172"/>
                    <a:pt x="665" y="1224"/>
                    <a:pt x="808" y="1224"/>
                  </a:cubicBezTo>
                  <a:cubicBezTo>
                    <a:pt x="1121" y="1224"/>
                    <a:pt x="1427" y="973"/>
                    <a:pt x="1427" y="589"/>
                  </a:cubicBezTo>
                  <a:cubicBezTo>
                    <a:pt x="1427" y="248"/>
                    <a:pt x="1179" y="0"/>
                    <a:pt x="8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87"/>
            <p:cNvSpPr/>
            <p:nvPr/>
          </p:nvSpPr>
          <p:spPr>
            <a:xfrm>
              <a:off x="7942950" y="2031950"/>
              <a:ext cx="93075" cy="175750"/>
            </a:xfrm>
            <a:custGeom>
              <a:rect b="b" l="l" r="r" t="t"/>
              <a:pathLst>
                <a:path extrusionOk="0" h="7030" w="3723">
                  <a:moveTo>
                    <a:pt x="3165" y="423"/>
                  </a:moveTo>
                  <a:cubicBezTo>
                    <a:pt x="3227" y="454"/>
                    <a:pt x="3258" y="516"/>
                    <a:pt x="3289" y="578"/>
                  </a:cubicBezTo>
                  <a:cubicBezTo>
                    <a:pt x="3320" y="640"/>
                    <a:pt x="3320" y="702"/>
                    <a:pt x="3289" y="764"/>
                  </a:cubicBezTo>
                  <a:lnTo>
                    <a:pt x="2917" y="1633"/>
                  </a:lnTo>
                  <a:lnTo>
                    <a:pt x="2451" y="1447"/>
                  </a:lnTo>
                  <a:lnTo>
                    <a:pt x="2854" y="578"/>
                  </a:lnTo>
                  <a:cubicBezTo>
                    <a:pt x="2886" y="485"/>
                    <a:pt x="2979" y="423"/>
                    <a:pt x="3072" y="423"/>
                  </a:cubicBezTo>
                  <a:close/>
                  <a:moveTo>
                    <a:pt x="2296" y="1819"/>
                  </a:moveTo>
                  <a:lnTo>
                    <a:pt x="2761" y="2005"/>
                  </a:lnTo>
                  <a:lnTo>
                    <a:pt x="2544" y="2501"/>
                  </a:lnTo>
                  <a:lnTo>
                    <a:pt x="2079" y="2315"/>
                  </a:lnTo>
                  <a:lnTo>
                    <a:pt x="2296" y="1819"/>
                  </a:lnTo>
                  <a:close/>
                  <a:moveTo>
                    <a:pt x="1924" y="2687"/>
                  </a:moveTo>
                  <a:lnTo>
                    <a:pt x="2389" y="2873"/>
                  </a:lnTo>
                  <a:lnTo>
                    <a:pt x="931" y="6255"/>
                  </a:lnTo>
                  <a:cubicBezTo>
                    <a:pt x="869" y="6348"/>
                    <a:pt x="807" y="6410"/>
                    <a:pt x="714" y="6472"/>
                  </a:cubicBezTo>
                  <a:lnTo>
                    <a:pt x="497" y="6596"/>
                  </a:lnTo>
                  <a:lnTo>
                    <a:pt x="435" y="6348"/>
                  </a:lnTo>
                  <a:cubicBezTo>
                    <a:pt x="435" y="6255"/>
                    <a:pt x="435" y="6161"/>
                    <a:pt x="466" y="6068"/>
                  </a:cubicBezTo>
                  <a:lnTo>
                    <a:pt x="1924" y="2687"/>
                  </a:lnTo>
                  <a:close/>
                  <a:moveTo>
                    <a:pt x="3076" y="0"/>
                  </a:moveTo>
                  <a:cubicBezTo>
                    <a:pt x="2832" y="0"/>
                    <a:pt x="2589" y="132"/>
                    <a:pt x="2482" y="392"/>
                  </a:cubicBezTo>
                  <a:lnTo>
                    <a:pt x="94" y="5882"/>
                  </a:lnTo>
                  <a:cubicBezTo>
                    <a:pt x="1" y="6068"/>
                    <a:pt x="1" y="6286"/>
                    <a:pt x="63" y="6472"/>
                  </a:cubicBezTo>
                  <a:lnTo>
                    <a:pt x="125" y="6782"/>
                  </a:lnTo>
                  <a:cubicBezTo>
                    <a:pt x="156" y="6875"/>
                    <a:pt x="249" y="6968"/>
                    <a:pt x="342" y="6999"/>
                  </a:cubicBezTo>
                  <a:cubicBezTo>
                    <a:pt x="373" y="7030"/>
                    <a:pt x="404" y="7030"/>
                    <a:pt x="466" y="7030"/>
                  </a:cubicBezTo>
                  <a:cubicBezTo>
                    <a:pt x="528" y="7030"/>
                    <a:pt x="590" y="6999"/>
                    <a:pt x="621" y="6999"/>
                  </a:cubicBezTo>
                  <a:lnTo>
                    <a:pt x="900" y="6844"/>
                  </a:lnTo>
                  <a:cubicBezTo>
                    <a:pt x="1086" y="6751"/>
                    <a:pt x="1210" y="6596"/>
                    <a:pt x="1304" y="6410"/>
                  </a:cubicBezTo>
                  <a:lnTo>
                    <a:pt x="3661" y="919"/>
                  </a:lnTo>
                  <a:cubicBezTo>
                    <a:pt x="3723" y="764"/>
                    <a:pt x="3723" y="578"/>
                    <a:pt x="3661" y="423"/>
                  </a:cubicBezTo>
                  <a:lnTo>
                    <a:pt x="3692" y="423"/>
                  </a:lnTo>
                  <a:cubicBezTo>
                    <a:pt x="3582" y="140"/>
                    <a:pt x="3328" y="0"/>
                    <a:pt x="30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65" name="Google Shape;13365;p87"/>
          <p:cNvGrpSpPr/>
          <p:nvPr/>
        </p:nvGrpSpPr>
        <p:grpSpPr>
          <a:xfrm>
            <a:off x="7009520" y="4015250"/>
            <a:ext cx="348975" cy="269875"/>
            <a:chOff x="931825" y="4209975"/>
            <a:chExt cx="348975" cy="269875"/>
          </a:xfrm>
        </p:grpSpPr>
        <p:sp>
          <p:nvSpPr>
            <p:cNvPr id="13366" name="Google Shape;13366;p87"/>
            <p:cNvSpPr/>
            <p:nvPr/>
          </p:nvSpPr>
          <p:spPr>
            <a:xfrm>
              <a:off x="1062875" y="4246425"/>
              <a:ext cx="78350" cy="10100"/>
            </a:xfrm>
            <a:custGeom>
              <a:rect b="b" l="l" r="r" t="t"/>
              <a:pathLst>
                <a:path extrusionOk="0" h="404" w="3134">
                  <a:moveTo>
                    <a:pt x="217" y="0"/>
                  </a:moveTo>
                  <a:cubicBezTo>
                    <a:pt x="93" y="0"/>
                    <a:pt x="0" y="93"/>
                    <a:pt x="0" y="217"/>
                  </a:cubicBezTo>
                  <a:cubicBezTo>
                    <a:pt x="0" y="310"/>
                    <a:pt x="93" y="403"/>
                    <a:pt x="217" y="403"/>
                  </a:cubicBezTo>
                  <a:lnTo>
                    <a:pt x="2947" y="403"/>
                  </a:lnTo>
                  <a:cubicBezTo>
                    <a:pt x="3040" y="403"/>
                    <a:pt x="3133" y="310"/>
                    <a:pt x="3133" y="217"/>
                  </a:cubicBezTo>
                  <a:cubicBezTo>
                    <a:pt x="3133" y="93"/>
                    <a:pt x="3040" y="0"/>
                    <a:pt x="29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7" name="Google Shape;13367;p87"/>
            <p:cNvSpPr/>
            <p:nvPr/>
          </p:nvSpPr>
          <p:spPr>
            <a:xfrm>
              <a:off x="1061325" y="4268900"/>
              <a:ext cx="81450" cy="10875"/>
            </a:xfrm>
            <a:custGeom>
              <a:rect b="b" l="l" r="r" t="t"/>
              <a:pathLst>
                <a:path extrusionOk="0" h="435" w="3258">
                  <a:moveTo>
                    <a:pt x="279" y="1"/>
                  </a:moveTo>
                  <a:cubicBezTo>
                    <a:pt x="0" y="1"/>
                    <a:pt x="0" y="435"/>
                    <a:pt x="279" y="435"/>
                  </a:cubicBezTo>
                  <a:lnTo>
                    <a:pt x="3009" y="435"/>
                  </a:lnTo>
                  <a:cubicBezTo>
                    <a:pt x="3257" y="435"/>
                    <a:pt x="3257" y="1"/>
                    <a:pt x="30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8" name="Google Shape;13368;p87"/>
            <p:cNvSpPr/>
            <p:nvPr/>
          </p:nvSpPr>
          <p:spPr>
            <a:xfrm>
              <a:off x="1061325" y="4291400"/>
              <a:ext cx="81450" cy="10100"/>
            </a:xfrm>
            <a:custGeom>
              <a:rect b="b" l="l" r="r" t="t"/>
              <a:pathLst>
                <a:path extrusionOk="0" h="404" w="3258">
                  <a:moveTo>
                    <a:pt x="279" y="0"/>
                  </a:moveTo>
                  <a:cubicBezTo>
                    <a:pt x="0" y="0"/>
                    <a:pt x="0" y="404"/>
                    <a:pt x="279" y="404"/>
                  </a:cubicBezTo>
                  <a:lnTo>
                    <a:pt x="3009" y="404"/>
                  </a:lnTo>
                  <a:cubicBezTo>
                    <a:pt x="3257" y="404"/>
                    <a:pt x="3257" y="0"/>
                    <a:pt x="3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9" name="Google Shape;13369;p87"/>
            <p:cNvSpPr/>
            <p:nvPr/>
          </p:nvSpPr>
          <p:spPr>
            <a:xfrm>
              <a:off x="931825" y="4209975"/>
              <a:ext cx="348975" cy="269875"/>
            </a:xfrm>
            <a:custGeom>
              <a:rect b="b" l="l" r="r" t="t"/>
              <a:pathLst>
                <a:path extrusionOk="0" h="10795" w="13959">
                  <a:moveTo>
                    <a:pt x="8034" y="404"/>
                  </a:moveTo>
                  <a:cubicBezTo>
                    <a:pt x="8934" y="404"/>
                    <a:pt x="9709" y="1148"/>
                    <a:pt x="9709" y="2079"/>
                  </a:cubicBezTo>
                  <a:lnTo>
                    <a:pt x="9709" y="2978"/>
                  </a:lnTo>
                  <a:cubicBezTo>
                    <a:pt x="9678" y="3878"/>
                    <a:pt x="8934" y="4622"/>
                    <a:pt x="8034" y="4622"/>
                  </a:cubicBezTo>
                  <a:lnTo>
                    <a:pt x="7879" y="4622"/>
                  </a:lnTo>
                  <a:cubicBezTo>
                    <a:pt x="7755" y="4622"/>
                    <a:pt x="7631" y="4684"/>
                    <a:pt x="7569" y="4777"/>
                  </a:cubicBezTo>
                  <a:lnTo>
                    <a:pt x="6700" y="5832"/>
                  </a:lnTo>
                  <a:lnTo>
                    <a:pt x="5832" y="4777"/>
                  </a:lnTo>
                  <a:cubicBezTo>
                    <a:pt x="5739" y="4684"/>
                    <a:pt x="5614" y="4622"/>
                    <a:pt x="5490" y="4622"/>
                  </a:cubicBezTo>
                  <a:cubicBezTo>
                    <a:pt x="4622" y="4622"/>
                    <a:pt x="3939" y="3940"/>
                    <a:pt x="3939" y="3071"/>
                  </a:cubicBezTo>
                  <a:lnTo>
                    <a:pt x="3939" y="2079"/>
                  </a:lnTo>
                  <a:cubicBezTo>
                    <a:pt x="3939" y="1148"/>
                    <a:pt x="4684" y="404"/>
                    <a:pt x="5583" y="404"/>
                  </a:cubicBezTo>
                  <a:close/>
                  <a:moveTo>
                    <a:pt x="11787" y="3009"/>
                  </a:moveTo>
                  <a:cubicBezTo>
                    <a:pt x="11787" y="3009"/>
                    <a:pt x="11818" y="3040"/>
                    <a:pt x="11818" y="3040"/>
                  </a:cubicBezTo>
                  <a:lnTo>
                    <a:pt x="11818" y="9430"/>
                  </a:lnTo>
                  <a:lnTo>
                    <a:pt x="2109" y="9430"/>
                  </a:lnTo>
                  <a:lnTo>
                    <a:pt x="2140" y="3040"/>
                  </a:lnTo>
                  <a:lnTo>
                    <a:pt x="3536" y="3040"/>
                  </a:lnTo>
                  <a:lnTo>
                    <a:pt x="3536" y="3071"/>
                  </a:lnTo>
                  <a:cubicBezTo>
                    <a:pt x="3536" y="4157"/>
                    <a:pt x="4436" y="5056"/>
                    <a:pt x="5521" y="5056"/>
                  </a:cubicBezTo>
                  <a:lnTo>
                    <a:pt x="6359" y="6080"/>
                  </a:lnTo>
                  <a:cubicBezTo>
                    <a:pt x="6452" y="6189"/>
                    <a:pt x="6576" y="6243"/>
                    <a:pt x="6696" y="6243"/>
                  </a:cubicBezTo>
                  <a:cubicBezTo>
                    <a:pt x="6816" y="6243"/>
                    <a:pt x="6933" y="6189"/>
                    <a:pt x="7010" y="6080"/>
                  </a:cubicBezTo>
                  <a:lnTo>
                    <a:pt x="7879" y="5056"/>
                  </a:lnTo>
                  <a:lnTo>
                    <a:pt x="8034" y="5056"/>
                  </a:lnTo>
                  <a:cubicBezTo>
                    <a:pt x="9151" y="5056"/>
                    <a:pt x="10081" y="4157"/>
                    <a:pt x="10112" y="3009"/>
                  </a:cubicBezTo>
                  <a:close/>
                  <a:moveTo>
                    <a:pt x="12253" y="2141"/>
                  </a:moveTo>
                  <a:cubicBezTo>
                    <a:pt x="12501" y="2141"/>
                    <a:pt x="12687" y="2358"/>
                    <a:pt x="12687" y="2606"/>
                  </a:cubicBezTo>
                  <a:lnTo>
                    <a:pt x="12687" y="9430"/>
                  </a:lnTo>
                  <a:lnTo>
                    <a:pt x="12222" y="9430"/>
                  </a:lnTo>
                  <a:lnTo>
                    <a:pt x="12222" y="3040"/>
                  </a:lnTo>
                  <a:cubicBezTo>
                    <a:pt x="12222" y="2823"/>
                    <a:pt x="12035" y="2606"/>
                    <a:pt x="11787" y="2606"/>
                  </a:cubicBezTo>
                  <a:lnTo>
                    <a:pt x="10112" y="2606"/>
                  </a:lnTo>
                  <a:lnTo>
                    <a:pt x="10112" y="2141"/>
                  </a:lnTo>
                  <a:close/>
                  <a:moveTo>
                    <a:pt x="5583" y="9833"/>
                  </a:moveTo>
                  <a:lnTo>
                    <a:pt x="5583" y="10361"/>
                  </a:lnTo>
                  <a:lnTo>
                    <a:pt x="620" y="10361"/>
                  </a:lnTo>
                  <a:cubicBezTo>
                    <a:pt x="496" y="10361"/>
                    <a:pt x="403" y="10268"/>
                    <a:pt x="403" y="10175"/>
                  </a:cubicBezTo>
                  <a:lnTo>
                    <a:pt x="403" y="9833"/>
                  </a:lnTo>
                  <a:close/>
                  <a:moveTo>
                    <a:pt x="7972" y="9833"/>
                  </a:moveTo>
                  <a:lnTo>
                    <a:pt x="7972" y="10361"/>
                  </a:lnTo>
                  <a:lnTo>
                    <a:pt x="5987" y="10361"/>
                  </a:lnTo>
                  <a:lnTo>
                    <a:pt x="5987" y="9833"/>
                  </a:lnTo>
                  <a:close/>
                  <a:moveTo>
                    <a:pt x="5614" y="0"/>
                  </a:moveTo>
                  <a:cubicBezTo>
                    <a:pt x="4591" y="0"/>
                    <a:pt x="3722" y="745"/>
                    <a:pt x="3567" y="1737"/>
                  </a:cubicBezTo>
                  <a:lnTo>
                    <a:pt x="1706" y="1737"/>
                  </a:lnTo>
                  <a:cubicBezTo>
                    <a:pt x="1241" y="1737"/>
                    <a:pt x="869" y="2141"/>
                    <a:pt x="869" y="2606"/>
                  </a:cubicBezTo>
                  <a:lnTo>
                    <a:pt x="869" y="6390"/>
                  </a:lnTo>
                  <a:cubicBezTo>
                    <a:pt x="869" y="6514"/>
                    <a:pt x="969" y="6576"/>
                    <a:pt x="1070" y="6576"/>
                  </a:cubicBezTo>
                  <a:cubicBezTo>
                    <a:pt x="1171" y="6576"/>
                    <a:pt x="1272" y="6514"/>
                    <a:pt x="1272" y="6390"/>
                  </a:cubicBezTo>
                  <a:lnTo>
                    <a:pt x="1272" y="2606"/>
                  </a:lnTo>
                  <a:cubicBezTo>
                    <a:pt x="1272" y="2358"/>
                    <a:pt x="1458" y="2141"/>
                    <a:pt x="1706" y="2141"/>
                  </a:cubicBezTo>
                  <a:lnTo>
                    <a:pt x="3536" y="2141"/>
                  </a:lnTo>
                  <a:lnTo>
                    <a:pt x="3536" y="2606"/>
                  </a:lnTo>
                  <a:lnTo>
                    <a:pt x="2171" y="2606"/>
                  </a:lnTo>
                  <a:cubicBezTo>
                    <a:pt x="1923" y="2606"/>
                    <a:pt x="1737" y="2823"/>
                    <a:pt x="1737" y="3040"/>
                  </a:cubicBezTo>
                  <a:lnTo>
                    <a:pt x="1737" y="9430"/>
                  </a:lnTo>
                  <a:lnTo>
                    <a:pt x="1272" y="9430"/>
                  </a:lnTo>
                  <a:lnTo>
                    <a:pt x="1272" y="7197"/>
                  </a:lnTo>
                  <a:cubicBezTo>
                    <a:pt x="1272" y="7057"/>
                    <a:pt x="1171" y="6987"/>
                    <a:pt x="1070" y="6987"/>
                  </a:cubicBezTo>
                  <a:cubicBezTo>
                    <a:pt x="969" y="6987"/>
                    <a:pt x="869" y="7057"/>
                    <a:pt x="869" y="7197"/>
                  </a:cubicBezTo>
                  <a:lnTo>
                    <a:pt x="869" y="9430"/>
                  </a:lnTo>
                  <a:lnTo>
                    <a:pt x="403" y="9430"/>
                  </a:lnTo>
                  <a:cubicBezTo>
                    <a:pt x="186" y="9430"/>
                    <a:pt x="0" y="9616"/>
                    <a:pt x="0" y="9833"/>
                  </a:cubicBezTo>
                  <a:lnTo>
                    <a:pt x="0" y="10175"/>
                  </a:lnTo>
                  <a:cubicBezTo>
                    <a:pt x="0" y="10516"/>
                    <a:pt x="279" y="10795"/>
                    <a:pt x="620" y="10795"/>
                  </a:cubicBezTo>
                  <a:lnTo>
                    <a:pt x="9678" y="10795"/>
                  </a:lnTo>
                  <a:cubicBezTo>
                    <a:pt x="9926" y="10795"/>
                    <a:pt x="9926" y="10392"/>
                    <a:pt x="9678" y="10392"/>
                  </a:cubicBezTo>
                  <a:lnTo>
                    <a:pt x="8375" y="10392"/>
                  </a:lnTo>
                  <a:lnTo>
                    <a:pt x="8375" y="9864"/>
                  </a:lnTo>
                  <a:lnTo>
                    <a:pt x="13586" y="9864"/>
                  </a:lnTo>
                  <a:lnTo>
                    <a:pt x="13586" y="10175"/>
                  </a:lnTo>
                  <a:cubicBezTo>
                    <a:pt x="13586" y="10299"/>
                    <a:pt x="13493" y="10392"/>
                    <a:pt x="13369" y="10392"/>
                  </a:cubicBezTo>
                  <a:lnTo>
                    <a:pt x="10485" y="10392"/>
                  </a:lnTo>
                  <a:cubicBezTo>
                    <a:pt x="10205" y="10392"/>
                    <a:pt x="10205" y="10795"/>
                    <a:pt x="10485" y="10795"/>
                  </a:cubicBezTo>
                  <a:lnTo>
                    <a:pt x="13338" y="10795"/>
                  </a:lnTo>
                  <a:cubicBezTo>
                    <a:pt x="13680" y="10795"/>
                    <a:pt x="13959" y="10516"/>
                    <a:pt x="13959" y="10175"/>
                  </a:cubicBezTo>
                  <a:lnTo>
                    <a:pt x="13959" y="9802"/>
                  </a:lnTo>
                  <a:cubicBezTo>
                    <a:pt x="13959" y="9585"/>
                    <a:pt x="13773" y="9430"/>
                    <a:pt x="13586" y="9430"/>
                  </a:cubicBezTo>
                  <a:lnTo>
                    <a:pt x="13090" y="9430"/>
                  </a:lnTo>
                  <a:lnTo>
                    <a:pt x="13090" y="2606"/>
                  </a:lnTo>
                  <a:cubicBezTo>
                    <a:pt x="13090" y="2141"/>
                    <a:pt x="12718" y="1737"/>
                    <a:pt x="12253" y="1737"/>
                  </a:cubicBezTo>
                  <a:lnTo>
                    <a:pt x="10081" y="1737"/>
                  </a:lnTo>
                  <a:cubicBezTo>
                    <a:pt x="9926" y="745"/>
                    <a:pt x="9058" y="0"/>
                    <a:pt x="80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0" name="Google Shape;13370;p87"/>
            <p:cNvSpPr/>
            <p:nvPr/>
          </p:nvSpPr>
          <p:spPr>
            <a:xfrm>
              <a:off x="1030000" y="4392150"/>
              <a:ext cx="145350" cy="31200"/>
            </a:xfrm>
            <a:custGeom>
              <a:rect b="b" l="l" r="r" t="t"/>
              <a:pathLst>
                <a:path extrusionOk="0" h="1248" w="5814">
                  <a:moveTo>
                    <a:pt x="5069" y="437"/>
                  </a:moveTo>
                  <a:cubicBezTo>
                    <a:pt x="5348" y="437"/>
                    <a:pt x="5348" y="840"/>
                    <a:pt x="5069" y="840"/>
                  </a:cubicBezTo>
                  <a:lnTo>
                    <a:pt x="881" y="840"/>
                  </a:lnTo>
                  <a:cubicBezTo>
                    <a:pt x="602" y="840"/>
                    <a:pt x="602" y="437"/>
                    <a:pt x="881" y="437"/>
                  </a:cubicBezTo>
                  <a:close/>
                  <a:moveTo>
                    <a:pt x="824" y="1"/>
                  </a:moveTo>
                  <a:cubicBezTo>
                    <a:pt x="10" y="1"/>
                    <a:pt x="1" y="1248"/>
                    <a:pt x="797" y="1248"/>
                  </a:cubicBezTo>
                  <a:cubicBezTo>
                    <a:pt x="824" y="1248"/>
                    <a:pt x="852" y="1247"/>
                    <a:pt x="881" y="1244"/>
                  </a:cubicBezTo>
                  <a:lnTo>
                    <a:pt x="5069" y="1244"/>
                  </a:lnTo>
                  <a:cubicBezTo>
                    <a:pt x="5813" y="1181"/>
                    <a:pt x="5813" y="65"/>
                    <a:pt x="5069" y="3"/>
                  </a:cubicBezTo>
                  <a:lnTo>
                    <a:pt x="881" y="3"/>
                  </a:lnTo>
                  <a:cubicBezTo>
                    <a:pt x="861" y="1"/>
                    <a:pt x="842" y="1"/>
                    <a:pt x="8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71" name="Google Shape;13371;p87"/>
          <p:cNvSpPr/>
          <p:nvPr/>
        </p:nvSpPr>
        <p:spPr>
          <a:xfrm>
            <a:off x="7754640" y="3975700"/>
            <a:ext cx="330400" cy="348975"/>
          </a:xfrm>
          <a:custGeom>
            <a:rect b="b" l="l" r="r" t="t"/>
            <a:pathLst>
              <a:path extrusionOk="0" h="13959" w="13216">
                <a:moveTo>
                  <a:pt x="6298" y="403"/>
                </a:moveTo>
                <a:cubicBezTo>
                  <a:pt x="6856" y="403"/>
                  <a:pt x="7414" y="931"/>
                  <a:pt x="7818" y="1830"/>
                </a:cubicBezTo>
                <a:cubicBezTo>
                  <a:pt x="8066" y="2419"/>
                  <a:pt x="8252" y="3009"/>
                  <a:pt x="8345" y="3629"/>
                </a:cubicBezTo>
                <a:cubicBezTo>
                  <a:pt x="7663" y="3536"/>
                  <a:pt x="6980" y="3490"/>
                  <a:pt x="6294" y="3490"/>
                </a:cubicBezTo>
                <a:cubicBezTo>
                  <a:pt x="5608" y="3490"/>
                  <a:pt x="4917" y="3536"/>
                  <a:pt x="4219" y="3629"/>
                </a:cubicBezTo>
                <a:cubicBezTo>
                  <a:pt x="4344" y="3009"/>
                  <a:pt x="4530" y="2419"/>
                  <a:pt x="4778" y="1830"/>
                </a:cubicBezTo>
                <a:cubicBezTo>
                  <a:pt x="5181" y="931"/>
                  <a:pt x="5739" y="403"/>
                  <a:pt x="6298" y="403"/>
                </a:cubicBezTo>
                <a:close/>
                <a:moveTo>
                  <a:pt x="7445" y="527"/>
                </a:moveTo>
                <a:lnTo>
                  <a:pt x="7445" y="527"/>
                </a:lnTo>
                <a:cubicBezTo>
                  <a:pt x="9462" y="993"/>
                  <a:pt x="10982" y="2637"/>
                  <a:pt x="11323" y="4653"/>
                </a:cubicBezTo>
                <a:cubicBezTo>
                  <a:pt x="10951" y="4374"/>
                  <a:pt x="10547" y="4157"/>
                  <a:pt x="10113" y="4032"/>
                </a:cubicBezTo>
                <a:cubicBezTo>
                  <a:pt x="9679" y="3877"/>
                  <a:pt x="9245" y="3753"/>
                  <a:pt x="8779" y="3691"/>
                </a:cubicBezTo>
                <a:cubicBezTo>
                  <a:pt x="8686" y="2978"/>
                  <a:pt x="8469" y="2326"/>
                  <a:pt x="8190" y="1675"/>
                </a:cubicBezTo>
                <a:cubicBezTo>
                  <a:pt x="8004" y="1241"/>
                  <a:pt x="7756" y="869"/>
                  <a:pt x="7445" y="527"/>
                </a:cubicBezTo>
                <a:close/>
                <a:moveTo>
                  <a:pt x="3754" y="4126"/>
                </a:moveTo>
                <a:lnTo>
                  <a:pt x="3754" y="4126"/>
                </a:lnTo>
                <a:cubicBezTo>
                  <a:pt x="3630" y="5025"/>
                  <a:pt x="3630" y="5956"/>
                  <a:pt x="3754" y="6886"/>
                </a:cubicBezTo>
                <a:cubicBezTo>
                  <a:pt x="2172" y="6576"/>
                  <a:pt x="1211" y="6018"/>
                  <a:pt x="1211" y="5490"/>
                </a:cubicBezTo>
                <a:cubicBezTo>
                  <a:pt x="1211" y="5118"/>
                  <a:pt x="1738" y="4715"/>
                  <a:pt x="2606" y="4405"/>
                </a:cubicBezTo>
                <a:cubicBezTo>
                  <a:pt x="2979" y="4281"/>
                  <a:pt x="3351" y="4188"/>
                  <a:pt x="3754" y="4126"/>
                </a:cubicBezTo>
                <a:close/>
                <a:moveTo>
                  <a:pt x="8841" y="4126"/>
                </a:moveTo>
                <a:lnTo>
                  <a:pt x="8841" y="4126"/>
                </a:lnTo>
                <a:cubicBezTo>
                  <a:pt x="10423" y="4405"/>
                  <a:pt x="11385" y="4994"/>
                  <a:pt x="11385" y="5490"/>
                </a:cubicBezTo>
                <a:cubicBezTo>
                  <a:pt x="11385" y="5894"/>
                  <a:pt x="10858" y="6266"/>
                  <a:pt x="9989" y="6607"/>
                </a:cubicBezTo>
                <a:cubicBezTo>
                  <a:pt x="9586" y="6731"/>
                  <a:pt x="9214" y="6824"/>
                  <a:pt x="8841" y="6886"/>
                </a:cubicBezTo>
                <a:cubicBezTo>
                  <a:pt x="8903" y="6421"/>
                  <a:pt x="8934" y="5956"/>
                  <a:pt x="8934" y="5490"/>
                </a:cubicBezTo>
                <a:cubicBezTo>
                  <a:pt x="8934" y="5025"/>
                  <a:pt x="8903" y="4560"/>
                  <a:pt x="8841" y="4126"/>
                </a:cubicBezTo>
                <a:close/>
                <a:moveTo>
                  <a:pt x="6298" y="3877"/>
                </a:moveTo>
                <a:cubicBezTo>
                  <a:pt x="7011" y="3877"/>
                  <a:pt x="7725" y="3939"/>
                  <a:pt x="8407" y="4032"/>
                </a:cubicBezTo>
                <a:cubicBezTo>
                  <a:pt x="8469" y="4529"/>
                  <a:pt x="8500" y="5025"/>
                  <a:pt x="8500" y="5490"/>
                </a:cubicBezTo>
                <a:cubicBezTo>
                  <a:pt x="8500" y="5987"/>
                  <a:pt x="8469" y="6483"/>
                  <a:pt x="8407" y="6979"/>
                </a:cubicBezTo>
                <a:cubicBezTo>
                  <a:pt x="7725" y="7072"/>
                  <a:pt x="7011" y="7134"/>
                  <a:pt x="6298" y="7134"/>
                </a:cubicBezTo>
                <a:cubicBezTo>
                  <a:pt x="5584" y="7134"/>
                  <a:pt x="4871" y="7072"/>
                  <a:pt x="4188" y="6979"/>
                </a:cubicBezTo>
                <a:cubicBezTo>
                  <a:pt x="4033" y="5987"/>
                  <a:pt x="4033" y="5025"/>
                  <a:pt x="4188" y="4032"/>
                </a:cubicBezTo>
                <a:cubicBezTo>
                  <a:pt x="4871" y="3939"/>
                  <a:pt x="5584" y="3877"/>
                  <a:pt x="6298" y="3877"/>
                </a:cubicBezTo>
                <a:close/>
                <a:moveTo>
                  <a:pt x="4250" y="7383"/>
                </a:moveTo>
                <a:lnTo>
                  <a:pt x="4250" y="7383"/>
                </a:lnTo>
                <a:cubicBezTo>
                  <a:pt x="4933" y="7476"/>
                  <a:pt x="5615" y="7538"/>
                  <a:pt x="6298" y="7538"/>
                </a:cubicBezTo>
                <a:cubicBezTo>
                  <a:pt x="6980" y="7538"/>
                  <a:pt x="7663" y="7476"/>
                  <a:pt x="8345" y="7383"/>
                </a:cubicBezTo>
                <a:lnTo>
                  <a:pt x="8345" y="7383"/>
                </a:lnTo>
                <a:cubicBezTo>
                  <a:pt x="8252" y="8034"/>
                  <a:pt x="8035" y="8685"/>
                  <a:pt x="7756" y="9275"/>
                </a:cubicBezTo>
                <a:lnTo>
                  <a:pt x="6701" y="8809"/>
                </a:lnTo>
                <a:cubicBezTo>
                  <a:pt x="6577" y="8747"/>
                  <a:pt x="6437" y="8716"/>
                  <a:pt x="6294" y="8716"/>
                </a:cubicBezTo>
                <a:cubicBezTo>
                  <a:pt x="6150" y="8716"/>
                  <a:pt x="6003" y="8747"/>
                  <a:pt x="5864" y="8809"/>
                </a:cubicBezTo>
                <a:lnTo>
                  <a:pt x="4840" y="9275"/>
                </a:lnTo>
                <a:cubicBezTo>
                  <a:pt x="4530" y="8685"/>
                  <a:pt x="4344" y="8034"/>
                  <a:pt x="4250" y="7383"/>
                </a:cubicBezTo>
                <a:close/>
                <a:moveTo>
                  <a:pt x="1273" y="6359"/>
                </a:moveTo>
                <a:lnTo>
                  <a:pt x="1273" y="6359"/>
                </a:lnTo>
                <a:cubicBezTo>
                  <a:pt x="1645" y="6638"/>
                  <a:pt x="2048" y="6855"/>
                  <a:pt x="2482" y="6979"/>
                </a:cubicBezTo>
                <a:cubicBezTo>
                  <a:pt x="2917" y="7134"/>
                  <a:pt x="3351" y="7227"/>
                  <a:pt x="3816" y="7321"/>
                </a:cubicBezTo>
                <a:cubicBezTo>
                  <a:pt x="3909" y="8065"/>
                  <a:pt x="4126" y="8778"/>
                  <a:pt x="4437" y="9461"/>
                </a:cubicBezTo>
                <a:lnTo>
                  <a:pt x="3599" y="9833"/>
                </a:lnTo>
                <a:lnTo>
                  <a:pt x="3568" y="9802"/>
                </a:lnTo>
                <a:cubicBezTo>
                  <a:pt x="2358" y="9027"/>
                  <a:pt x="1521" y="7786"/>
                  <a:pt x="1273" y="6359"/>
                </a:cubicBezTo>
                <a:close/>
                <a:moveTo>
                  <a:pt x="6271" y="9112"/>
                </a:moveTo>
                <a:cubicBezTo>
                  <a:pt x="6352" y="9112"/>
                  <a:pt x="6437" y="9135"/>
                  <a:pt x="6515" y="9182"/>
                </a:cubicBezTo>
                <a:lnTo>
                  <a:pt x="9958" y="10733"/>
                </a:lnTo>
                <a:lnTo>
                  <a:pt x="6515" y="12346"/>
                </a:lnTo>
                <a:cubicBezTo>
                  <a:pt x="6437" y="12377"/>
                  <a:pt x="6360" y="12392"/>
                  <a:pt x="6286" y="12392"/>
                </a:cubicBezTo>
                <a:cubicBezTo>
                  <a:pt x="6212" y="12392"/>
                  <a:pt x="6143" y="12377"/>
                  <a:pt x="6081" y="12346"/>
                </a:cubicBezTo>
                <a:lnTo>
                  <a:pt x="2606" y="10733"/>
                </a:lnTo>
                <a:lnTo>
                  <a:pt x="6050" y="9182"/>
                </a:lnTo>
                <a:cubicBezTo>
                  <a:pt x="6112" y="9135"/>
                  <a:pt x="6189" y="9112"/>
                  <a:pt x="6271" y="9112"/>
                </a:cubicBezTo>
                <a:close/>
                <a:moveTo>
                  <a:pt x="2762" y="12997"/>
                </a:moveTo>
                <a:cubicBezTo>
                  <a:pt x="2793" y="12997"/>
                  <a:pt x="2855" y="13028"/>
                  <a:pt x="2917" y="13059"/>
                </a:cubicBezTo>
                <a:cubicBezTo>
                  <a:pt x="2948" y="13090"/>
                  <a:pt x="2948" y="13152"/>
                  <a:pt x="2979" y="13183"/>
                </a:cubicBezTo>
                <a:lnTo>
                  <a:pt x="2979" y="13214"/>
                </a:lnTo>
                <a:cubicBezTo>
                  <a:pt x="2979" y="13338"/>
                  <a:pt x="2855" y="13431"/>
                  <a:pt x="2731" y="13431"/>
                </a:cubicBezTo>
                <a:cubicBezTo>
                  <a:pt x="2637" y="13431"/>
                  <a:pt x="2544" y="13338"/>
                  <a:pt x="2513" y="13245"/>
                </a:cubicBezTo>
                <a:lnTo>
                  <a:pt x="2513" y="13214"/>
                </a:lnTo>
                <a:cubicBezTo>
                  <a:pt x="2513" y="13090"/>
                  <a:pt x="2637" y="12997"/>
                  <a:pt x="2762" y="12997"/>
                </a:cubicBezTo>
                <a:close/>
                <a:moveTo>
                  <a:pt x="8469" y="11880"/>
                </a:moveTo>
                <a:lnTo>
                  <a:pt x="8469" y="13059"/>
                </a:lnTo>
                <a:lnTo>
                  <a:pt x="8097" y="13183"/>
                </a:lnTo>
                <a:cubicBezTo>
                  <a:pt x="7523" y="13431"/>
                  <a:pt x="6910" y="13555"/>
                  <a:pt x="6298" y="13555"/>
                </a:cubicBezTo>
                <a:cubicBezTo>
                  <a:pt x="5685" y="13555"/>
                  <a:pt x="5073" y="13431"/>
                  <a:pt x="4499" y="13183"/>
                </a:cubicBezTo>
                <a:lnTo>
                  <a:pt x="4126" y="13059"/>
                </a:lnTo>
                <a:lnTo>
                  <a:pt x="4126" y="11880"/>
                </a:lnTo>
                <a:lnTo>
                  <a:pt x="5926" y="12718"/>
                </a:lnTo>
                <a:cubicBezTo>
                  <a:pt x="6016" y="12763"/>
                  <a:pt x="6107" y="12792"/>
                  <a:pt x="6198" y="12792"/>
                </a:cubicBezTo>
                <a:cubicBezTo>
                  <a:pt x="6231" y="12792"/>
                  <a:pt x="6265" y="12788"/>
                  <a:pt x="6298" y="12780"/>
                </a:cubicBezTo>
                <a:cubicBezTo>
                  <a:pt x="6331" y="12788"/>
                  <a:pt x="6366" y="12792"/>
                  <a:pt x="6403" y="12792"/>
                </a:cubicBezTo>
                <a:cubicBezTo>
                  <a:pt x="6503" y="12792"/>
                  <a:pt x="6610" y="12763"/>
                  <a:pt x="6701" y="12718"/>
                </a:cubicBezTo>
                <a:lnTo>
                  <a:pt x="8469" y="11880"/>
                </a:lnTo>
                <a:close/>
                <a:moveTo>
                  <a:pt x="6298" y="0"/>
                </a:moveTo>
                <a:cubicBezTo>
                  <a:pt x="4871" y="0"/>
                  <a:pt x="3475" y="558"/>
                  <a:pt x="2451" y="1551"/>
                </a:cubicBezTo>
                <a:cubicBezTo>
                  <a:pt x="2325" y="1702"/>
                  <a:pt x="2466" y="1895"/>
                  <a:pt x="2623" y="1895"/>
                </a:cubicBezTo>
                <a:cubicBezTo>
                  <a:pt x="2659" y="1895"/>
                  <a:pt x="2696" y="1884"/>
                  <a:pt x="2731" y="1861"/>
                </a:cubicBezTo>
                <a:cubicBezTo>
                  <a:pt x="3413" y="1210"/>
                  <a:pt x="4219" y="744"/>
                  <a:pt x="5150" y="527"/>
                </a:cubicBezTo>
                <a:lnTo>
                  <a:pt x="5150" y="527"/>
                </a:lnTo>
                <a:cubicBezTo>
                  <a:pt x="4840" y="869"/>
                  <a:pt x="4561" y="1241"/>
                  <a:pt x="4406" y="1644"/>
                </a:cubicBezTo>
                <a:cubicBezTo>
                  <a:pt x="4126" y="2295"/>
                  <a:pt x="3909" y="2978"/>
                  <a:pt x="3816" y="3691"/>
                </a:cubicBezTo>
                <a:cubicBezTo>
                  <a:pt x="3351" y="3753"/>
                  <a:pt x="2917" y="3877"/>
                  <a:pt x="2482" y="4001"/>
                </a:cubicBezTo>
                <a:cubicBezTo>
                  <a:pt x="2048" y="4157"/>
                  <a:pt x="1645" y="4374"/>
                  <a:pt x="1273" y="4653"/>
                </a:cubicBezTo>
                <a:cubicBezTo>
                  <a:pt x="1397" y="3877"/>
                  <a:pt x="1707" y="3164"/>
                  <a:pt x="2141" y="2544"/>
                </a:cubicBezTo>
                <a:cubicBezTo>
                  <a:pt x="2276" y="2386"/>
                  <a:pt x="2133" y="2212"/>
                  <a:pt x="1985" y="2212"/>
                </a:cubicBezTo>
                <a:cubicBezTo>
                  <a:pt x="1930" y="2212"/>
                  <a:pt x="1873" y="2236"/>
                  <a:pt x="1831" y="2295"/>
                </a:cubicBezTo>
                <a:cubicBezTo>
                  <a:pt x="1" y="4808"/>
                  <a:pt x="621" y="8313"/>
                  <a:pt x="3165" y="10050"/>
                </a:cubicBezTo>
                <a:lnTo>
                  <a:pt x="2420" y="10391"/>
                </a:lnTo>
                <a:cubicBezTo>
                  <a:pt x="2265" y="10453"/>
                  <a:pt x="2172" y="10609"/>
                  <a:pt x="2203" y="10764"/>
                </a:cubicBezTo>
                <a:cubicBezTo>
                  <a:pt x="2203" y="10919"/>
                  <a:pt x="2296" y="11074"/>
                  <a:pt x="2451" y="11136"/>
                </a:cubicBezTo>
                <a:lnTo>
                  <a:pt x="2544" y="11167"/>
                </a:lnTo>
                <a:lnTo>
                  <a:pt x="2544" y="12656"/>
                </a:lnTo>
                <a:cubicBezTo>
                  <a:pt x="2296" y="12718"/>
                  <a:pt x="2141" y="12935"/>
                  <a:pt x="2110" y="13183"/>
                </a:cubicBezTo>
                <a:cubicBezTo>
                  <a:pt x="2110" y="13183"/>
                  <a:pt x="2110" y="13214"/>
                  <a:pt x="2110" y="13214"/>
                </a:cubicBezTo>
                <a:cubicBezTo>
                  <a:pt x="2110" y="13586"/>
                  <a:pt x="2389" y="13866"/>
                  <a:pt x="2731" y="13866"/>
                </a:cubicBezTo>
                <a:cubicBezTo>
                  <a:pt x="3072" y="13866"/>
                  <a:pt x="3320" y="13586"/>
                  <a:pt x="3351" y="13276"/>
                </a:cubicBezTo>
                <a:cubicBezTo>
                  <a:pt x="3351" y="13245"/>
                  <a:pt x="3351" y="13245"/>
                  <a:pt x="3351" y="13214"/>
                </a:cubicBezTo>
                <a:cubicBezTo>
                  <a:pt x="3351" y="13059"/>
                  <a:pt x="3289" y="12904"/>
                  <a:pt x="3165" y="12780"/>
                </a:cubicBezTo>
                <a:cubicBezTo>
                  <a:pt x="3103" y="12718"/>
                  <a:pt x="3010" y="12656"/>
                  <a:pt x="2917" y="12625"/>
                </a:cubicBezTo>
                <a:lnTo>
                  <a:pt x="2917" y="11322"/>
                </a:lnTo>
                <a:lnTo>
                  <a:pt x="3692" y="11694"/>
                </a:lnTo>
                <a:lnTo>
                  <a:pt x="3692" y="13090"/>
                </a:lnTo>
                <a:cubicBezTo>
                  <a:pt x="3692" y="13245"/>
                  <a:pt x="3785" y="13369"/>
                  <a:pt x="3909" y="13400"/>
                </a:cubicBezTo>
                <a:lnTo>
                  <a:pt x="4313" y="13586"/>
                </a:lnTo>
                <a:cubicBezTo>
                  <a:pt x="4933" y="13835"/>
                  <a:pt x="5600" y="13959"/>
                  <a:pt x="6267" y="13959"/>
                </a:cubicBezTo>
                <a:cubicBezTo>
                  <a:pt x="6934" y="13959"/>
                  <a:pt x="7601" y="13835"/>
                  <a:pt x="8221" y="13586"/>
                </a:cubicBezTo>
                <a:lnTo>
                  <a:pt x="8655" y="13400"/>
                </a:lnTo>
                <a:cubicBezTo>
                  <a:pt x="8748" y="13369"/>
                  <a:pt x="8841" y="13245"/>
                  <a:pt x="8841" y="13090"/>
                </a:cubicBezTo>
                <a:lnTo>
                  <a:pt x="8841" y="11694"/>
                </a:lnTo>
                <a:lnTo>
                  <a:pt x="10144" y="11105"/>
                </a:lnTo>
                <a:cubicBezTo>
                  <a:pt x="10423" y="10950"/>
                  <a:pt x="10454" y="10515"/>
                  <a:pt x="10144" y="10360"/>
                </a:cubicBezTo>
                <a:lnTo>
                  <a:pt x="9431" y="10050"/>
                </a:lnTo>
                <a:cubicBezTo>
                  <a:pt x="9803" y="9771"/>
                  <a:pt x="10144" y="9461"/>
                  <a:pt x="10454" y="9120"/>
                </a:cubicBezTo>
                <a:cubicBezTo>
                  <a:pt x="10571" y="8956"/>
                  <a:pt x="10424" y="8775"/>
                  <a:pt x="10278" y="8775"/>
                </a:cubicBezTo>
                <a:cubicBezTo>
                  <a:pt x="10230" y="8775"/>
                  <a:pt x="10182" y="8794"/>
                  <a:pt x="10144" y="8840"/>
                </a:cubicBezTo>
                <a:cubicBezTo>
                  <a:pt x="9803" y="9213"/>
                  <a:pt x="9431" y="9523"/>
                  <a:pt x="9027" y="9802"/>
                </a:cubicBezTo>
                <a:cubicBezTo>
                  <a:pt x="9027" y="9802"/>
                  <a:pt x="8996" y="9833"/>
                  <a:pt x="8996" y="9833"/>
                </a:cubicBezTo>
                <a:lnTo>
                  <a:pt x="8128" y="9461"/>
                </a:lnTo>
                <a:cubicBezTo>
                  <a:pt x="8438" y="8778"/>
                  <a:pt x="8655" y="8065"/>
                  <a:pt x="8779" y="7321"/>
                </a:cubicBezTo>
                <a:cubicBezTo>
                  <a:pt x="9214" y="7258"/>
                  <a:pt x="9679" y="7134"/>
                  <a:pt x="10082" y="6979"/>
                </a:cubicBezTo>
                <a:cubicBezTo>
                  <a:pt x="10547" y="6855"/>
                  <a:pt x="10951" y="6638"/>
                  <a:pt x="11292" y="6359"/>
                </a:cubicBezTo>
                <a:lnTo>
                  <a:pt x="11292" y="6359"/>
                </a:lnTo>
                <a:cubicBezTo>
                  <a:pt x="11199" y="6979"/>
                  <a:pt x="10982" y="7600"/>
                  <a:pt x="10671" y="8158"/>
                </a:cubicBezTo>
                <a:cubicBezTo>
                  <a:pt x="10609" y="8251"/>
                  <a:pt x="10640" y="8375"/>
                  <a:pt x="10734" y="8437"/>
                </a:cubicBezTo>
                <a:cubicBezTo>
                  <a:pt x="10757" y="8445"/>
                  <a:pt x="10782" y="8449"/>
                  <a:pt x="10808" y="8449"/>
                </a:cubicBezTo>
                <a:cubicBezTo>
                  <a:pt x="10885" y="8449"/>
                  <a:pt x="10966" y="8414"/>
                  <a:pt x="11013" y="8344"/>
                </a:cubicBezTo>
                <a:cubicBezTo>
                  <a:pt x="13215" y="4684"/>
                  <a:pt x="10578" y="0"/>
                  <a:pt x="6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72" name="Google Shape;13372;p87"/>
          <p:cNvGrpSpPr/>
          <p:nvPr/>
        </p:nvGrpSpPr>
        <p:grpSpPr>
          <a:xfrm>
            <a:off x="2469473" y="1743861"/>
            <a:ext cx="292375" cy="348975"/>
            <a:chOff x="1709625" y="1923875"/>
            <a:chExt cx="292375" cy="348975"/>
          </a:xfrm>
        </p:grpSpPr>
        <p:sp>
          <p:nvSpPr>
            <p:cNvPr id="13373" name="Google Shape;13373;p87"/>
            <p:cNvSpPr/>
            <p:nvPr/>
          </p:nvSpPr>
          <p:spPr>
            <a:xfrm>
              <a:off x="1709625" y="1923875"/>
              <a:ext cx="292375" cy="348975"/>
            </a:xfrm>
            <a:custGeom>
              <a:rect b="b" l="l" r="r" t="t"/>
              <a:pathLst>
                <a:path extrusionOk="0" h="13959" w="11695">
                  <a:moveTo>
                    <a:pt x="8065" y="403"/>
                  </a:moveTo>
                  <a:cubicBezTo>
                    <a:pt x="8127" y="403"/>
                    <a:pt x="8189" y="465"/>
                    <a:pt x="8189" y="558"/>
                  </a:cubicBezTo>
                  <a:lnTo>
                    <a:pt x="8189" y="1396"/>
                  </a:lnTo>
                  <a:lnTo>
                    <a:pt x="2017" y="1396"/>
                  </a:lnTo>
                  <a:cubicBezTo>
                    <a:pt x="1706" y="1396"/>
                    <a:pt x="1458" y="1644"/>
                    <a:pt x="1458" y="1954"/>
                  </a:cubicBezTo>
                  <a:lnTo>
                    <a:pt x="1458" y="2978"/>
                  </a:lnTo>
                  <a:cubicBezTo>
                    <a:pt x="1458" y="3117"/>
                    <a:pt x="1559" y="3187"/>
                    <a:pt x="1660" y="3187"/>
                  </a:cubicBezTo>
                  <a:cubicBezTo>
                    <a:pt x="1761" y="3187"/>
                    <a:pt x="1862" y="3117"/>
                    <a:pt x="1862" y="2978"/>
                  </a:cubicBezTo>
                  <a:lnTo>
                    <a:pt x="1862" y="1954"/>
                  </a:lnTo>
                  <a:cubicBezTo>
                    <a:pt x="1862" y="1861"/>
                    <a:pt x="1924" y="1799"/>
                    <a:pt x="2017" y="1799"/>
                  </a:cubicBezTo>
                  <a:lnTo>
                    <a:pt x="9523" y="1799"/>
                  </a:lnTo>
                  <a:cubicBezTo>
                    <a:pt x="9616" y="1799"/>
                    <a:pt x="9678" y="1861"/>
                    <a:pt x="9678" y="1954"/>
                  </a:cubicBezTo>
                  <a:lnTo>
                    <a:pt x="9678" y="9182"/>
                  </a:lnTo>
                  <a:lnTo>
                    <a:pt x="6235" y="9182"/>
                  </a:lnTo>
                  <a:cubicBezTo>
                    <a:pt x="5956" y="9182"/>
                    <a:pt x="5708" y="9430"/>
                    <a:pt x="5739" y="9709"/>
                  </a:cubicBezTo>
                  <a:lnTo>
                    <a:pt x="5739" y="12035"/>
                  </a:lnTo>
                  <a:cubicBezTo>
                    <a:pt x="5708" y="12315"/>
                    <a:pt x="5956" y="12563"/>
                    <a:pt x="6235" y="12563"/>
                  </a:cubicBezTo>
                  <a:lnTo>
                    <a:pt x="7228" y="12563"/>
                  </a:lnTo>
                  <a:cubicBezTo>
                    <a:pt x="7507" y="12563"/>
                    <a:pt x="7507" y="12159"/>
                    <a:pt x="7228" y="12159"/>
                  </a:cubicBezTo>
                  <a:lnTo>
                    <a:pt x="6235" y="12159"/>
                  </a:lnTo>
                  <a:cubicBezTo>
                    <a:pt x="6173" y="12128"/>
                    <a:pt x="6142" y="12097"/>
                    <a:pt x="6142" y="12035"/>
                  </a:cubicBezTo>
                  <a:lnTo>
                    <a:pt x="6142" y="9709"/>
                  </a:lnTo>
                  <a:cubicBezTo>
                    <a:pt x="6142" y="9647"/>
                    <a:pt x="6173" y="9616"/>
                    <a:pt x="6235" y="9616"/>
                  </a:cubicBezTo>
                  <a:lnTo>
                    <a:pt x="11198" y="9616"/>
                  </a:lnTo>
                  <a:cubicBezTo>
                    <a:pt x="11260" y="9616"/>
                    <a:pt x="11291" y="9647"/>
                    <a:pt x="11291" y="9709"/>
                  </a:cubicBezTo>
                  <a:lnTo>
                    <a:pt x="11291" y="12035"/>
                  </a:lnTo>
                  <a:cubicBezTo>
                    <a:pt x="11291" y="12066"/>
                    <a:pt x="11260" y="12128"/>
                    <a:pt x="11198" y="12128"/>
                  </a:cubicBezTo>
                  <a:lnTo>
                    <a:pt x="8065" y="12128"/>
                  </a:lnTo>
                  <a:cubicBezTo>
                    <a:pt x="7786" y="12128"/>
                    <a:pt x="7786" y="12532"/>
                    <a:pt x="8065" y="12532"/>
                  </a:cubicBezTo>
                  <a:lnTo>
                    <a:pt x="9647" y="12532"/>
                  </a:lnTo>
                  <a:lnTo>
                    <a:pt x="9647" y="13400"/>
                  </a:lnTo>
                  <a:cubicBezTo>
                    <a:pt x="9647" y="13493"/>
                    <a:pt x="9585" y="13555"/>
                    <a:pt x="9523" y="13555"/>
                  </a:cubicBezTo>
                  <a:lnTo>
                    <a:pt x="2017" y="13555"/>
                  </a:lnTo>
                  <a:cubicBezTo>
                    <a:pt x="1955" y="13555"/>
                    <a:pt x="1893" y="13493"/>
                    <a:pt x="1893" y="13400"/>
                  </a:cubicBezTo>
                  <a:lnTo>
                    <a:pt x="1893" y="3815"/>
                  </a:lnTo>
                  <a:cubicBezTo>
                    <a:pt x="1893" y="3676"/>
                    <a:pt x="1784" y="3606"/>
                    <a:pt x="1675" y="3606"/>
                  </a:cubicBezTo>
                  <a:cubicBezTo>
                    <a:pt x="1567" y="3606"/>
                    <a:pt x="1458" y="3676"/>
                    <a:pt x="1458" y="3815"/>
                  </a:cubicBezTo>
                  <a:lnTo>
                    <a:pt x="1458" y="12159"/>
                  </a:lnTo>
                  <a:lnTo>
                    <a:pt x="559" y="12159"/>
                  </a:lnTo>
                  <a:cubicBezTo>
                    <a:pt x="466" y="12159"/>
                    <a:pt x="404" y="12097"/>
                    <a:pt x="404" y="12004"/>
                  </a:cubicBezTo>
                  <a:lnTo>
                    <a:pt x="404" y="558"/>
                  </a:lnTo>
                  <a:cubicBezTo>
                    <a:pt x="404" y="465"/>
                    <a:pt x="466" y="403"/>
                    <a:pt x="559" y="403"/>
                  </a:cubicBezTo>
                  <a:close/>
                  <a:moveTo>
                    <a:pt x="559" y="0"/>
                  </a:moveTo>
                  <a:cubicBezTo>
                    <a:pt x="249" y="0"/>
                    <a:pt x="0" y="248"/>
                    <a:pt x="0" y="558"/>
                  </a:cubicBezTo>
                  <a:lnTo>
                    <a:pt x="0" y="12035"/>
                  </a:lnTo>
                  <a:cubicBezTo>
                    <a:pt x="0" y="12315"/>
                    <a:pt x="249" y="12563"/>
                    <a:pt x="559" y="12563"/>
                  </a:cubicBezTo>
                  <a:lnTo>
                    <a:pt x="1458" y="12563"/>
                  </a:lnTo>
                  <a:lnTo>
                    <a:pt x="1458" y="13431"/>
                  </a:lnTo>
                  <a:cubicBezTo>
                    <a:pt x="1458" y="13710"/>
                    <a:pt x="1706" y="13959"/>
                    <a:pt x="2017" y="13959"/>
                  </a:cubicBezTo>
                  <a:lnTo>
                    <a:pt x="9523" y="13959"/>
                  </a:lnTo>
                  <a:cubicBezTo>
                    <a:pt x="9834" y="13959"/>
                    <a:pt x="10082" y="13710"/>
                    <a:pt x="10082" y="13400"/>
                  </a:cubicBezTo>
                  <a:lnTo>
                    <a:pt x="10082" y="12532"/>
                  </a:lnTo>
                  <a:lnTo>
                    <a:pt x="11198" y="12532"/>
                  </a:lnTo>
                  <a:cubicBezTo>
                    <a:pt x="11478" y="12532"/>
                    <a:pt x="11695" y="12315"/>
                    <a:pt x="11695" y="12035"/>
                  </a:cubicBezTo>
                  <a:lnTo>
                    <a:pt x="11695" y="9709"/>
                  </a:lnTo>
                  <a:cubicBezTo>
                    <a:pt x="11695" y="9399"/>
                    <a:pt x="11478" y="9182"/>
                    <a:pt x="11198" y="9182"/>
                  </a:cubicBezTo>
                  <a:lnTo>
                    <a:pt x="11198" y="9213"/>
                  </a:lnTo>
                  <a:lnTo>
                    <a:pt x="10082" y="9213"/>
                  </a:lnTo>
                  <a:lnTo>
                    <a:pt x="10082" y="1954"/>
                  </a:lnTo>
                  <a:cubicBezTo>
                    <a:pt x="10082" y="1644"/>
                    <a:pt x="9834" y="1396"/>
                    <a:pt x="9523" y="1396"/>
                  </a:cubicBezTo>
                  <a:lnTo>
                    <a:pt x="8624" y="1396"/>
                  </a:lnTo>
                  <a:lnTo>
                    <a:pt x="8624" y="558"/>
                  </a:lnTo>
                  <a:cubicBezTo>
                    <a:pt x="8624" y="248"/>
                    <a:pt x="8345" y="0"/>
                    <a:pt x="80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4" name="Google Shape;13374;p87"/>
            <p:cNvSpPr/>
            <p:nvPr/>
          </p:nvSpPr>
          <p:spPr>
            <a:xfrm>
              <a:off x="1777875" y="2002175"/>
              <a:ext cx="78350" cy="10125"/>
            </a:xfrm>
            <a:custGeom>
              <a:rect b="b" l="l" r="r" t="t"/>
              <a:pathLst>
                <a:path extrusionOk="0" h="405" w="3134">
                  <a:moveTo>
                    <a:pt x="279" y="1"/>
                  </a:moveTo>
                  <a:cubicBezTo>
                    <a:pt x="0" y="1"/>
                    <a:pt x="0" y="404"/>
                    <a:pt x="279" y="404"/>
                  </a:cubicBezTo>
                  <a:lnTo>
                    <a:pt x="2885" y="404"/>
                  </a:lnTo>
                  <a:cubicBezTo>
                    <a:pt x="3133" y="404"/>
                    <a:pt x="3133" y="1"/>
                    <a:pt x="28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5" name="Google Shape;13375;p87"/>
            <p:cNvSpPr/>
            <p:nvPr/>
          </p:nvSpPr>
          <p:spPr>
            <a:xfrm>
              <a:off x="1779575" y="2154150"/>
              <a:ext cx="50850" cy="10175"/>
            </a:xfrm>
            <a:custGeom>
              <a:rect b="b" l="l" r="r" t="t"/>
              <a:pathLst>
                <a:path extrusionOk="0" h="407" w="2034">
                  <a:moveTo>
                    <a:pt x="191" y="0"/>
                  </a:moveTo>
                  <a:cubicBezTo>
                    <a:pt x="1" y="0"/>
                    <a:pt x="1" y="406"/>
                    <a:pt x="191" y="406"/>
                  </a:cubicBezTo>
                  <a:cubicBezTo>
                    <a:pt x="197" y="406"/>
                    <a:pt x="204" y="406"/>
                    <a:pt x="211" y="405"/>
                  </a:cubicBezTo>
                  <a:lnTo>
                    <a:pt x="1793" y="405"/>
                  </a:lnTo>
                  <a:cubicBezTo>
                    <a:pt x="1801" y="406"/>
                    <a:pt x="1809" y="406"/>
                    <a:pt x="1817" y="406"/>
                  </a:cubicBezTo>
                  <a:cubicBezTo>
                    <a:pt x="2034" y="406"/>
                    <a:pt x="2034" y="0"/>
                    <a:pt x="1817" y="0"/>
                  </a:cubicBezTo>
                  <a:cubicBezTo>
                    <a:pt x="1809" y="0"/>
                    <a:pt x="1801" y="1"/>
                    <a:pt x="1793" y="2"/>
                  </a:cubicBezTo>
                  <a:lnTo>
                    <a:pt x="211" y="2"/>
                  </a:lnTo>
                  <a:cubicBezTo>
                    <a:pt x="204" y="1"/>
                    <a:pt x="197"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6" name="Google Shape;13376;p87"/>
            <p:cNvSpPr/>
            <p:nvPr/>
          </p:nvSpPr>
          <p:spPr>
            <a:xfrm>
              <a:off x="1779425" y="2178225"/>
              <a:ext cx="50425" cy="10100"/>
            </a:xfrm>
            <a:custGeom>
              <a:rect b="b" l="l" r="r" t="t"/>
              <a:pathLst>
                <a:path extrusionOk="0" h="404" w="2017">
                  <a:moveTo>
                    <a:pt x="217" y="0"/>
                  </a:moveTo>
                  <a:cubicBezTo>
                    <a:pt x="93" y="0"/>
                    <a:pt x="0" y="93"/>
                    <a:pt x="0" y="217"/>
                  </a:cubicBezTo>
                  <a:cubicBezTo>
                    <a:pt x="0" y="310"/>
                    <a:pt x="93" y="404"/>
                    <a:pt x="217" y="404"/>
                  </a:cubicBezTo>
                  <a:lnTo>
                    <a:pt x="1799" y="404"/>
                  </a:lnTo>
                  <a:cubicBezTo>
                    <a:pt x="1923" y="404"/>
                    <a:pt x="2016" y="310"/>
                    <a:pt x="2016" y="217"/>
                  </a:cubicBezTo>
                  <a:cubicBezTo>
                    <a:pt x="2016" y="93"/>
                    <a:pt x="1923"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7" name="Google Shape;13377;p87"/>
            <p:cNvSpPr/>
            <p:nvPr/>
          </p:nvSpPr>
          <p:spPr>
            <a:xfrm>
              <a:off x="1777875" y="2203000"/>
              <a:ext cx="53525" cy="10150"/>
            </a:xfrm>
            <a:custGeom>
              <a:rect b="b" l="l" r="r" t="t"/>
              <a:pathLst>
                <a:path extrusionOk="0" h="406" w="2141">
                  <a:moveTo>
                    <a:pt x="251" y="0"/>
                  </a:moveTo>
                  <a:cubicBezTo>
                    <a:pt x="0" y="0"/>
                    <a:pt x="10" y="405"/>
                    <a:pt x="279" y="405"/>
                  </a:cubicBezTo>
                  <a:lnTo>
                    <a:pt x="1861" y="405"/>
                  </a:lnTo>
                  <a:cubicBezTo>
                    <a:pt x="2140" y="405"/>
                    <a:pt x="2140" y="2"/>
                    <a:pt x="1861" y="2"/>
                  </a:cubicBezTo>
                  <a:lnTo>
                    <a:pt x="279" y="2"/>
                  </a:lnTo>
                  <a:cubicBezTo>
                    <a:pt x="270" y="1"/>
                    <a:pt x="260"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8" name="Google Shape;13378;p87"/>
            <p:cNvSpPr/>
            <p:nvPr/>
          </p:nvSpPr>
          <p:spPr>
            <a:xfrm>
              <a:off x="1777875" y="2227075"/>
              <a:ext cx="53525" cy="10100"/>
            </a:xfrm>
            <a:custGeom>
              <a:rect b="b" l="l" r="r" t="t"/>
              <a:pathLst>
                <a:path extrusionOk="0" h="404" w="2141">
                  <a:moveTo>
                    <a:pt x="279" y="0"/>
                  </a:moveTo>
                  <a:cubicBezTo>
                    <a:pt x="0" y="0"/>
                    <a:pt x="0" y="404"/>
                    <a:pt x="279" y="404"/>
                  </a:cubicBezTo>
                  <a:lnTo>
                    <a:pt x="1861" y="404"/>
                  </a:lnTo>
                  <a:cubicBezTo>
                    <a:pt x="2140" y="404"/>
                    <a:pt x="2140" y="0"/>
                    <a:pt x="18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87"/>
            <p:cNvSpPr/>
            <p:nvPr/>
          </p:nvSpPr>
          <p:spPr>
            <a:xfrm>
              <a:off x="1777875" y="2086725"/>
              <a:ext cx="152000" cy="10875"/>
            </a:xfrm>
            <a:custGeom>
              <a:rect b="b" l="l" r="r" t="t"/>
              <a:pathLst>
                <a:path extrusionOk="0" h="435" w="6080">
                  <a:moveTo>
                    <a:pt x="279" y="0"/>
                  </a:moveTo>
                  <a:cubicBezTo>
                    <a:pt x="0" y="0"/>
                    <a:pt x="0" y="434"/>
                    <a:pt x="279" y="434"/>
                  </a:cubicBezTo>
                  <a:lnTo>
                    <a:pt x="5801" y="434"/>
                  </a:lnTo>
                  <a:cubicBezTo>
                    <a:pt x="6080" y="403"/>
                    <a:pt x="6080" y="0"/>
                    <a:pt x="58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87"/>
            <p:cNvSpPr/>
            <p:nvPr/>
          </p:nvSpPr>
          <p:spPr>
            <a:xfrm>
              <a:off x="1777875" y="2109975"/>
              <a:ext cx="152000" cy="10100"/>
            </a:xfrm>
            <a:custGeom>
              <a:rect b="b" l="l" r="r" t="t"/>
              <a:pathLst>
                <a:path extrusionOk="0" h="404" w="6080">
                  <a:moveTo>
                    <a:pt x="279" y="1"/>
                  </a:moveTo>
                  <a:cubicBezTo>
                    <a:pt x="0" y="1"/>
                    <a:pt x="0" y="404"/>
                    <a:pt x="279" y="404"/>
                  </a:cubicBezTo>
                  <a:lnTo>
                    <a:pt x="5801" y="404"/>
                  </a:lnTo>
                  <a:cubicBezTo>
                    <a:pt x="6080" y="404"/>
                    <a:pt x="6080" y="1"/>
                    <a:pt x="58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1" name="Google Shape;13381;p87"/>
            <p:cNvSpPr/>
            <p:nvPr/>
          </p:nvSpPr>
          <p:spPr>
            <a:xfrm>
              <a:off x="1780200" y="2025450"/>
              <a:ext cx="148125" cy="40350"/>
            </a:xfrm>
            <a:custGeom>
              <a:rect b="b" l="l" r="r" t="t"/>
              <a:pathLst>
                <a:path extrusionOk="0" h="1614" w="5925">
                  <a:moveTo>
                    <a:pt x="5491" y="404"/>
                  </a:moveTo>
                  <a:lnTo>
                    <a:pt x="5491" y="1179"/>
                  </a:lnTo>
                  <a:lnTo>
                    <a:pt x="403" y="1179"/>
                  </a:lnTo>
                  <a:lnTo>
                    <a:pt x="403" y="404"/>
                  </a:lnTo>
                  <a:close/>
                  <a:moveTo>
                    <a:pt x="341" y="1"/>
                  </a:moveTo>
                  <a:cubicBezTo>
                    <a:pt x="155" y="1"/>
                    <a:pt x="0" y="156"/>
                    <a:pt x="0" y="342"/>
                  </a:cubicBezTo>
                  <a:lnTo>
                    <a:pt x="0" y="1241"/>
                  </a:lnTo>
                  <a:cubicBezTo>
                    <a:pt x="0" y="1427"/>
                    <a:pt x="155" y="1613"/>
                    <a:pt x="341" y="1613"/>
                  </a:cubicBezTo>
                  <a:lnTo>
                    <a:pt x="5553" y="1613"/>
                  </a:lnTo>
                  <a:cubicBezTo>
                    <a:pt x="5739" y="1613"/>
                    <a:pt x="5925" y="1427"/>
                    <a:pt x="5925" y="1241"/>
                  </a:cubicBezTo>
                  <a:lnTo>
                    <a:pt x="5925" y="342"/>
                  </a:lnTo>
                  <a:cubicBezTo>
                    <a:pt x="5925" y="156"/>
                    <a:pt x="5739" y="1"/>
                    <a:pt x="55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2" name="Google Shape;13382;p87"/>
            <p:cNvSpPr/>
            <p:nvPr/>
          </p:nvSpPr>
          <p:spPr>
            <a:xfrm>
              <a:off x="1955450" y="2175125"/>
              <a:ext cx="24075" cy="41700"/>
            </a:xfrm>
            <a:custGeom>
              <a:rect b="b" l="l" r="r" t="t"/>
              <a:pathLst>
                <a:path extrusionOk="0" h="1668" w="963">
                  <a:moveTo>
                    <a:pt x="187" y="0"/>
                  </a:moveTo>
                  <a:cubicBezTo>
                    <a:pt x="94" y="0"/>
                    <a:pt x="1" y="62"/>
                    <a:pt x="1" y="186"/>
                  </a:cubicBezTo>
                  <a:lnTo>
                    <a:pt x="1" y="1458"/>
                  </a:lnTo>
                  <a:cubicBezTo>
                    <a:pt x="1" y="1598"/>
                    <a:pt x="101" y="1667"/>
                    <a:pt x="202" y="1667"/>
                  </a:cubicBezTo>
                  <a:cubicBezTo>
                    <a:pt x="303" y="1667"/>
                    <a:pt x="404" y="1598"/>
                    <a:pt x="404" y="1458"/>
                  </a:cubicBezTo>
                  <a:lnTo>
                    <a:pt x="404" y="1024"/>
                  </a:lnTo>
                  <a:lnTo>
                    <a:pt x="683" y="1024"/>
                  </a:lnTo>
                  <a:cubicBezTo>
                    <a:pt x="962" y="1024"/>
                    <a:pt x="962" y="621"/>
                    <a:pt x="683" y="621"/>
                  </a:cubicBezTo>
                  <a:lnTo>
                    <a:pt x="404" y="621"/>
                  </a:lnTo>
                  <a:lnTo>
                    <a:pt x="404" y="403"/>
                  </a:lnTo>
                  <a:lnTo>
                    <a:pt x="714" y="403"/>
                  </a:lnTo>
                  <a:cubicBezTo>
                    <a:pt x="962" y="372"/>
                    <a:pt x="962" y="31"/>
                    <a:pt x="7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3" name="Google Shape;13383;p87"/>
            <p:cNvSpPr/>
            <p:nvPr/>
          </p:nvSpPr>
          <p:spPr>
            <a:xfrm>
              <a:off x="1915125" y="2175125"/>
              <a:ext cx="33375" cy="41900"/>
            </a:xfrm>
            <a:custGeom>
              <a:rect b="b" l="l" r="r" t="t"/>
              <a:pathLst>
                <a:path extrusionOk="0" h="1676" w="1335">
                  <a:moveTo>
                    <a:pt x="559" y="434"/>
                  </a:moveTo>
                  <a:cubicBezTo>
                    <a:pt x="838" y="434"/>
                    <a:pt x="838" y="745"/>
                    <a:pt x="838" y="838"/>
                  </a:cubicBezTo>
                  <a:cubicBezTo>
                    <a:pt x="838" y="1055"/>
                    <a:pt x="745" y="1241"/>
                    <a:pt x="559" y="1241"/>
                  </a:cubicBezTo>
                  <a:lnTo>
                    <a:pt x="404" y="1241"/>
                  </a:lnTo>
                  <a:lnTo>
                    <a:pt x="404" y="434"/>
                  </a:lnTo>
                  <a:close/>
                  <a:moveTo>
                    <a:pt x="218" y="0"/>
                  </a:moveTo>
                  <a:cubicBezTo>
                    <a:pt x="156" y="0"/>
                    <a:pt x="125" y="31"/>
                    <a:pt x="63" y="62"/>
                  </a:cubicBezTo>
                  <a:cubicBezTo>
                    <a:pt x="32" y="93"/>
                    <a:pt x="1" y="155"/>
                    <a:pt x="1" y="217"/>
                  </a:cubicBezTo>
                  <a:lnTo>
                    <a:pt x="1" y="1458"/>
                  </a:lnTo>
                  <a:cubicBezTo>
                    <a:pt x="32" y="1520"/>
                    <a:pt x="32" y="1551"/>
                    <a:pt x="63" y="1613"/>
                  </a:cubicBezTo>
                  <a:cubicBezTo>
                    <a:pt x="125" y="1644"/>
                    <a:pt x="156" y="1644"/>
                    <a:pt x="218" y="1675"/>
                  </a:cubicBezTo>
                  <a:lnTo>
                    <a:pt x="590" y="1675"/>
                  </a:lnTo>
                  <a:cubicBezTo>
                    <a:pt x="1024" y="1644"/>
                    <a:pt x="1334" y="1241"/>
                    <a:pt x="1272" y="838"/>
                  </a:cubicBezTo>
                  <a:cubicBezTo>
                    <a:pt x="1334" y="403"/>
                    <a:pt x="993" y="0"/>
                    <a:pt x="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4" name="Google Shape;13384;p87"/>
            <p:cNvSpPr/>
            <p:nvPr/>
          </p:nvSpPr>
          <p:spPr>
            <a:xfrm>
              <a:off x="1877525" y="2174800"/>
              <a:ext cx="33750" cy="41625"/>
            </a:xfrm>
            <a:custGeom>
              <a:rect b="b" l="l" r="r" t="t"/>
              <a:pathLst>
                <a:path extrusionOk="0" h="1665" w="1350">
                  <a:moveTo>
                    <a:pt x="605" y="416"/>
                  </a:moveTo>
                  <a:cubicBezTo>
                    <a:pt x="822" y="416"/>
                    <a:pt x="822" y="727"/>
                    <a:pt x="605" y="727"/>
                  </a:cubicBezTo>
                  <a:lnTo>
                    <a:pt x="450" y="727"/>
                  </a:lnTo>
                  <a:lnTo>
                    <a:pt x="450" y="572"/>
                  </a:lnTo>
                  <a:lnTo>
                    <a:pt x="450" y="416"/>
                  </a:lnTo>
                  <a:close/>
                  <a:moveTo>
                    <a:pt x="199" y="0"/>
                  </a:moveTo>
                  <a:cubicBezTo>
                    <a:pt x="168" y="0"/>
                    <a:pt x="131" y="22"/>
                    <a:pt x="109" y="44"/>
                  </a:cubicBezTo>
                  <a:cubicBezTo>
                    <a:pt x="47" y="106"/>
                    <a:pt x="47" y="137"/>
                    <a:pt x="47" y="199"/>
                  </a:cubicBezTo>
                  <a:lnTo>
                    <a:pt x="47" y="1502"/>
                  </a:lnTo>
                  <a:cubicBezTo>
                    <a:pt x="0" y="1611"/>
                    <a:pt x="116" y="1665"/>
                    <a:pt x="233" y="1665"/>
                  </a:cubicBezTo>
                  <a:cubicBezTo>
                    <a:pt x="349" y="1665"/>
                    <a:pt x="465" y="1611"/>
                    <a:pt x="419" y="1502"/>
                  </a:cubicBezTo>
                  <a:lnTo>
                    <a:pt x="419" y="1130"/>
                  </a:lnTo>
                  <a:lnTo>
                    <a:pt x="574" y="1130"/>
                  </a:lnTo>
                  <a:cubicBezTo>
                    <a:pt x="1349" y="1130"/>
                    <a:pt x="1349" y="13"/>
                    <a:pt x="574" y="13"/>
                  </a:cubicBezTo>
                  <a:lnTo>
                    <a:pt x="233" y="13"/>
                  </a:lnTo>
                  <a:cubicBezTo>
                    <a:pt x="224" y="4"/>
                    <a:pt x="212"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5" name="Google Shape;13385;p87"/>
          <p:cNvGrpSpPr/>
          <p:nvPr/>
        </p:nvGrpSpPr>
        <p:grpSpPr>
          <a:xfrm>
            <a:off x="1057406" y="2264479"/>
            <a:ext cx="351325" cy="342775"/>
            <a:chOff x="1680925" y="3066150"/>
            <a:chExt cx="351325" cy="342775"/>
          </a:xfrm>
        </p:grpSpPr>
        <p:sp>
          <p:nvSpPr>
            <p:cNvPr id="13386" name="Google Shape;13386;p87"/>
            <p:cNvSpPr/>
            <p:nvPr/>
          </p:nvSpPr>
          <p:spPr>
            <a:xfrm>
              <a:off x="1949250" y="3134775"/>
              <a:ext cx="41125" cy="16700"/>
            </a:xfrm>
            <a:custGeom>
              <a:rect b="b" l="l" r="r" t="t"/>
              <a:pathLst>
                <a:path extrusionOk="0" h="668" w="1645">
                  <a:moveTo>
                    <a:pt x="822" y="0"/>
                  </a:moveTo>
                  <a:cubicBezTo>
                    <a:pt x="559" y="0"/>
                    <a:pt x="295" y="109"/>
                    <a:pt x="93" y="326"/>
                  </a:cubicBezTo>
                  <a:cubicBezTo>
                    <a:pt x="0" y="388"/>
                    <a:pt x="0" y="512"/>
                    <a:pt x="93" y="605"/>
                  </a:cubicBezTo>
                  <a:cubicBezTo>
                    <a:pt x="124" y="636"/>
                    <a:pt x="186" y="667"/>
                    <a:pt x="217" y="667"/>
                  </a:cubicBezTo>
                  <a:cubicBezTo>
                    <a:pt x="280" y="667"/>
                    <a:pt x="342" y="636"/>
                    <a:pt x="373" y="605"/>
                  </a:cubicBezTo>
                  <a:cubicBezTo>
                    <a:pt x="497" y="481"/>
                    <a:pt x="660" y="419"/>
                    <a:pt x="822" y="419"/>
                  </a:cubicBezTo>
                  <a:cubicBezTo>
                    <a:pt x="985" y="419"/>
                    <a:pt x="1148" y="481"/>
                    <a:pt x="1272" y="605"/>
                  </a:cubicBezTo>
                  <a:cubicBezTo>
                    <a:pt x="1319" y="636"/>
                    <a:pt x="1373" y="652"/>
                    <a:pt x="1423" y="652"/>
                  </a:cubicBezTo>
                  <a:cubicBezTo>
                    <a:pt x="1474" y="652"/>
                    <a:pt x="1520" y="636"/>
                    <a:pt x="1551" y="605"/>
                  </a:cubicBezTo>
                  <a:cubicBezTo>
                    <a:pt x="1644" y="512"/>
                    <a:pt x="1644" y="388"/>
                    <a:pt x="1551" y="326"/>
                  </a:cubicBezTo>
                  <a:cubicBezTo>
                    <a:pt x="1350" y="109"/>
                    <a:pt x="1086"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87"/>
            <p:cNvSpPr/>
            <p:nvPr/>
          </p:nvSpPr>
          <p:spPr>
            <a:xfrm>
              <a:off x="1931650" y="3112675"/>
              <a:ext cx="74225" cy="23275"/>
            </a:xfrm>
            <a:custGeom>
              <a:rect b="b" l="l" r="r" t="t"/>
              <a:pathLst>
                <a:path extrusionOk="0" h="931" w="2969">
                  <a:moveTo>
                    <a:pt x="1526" y="0"/>
                  </a:moveTo>
                  <a:cubicBezTo>
                    <a:pt x="1030" y="0"/>
                    <a:pt x="534" y="186"/>
                    <a:pt x="146" y="559"/>
                  </a:cubicBezTo>
                  <a:cubicBezTo>
                    <a:pt x="0" y="704"/>
                    <a:pt x="140" y="926"/>
                    <a:pt x="297" y="926"/>
                  </a:cubicBezTo>
                  <a:cubicBezTo>
                    <a:pt x="340" y="926"/>
                    <a:pt x="385" y="909"/>
                    <a:pt x="425" y="869"/>
                  </a:cubicBezTo>
                  <a:cubicBezTo>
                    <a:pt x="735" y="559"/>
                    <a:pt x="1131" y="404"/>
                    <a:pt x="1526" y="404"/>
                  </a:cubicBezTo>
                  <a:cubicBezTo>
                    <a:pt x="1922" y="404"/>
                    <a:pt x="2317" y="559"/>
                    <a:pt x="2628" y="869"/>
                  </a:cubicBezTo>
                  <a:cubicBezTo>
                    <a:pt x="2659" y="900"/>
                    <a:pt x="2690" y="931"/>
                    <a:pt x="2752" y="931"/>
                  </a:cubicBezTo>
                  <a:cubicBezTo>
                    <a:pt x="2814" y="931"/>
                    <a:pt x="2876" y="900"/>
                    <a:pt x="2907" y="869"/>
                  </a:cubicBezTo>
                  <a:cubicBezTo>
                    <a:pt x="2969" y="776"/>
                    <a:pt x="2969" y="652"/>
                    <a:pt x="2907" y="559"/>
                  </a:cubicBezTo>
                  <a:cubicBezTo>
                    <a:pt x="2519" y="186"/>
                    <a:pt x="2023" y="0"/>
                    <a:pt x="15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8" name="Google Shape;13388;p87"/>
            <p:cNvSpPr/>
            <p:nvPr/>
          </p:nvSpPr>
          <p:spPr>
            <a:xfrm>
              <a:off x="1917450" y="3089400"/>
              <a:ext cx="105500" cy="29700"/>
            </a:xfrm>
            <a:custGeom>
              <a:rect b="b" l="l" r="r" t="t"/>
              <a:pathLst>
                <a:path extrusionOk="0" h="1188" w="4220">
                  <a:moveTo>
                    <a:pt x="2094" y="1"/>
                  </a:moveTo>
                  <a:cubicBezTo>
                    <a:pt x="1358" y="1"/>
                    <a:pt x="621" y="280"/>
                    <a:pt x="63" y="838"/>
                  </a:cubicBezTo>
                  <a:cubicBezTo>
                    <a:pt x="1" y="900"/>
                    <a:pt x="1" y="1055"/>
                    <a:pt x="63" y="1117"/>
                  </a:cubicBezTo>
                  <a:cubicBezTo>
                    <a:pt x="109" y="1164"/>
                    <a:pt x="163" y="1187"/>
                    <a:pt x="218" y="1187"/>
                  </a:cubicBezTo>
                  <a:cubicBezTo>
                    <a:pt x="272" y="1187"/>
                    <a:pt x="326" y="1164"/>
                    <a:pt x="373" y="1117"/>
                  </a:cubicBezTo>
                  <a:lnTo>
                    <a:pt x="342" y="1117"/>
                  </a:lnTo>
                  <a:cubicBezTo>
                    <a:pt x="823" y="637"/>
                    <a:pt x="1458" y="396"/>
                    <a:pt x="2094" y="396"/>
                  </a:cubicBezTo>
                  <a:cubicBezTo>
                    <a:pt x="2730" y="396"/>
                    <a:pt x="3366" y="637"/>
                    <a:pt x="3847" y="1117"/>
                  </a:cubicBezTo>
                  <a:cubicBezTo>
                    <a:pt x="3878" y="1148"/>
                    <a:pt x="3940" y="1179"/>
                    <a:pt x="4002" y="1179"/>
                  </a:cubicBezTo>
                  <a:cubicBezTo>
                    <a:pt x="4033" y="1179"/>
                    <a:pt x="4095" y="1148"/>
                    <a:pt x="4126" y="1117"/>
                  </a:cubicBezTo>
                  <a:cubicBezTo>
                    <a:pt x="4219" y="1055"/>
                    <a:pt x="4219" y="900"/>
                    <a:pt x="4126" y="838"/>
                  </a:cubicBezTo>
                  <a:cubicBezTo>
                    <a:pt x="3568" y="280"/>
                    <a:pt x="2831" y="1"/>
                    <a:pt x="20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9" name="Google Shape;13389;p87"/>
            <p:cNvSpPr/>
            <p:nvPr/>
          </p:nvSpPr>
          <p:spPr>
            <a:xfrm>
              <a:off x="1680925" y="3066150"/>
              <a:ext cx="351325" cy="342775"/>
            </a:xfrm>
            <a:custGeom>
              <a:rect b="b" l="l" r="r" t="t"/>
              <a:pathLst>
                <a:path extrusionOk="0" h="13711" w="14053">
                  <a:moveTo>
                    <a:pt x="6763" y="403"/>
                  </a:moveTo>
                  <a:lnTo>
                    <a:pt x="6763" y="1179"/>
                  </a:lnTo>
                  <a:lnTo>
                    <a:pt x="5212" y="1179"/>
                  </a:lnTo>
                  <a:cubicBezTo>
                    <a:pt x="5150" y="1179"/>
                    <a:pt x="5119" y="1117"/>
                    <a:pt x="5119" y="1086"/>
                  </a:cubicBezTo>
                  <a:lnTo>
                    <a:pt x="5119" y="496"/>
                  </a:lnTo>
                  <a:cubicBezTo>
                    <a:pt x="5119" y="434"/>
                    <a:pt x="5150" y="403"/>
                    <a:pt x="5212" y="403"/>
                  </a:cubicBezTo>
                  <a:close/>
                  <a:moveTo>
                    <a:pt x="6949" y="2637"/>
                  </a:moveTo>
                  <a:lnTo>
                    <a:pt x="10888" y="6669"/>
                  </a:lnTo>
                  <a:lnTo>
                    <a:pt x="10206" y="6669"/>
                  </a:lnTo>
                  <a:lnTo>
                    <a:pt x="7104" y="3505"/>
                  </a:lnTo>
                  <a:cubicBezTo>
                    <a:pt x="7073" y="3474"/>
                    <a:pt x="7011" y="3443"/>
                    <a:pt x="6949" y="3443"/>
                  </a:cubicBezTo>
                  <a:cubicBezTo>
                    <a:pt x="6887" y="3443"/>
                    <a:pt x="6856" y="3474"/>
                    <a:pt x="6794" y="3505"/>
                  </a:cubicBezTo>
                  <a:lnTo>
                    <a:pt x="3816" y="6669"/>
                  </a:lnTo>
                  <a:lnTo>
                    <a:pt x="3134" y="6669"/>
                  </a:lnTo>
                  <a:lnTo>
                    <a:pt x="6949" y="2637"/>
                  </a:lnTo>
                  <a:close/>
                  <a:moveTo>
                    <a:pt x="3692" y="7041"/>
                  </a:moveTo>
                  <a:lnTo>
                    <a:pt x="3692" y="8716"/>
                  </a:lnTo>
                  <a:lnTo>
                    <a:pt x="466" y="8716"/>
                  </a:lnTo>
                  <a:lnTo>
                    <a:pt x="1148" y="7103"/>
                  </a:lnTo>
                  <a:cubicBezTo>
                    <a:pt x="1148" y="7072"/>
                    <a:pt x="1179" y="7041"/>
                    <a:pt x="1210" y="7041"/>
                  </a:cubicBezTo>
                  <a:close/>
                  <a:moveTo>
                    <a:pt x="1521" y="10267"/>
                  </a:moveTo>
                  <a:cubicBezTo>
                    <a:pt x="1614" y="10267"/>
                    <a:pt x="1676" y="10329"/>
                    <a:pt x="1676" y="10392"/>
                  </a:cubicBezTo>
                  <a:lnTo>
                    <a:pt x="1676" y="11694"/>
                  </a:lnTo>
                  <a:cubicBezTo>
                    <a:pt x="1676" y="11756"/>
                    <a:pt x="1614" y="11818"/>
                    <a:pt x="1521" y="11818"/>
                  </a:cubicBezTo>
                  <a:lnTo>
                    <a:pt x="807" y="11818"/>
                  </a:lnTo>
                  <a:lnTo>
                    <a:pt x="807" y="10267"/>
                  </a:lnTo>
                  <a:close/>
                  <a:moveTo>
                    <a:pt x="13215" y="10267"/>
                  </a:moveTo>
                  <a:lnTo>
                    <a:pt x="13215" y="11818"/>
                  </a:lnTo>
                  <a:lnTo>
                    <a:pt x="12501" y="11818"/>
                  </a:lnTo>
                  <a:cubicBezTo>
                    <a:pt x="12408" y="11818"/>
                    <a:pt x="12377" y="11787"/>
                    <a:pt x="12377" y="11694"/>
                  </a:cubicBezTo>
                  <a:lnTo>
                    <a:pt x="12377" y="10392"/>
                  </a:lnTo>
                  <a:cubicBezTo>
                    <a:pt x="12346" y="10329"/>
                    <a:pt x="12408" y="10267"/>
                    <a:pt x="12501" y="10267"/>
                  </a:cubicBezTo>
                  <a:close/>
                  <a:moveTo>
                    <a:pt x="6794" y="9740"/>
                  </a:moveTo>
                  <a:lnTo>
                    <a:pt x="6825" y="13276"/>
                  </a:lnTo>
                  <a:lnTo>
                    <a:pt x="5708" y="13276"/>
                  </a:lnTo>
                  <a:lnTo>
                    <a:pt x="5708" y="9926"/>
                  </a:lnTo>
                  <a:cubicBezTo>
                    <a:pt x="5708" y="9833"/>
                    <a:pt x="5801" y="9740"/>
                    <a:pt x="5894" y="9740"/>
                  </a:cubicBezTo>
                  <a:close/>
                  <a:moveTo>
                    <a:pt x="8097" y="9771"/>
                  </a:moveTo>
                  <a:cubicBezTo>
                    <a:pt x="8190" y="9771"/>
                    <a:pt x="8283" y="9833"/>
                    <a:pt x="8283" y="9926"/>
                  </a:cubicBezTo>
                  <a:lnTo>
                    <a:pt x="8314" y="13276"/>
                  </a:lnTo>
                  <a:lnTo>
                    <a:pt x="7197" y="13276"/>
                  </a:lnTo>
                  <a:lnTo>
                    <a:pt x="7197" y="9771"/>
                  </a:lnTo>
                  <a:close/>
                  <a:moveTo>
                    <a:pt x="6980" y="3940"/>
                  </a:moveTo>
                  <a:lnTo>
                    <a:pt x="9927" y="6948"/>
                  </a:lnTo>
                  <a:lnTo>
                    <a:pt x="9927" y="13276"/>
                  </a:lnTo>
                  <a:lnTo>
                    <a:pt x="8717" y="13276"/>
                  </a:lnTo>
                  <a:lnTo>
                    <a:pt x="8717" y="9926"/>
                  </a:lnTo>
                  <a:cubicBezTo>
                    <a:pt x="8717" y="9616"/>
                    <a:pt x="8438" y="9337"/>
                    <a:pt x="8128" y="9337"/>
                  </a:cubicBezTo>
                  <a:lnTo>
                    <a:pt x="5925" y="9337"/>
                  </a:lnTo>
                  <a:cubicBezTo>
                    <a:pt x="5584" y="9337"/>
                    <a:pt x="5336" y="9616"/>
                    <a:pt x="5336" y="9926"/>
                  </a:cubicBezTo>
                  <a:lnTo>
                    <a:pt x="5336" y="13276"/>
                  </a:lnTo>
                  <a:lnTo>
                    <a:pt x="4095" y="13276"/>
                  </a:lnTo>
                  <a:lnTo>
                    <a:pt x="4095" y="11787"/>
                  </a:lnTo>
                  <a:cubicBezTo>
                    <a:pt x="4095" y="11648"/>
                    <a:pt x="3994" y="11578"/>
                    <a:pt x="3894" y="11578"/>
                  </a:cubicBezTo>
                  <a:cubicBezTo>
                    <a:pt x="3793" y="11578"/>
                    <a:pt x="3692" y="11648"/>
                    <a:pt x="3692" y="11787"/>
                  </a:cubicBezTo>
                  <a:lnTo>
                    <a:pt x="3692" y="13276"/>
                  </a:lnTo>
                  <a:lnTo>
                    <a:pt x="931" y="13276"/>
                  </a:lnTo>
                  <a:cubicBezTo>
                    <a:pt x="869" y="13276"/>
                    <a:pt x="807" y="13214"/>
                    <a:pt x="807" y="13121"/>
                  </a:cubicBezTo>
                  <a:lnTo>
                    <a:pt x="807" y="12253"/>
                  </a:lnTo>
                  <a:lnTo>
                    <a:pt x="1521" y="12253"/>
                  </a:lnTo>
                  <a:cubicBezTo>
                    <a:pt x="1831" y="12253"/>
                    <a:pt x="2048" y="12005"/>
                    <a:pt x="2048" y="11694"/>
                  </a:cubicBezTo>
                  <a:lnTo>
                    <a:pt x="2048" y="10392"/>
                  </a:lnTo>
                  <a:cubicBezTo>
                    <a:pt x="2048" y="10081"/>
                    <a:pt x="1800" y="9864"/>
                    <a:pt x="1521" y="9864"/>
                  </a:cubicBezTo>
                  <a:lnTo>
                    <a:pt x="807" y="9864"/>
                  </a:lnTo>
                  <a:lnTo>
                    <a:pt x="807" y="9120"/>
                  </a:lnTo>
                  <a:lnTo>
                    <a:pt x="3692" y="9120"/>
                  </a:lnTo>
                  <a:lnTo>
                    <a:pt x="3692" y="10950"/>
                  </a:lnTo>
                  <a:cubicBezTo>
                    <a:pt x="3692" y="11074"/>
                    <a:pt x="3793" y="11136"/>
                    <a:pt x="3894" y="11136"/>
                  </a:cubicBezTo>
                  <a:cubicBezTo>
                    <a:pt x="3994" y="11136"/>
                    <a:pt x="4095" y="11074"/>
                    <a:pt x="4095" y="10950"/>
                  </a:cubicBezTo>
                  <a:lnTo>
                    <a:pt x="4095" y="6917"/>
                  </a:lnTo>
                  <a:lnTo>
                    <a:pt x="6980" y="3940"/>
                  </a:lnTo>
                  <a:close/>
                  <a:moveTo>
                    <a:pt x="12812" y="7041"/>
                  </a:moveTo>
                  <a:cubicBezTo>
                    <a:pt x="12843" y="7041"/>
                    <a:pt x="12874" y="7072"/>
                    <a:pt x="12905" y="7103"/>
                  </a:cubicBezTo>
                  <a:lnTo>
                    <a:pt x="13556" y="8716"/>
                  </a:lnTo>
                  <a:lnTo>
                    <a:pt x="12688" y="8716"/>
                  </a:lnTo>
                  <a:cubicBezTo>
                    <a:pt x="12563" y="8716"/>
                    <a:pt x="12470" y="8810"/>
                    <a:pt x="12470" y="8934"/>
                  </a:cubicBezTo>
                  <a:cubicBezTo>
                    <a:pt x="12470" y="9027"/>
                    <a:pt x="12563" y="9120"/>
                    <a:pt x="12688" y="9120"/>
                  </a:cubicBezTo>
                  <a:lnTo>
                    <a:pt x="13215" y="9120"/>
                  </a:lnTo>
                  <a:lnTo>
                    <a:pt x="13215" y="9864"/>
                  </a:lnTo>
                  <a:lnTo>
                    <a:pt x="12501" y="9864"/>
                  </a:lnTo>
                  <a:cubicBezTo>
                    <a:pt x="12191" y="9864"/>
                    <a:pt x="11974" y="10112"/>
                    <a:pt x="11974" y="10392"/>
                  </a:cubicBezTo>
                  <a:lnTo>
                    <a:pt x="11974" y="11694"/>
                  </a:lnTo>
                  <a:cubicBezTo>
                    <a:pt x="11974" y="12005"/>
                    <a:pt x="12191" y="12222"/>
                    <a:pt x="12501" y="12222"/>
                  </a:cubicBezTo>
                  <a:lnTo>
                    <a:pt x="13215" y="12222"/>
                  </a:lnTo>
                  <a:lnTo>
                    <a:pt x="13215" y="13121"/>
                  </a:lnTo>
                  <a:cubicBezTo>
                    <a:pt x="13215" y="13183"/>
                    <a:pt x="13153" y="13245"/>
                    <a:pt x="13091" y="13245"/>
                  </a:cubicBezTo>
                  <a:lnTo>
                    <a:pt x="13091" y="13276"/>
                  </a:lnTo>
                  <a:lnTo>
                    <a:pt x="10330" y="13276"/>
                  </a:lnTo>
                  <a:lnTo>
                    <a:pt x="10330" y="9120"/>
                  </a:lnTo>
                  <a:lnTo>
                    <a:pt x="11850" y="9120"/>
                  </a:lnTo>
                  <a:cubicBezTo>
                    <a:pt x="11974" y="9120"/>
                    <a:pt x="12067" y="9027"/>
                    <a:pt x="12067" y="8934"/>
                  </a:cubicBezTo>
                  <a:cubicBezTo>
                    <a:pt x="12067" y="8810"/>
                    <a:pt x="11974" y="8716"/>
                    <a:pt x="11850" y="8716"/>
                  </a:cubicBezTo>
                  <a:lnTo>
                    <a:pt x="10330" y="8716"/>
                  </a:lnTo>
                  <a:lnTo>
                    <a:pt x="10330" y="7041"/>
                  </a:lnTo>
                  <a:close/>
                  <a:moveTo>
                    <a:pt x="5212" y="0"/>
                  </a:moveTo>
                  <a:cubicBezTo>
                    <a:pt x="4933" y="0"/>
                    <a:pt x="4716" y="217"/>
                    <a:pt x="4716" y="496"/>
                  </a:cubicBezTo>
                  <a:lnTo>
                    <a:pt x="4716" y="1086"/>
                  </a:lnTo>
                  <a:cubicBezTo>
                    <a:pt x="4716" y="1365"/>
                    <a:pt x="4933" y="1582"/>
                    <a:pt x="5212" y="1582"/>
                  </a:cubicBezTo>
                  <a:lnTo>
                    <a:pt x="6763" y="1582"/>
                  </a:lnTo>
                  <a:lnTo>
                    <a:pt x="6763" y="2265"/>
                  </a:lnTo>
                  <a:lnTo>
                    <a:pt x="2544" y="6669"/>
                  </a:lnTo>
                  <a:lnTo>
                    <a:pt x="1210" y="6669"/>
                  </a:lnTo>
                  <a:cubicBezTo>
                    <a:pt x="1188" y="6666"/>
                    <a:pt x="1166" y="6665"/>
                    <a:pt x="1145" y="6665"/>
                  </a:cubicBezTo>
                  <a:cubicBezTo>
                    <a:pt x="957" y="6665"/>
                    <a:pt x="801" y="6784"/>
                    <a:pt x="745" y="6979"/>
                  </a:cubicBezTo>
                  <a:lnTo>
                    <a:pt x="63" y="8654"/>
                  </a:lnTo>
                  <a:cubicBezTo>
                    <a:pt x="1" y="8748"/>
                    <a:pt x="32" y="8903"/>
                    <a:pt x="94" y="8996"/>
                  </a:cubicBezTo>
                  <a:cubicBezTo>
                    <a:pt x="156" y="9089"/>
                    <a:pt x="249" y="9151"/>
                    <a:pt x="373" y="9151"/>
                  </a:cubicBezTo>
                  <a:lnTo>
                    <a:pt x="373" y="13152"/>
                  </a:lnTo>
                  <a:cubicBezTo>
                    <a:pt x="373" y="13462"/>
                    <a:pt x="621" y="13711"/>
                    <a:pt x="931" y="13711"/>
                  </a:cubicBezTo>
                  <a:lnTo>
                    <a:pt x="13091" y="13711"/>
                  </a:lnTo>
                  <a:cubicBezTo>
                    <a:pt x="13370" y="13711"/>
                    <a:pt x="13618" y="13462"/>
                    <a:pt x="13618" y="13152"/>
                  </a:cubicBezTo>
                  <a:lnTo>
                    <a:pt x="13618" y="9120"/>
                  </a:lnTo>
                  <a:cubicBezTo>
                    <a:pt x="13866" y="9120"/>
                    <a:pt x="14052" y="8872"/>
                    <a:pt x="13959" y="8623"/>
                  </a:cubicBezTo>
                  <a:lnTo>
                    <a:pt x="13277" y="6948"/>
                  </a:lnTo>
                  <a:cubicBezTo>
                    <a:pt x="13184" y="6762"/>
                    <a:pt x="12998" y="6638"/>
                    <a:pt x="12812" y="6638"/>
                  </a:cubicBezTo>
                  <a:lnTo>
                    <a:pt x="11447" y="6638"/>
                  </a:lnTo>
                  <a:lnTo>
                    <a:pt x="7166" y="2265"/>
                  </a:lnTo>
                  <a:lnTo>
                    <a:pt x="7166" y="186"/>
                  </a:lnTo>
                  <a:cubicBezTo>
                    <a:pt x="7166" y="93"/>
                    <a:pt x="7073" y="0"/>
                    <a:pt x="6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0" name="Google Shape;13390;p87"/>
            <p:cNvSpPr/>
            <p:nvPr/>
          </p:nvSpPr>
          <p:spPr>
            <a:xfrm>
              <a:off x="1809650" y="3208050"/>
              <a:ext cx="79900" cy="68575"/>
            </a:xfrm>
            <a:custGeom>
              <a:rect b="b" l="l" r="r" t="t"/>
              <a:pathLst>
                <a:path extrusionOk="0" h="2743" w="3196">
                  <a:moveTo>
                    <a:pt x="1815" y="435"/>
                  </a:moveTo>
                  <a:cubicBezTo>
                    <a:pt x="2298" y="435"/>
                    <a:pt x="2762" y="802"/>
                    <a:pt x="2762" y="1365"/>
                  </a:cubicBezTo>
                  <a:cubicBezTo>
                    <a:pt x="2762" y="1893"/>
                    <a:pt x="2358" y="2327"/>
                    <a:pt x="1831" y="2327"/>
                  </a:cubicBezTo>
                  <a:cubicBezTo>
                    <a:pt x="962" y="2327"/>
                    <a:pt x="559" y="1334"/>
                    <a:pt x="1149" y="714"/>
                  </a:cubicBezTo>
                  <a:cubicBezTo>
                    <a:pt x="1341" y="521"/>
                    <a:pt x="1580" y="435"/>
                    <a:pt x="1815" y="435"/>
                  </a:cubicBezTo>
                  <a:close/>
                  <a:moveTo>
                    <a:pt x="1831" y="1"/>
                  </a:moveTo>
                  <a:cubicBezTo>
                    <a:pt x="590" y="1"/>
                    <a:pt x="1" y="1490"/>
                    <a:pt x="838" y="2358"/>
                  </a:cubicBezTo>
                  <a:cubicBezTo>
                    <a:pt x="1114" y="2624"/>
                    <a:pt x="1452" y="2743"/>
                    <a:pt x="1785" y="2743"/>
                  </a:cubicBezTo>
                  <a:cubicBezTo>
                    <a:pt x="2502" y="2743"/>
                    <a:pt x="3196" y="2191"/>
                    <a:pt x="3196" y="1365"/>
                  </a:cubicBezTo>
                  <a:cubicBezTo>
                    <a:pt x="3196" y="621"/>
                    <a:pt x="2575" y="1"/>
                    <a:pt x="18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87"/>
            <p:cNvSpPr/>
            <p:nvPr/>
          </p:nvSpPr>
          <p:spPr>
            <a:xfrm>
              <a:off x="1849975" y="3225300"/>
              <a:ext cx="15550" cy="26200"/>
            </a:xfrm>
            <a:custGeom>
              <a:rect b="b" l="l" r="r" t="t"/>
              <a:pathLst>
                <a:path extrusionOk="0" h="1048" w="622">
                  <a:moveTo>
                    <a:pt x="218" y="1"/>
                  </a:moveTo>
                  <a:cubicBezTo>
                    <a:pt x="109" y="1"/>
                    <a:pt x="1" y="71"/>
                    <a:pt x="1" y="210"/>
                  </a:cubicBezTo>
                  <a:lnTo>
                    <a:pt x="1" y="675"/>
                  </a:lnTo>
                  <a:cubicBezTo>
                    <a:pt x="1" y="737"/>
                    <a:pt x="32" y="769"/>
                    <a:pt x="63" y="831"/>
                  </a:cubicBezTo>
                  <a:lnTo>
                    <a:pt x="249" y="986"/>
                  </a:lnTo>
                  <a:cubicBezTo>
                    <a:pt x="280" y="1017"/>
                    <a:pt x="342" y="1048"/>
                    <a:pt x="373" y="1048"/>
                  </a:cubicBezTo>
                  <a:cubicBezTo>
                    <a:pt x="435" y="1048"/>
                    <a:pt x="497" y="1017"/>
                    <a:pt x="528" y="986"/>
                  </a:cubicBezTo>
                  <a:cubicBezTo>
                    <a:pt x="621" y="924"/>
                    <a:pt x="621" y="769"/>
                    <a:pt x="528" y="706"/>
                  </a:cubicBezTo>
                  <a:lnTo>
                    <a:pt x="435" y="613"/>
                  </a:lnTo>
                  <a:lnTo>
                    <a:pt x="435" y="210"/>
                  </a:lnTo>
                  <a:cubicBezTo>
                    <a:pt x="435" y="71"/>
                    <a:pt x="327" y="1"/>
                    <a:pt x="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92" name="Google Shape;13392;p87"/>
          <p:cNvGrpSpPr/>
          <p:nvPr/>
        </p:nvGrpSpPr>
        <p:grpSpPr>
          <a:xfrm>
            <a:off x="3990801" y="2320304"/>
            <a:ext cx="355200" cy="231125"/>
            <a:chOff x="3953100" y="3121200"/>
            <a:chExt cx="355200" cy="231125"/>
          </a:xfrm>
        </p:grpSpPr>
        <p:sp>
          <p:nvSpPr>
            <p:cNvPr id="13393" name="Google Shape;13393;p87"/>
            <p:cNvSpPr/>
            <p:nvPr/>
          </p:nvSpPr>
          <p:spPr>
            <a:xfrm>
              <a:off x="3953100" y="3121200"/>
              <a:ext cx="355200" cy="231125"/>
            </a:xfrm>
            <a:custGeom>
              <a:rect b="b" l="l" r="r" t="t"/>
              <a:pathLst>
                <a:path extrusionOk="0" h="9245" w="14208">
                  <a:moveTo>
                    <a:pt x="8655" y="4901"/>
                  </a:moveTo>
                  <a:lnTo>
                    <a:pt x="8841" y="5925"/>
                  </a:lnTo>
                  <a:lnTo>
                    <a:pt x="5677" y="5925"/>
                  </a:lnTo>
                  <a:lnTo>
                    <a:pt x="5863" y="4901"/>
                  </a:lnTo>
                  <a:close/>
                  <a:moveTo>
                    <a:pt x="8903" y="6328"/>
                  </a:moveTo>
                  <a:lnTo>
                    <a:pt x="9089" y="7352"/>
                  </a:lnTo>
                  <a:lnTo>
                    <a:pt x="5398" y="7352"/>
                  </a:lnTo>
                  <a:lnTo>
                    <a:pt x="5584" y="6328"/>
                  </a:lnTo>
                  <a:close/>
                  <a:moveTo>
                    <a:pt x="2730" y="0"/>
                  </a:moveTo>
                  <a:cubicBezTo>
                    <a:pt x="1396" y="0"/>
                    <a:pt x="279" y="1117"/>
                    <a:pt x="279" y="2451"/>
                  </a:cubicBezTo>
                  <a:cubicBezTo>
                    <a:pt x="279" y="3785"/>
                    <a:pt x="1396" y="4901"/>
                    <a:pt x="2730" y="4901"/>
                  </a:cubicBezTo>
                  <a:lnTo>
                    <a:pt x="5491" y="4901"/>
                  </a:lnTo>
                  <a:lnTo>
                    <a:pt x="4994" y="7352"/>
                  </a:lnTo>
                  <a:lnTo>
                    <a:pt x="4250" y="7352"/>
                  </a:lnTo>
                  <a:cubicBezTo>
                    <a:pt x="4002" y="7352"/>
                    <a:pt x="3816" y="7538"/>
                    <a:pt x="3816" y="7786"/>
                  </a:cubicBezTo>
                  <a:lnTo>
                    <a:pt x="3816" y="7972"/>
                  </a:lnTo>
                  <a:cubicBezTo>
                    <a:pt x="3816" y="8686"/>
                    <a:pt x="4374" y="9244"/>
                    <a:pt x="5087" y="9244"/>
                  </a:cubicBezTo>
                  <a:lnTo>
                    <a:pt x="6887" y="9244"/>
                  </a:lnTo>
                  <a:cubicBezTo>
                    <a:pt x="7166" y="9244"/>
                    <a:pt x="7166" y="8841"/>
                    <a:pt x="6887" y="8841"/>
                  </a:cubicBezTo>
                  <a:lnTo>
                    <a:pt x="5087" y="8841"/>
                  </a:lnTo>
                  <a:cubicBezTo>
                    <a:pt x="4591" y="8841"/>
                    <a:pt x="4219" y="8469"/>
                    <a:pt x="4219" y="7972"/>
                  </a:cubicBezTo>
                  <a:lnTo>
                    <a:pt x="4219" y="7786"/>
                  </a:lnTo>
                  <a:lnTo>
                    <a:pt x="4250" y="7755"/>
                  </a:lnTo>
                  <a:lnTo>
                    <a:pt x="10268" y="7755"/>
                  </a:lnTo>
                  <a:cubicBezTo>
                    <a:pt x="10268" y="7755"/>
                    <a:pt x="10299" y="7755"/>
                    <a:pt x="10299" y="7786"/>
                  </a:cubicBezTo>
                  <a:lnTo>
                    <a:pt x="10299" y="7972"/>
                  </a:lnTo>
                  <a:cubicBezTo>
                    <a:pt x="10299" y="8469"/>
                    <a:pt x="9895" y="8841"/>
                    <a:pt x="9430" y="8841"/>
                  </a:cubicBezTo>
                  <a:lnTo>
                    <a:pt x="7693" y="8841"/>
                  </a:lnTo>
                  <a:cubicBezTo>
                    <a:pt x="7414" y="8841"/>
                    <a:pt x="7414" y="9244"/>
                    <a:pt x="7693" y="9244"/>
                  </a:cubicBezTo>
                  <a:lnTo>
                    <a:pt x="9430" y="9244"/>
                  </a:lnTo>
                  <a:cubicBezTo>
                    <a:pt x="10144" y="9244"/>
                    <a:pt x="10702" y="8686"/>
                    <a:pt x="10702" y="7972"/>
                  </a:cubicBezTo>
                  <a:lnTo>
                    <a:pt x="10702" y="7786"/>
                  </a:lnTo>
                  <a:cubicBezTo>
                    <a:pt x="10702" y="7538"/>
                    <a:pt x="10516" y="7352"/>
                    <a:pt x="10268" y="7352"/>
                  </a:cubicBezTo>
                  <a:lnTo>
                    <a:pt x="9523" y="7352"/>
                  </a:lnTo>
                  <a:lnTo>
                    <a:pt x="9058" y="4901"/>
                  </a:lnTo>
                  <a:lnTo>
                    <a:pt x="11788" y="4901"/>
                  </a:lnTo>
                  <a:cubicBezTo>
                    <a:pt x="13121" y="4901"/>
                    <a:pt x="14207" y="3785"/>
                    <a:pt x="14207" y="2451"/>
                  </a:cubicBezTo>
                  <a:cubicBezTo>
                    <a:pt x="14207" y="1117"/>
                    <a:pt x="13121" y="0"/>
                    <a:pt x="11788" y="0"/>
                  </a:cubicBezTo>
                  <a:lnTo>
                    <a:pt x="6763" y="0"/>
                  </a:lnTo>
                  <a:cubicBezTo>
                    <a:pt x="6638" y="0"/>
                    <a:pt x="6545" y="94"/>
                    <a:pt x="6545" y="218"/>
                  </a:cubicBezTo>
                  <a:cubicBezTo>
                    <a:pt x="6545" y="342"/>
                    <a:pt x="6638" y="435"/>
                    <a:pt x="6763" y="435"/>
                  </a:cubicBezTo>
                  <a:lnTo>
                    <a:pt x="11788" y="435"/>
                  </a:lnTo>
                  <a:cubicBezTo>
                    <a:pt x="12904" y="435"/>
                    <a:pt x="13835" y="1334"/>
                    <a:pt x="13835" y="2451"/>
                  </a:cubicBezTo>
                  <a:cubicBezTo>
                    <a:pt x="13835" y="3568"/>
                    <a:pt x="12904" y="4467"/>
                    <a:pt x="11788" y="4467"/>
                  </a:cubicBezTo>
                  <a:lnTo>
                    <a:pt x="2699" y="4467"/>
                  </a:lnTo>
                  <a:cubicBezTo>
                    <a:pt x="0" y="4467"/>
                    <a:pt x="0" y="404"/>
                    <a:pt x="2699" y="404"/>
                  </a:cubicBezTo>
                  <a:lnTo>
                    <a:pt x="5956" y="404"/>
                  </a:lnTo>
                  <a:cubicBezTo>
                    <a:pt x="6049" y="404"/>
                    <a:pt x="6142" y="342"/>
                    <a:pt x="6142" y="218"/>
                  </a:cubicBezTo>
                  <a:cubicBezTo>
                    <a:pt x="6142" y="94"/>
                    <a:pt x="6049" y="0"/>
                    <a:pt x="59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4" name="Google Shape;13394;p87"/>
            <p:cNvSpPr/>
            <p:nvPr/>
          </p:nvSpPr>
          <p:spPr>
            <a:xfrm>
              <a:off x="4094225" y="3142825"/>
              <a:ext cx="93100" cy="79200"/>
            </a:xfrm>
            <a:custGeom>
              <a:rect b="b" l="l" r="r" t="t"/>
              <a:pathLst>
                <a:path extrusionOk="0" h="3168" w="3724">
                  <a:moveTo>
                    <a:pt x="1583" y="407"/>
                  </a:moveTo>
                  <a:cubicBezTo>
                    <a:pt x="2637" y="407"/>
                    <a:pt x="3134" y="1679"/>
                    <a:pt x="2420" y="2392"/>
                  </a:cubicBezTo>
                  <a:cubicBezTo>
                    <a:pt x="2178" y="2634"/>
                    <a:pt x="1884" y="2742"/>
                    <a:pt x="1597" y="2742"/>
                  </a:cubicBezTo>
                  <a:cubicBezTo>
                    <a:pt x="1001" y="2742"/>
                    <a:pt x="435" y="2277"/>
                    <a:pt x="435" y="1586"/>
                  </a:cubicBezTo>
                  <a:cubicBezTo>
                    <a:pt x="435" y="935"/>
                    <a:pt x="962" y="407"/>
                    <a:pt x="1583" y="407"/>
                  </a:cubicBezTo>
                  <a:close/>
                  <a:moveTo>
                    <a:pt x="1586" y="0"/>
                  </a:moveTo>
                  <a:cubicBezTo>
                    <a:pt x="776" y="0"/>
                    <a:pt x="1" y="624"/>
                    <a:pt x="1" y="1586"/>
                  </a:cubicBezTo>
                  <a:cubicBezTo>
                    <a:pt x="1" y="2455"/>
                    <a:pt x="714" y="3168"/>
                    <a:pt x="1583" y="3168"/>
                  </a:cubicBezTo>
                  <a:cubicBezTo>
                    <a:pt x="3010" y="3168"/>
                    <a:pt x="3723" y="1462"/>
                    <a:pt x="2699" y="469"/>
                  </a:cubicBezTo>
                  <a:cubicBezTo>
                    <a:pt x="2376" y="146"/>
                    <a:pt x="1977" y="0"/>
                    <a:pt x="15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5" name="Google Shape;13395;p87"/>
            <p:cNvSpPr/>
            <p:nvPr/>
          </p:nvSpPr>
          <p:spPr>
            <a:xfrm>
              <a:off x="4115175" y="3163900"/>
              <a:ext cx="44225" cy="37200"/>
            </a:xfrm>
            <a:custGeom>
              <a:rect b="b" l="l" r="r" t="t"/>
              <a:pathLst>
                <a:path extrusionOk="0" h="1488" w="1769">
                  <a:moveTo>
                    <a:pt x="745" y="402"/>
                  </a:moveTo>
                  <a:cubicBezTo>
                    <a:pt x="1055" y="402"/>
                    <a:pt x="1210" y="774"/>
                    <a:pt x="993" y="991"/>
                  </a:cubicBezTo>
                  <a:cubicBezTo>
                    <a:pt x="923" y="1061"/>
                    <a:pt x="837" y="1092"/>
                    <a:pt x="753" y="1092"/>
                  </a:cubicBezTo>
                  <a:cubicBezTo>
                    <a:pt x="575" y="1092"/>
                    <a:pt x="404" y="953"/>
                    <a:pt x="404" y="743"/>
                  </a:cubicBezTo>
                  <a:cubicBezTo>
                    <a:pt x="404" y="557"/>
                    <a:pt x="559" y="402"/>
                    <a:pt x="745" y="402"/>
                  </a:cubicBezTo>
                  <a:close/>
                  <a:moveTo>
                    <a:pt x="758" y="0"/>
                  </a:moveTo>
                  <a:cubicBezTo>
                    <a:pt x="373" y="0"/>
                    <a:pt x="0" y="300"/>
                    <a:pt x="0" y="743"/>
                  </a:cubicBezTo>
                  <a:cubicBezTo>
                    <a:pt x="0" y="1146"/>
                    <a:pt x="342" y="1487"/>
                    <a:pt x="745" y="1487"/>
                  </a:cubicBezTo>
                  <a:cubicBezTo>
                    <a:pt x="1427" y="1487"/>
                    <a:pt x="1768" y="681"/>
                    <a:pt x="1272" y="216"/>
                  </a:cubicBezTo>
                  <a:cubicBezTo>
                    <a:pt x="1123" y="67"/>
                    <a:pt x="939" y="0"/>
                    <a:pt x="7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6" name="Google Shape;13396;p87"/>
            <p:cNvSpPr/>
            <p:nvPr/>
          </p:nvSpPr>
          <p:spPr>
            <a:xfrm>
              <a:off x="4011700" y="3178325"/>
              <a:ext cx="41025" cy="9850"/>
            </a:xfrm>
            <a:custGeom>
              <a:rect b="b" l="l" r="r" t="t"/>
              <a:pathLst>
                <a:path extrusionOk="0" h="394" w="1641">
                  <a:moveTo>
                    <a:pt x="178" y="0"/>
                  </a:moveTo>
                  <a:cubicBezTo>
                    <a:pt x="0" y="0"/>
                    <a:pt x="0" y="394"/>
                    <a:pt x="178" y="394"/>
                  </a:cubicBezTo>
                  <a:cubicBezTo>
                    <a:pt x="194" y="394"/>
                    <a:pt x="212" y="390"/>
                    <a:pt x="231" y="383"/>
                  </a:cubicBezTo>
                  <a:lnTo>
                    <a:pt x="1410" y="383"/>
                  </a:lnTo>
                  <a:cubicBezTo>
                    <a:pt x="1429" y="390"/>
                    <a:pt x="1447" y="394"/>
                    <a:pt x="1463" y="394"/>
                  </a:cubicBezTo>
                  <a:cubicBezTo>
                    <a:pt x="1640" y="394"/>
                    <a:pt x="1640" y="0"/>
                    <a:pt x="1463" y="0"/>
                  </a:cubicBezTo>
                  <a:cubicBezTo>
                    <a:pt x="1447" y="0"/>
                    <a:pt x="1429" y="4"/>
                    <a:pt x="1410" y="11"/>
                  </a:cubicBezTo>
                  <a:lnTo>
                    <a:pt x="231" y="11"/>
                  </a:lnTo>
                  <a:cubicBezTo>
                    <a:pt x="212" y="4"/>
                    <a:pt x="194"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7" name="Google Shape;13397;p87"/>
            <p:cNvSpPr/>
            <p:nvPr/>
          </p:nvSpPr>
          <p:spPr>
            <a:xfrm>
              <a:off x="4217525" y="3178475"/>
              <a:ext cx="39275" cy="10475"/>
            </a:xfrm>
            <a:custGeom>
              <a:rect b="b" l="l" r="r" t="t"/>
              <a:pathLst>
                <a:path extrusionOk="0" h="419" w="1571">
                  <a:moveTo>
                    <a:pt x="1372" y="0"/>
                  </a:moveTo>
                  <a:cubicBezTo>
                    <a:pt x="1360" y="0"/>
                    <a:pt x="1348" y="2"/>
                    <a:pt x="1335" y="5"/>
                  </a:cubicBezTo>
                  <a:lnTo>
                    <a:pt x="187" y="5"/>
                  </a:lnTo>
                  <a:cubicBezTo>
                    <a:pt x="1" y="98"/>
                    <a:pt x="1" y="346"/>
                    <a:pt x="187" y="408"/>
                  </a:cubicBezTo>
                  <a:lnTo>
                    <a:pt x="1335" y="408"/>
                  </a:lnTo>
                  <a:cubicBezTo>
                    <a:pt x="1354" y="415"/>
                    <a:pt x="1372" y="419"/>
                    <a:pt x="1388" y="419"/>
                  </a:cubicBezTo>
                  <a:cubicBezTo>
                    <a:pt x="1570" y="419"/>
                    <a:pt x="1565" y="0"/>
                    <a:pt x="13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98" name="Google Shape;13398;p87"/>
          <p:cNvGrpSpPr/>
          <p:nvPr/>
        </p:nvGrpSpPr>
        <p:grpSpPr>
          <a:xfrm>
            <a:off x="5508004" y="1785299"/>
            <a:ext cx="349750" cy="266100"/>
            <a:chOff x="931825" y="2533500"/>
            <a:chExt cx="349750" cy="266100"/>
          </a:xfrm>
        </p:grpSpPr>
        <p:sp>
          <p:nvSpPr>
            <p:cNvPr id="13399" name="Google Shape;13399;p87"/>
            <p:cNvSpPr/>
            <p:nvPr/>
          </p:nvSpPr>
          <p:spPr>
            <a:xfrm>
              <a:off x="1137325" y="2698375"/>
              <a:ext cx="144250" cy="101225"/>
            </a:xfrm>
            <a:custGeom>
              <a:rect b="b" l="l" r="r" t="t"/>
              <a:pathLst>
                <a:path extrusionOk="0" h="4049" w="5770">
                  <a:moveTo>
                    <a:pt x="4281" y="2366"/>
                  </a:moveTo>
                  <a:lnTo>
                    <a:pt x="4281" y="3327"/>
                  </a:lnTo>
                  <a:lnTo>
                    <a:pt x="4095" y="3420"/>
                  </a:lnTo>
                  <a:cubicBezTo>
                    <a:pt x="3707" y="3575"/>
                    <a:pt x="3296" y="3653"/>
                    <a:pt x="2885" y="3653"/>
                  </a:cubicBezTo>
                  <a:cubicBezTo>
                    <a:pt x="2474" y="3653"/>
                    <a:pt x="2063" y="3575"/>
                    <a:pt x="1675" y="3420"/>
                  </a:cubicBezTo>
                  <a:lnTo>
                    <a:pt x="1489" y="3327"/>
                  </a:lnTo>
                  <a:lnTo>
                    <a:pt x="1489" y="2366"/>
                  </a:lnTo>
                  <a:lnTo>
                    <a:pt x="2606" y="2893"/>
                  </a:lnTo>
                  <a:cubicBezTo>
                    <a:pt x="2699" y="2924"/>
                    <a:pt x="2792" y="2955"/>
                    <a:pt x="2885" y="2955"/>
                  </a:cubicBezTo>
                  <a:cubicBezTo>
                    <a:pt x="2978" y="2955"/>
                    <a:pt x="3071" y="2924"/>
                    <a:pt x="3164" y="2893"/>
                  </a:cubicBezTo>
                  <a:lnTo>
                    <a:pt x="4281" y="2366"/>
                  </a:lnTo>
                  <a:close/>
                  <a:moveTo>
                    <a:pt x="2854" y="0"/>
                  </a:moveTo>
                  <a:cubicBezTo>
                    <a:pt x="2745" y="0"/>
                    <a:pt x="2637" y="24"/>
                    <a:pt x="2544" y="70"/>
                  </a:cubicBezTo>
                  <a:lnTo>
                    <a:pt x="186" y="1156"/>
                  </a:lnTo>
                  <a:cubicBezTo>
                    <a:pt x="93" y="1218"/>
                    <a:pt x="0" y="1342"/>
                    <a:pt x="0" y="1466"/>
                  </a:cubicBezTo>
                  <a:cubicBezTo>
                    <a:pt x="31" y="1590"/>
                    <a:pt x="93" y="1714"/>
                    <a:pt x="217" y="1776"/>
                  </a:cubicBezTo>
                  <a:lnTo>
                    <a:pt x="1055" y="2148"/>
                  </a:lnTo>
                  <a:lnTo>
                    <a:pt x="1055" y="3389"/>
                  </a:lnTo>
                  <a:cubicBezTo>
                    <a:pt x="1055" y="3513"/>
                    <a:pt x="1117" y="3606"/>
                    <a:pt x="1241" y="3668"/>
                  </a:cubicBezTo>
                  <a:lnTo>
                    <a:pt x="1520" y="3792"/>
                  </a:lnTo>
                  <a:cubicBezTo>
                    <a:pt x="1954" y="3963"/>
                    <a:pt x="2420" y="4048"/>
                    <a:pt x="2885" y="4048"/>
                  </a:cubicBezTo>
                  <a:cubicBezTo>
                    <a:pt x="3350" y="4048"/>
                    <a:pt x="3815" y="3963"/>
                    <a:pt x="4250" y="3792"/>
                  </a:cubicBezTo>
                  <a:lnTo>
                    <a:pt x="4529" y="3668"/>
                  </a:lnTo>
                  <a:cubicBezTo>
                    <a:pt x="4622" y="3606"/>
                    <a:pt x="4715" y="3513"/>
                    <a:pt x="4715" y="3389"/>
                  </a:cubicBezTo>
                  <a:lnTo>
                    <a:pt x="4715" y="2179"/>
                  </a:lnTo>
                  <a:lnTo>
                    <a:pt x="5553" y="1776"/>
                  </a:lnTo>
                  <a:cubicBezTo>
                    <a:pt x="5677" y="1714"/>
                    <a:pt x="5739" y="1590"/>
                    <a:pt x="5739" y="1466"/>
                  </a:cubicBezTo>
                  <a:cubicBezTo>
                    <a:pt x="5770" y="1342"/>
                    <a:pt x="5677" y="1218"/>
                    <a:pt x="5584" y="1156"/>
                  </a:cubicBezTo>
                  <a:lnTo>
                    <a:pt x="5553" y="1156"/>
                  </a:lnTo>
                  <a:lnTo>
                    <a:pt x="4622" y="722"/>
                  </a:lnTo>
                  <a:cubicBezTo>
                    <a:pt x="4593" y="714"/>
                    <a:pt x="4565" y="710"/>
                    <a:pt x="4539" y="710"/>
                  </a:cubicBezTo>
                  <a:cubicBezTo>
                    <a:pt x="4456" y="710"/>
                    <a:pt x="4390" y="751"/>
                    <a:pt x="4343" y="846"/>
                  </a:cubicBezTo>
                  <a:cubicBezTo>
                    <a:pt x="4312" y="939"/>
                    <a:pt x="4343" y="1063"/>
                    <a:pt x="4436" y="1094"/>
                  </a:cubicBezTo>
                  <a:lnTo>
                    <a:pt x="5242" y="1466"/>
                  </a:lnTo>
                  <a:lnTo>
                    <a:pt x="2978" y="2490"/>
                  </a:lnTo>
                  <a:cubicBezTo>
                    <a:pt x="2947" y="2505"/>
                    <a:pt x="2908" y="2513"/>
                    <a:pt x="2869" y="2513"/>
                  </a:cubicBezTo>
                  <a:cubicBezTo>
                    <a:pt x="2831" y="2513"/>
                    <a:pt x="2792" y="2505"/>
                    <a:pt x="2761" y="2490"/>
                  </a:cubicBezTo>
                  <a:lnTo>
                    <a:pt x="496" y="1466"/>
                  </a:lnTo>
                  <a:lnTo>
                    <a:pt x="2730" y="473"/>
                  </a:lnTo>
                  <a:cubicBezTo>
                    <a:pt x="2761" y="442"/>
                    <a:pt x="2807" y="427"/>
                    <a:pt x="2854" y="427"/>
                  </a:cubicBezTo>
                  <a:cubicBezTo>
                    <a:pt x="2900" y="427"/>
                    <a:pt x="2947" y="442"/>
                    <a:pt x="2978" y="473"/>
                  </a:cubicBezTo>
                  <a:lnTo>
                    <a:pt x="3722" y="784"/>
                  </a:lnTo>
                  <a:cubicBezTo>
                    <a:pt x="3755" y="800"/>
                    <a:pt x="3787" y="807"/>
                    <a:pt x="3816" y="807"/>
                  </a:cubicBezTo>
                  <a:cubicBezTo>
                    <a:pt x="4012" y="807"/>
                    <a:pt x="4124" y="492"/>
                    <a:pt x="3909" y="411"/>
                  </a:cubicBezTo>
                  <a:lnTo>
                    <a:pt x="3164" y="70"/>
                  </a:lnTo>
                  <a:cubicBezTo>
                    <a:pt x="3071" y="24"/>
                    <a:pt x="2962" y="0"/>
                    <a:pt x="28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87"/>
            <p:cNvSpPr/>
            <p:nvPr/>
          </p:nvSpPr>
          <p:spPr>
            <a:xfrm>
              <a:off x="931825" y="2533500"/>
              <a:ext cx="184575" cy="111625"/>
            </a:xfrm>
            <a:custGeom>
              <a:rect b="b" l="l" r="r" t="t"/>
              <a:pathLst>
                <a:path extrusionOk="0" h="4465" w="7383">
                  <a:moveTo>
                    <a:pt x="2918" y="0"/>
                  </a:moveTo>
                  <a:cubicBezTo>
                    <a:pt x="1958" y="0"/>
                    <a:pt x="1012" y="712"/>
                    <a:pt x="993" y="1888"/>
                  </a:cubicBezTo>
                  <a:lnTo>
                    <a:pt x="993" y="2043"/>
                  </a:lnTo>
                  <a:cubicBezTo>
                    <a:pt x="403" y="2167"/>
                    <a:pt x="0" y="2695"/>
                    <a:pt x="0" y="3315"/>
                  </a:cubicBezTo>
                  <a:lnTo>
                    <a:pt x="0" y="3346"/>
                  </a:lnTo>
                  <a:cubicBezTo>
                    <a:pt x="30" y="3978"/>
                    <a:pt x="527" y="4464"/>
                    <a:pt x="1124" y="4464"/>
                  </a:cubicBezTo>
                  <a:cubicBezTo>
                    <a:pt x="1142" y="4464"/>
                    <a:pt x="1160" y="4464"/>
                    <a:pt x="1179" y="4463"/>
                  </a:cubicBezTo>
                  <a:lnTo>
                    <a:pt x="2916" y="4463"/>
                  </a:lnTo>
                  <a:cubicBezTo>
                    <a:pt x="3195" y="4463"/>
                    <a:pt x="3195" y="4060"/>
                    <a:pt x="2916" y="4060"/>
                  </a:cubicBezTo>
                  <a:lnTo>
                    <a:pt x="1179" y="4060"/>
                  </a:lnTo>
                  <a:cubicBezTo>
                    <a:pt x="775" y="4060"/>
                    <a:pt x="434" y="3749"/>
                    <a:pt x="403" y="3346"/>
                  </a:cubicBezTo>
                  <a:lnTo>
                    <a:pt x="403" y="3315"/>
                  </a:lnTo>
                  <a:cubicBezTo>
                    <a:pt x="403" y="2819"/>
                    <a:pt x="775" y="2447"/>
                    <a:pt x="1241" y="2415"/>
                  </a:cubicBezTo>
                  <a:cubicBezTo>
                    <a:pt x="1303" y="2384"/>
                    <a:pt x="1365" y="2353"/>
                    <a:pt x="1396" y="2322"/>
                  </a:cubicBezTo>
                  <a:cubicBezTo>
                    <a:pt x="1427" y="2291"/>
                    <a:pt x="1458" y="2229"/>
                    <a:pt x="1458" y="2167"/>
                  </a:cubicBezTo>
                  <a:cubicBezTo>
                    <a:pt x="1171" y="1058"/>
                    <a:pt x="2052" y="314"/>
                    <a:pt x="2929" y="314"/>
                  </a:cubicBezTo>
                  <a:cubicBezTo>
                    <a:pt x="3475" y="314"/>
                    <a:pt x="4019" y="602"/>
                    <a:pt x="4281" y="1268"/>
                  </a:cubicBezTo>
                  <a:cubicBezTo>
                    <a:pt x="4281" y="1299"/>
                    <a:pt x="4343" y="1361"/>
                    <a:pt x="4374" y="1361"/>
                  </a:cubicBezTo>
                  <a:cubicBezTo>
                    <a:pt x="4405" y="1376"/>
                    <a:pt x="4436" y="1384"/>
                    <a:pt x="4467" y="1384"/>
                  </a:cubicBezTo>
                  <a:cubicBezTo>
                    <a:pt x="4498" y="1384"/>
                    <a:pt x="4529" y="1376"/>
                    <a:pt x="4560" y="1361"/>
                  </a:cubicBezTo>
                  <a:cubicBezTo>
                    <a:pt x="4684" y="1299"/>
                    <a:pt x="4839" y="1268"/>
                    <a:pt x="4994" y="1268"/>
                  </a:cubicBezTo>
                  <a:cubicBezTo>
                    <a:pt x="5490" y="1268"/>
                    <a:pt x="5894" y="1671"/>
                    <a:pt x="5894" y="2167"/>
                  </a:cubicBezTo>
                  <a:lnTo>
                    <a:pt x="5894" y="2198"/>
                  </a:lnTo>
                  <a:cubicBezTo>
                    <a:pt x="5894" y="2260"/>
                    <a:pt x="5894" y="2322"/>
                    <a:pt x="5956" y="2353"/>
                  </a:cubicBezTo>
                  <a:cubicBezTo>
                    <a:pt x="5987" y="2384"/>
                    <a:pt x="6049" y="2415"/>
                    <a:pt x="6080" y="2415"/>
                  </a:cubicBezTo>
                  <a:cubicBezTo>
                    <a:pt x="6576" y="2415"/>
                    <a:pt x="6979" y="2819"/>
                    <a:pt x="6979" y="3315"/>
                  </a:cubicBezTo>
                  <a:lnTo>
                    <a:pt x="6979" y="3346"/>
                  </a:lnTo>
                  <a:cubicBezTo>
                    <a:pt x="6948" y="3749"/>
                    <a:pt x="6607" y="4060"/>
                    <a:pt x="6204" y="4060"/>
                  </a:cubicBezTo>
                  <a:lnTo>
                    <a:pt x="3722" y="4060"/>
                  </a:lnTo>
                  <a:cubicBezTo>
                    <a:pt x="3443" y="4060"/>
                    <a:pt x="3443" y="4463"/>
                    <a:pt x="3722" y="4463"/>
                  </a:cubicBezTo>
                  <a:lnTo>
                    <a:pt x="6204" y="4463"/>
                  </a:lnTo>
                  <a:cubicBezTo>
                    <a:pt x="6222" y="4464"/>
                    <a:pt x="6241" y="4464"/>
                    <a:pt x="6259" y="4464"/>
                  </a:cubicBezTo>
                  <a:cubicBezTo>
                    <a:pt x="6855" y="4464"/>
                    <a:pt x="7353" y="3978"/>
                    <a:pt x="7383" y="3346"/>
                  </a:cubicBezTo>
                  <a:lnTo>
                    <a:pt x="7383" y="3315"/>
                  </a:lnTo>
                  <a:cubicBezTo>
                    <a:pt x="7383" y="2664"/>
                    <a:pt x="6917" y="2105"/>
                    <a:pt x="6266" y="2012"/>
                  </a:cubicBezTo>
                  <a:cubicBezTo>
                    <a:pt x="6204" y="1330"/>
                    <a:pt x="5646" y="834"/>
                    <a:pt x="4963" y="834"/>
                  </a:cubicBezTo>
                  <a:cubicBezTo>
                    <a:pt x="4808" y="834"/>
                    <a:pt x="4653" y="865"/>
                    <a:pt x="4529" y="927"/>
                  </a:cubicBezTo>
                  <a:cubicBezTo>
                    <a:pt x="4143" y="288"/>
                    <a:pt x="3528" y="0"/>
                    <a:pt x="2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87"/>
            <p:cNvSpPr/>
            <p:nvPr/>
          </p:nvSpPr>
          <p:spPr>
            <a:xfrm>
              <a:off x="1010125" y="2770575"/>
              <a:ext cx="41900" cy="16600"/>
            </a:xfrm>
            <a:custGeom>
              <a:rect b="b" l="l" r="r" t="t"/>
              <a:pathLst>
                <a:path extrusionOk="0" h="664" w="1676">
                  <a:moveTo>
                    <a:pt x="753" y="0"/>
                  </a:moveTo>
                  <a:cubicBezTo>
                    <a:pt x="503" y="0"/>
                    <a:pt x="258" y="120"/>
                    <a:pt x="63" y="315"/>
                  </a:cubicBezTo>
                  <a:cubicBezTo>
                    <a:pt x="1" y="377"/>
                    <a:pt x="1" y="532"/>
                    <a:pt x="63" y="594"/>
                  </a:cubicBezTo>
                  <a:cubicBezTo>
                    <a:pt x="110" y="641"/>
                    <a:pt x="164" y="664"/>
                    <a:pt x="218" y="664"/>
                  </a:cubicBezTo>
                  <a:cubicBezTo>
                    <a:pt x="272" y="664"/>
                    <a:pt x="327" y="641"/>
                    <a:pt x="373" y="594"/>
                  </a:cubicBezTo>
                  <a:cubicBezTo>
                    <a:pt x="497" y="470"/>
                    <a:pt x="652" y="408"/>
                    <a:pt x="838" y="408"/>
                  </a:cubicBezTo>
                  <a:cubicBezTo>
                    <a:pt x="1025" y="408"/>
                    <a:pt x="1180" y="470"/>
                    <a:pt x="1304" y="594"/>
                  </a:cubicBezTo>
                  <a:cubicBezTo>
                    <a:pt x="1366" y="625"/>
                    <a:pt x="1397" y="656"/>
                    <a:pt x="1459" y="656"/>
                  </a:cubicBezTo>
                  <a:cubicBezTo>
                    <a:pt x="1521" y="656"/>
                    <a:pt x="1552" y="625"/>
                    <a:pt x="1614" y="594"/>
                  </a:cubicBezTo>
                  <a:cubicBezTo>
                    <a:pt x="1676" y="532"/>
                    <a:pt x="1676" y="377"/>
                    <a:pt x="1614" y="315"/>
                  </a:cubicBezTo>
                  <a:cubicBezTo>
                    <a:pt x="1419" y="120"/>
                    <a:pt x="1174" y="0"/>
                    <a:pt x="924" y="0"/>
                  </a:cubicBezTo>
                  <a:cubicBezTo>
                    <a:pt x="895" y="0"/>
                    <a:pt x="867" y="2"/>
                    <a:pt x="838" y="5"/>
                  </a:cubicBezTo>
                  <a:cubicBezTo>
                    <a:pt x="810" y="2"/>
                    <a:pt x="781" y="0"/>
                    <a:pt x="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2" name="Google Shape;13402;p87"/>
            <p:cNvSpPr/>
            <p:nvPr/>
          </p:nvSpPr>
          <p:spPr>
            <a:xfrm>
              <a:off x="991750" y="2746650"/>
              <a:ext cx="77350" cy="24050"/>
            </a:xfrm>
            <a:custGeom>
              <a:rect b="b" l="l" r="r" t="t"/>
              <a:pathLst>
                <a:path extrusionOk="0" h="962" w="3094">
                  <a:moveTo>
                    <a:pt x="1573" y="0"/>
                  </a:moveTo>
                  <a:cubicBezTo>
                    <a:pt x="1046" y="0"/>
                    <a:pt x="519" y="217"/>
                    <a:pt x="147" y="590"/>
                  </a:cubicBezTo>
                  <a:cubicBezTo>
                    <a:pt x="1" y="735"/>
                    <a:pt x="140" y="957"/>
                    <a:pt x="312" y="957"/>
                  </a:cubicBezTo>
                  <a:cubicBezTo>
                    <a:pt x="360" y="957"/>
                    <a:pt x="410" y="940"/>
                    <a:pt x="457" y="900"/>
                  </a:cubicBezTo>
                  <a:cubicBezTo>
                    <a:pt x="767" y="574"/>
                    <a:pt x="1178" y="411"/>
                    <a:pt x="1589" y="411"/>
                  </a:cubicBezTo>
                  <a:cubicBezTo>
                    <a:pt x="2000" y="411"/>
                    <a:pt x="2411" y="574"/>
                    <a:pt x="2721" y="900"/>
                  </a:cubicBezTo>
                  <a:cubicBezTo>
                    <a:pt x="2752" y="931"/>
                    <a:pt x="2814" y="962"/>
                    <a:pt x="2876" y="962"/>
                  </a:cubicBezTo>
                  <a:cubicBezTo>
                    <a:pt x="2938" y="962"/>
                    <a:pt x="2969" y="931"/>
                    <a:pt x="3031" y="900"/>
                  </a:cubicBezTo>
                  <a:cubicBezTo>
                    <a:pt x="3093" y="807"/>
                    <a:pt x="3093" y="683"/>
                    <a:pt x="3031" y="590"/>
                  </a:cubicBezTo>
                  <a:cubicBezTo>
                    <a:pt x="2628" y="217"/>
                    <a:pt x="2132" y="0"/>
                    <a:pt x="1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3" name="Google Shape;13403;p87"/>
            <p:cNvSpPr/>
            <p:nvPr/>
          </p:nvSpPr>
          <p:spPr>
            <a:xfrm>
              <a:off x="974700" y="2722600"/>
              <a:ext cx="111450" cy="31050"/>
            </a:xfrm>
            <a:custGeom>
              <a:rect b="b" l="l" r="r" t="t"/>
              <a:pathLst>
                <a:path extrusionOk="0" h="1242" w="4458">
                  <a:moveTo>
                    <a:pt x="2255" y="1"/>
                  </a:moveTo>
                  <a:cubicBezTo>
                    <a:pt x="1480" y="1"/>
                    <a:pt x="705" y="311"/>
                    <a:pt x="146" y="869"/>
                  </a:cubicBezTo>
                  <a:cubicBezTo>
                    <a:pt x="0" y="1015"/>
                    <a:pt x="140" y="1237"/>
                    <a:pt x="312" y="1237"/>
                  </a:cubicBezTo>
                  <a:cubicBezTo>
                    <a:pt x="359" y="1237"/>
                    <a:pt x="409" y="1220"/>
                    <a:pt x="456" y="1179"/>
                  </a:cubicBezTo>
                  <a:cubicBezTo>
                    <a:pt x="953" y="668"/>
                    <a:pt x="1612" y="412"/>
                    <a:pt x="2271" y="412"/>
                  </a:cubicBezTo>
                  <a:cubicBezTo>
                    <a:pt x="2930" y="412"/>
                    <a:pt x="3589" y="668"/>
                    <a:pt x="4086" y="1179"/>
                  </a:cubicBezTo>
                  <a:cubicBezTo>
                    <a:pt x="4117" y="1210"/>
                    <a:pt x="4179" y="1241"/>
                    <a:pt x="4241" y="1241"/>
                  </a:cubicBezTo>
                  <a:cubicBezTo>
                    <a:pt x="4303" y="1241"/>
                    <a:pt x="4334" y="1210"/>
                    <a:pt x="4396" y="1179"/>
                  </a:cubicBezTo>
                  <a:cubicBezTo>
                    <a:pt x="4458" y="1086"/>
                    <a:pt x="4458" y="962"/>
                    <a:pt x="4396" y="869"/>
                  </a:cubicBezTo>
                  <a:cubicBezTo>
                    <a:pt x="3806" y="311"/>
                    <a:pt x="3062" y="1"/>
                    <a:pt x="2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4" name="Google Shape;13404;p87"/>
            <p:cNvSpPr/>
            <p:nvPr/>
          </p:nvSpPr>
          <p:spPr>
            <a:xfrm>
              <a:off x="1026425" y="2682150"/>
              <a:ext cx="11275" cy="7900"/>
            </a:xfrm>
            <a:custGeom>
              <a:rect b="b" l="l" r="r" t="t"/>
              <a:pathLst>
                <a:path extrusionOk="0" h="316" w="451">
                  <a:moveTo>
                    <a:pt x="66" y="1"/>
                  </a:moveTo>
                  <a:cubicBezTo>
                    <a:pt x="28" y="1"/>
                    <a:pt x="0" y="28"/>
                    <a:pt x="0" y="99"/>
                  </a:cubicBezTo>
                  <a:cubicBezTo>
                    <a:pt x="0" y="223"/>
                    <a:pt x="93" y="316"/>
                    <a:pt x="186" y="316"/>
                  </a:cubicBezTo>
                  <a:cubicBezTo>
                    <a:pt x="450" y="316"/>
                    <a:pt x="195" y="1"/>
                    <a:pt x="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87"/>
            <p:cNvSpPr/>
            <p:nvPr/>
          </p:nvSpPr>
          <p:spPr>
            <a:xfrm>
              <a:off x="1026425" y="2664000"/>
              <a:ext cx="11200" cy="8225"/>
            </a:xfrm>
            <a:custGeom>
              <a:rect b="b" l="l" r="r" t="t"/>
              <a:pathLst>
                <a:path extrusionOk="0" h="329" w="448">
                  <a:moveTo>
                    <a:pt x="69" y="1"/>
                  </a:moveTo>
                  <a:cubicBezTo>
                    <a:pt x="29" y="1"/>
                    <a:pt x="0" y="31"/>
                    <a:pt x="0" y="111"/>
                  </a:cubicBezTo>
                  <a:cubicBezTo>
                    <a:pt x="0" y="235"/>
                    <a:pt x="93" y="328"/>
                    <a:pt x="186" y="328"/>
                  </a:cubicBezTo>
                  <a:cubicBezTo>
                    <a:pt x="448" y="328"/>
                    <a:pt x="200" y="1"/>
                    <a:pt x="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87"/>
            <p:cNvSpPr/>
            <p:nvPr/>
          </p:nvSpPr>
          <p:spPr>
            <a:xfrm>
              <a:off x="1026425" y="2700450"/>
              <a:ext cx="11200" cy="8225"/>
            </a:xfrm>
            <a:custGeom>
              <a:rect b="b" l="l" r="r" t="t"/>
              <a:pathLst>
                <a:path extrusionOk="0" h="329" w="448">
                  <a:moveTo>
                    <a:pt x="69" y="1"/>
                  </a:moveTo>
                  <a:cubicBezTo>
                    <a:pt x="29" y="1"/>
                    <a:pt x="0" y="31"/>
                    <a:pt x="0" y="111"/>
                  </a:cubicBezTo>
                  <a:cubicBezTo>
                    <a:pt x="0" y="235"/>
                    <a:pt x="93" y="328"/>
                    <a:pt x="186" y="328"/>
                  </a:cubicBezTo>
                  <a:cubicBezTo>
                    <a:pt x="448" y="328"/>
                    <a:pt x="200" y="1"/>
                    <a:pt x="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7" name="Google Shape;13407;p87"/>
            <p:cNvSpPr/>
            <p:nvPr/>
          </p:nvSpPr>
          <p:spPr>
            <a:xfrm>
              <a:off x="1107850" y="2766650"/>
              <a:ext cx="10100" cy="10250"/>
            </a:xfrm>
            <a:custGeom>
              <a:rect b="b" l="l" r="r" t="t"/>
              <a:pathLst>
                <a:path extrusionOk="0" h="410" w="404">
                  <a:moveTo>
                    <a:pt x="150" y="1"/>
                  </a:moveTo>
                  <a:cubicBezTo>
                    <a:pt x="71" y="1"/>
                    <a:pt x="0" y="85"/>
                    <a:pt x="0" y="193"/>
                  </a:cubicBezTo>
                  <a:cubicBezTo>
                    <a:pt x="0" y="317"/>
                    <a:pt x="93" y="410"/>
                    <a:pt x="187" y="410"/>
                  </a:cubicBezTo>
                  <a:cubicBezTo>
                    <a:pt x="311" y="410"/>
                    <a:pt x="404" y="317"/>
                    <a:pt x="404" y="193"/>
                  </a:cubicBezTo>
                  <a:cubicBezTo>
                    <a:pt x="404" y="69"/>
                    <a:pt x="311" y="7"/>
                    <a:pt x="187" y="7"/>
                  </a:cubicBezTo>
                  <a:cubicBezTo>
                    <a:pt x="174" y="3"/>
                    <a:pt x="162" y="1"/>
                    <a:pt x="1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8" name="Google Shape;13408;p87"/>
            <p:cNvSpPr/>
            <p:nvPr/>
          </p:nvSpPr>
          <p:spPr>
            <a:xfrm>
              <a:off x="1125300" y="2766650"/>
              <a:ext cx="11650" cy="9475"/>
            </a:xfrm>
            <a:custGeom>
              <a:rect b="b" l="l" r="r" t="t"/>
              <a:pathLst>
                <a:path extrusionOk="0" h="379" w="466">
                  <a:moveTo>
                    <a:pt x="196" y="1"/>
                  </a:moveTo>
                  <a:cubicBezTo>
                    <a:pt x="117" y="1"/>
                    <a:pt x="47" y="85"/>
                    <a:pt x="47" y="193"/>
                  </a:cubicBezTo>
                  <a:cubicBezTo>
                    <a:pt x="0" y="317"/>
                    <a:pt x="117" y="379"/>
                    <a:pt x="233" y="379"/>
                  </a:cubicBezTo>
                  <a:cubicBezTo>
                    <a:pt x="349" y="379"/>
                    <a:pt x="466" y="317"/>
                    <a:pt x="419" y="193"/>
                  </a:cubicBezTo>
                  <a:cubicBezTo>
                    <a:pt x="419" y="69"/>
                    <a:pt x="326" y="7"/>
                    <a:pt x="233" y="7"/>
                  </a:cubicBezTo>
                  <a:cubicBezTo>
                    <a:pt x="221" y="3"/>
                    <a:pt x="208"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9" name="Google Shape;13409;p87"/>
            <p:cNvSpPr/>
            <p:nvPr/>
          </p:nvSpPr>
          <p:spPr>
            <a:xfrm>
              <a:off x="1089225" y="2766650"/>
              <a:ext cx="10125" cy="10250"/>
            </a:xfrm>
            <a:custGeom>
              <a:rect b="b" l="l" r="r" t="t"/>
              <a:pathLst>
                <a:path extrusionOk="0" h="410" w="405">
                  <a:moveTo>
                    <a:pt x="171" y="1"/>
                  </a:moveTo>
                  <a:cubicBezTo>
                    <a:pt x="71" y="1"/>
                    <a:pt x="1" y="85"/>
                    <a:pt x="1" y="193"/>
                  </a:cubicBezTo>
                  <a:cubicBezTo>
                    <a:pt x="1" y="317"/>
                    <a:pt x="94" y="410"/>
                    <a:pt x="218" y="410"/>
                  </a:cubicBezTo>
                  <a:cubicBezTo>
                    <a:pt x="311" y="410"/>
                    <a:pt x="404" y="317"/>
                    <a:pt x="404" y="193"/>
                  </a:cubicBezTo>
                  <a:cubicBezTo>
                    <a:pt x="404" y="69"/>
                    <a:pt x="311" y="7"/>
                    <a:pt x="218" y="7"/>
                  </a:cubicBezTo>
                  <a:cubicBezTo>
                    <a:pt x="202" y="3"/>
                    <a:pt x="186"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10" name="Google Shape;13410;p87"/>
          <p:cNvSpPr txBox="1"/>
          <p:nvPr/>
        </p:nvSpPr>
        <p:spPr>
          <a:xfrm>
            <a:off x="1048350" y="1158650"/>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rgbClr val="FFFFFF"/>
                </a:solidFill>
              </a:rPr>
              <a:t>Online Learning</a:t>
            </a:r>
            <a:endParaRPr sz="1600">
              <a:solidFill>
                <a:srgbClr val="FFFFFF"/>
              </a:solidFill>
            </a:endParaRPr>
          </a:p>
        </p:txBody>
      </p:sp>
      <p:sp>
        <p:nvSpPr>
          <p:cNvPr id="13411" name="Google Shape;13411;p87"/>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Premium Icons</a:t>
            </a:r>
            <a:endParaRPr/>
          </a:p>
        </p:txBody>
      </p:sp>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415" name="Shape 13415"/>
        <p:cNvGrpSpPr/>
        <p:nvPr/>
      </p:nvGrpSpPr>
      <p:grpSpPr>
        <a:xfrm>
          <a:off x="0" y="0"/>
          <a:ext cx="0" cy="0"/>
          <a:chOff x="0" y="0"/>
          <a:chExt cx="0" cy="0"/>
        </a:xfrm>
      </p:grpSpPr>
      <p:grpSp>
        <p:nvGrpSpPr>
          <p:cNvPr id="13416" name="Google Shape;13416;p88"/>
          <p:cNvGrpSpPr/>
          <p:nvPr/>
        </p:nvGrpSpPr>
        <p:grpSpPr>
          <a:xfrm>
            <a:off x="4803025" y="1783336"/>
            <a:ext cx="347225" cy="310175"/>
            <a:chOff x="7055563" y="3039906"/>
            <a:chExt cx="347225" cy="310175"/>
          </a:xfrm>
        </p:grpSpPr>
        <p:sp>
          <p:nvSpPr>
            <p:cNvPr id="13417" name="Google Shape;13417;p88"/>
            <p:cNvSpPr/>
            <p:nvPr/>
          </p:nvSpPr>
          <p:spPr>
            <a:xfrm>
              <a:off x="7165888" y="3133881"/>
              <a:ext cx="10050" cy="20225"/>
            </a:xfrm>
            <a:custGeom>
              <a:rect b="b" l="l" r="r" t="t"/>
              <a:pathLst>
                <a:path extrusionOk="0" h="809" w="402">
                  <a:moveTo>
                    <a:pt x="253" y="1"/>
                  </a:moveTo>
                  <a:cubicBezTo>
                    <a:pt x="241" y="1"/>
                    <a:pt x="229" y="3"/>
                    <a:pt x="217" y="7"/>
                  </a:cubicBezTo>
                  <a:cubicBezTo>
                    <a:pt x="93" y="7"/>
                    <a:pt x="1" y="68"/>
                    <a:pt x="1" y="192"/>
                  </a:cubicBezTo>
                  <a:lnTo>
                    <a:pt x="1" y="624"/>
                  </a:lnTo>
                  <a:cubicBezTo>
                    <a:pt x="1" y="716"/>
                    <a:pt x="93" y="809"/>
                    <a:pt x="217" y="809"/>
                  </a:cubicBezTo>
                  <a:cubicBezTo>
                    <a:pt x="309" y="809"/>
                    <a:pt x="402" y="716"/>
                    <a:pt x="402" y="624"/>
                  </a:cubicBezTo>
                  <a:lnTo>
                    <a:pt x="402" y="192"/>
                  </a:lnTo>
                  <a:cubicBezTo>
                    <a:pt x="402" y="85"/>
                    <a:pt x="332" y="1"/>
                    <a:pt x="2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8" name="Google Shape;13418;p88"/>
            <p:cNvSpPr/>
            <p:nvPr/>
          </p:nvSpPr>
          <p:spPr>
            <a:xfrm>
              <a:off x="7281613" y="3135181"/>
              <a:ext cx="10075" cy="18925"/>
            </a:xfrm>
            <a:custGeom>
              <a:rect b="b" l="l" r="r" t="t"/>
              <a:pathLst>
                <a:path extrusionOk="0" h="757" w="403">
                  <a:moveTo>
                    <a:pt x="202" y="1"/>
                  </a:moveTo>
                  <a:cubicBezTo>
                    <a:pt x="117" y="1"/>
                    <a:pt x="32" y="47"/>
                    <a:pt x="1" y="140"/>
                  </a:cubicBezTo>
                  <a:lnTo>
                    <a:pt x="1" y="572"/>
                  </a:lnTo>
                  <a:cubicBezTo>
                    <a:pt x="1" y="661"/>
                    <a:pt x="86" y="749"/>
                    <a:pt x="202" y="757"/>
                  </a:cubicBezTo>
                  <a:lnTo>
                    <a:pt x="202" y="757"/>
                  </a:lnTo>
                  <a:cubicBezTo>
                    <a:pt x="317" y="749"/>
                    <a:pt x="402" y="661"/>
                    <a:pt x="402" y="572"/>
                  </a:cubicBezTo>
                  <a:lnTo>
                    <a:pt x="402" y="140"/>
                  </a:lnTo>
                  <a:cubicBezTo>
                    <a:pt x="371" y="47"/>
                    <a:pt x="286" y="1"/>
                    <a:pt x="202" y="1"/>
                  </a:cubicBezTo>
                  <a:close/>
                  <a:moveTo>
                    <a:pt x="202" y="757"/>
                  </a:moveTo>
                  <a:cubicBezTo>
                    <a:pt x="196" y="757"/>
                    <a:pt x="191" y="757"/>
                    <a:pt x="186" y="757"/>
                  </a:cubicBezTo>
                  <a:lnTo>
                    <a:pt x="217" y="757"/>
                  </a:lnTo>
                  <a:cubicBezTo>
                    <a:pt x="212" y="757"/>
                    <a:pt x="207" y="757"/>
                    <a:pt x="202" y="757"/>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9" name="Google Shape;13419;p88"/>
            <p:cNvSpPr/>
            <p:nvPr/>
          </p:nvSpPr>
          <p:spPr>
            <a:xfrm>
              <a:off x="7209088" y="3143206"/>
              <a:ext cx="40750" cy="17075"/>
            </a:xfrm>
            <a:custGeom>
              <a:rect b="b" l="l" r="r" t="t"/>
              <a:pathLst>
                <a:path extrusionOk="0" h="683" w="1630">
                  <a:moveTo>
                    <a:pt x="1351" y="1"/>
                  </a:moveTo>
                  <a:cubicBezTo>
                    <a:pt x="1302" y="1"/>
                    <a:pt x="1250" y="20"/>
                    <a:pt x="1205" y="66"/>
                  </a:cubicBezTo>
                  <a:cubicBezTo>
                    <a:pt x="1097" y="189"/>
                    <a:pt x="942" y="251"/>
                    <a:pt x="788" y="251"/>
                  </a:cubicBezTo>
                  <a:cubicBezTo>
                    <a:pt x="634" y="251"/>
                    <a:pt x="479" y="189"/>
                    <a:pt x="371" y="66"/>
                  </a:cubicBezTo>
                  <a:cubicBezTo>
                    <a:pt x="325" y="35"/>
                    <a:pt x="271" y="19"/>
                    <a:pt x="221" y="19"/>
                  </a:cubicBezTo>
                  <a:cubicBezTo>
                    <a:pt x="171" y="19"/>
                    <a:pt x="124" y="35"/>
                    <a:pt x="94" y="66"/>
                  </a:cubicBezTo>
                  <a:cubicBezTo>
                    <a:pt x="1" y="158"/>
                    <a:pt x="1" y="282"/>
                    <a:pt x="94" y="374"/>
                  </a:cubicBezTo>
                  <a:cubicBezTo>
                    <a:pt x="248" y="559"/>
                    <a:pt x="526" y="683"/>
                    <a:pt x="803" y="683"/>
                  </a:cubicBezTo>
                  <a:lnTo>
                    <a:pt x="772" y="652"/>
                  </a:lnTo>
                  <a:cubicBezTo>
                    <a:pt x="1050" y="652"/>
                    <a:pt x="1328" y="559"/>
                    <a:pt x="1513" y="343"/>
                  </a:cubicBezTo>
                  <a:cubicBezTo>
                    <a:pt x="1629" y="181"/>
                    <a:pt x="1501" y="1"/>
                    <a:pt x="1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0" name="Google Shape;13420;p88"/>
            <p:cNvSpPr/>
            <p:nvPr/>
          </p:nvSpPr>
          <p:spPr>
            <a:xfrm>
              <a:off x="7055563" y="3039906"/>
              <a:ext cx="347225" cy="310175"/>
            </a:xfrm>
            <a:custGeom>
              <a:rect b="b" l="l" r="r" t="t"/>
              <a:pathLst>
                <a:path extrusionOk="0" h="12407" w="13889">
                  <a:moveTo>
                    <a:pt x="4599" y="402"/>
                  </a:moveTo>
                  <a:cubicBezTo>
                    <a:pt x="5340" y="402"/>
                    <a:pt x="5340" y="1482"/>
                    <a:pt x="4599" y="1482"/>
                  </a:cubicBezTo>
                  <a:lnTo>
                    <a:pt x="1297" y="1482"/>
                  </a:lnTo>
                  <a:cubicBezTo>
                    <a:pt x="988" y="1482"/>
                    <a:pt x="741" y="1235"/>
                    <a:pt x="741" y="957"/>
                  </a:cubicBezTo>
                  <a:cubicBezTo>
                    <a:pt x="741" y="649"/>
                    <a:pt x="988" y="402"/>
                    <a:pt x="1297" y="402"/>
                  </a:cubicBezTo>
                  <a:close/>
                  <a:moveTo>
                    <a:pt x="4414" y="1883"/>
                  </a:moveTo>
                  <a:lnTo>
                    <a:pt x="4414" y="3148"/>
                  </a:lnTo>
                  <a:lnTo>
                    <a:pt x="1482" y="3148"/>
                  </a:lnTo>
                  <a:lnTo>
                    <a:pt x="1482" y="1883"/>
                  </a:lnTo>
                  <a:close/>
                  <a:moveTo>
                    <a:pt x="12345" y="1883"/>
                  </a:moveTo>
                  <a:lnTo>
                    <a:pt x="12345" y="3148"/>
                  </a:lnTo>
                  <a:lnTo>
                    <a:pt x="9444" y="3148"/>
                  </a:lnTo>
                  <a:lnTo>
                    <a:pt x="9444" y="1883"/>
                  </a:lnTo>
                  <a:close/>
                  <a:moveTo>
                    <a:pt x="13117" y="3580"/>
                  </a:moveTo>
                  <a:cubicBezTo>
                    <a:pt x="13271" y="3580"/>
                    <a:pt x="13425" y="3704"/>
                    <a:pt x="13425" y="3889"/>
                  </a:cubicBezTo>
                  <a:lnTo>
                    <a:pt x="13425" y="4661"/>
                  </a:lnTo>
                  <a:cubicBezTo>
                    <a:pt x="13425" y="4846"/>
                    <a:pt x="13271" y="4969"/>
                    <a:pt x="13117" y="4969"/>
                  </a:cubicBezTo>
                  <a:lnTo>
                    <a:pt x="741" y="4969"/>
                  </a:lnTo>
                  <a:cubicBezTo>
                    <a:pt x="556" y="4969"/>
                    <a:pt x="432" y="4846"/>
                    <a:pt x="432" y="4661"/>
                  </a:cubicBezTo>
                  <a:lnTo>
                    <a:pt x="432" y="3889"/>
                  </a:lnTo>
                  <a:cubicBezTo>
                    <a:pt x="432" y="3704"/>
                    <a:pt x="556" y="3580"/>
                    <a:pt x="741" y="3580"/>
                  </a:cubicBezTo>
                  <a:close/>
                  <a:moveTo>
                    <a:pt x="11419" y="5401"/>
                  </a:moveTo>
                  <a:lnTo>
                    <a:pt x="11419" y="8549"/>
                  </a:lnTo>
                  <a:cubicBezTo>
                    <a:pt x="11388" y="8858"/>
                    <a:pt x="11149" y="9012"/>
                    <a:pt x="10910" y="9012"/>
                  </a:cubicBezTo>
                  <a:cubicBezTo>
                    <a:pt x="10671" y="9012"/>
                    <a:pt x="10432" y="8858"/>
                    <a:pt x="10401" y="8549"/>
                  </a:cubicBezTo>
                  <a:lnTo>
                    <a:pt x="10401" y="5401"/>
                  </a:lnTo>
                  <a:close/>
                  <a:moveTo>
                    <a:pt x="12345" y="5401"/>
                  </a:moveTo>
                  <a:lnTo>
                    <a:pt x="12345" y="8549"/>
                  </a:lnTo>
                  <a:cubicBezTo>
                    <a:pt x="12299" y="9475"/>
                    <a:pt x="11597" y="9938"/>
                    <a:pt x="10895" y="9938"/>
                  </a:cubicBezTo>
                  <a:cubicBezTo>
                    <a:pt x="10193" y="9938"/>
                    <a:pt x="9490" y="9475"/>
                    <a:pt x="9444" y="8549"/>
                  </a:cubicBezTo>
                  <a:lnTo>
                    <a:pt x="9444" y="5401"/>
                  </a:lnTo>
                  <a:lnTo>
                    <a:pt x="10000" y="5401"/>
                  </a:lnTo>
                  <a:lnTo>
                    <a:pt x="10000" y="8549"/>
                  </a:lnTo>
                  <a:cubicBezTo>
                    <a:pt x="10031" y="9120"/>
                    <a:pt x="10463" y="9406"/>
                    <a:pt x="10898" y="9406"/>
                  </a:cubicBezTo>
                  <a:cubicBezTo>
                    <a:pt x="11334" y="9406"/>
                    <a:pt x="11774" y="9120"/>
                    <a:pt x="11821" y="8549"/>
                  </a:cubicBezTo>
                  <a:lnTo>
                    <a:pt x="11821" y="5401"/>
                  </a:lnTo>
                  <a:close/>
                  <a:moveTo>
                    <a:pt x="4414" y="5401"/>
                  </a:moveTo>
                  <a:lnTo>
                    <a:pt x="4414" y="8549"/>
                  </a:lnTo>
                  <a:cubicBezTo>
                    <a:pt x="4414" y="9521"/>
                    <a:pt x="3681" y="10007"/>
                    <a:pt x="2948" y="10007"/>
                  </a:cubicBezTo>
                  <a:cubicBezTo>
                    <a:pt x="2215" y="10007"/>
                    <a:pt x="1482" y="9521"/>
                    <a:pt x="1482" y="8549"/>
                  </a:cubicBezTo>
                  <a:lnTo>
                    <a:pt x="1482" y="5401"/>
                  </a:lnTo>
                  <a:lnTo>
                    <a:pt x="2037" y="5401"/>
                  </a:lnTo>
                  <a:lnTo>
                    <a:pt x="2037" y="6821"/>
                  </a:lnTo>
                  <a:cubicBezTo>
                    <a:pt x="2037" y="6944"/>
                    <a:pt x="2130" y="7037"/>
                    <a:pt x="2222" y="7037"/>
                  </a:cubicBezTo>
                  <a:cubicBezTo>
                    <a:pt x="2346" y="7037"/>
                    <a:pt x="2438" y="6944"/>
                    <a:pt x="2438" y="6821"/>
                  </a:cubicBezTo>
                  <a:lnTo>
                    <a:pt x="2438" y="5401"/>
                  </a:lnTo>
                  <a:lnTo>
                    <a:pt x="3457" y="5401"/>
                  </a:lnTo>
                  <a:lnTo>
                    <a:pt x="3457" y="8549"/>
                  </a:lnTo>
                  <a:cubicBezTo>
                    <a:pt x="3457" y="8889"/>
                    <a:pt x="3202" y="9058"/>
                    <a:pt x="2948" y="9058"/>
                  </a:cubicBezTo>
                  <a:cubicBezTo>
                    <a:pt x="2693" y="9058"/>
                    <a:pt x="2438" y="8889"/>
                    <a:pt x="2438" y="8549"/>
                  </a:cubicBezTo>
                  <a:lnTo>
                    <a:pt x="2438" y="7623"/>
                  </a:lnTo>
                  <a:cubicBezTo>
                    <a:pt x="2438" y="7531"/>
                    <a:pt x="2346" y="7438"/>
                    <a:pt x="2222" y="7438"/>
                  </a:cubicBezTo>
                  <a:cubicBezTo>
                    <a:pt x="2130" y="7438"/>
                    <a:pt x="2037" y="7531"/>
                    <a:pt x="2037" y="7623"/>
                  </a:cubicBezTo>
                  <a:lnTo>
                    <a:pt x="2037" y="8549"/>
                  </a:lnTo>
                  <a:cubicBezTo>
                    <a:pt x="2037" y="9151"/>
                    <a:pt x="2492" y="9452"/>
                    <a:pt x="2948" y="9452"/>
                  </a:cubicBezTo>
                  <a:cubicBezTo>
                    <a:pt x="3403" y="9452"/>
                    <a:pt x="3858" y="9151"/>
                    <a:pt x="3858" y="8549"/>
                  </a:cubicBezTo>
                  <a:lnTo>
                    <a:pt x="3858" y="5401"/>
                  </a:lnTo>
                  <a:close/>
                  <a:moveTo>
                    <a:pt x="7500" y="5401"/>
                  </a:moveTo>
                  <a:lnTo>
                    <a:pt x="7500" y="10061"/>
                  </a:lnTo>
                  <a:lnTo>
                    <a:pt x="6358" y="10061"/>
                  </a:lnTo>
                  <a:lnTo>
                    <a:pt x="6358" y="5401"/>
                  </a:lnTo>
                  <a:close/>
                  <a:moveTo>
                    <a:pt x="8302" y="10463"/>
                  </a:moveTo>
                  <a:cubicBezTo>
                    <a:pt x="8950" y="10463"/>
                    <a:pt x="9444" y="10987"/>
                    <a:pt x="9444" y="11635"/>
                  </a:cubicBezTo>
                  <a:lnTo>
                    <a:pt x="9475" y="11635"/>
                  </a:lnTo>
                  <a:lnTo>
                    <a:pt x="9475" y="11790"/>
                  </a:lnTo>
                  <a:cubicBezTo>
                    <a:pt x="9475" y="11913"/>
                    <a:pt x="9382" y="12006"/>
                    <a:pt x="9259" y="12006"/>
                  </a:cubicBezTo>
                  <a:lnTo>
                    <a:pt x="4568" y="12006"/>
                  </a:lnTo>
                  <a:cubicBezTo>
                    <a:pt x="4475" y="12006"/>
                    <a:pt x="4383" y="11913"/>
                    <a:pt x="4383" y="11790"/>
                  </a:cubicBezTo>
                  <a:lnTo>
                    <a:pt x="4383" y="11635"/>
                  </a:lnTo>
                  <a:cubicBezTo>
                    <a:pt x="4383" y="10987"/>
                    <a:pt x="4907" y="10463"/>
                    <a:pt x="5525" y="10463"/>
                  </a:cubicBezTo>
                  <a:close/>
                  <a:moveTo>
                    <a:pt x="1297" y="0"/>
                  </a:moveTo>
                  <a:cubicBezTo>
                    <a:pt x="155" y="31"/>
                    <a:pt x="0" y="1636"/>
                    <a:pt x="1111" y="1883"/>
                  </a:cubicBezTo>
                  <a:lnTo>
                    <a:pt x="1111" y="3179"/>
                  </a:lnTo>
                  <a:lnTo>
                    <a:pt x="741" y="3179"/>
                  </a:lnTo>
                  <a:cubicBezTo>
                    <a:pt x="340" y="3179"/>
                    <a:pt x="31" y="3488"/>
                    <a:pt x="31" y="3889"/>
                  </a:cubicBezTo>
                  <a:lnTo>
                    <a:pt x="31" y="4661"/>
                  </a:lnTo>
                  <a:cubicBezTo>
                    <a:pt x="31" y="5062"/>
                    <a:pt x="340" y="5370"/>
                    <a:pt x="741" y="5370"/>
                  </a:cubicBezTo>
                  <a:lnTo>
                    <a:pt x="741" y="5401"/>
                  </a:lnTo>
                  <a:lnTo>
                    <a:pt x="1081" y="5401"/>
                  </a:lnTo>
                  <a:lnTo>
                    <a:pt x="1081" y="8549"/>
                  </a:lnTo>
                  <a:cubicBezTo>
                    <a:pt x="1081" y="9568"/>
                    <a:pt x="1914" y="10401"/>
                    <a:pt x="2963" y="10401"/>
                  </a:cubicBezTo>
                  <a:cubicBezTo>
                    <a:pt x="3982" y="10401"/>
                    <a:pt x="4815" y="9568"/>
                    <a:pt x="4815" y="8549"/>
                  </a:cubicBezTo>
                  <a:lnTo>
                    <a:pt x="4815" y="5401"/>
                  </a:lnTo>
                  <a:lnTo>
                    <a:pt x="5926" y="5401"/>
                  </a:lnTo>
                  <a:lnTo>
                    <a:pt x="5926" y="10061"/>
                  </a:lnTo>
                  <a:lnTo>
                    <a:pt x="5556" y="10061"/>
                  </a:lnTo>
                  <a:cubicBezTo>
                    <a:pt x="4691" y="10061"/>
                    <a:pt x="3982" y="10771"/>
                    <a:pt x="3982" y="11635"/>
                  </a:cubicBezTo>
                  <a:lnTo>
                    <a:pt x="3982" y="11790"/>
                  </a:lnTo>
                  <a:cubicBezTo>
                    <a:pt x="3982" y="12129"/>
                    <a:pt x="4259" y="12407"/>
                    <a:pt x="4599" y="12407"/>
                  </a:cubicBezTo>
                  <a:lnTo>
                    <a:pt x="9259" y="12407"/>
                  </a:lnTo>
                  <a:cubicBezTo>
                    <a:pt x="9598" y="12407"/>
                    <a:pt x="9876" y="12129"/>
                    <a:pt x="9876" y="11790"/>
                  </a:cubicBezTo>
                  <a:lnTo>
                    <a:pt x="9876" y="11635"/>
                  </a:lnTo>
                  <a:cubicBezTo>
                    <a:pt x="9876" y="10771"/>
                    <a:pt x="9197" y="10061"/>
                    <a:pt x="8333" y="10061"/>
                  </a:cubicBezTo>
                  <a:lnTo>
                    <a:pt x="7932" y="10061"/>
                  </a:lnTo>
                  <a:lnTo>
                    <a:pt x="7932" y="5401"/>
                  </a:lnTo>
                  <a:lnTo>
                    <a:pt x="9074" y="5401"/>
                  </a:lnTo>
                  <a:lnTo>
                    <a:pt x="9074" y="8549"/>
                  </a:lnTo>
                  <a:cubicBezTo>
                    <a:pt x="9074" y="9568"/>
                    <a:pt x="9876" y="10401"/>
                    <a:pt x="10926" y="10401"/>
                  </a:cubicBezTo>
                  <a:cubicBezTo>
                    <a:pt x="11944" y="10401"/>
                    <a:pt x="12777" y="9568"/>
                    <a:pt x="12777" y="8549"/>
                  </a:cubicBezTo>
                  <a:lnTo>
                    <a:pt x="12777" y="5401"/>
                  </a:lnTo>
                  <a:lnTo>
                    <a:pt x="13117" y="5401"/>
                  </a:lnTo>
                  <a:cubicBezTo>
                    <a:pt x="13518" y="5401"/>
                    <a:pt x="13857" y="5062"/>
                    <a:pt x="13857" y="4661"/>
                  </a:cubicBezTo>
                  <a:lnTo>
                    <a:pt x="13857" y="3889"/>
                  </a:lnTo>
                  <a:cubicBezTo>
                    <a:pt x="13857" y="3488"/>
                    <a:pt x="13518" y="3179"/>
                    <a:pt x="13117" y="3179"/>
                  </a:cubicBezTo>
                  <a:lnTo>
                    <a:pt x="12777" y="3179"/>
                  </a:lnTo>
                  <a:lnTo>
                    <a:pt x="12777" y="1883"/>
                  </a:lnTo>
                  <a:cubicBezTo>
                    <a:pt x="13888" y="1636"/>
                    <a:pt x="13703" y="31"/>
                    <a:pt x="12592" y="0"/>
                  </a:cubicBezTo>
                  <a:lnTo>
                    <a:pt x="11944" y="0"/>
                  </a:lnTo>
                  <a:cubicBezTo>
                    <a:pt x="11821" y="0"/>
                    <a:pt x="11728" y="93"/>
                    <a:pt x="11759" y="217"/>
                  </a:cubicBezTo>
                  <a:cubicBezTo>
                    <a:pt x="11759" y="309"/>
                    <a:pt x="11821" y="402"/>
                    <a:pt x="11944" y="402"/>
                  </a:cubicBezTo>
                  <a:lnTo>
                    <a:pt x="12592" y="402"/>
                  </a:lnTo>
                  <a:cubicBezTo>
                    <a:pt x="13302" y="402"/>
                    <a:pt x="13302" y="1513"/>
                    <a:pt x="12592" y="1513"/>
                  </a:cubicBezTo>
                  <a:lnTo>
                    <a:pt x="9259" y="1513"/>
                  </a:lnTo>
                  <a:cubicBezTo>
                    <a:pt x="8549" y="1513"/>
                    <a:pt x="8549" y="402"/>
                    <a:pt x="9259" y="402"/>
                  </a:cubicBezTo>
                  <a:lnTo>
                    <a:pt x="11172" y="402"/>
                  </a:lnTo>
                  <a:cubicBezTo>
                    <a:pt x="11296" y="402"/>
                    <a:pt x="11388" y="340"/>
                    <a:pt x="11388" y="217"/>
                  </a:cubicBezTo>
                  <a:cubicBezTo>
                    <a:pt x="11388" y="93"/>
                    <a:pt x="11296" y="0"/>
                    <a:pt x="11172" y="0"/>
                  </a:cubicBezTo>
                  <a:lnTo>
                    <a:pt x="9259" y="0"/>
                  </a:lnTo>
                  <a:cubicBezTo>
                    <a:pt x="8148" y="0"/>
                    <a:pt x="7963" y="1636"/>
                    <a:pt x="9074" y="1883"/>
                  </a:cubicBezTo>
                  <a:lnTo>
                    <a:pt x="9074" y="3179"/>
                  </a:lnTo>
                  <a:lnTo>
                    <a:pt x="4815" y="3179"/>
                  </a:lnTo>
                  <a:lnTo>
                    <a:pt x="4815" y="1883"/>
                  </a:lnTo>
                  <a:cubicBezTo>
                    <a:pt x="5926" y="1636"/>
                    <a:pt x="5741" y="0"/>
                    <a:pt x="45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21" name="Google Shape;13421;p88"/>
          <p:cNvGrpSpPr/>
          <p:nvPr/>
        </p:nvGrpSpPr>
        <p:grpSpPr>
          <a:xfrm>
            <a:off x="5493756" y="1777161"/>
            <a:ext cx="352625" cy="322525"/>
            <a:chOff x="6314113" y="3033731"/>
            <a:chExt cx="352625" cy="322525"/>
          </a:xfrm>
        </p:grpSpPr>
        <p:sp>
          <p:nvSpPr>
            <p:cNvPr id="13422" name="Google Shape;13422;p88"/>
            <p:cNvSpPr/>
            <p:nvPr/>
          </p:nvSpPr>
          <p:spPr>
            <a:xfrm>
              <a:off x="6366563" y="3160881"/>
              <a:ext cx="12000" cy="16375"/>
            </a:xfrm>
            <a:custGeom>
              <a:rect b="b" l="l" r="r" t="t"/>
              <a:pathLst>
                <a:path extrusionOk="0" h="655" w="480">
                  <a:moveTo>
                    <a:pt x="201" y="1"/>
                  </a:moveTo>
                  <a:cubicBezTo>
                    <a:pt x="101" y="1"/>
                    <a:pt x="32" y="85"/>
                    <a:pt x="32" y="192"/>
                  </a:cubicBezTo>
                  <a:lnTo>
                    <a:pt x="32" y="470"/>
                  </a:lnTo>
                  <a:cubicBezTo>
                    <a:pt x="1" y="593"/>
                    <a:pt x="124" y="655"/>
                    <a:pt x="244" y="655"/>
                  </a:cubicBezTo>
                  <a:cubicBezTo>
                    <a:pt x="363" y="655"/>
                    <a:pt x="479" y="593"/>
                    <a:pt x="433" y="470"/>
                  </a:cubicBezTo>
                  <a:lnTo>
                    <a:pt x="433" y="223"/>
                  </a:lnTo>
                  <a:cubicBezTo>
                    <a:pt x="433" y="99"/>
                    <a:pt x="340" y="7"/>
                    <a:pt x="217" y="7"/>
                  </a:cubicBezTo>
                  <a:lnTo>
                    <a:pt x="248" y="7"/>
                  </a:lnTo>
                  <a:cubicBezTo>
                    <a:pt x="231" y="3"/>
                    <a:pt x="216"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3" name="Google Shape;13423;p88"/>
            <p:cNvSpPr/>
            <p:nvPr/>
          </p:nvSpPr>
          <p:spPr>
            <a:xfrm>
              <a:off x="6441413" y="3160881"/>
              <a:ext cx="10050" cy="16375"/>
            </a:xfrm>
            <a:custGeom>
              <a:rect b="b" l="l" r="r" t="t"/>
              <a:pathLst>
                <a:path extrusionOk="0" h="655" w="402">
                  <a:moveTo>
                    <a:pt x="169" y="1"/>
                  </a:moveTo>
                  <a:cubicBezTo>
                    <a:pt x="70" y="1"/>
                    <a:pt x="0" y="85"/>
                    <a:pt x="0" y="192"/>
                  </a:cubicBezTo>
                  <a:lnTo>
                    <a:pt x="0" y="470"/>
                  </a:lnTo>
                  <a:cubicBezTo>
                    <a:pt x="0" y="562"/>
                    <a:pt x="93" y="655"/>
                    <a:pt x="216" y="655"/>
                  </a:cubicBezTo>
                  <a:cubicBezTo>
                    <a:pt x="309" y="655"/>
                    <a:pt x="402" y="562"/>
                    <a:pt x="402" y="470"/>
                  </a:cubicBezTo>
                  <a:lnTo>
                    <a:pt x="402" y="223"/>
                  </a:lnTo>
                  <a:cubicBezTo>
                    <a:pt x="402" y="99"/>
                    <a:pt x="309" y="7"/>
                    <a:pt x="216" y="7"/>
                  </a:cubicBezTo>
                  <a:cubicBezTo>
                    <a:pt x="200" y="3"/>
                    <a:pt x="184" y="1"/>
                    <a:pt x="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4" name="Google Shape;13424;p88"/>
            <p:cNvSpPr/>
            <p:nvPr/>
          </p:nvSpPr>
          <p:spPr>
            <a:xfrm>
              <a:off x="6393163" y="3166356"/>
              <a:ext cx="31300" cy="14375"/>
            </a:xfrm>
            <a:custGeom>
              <a:rect b="b" l="l" r="r" t="t"/>
              <a:pathLst>
                <a:path extrusionOk="0" h="575" w="1252">
                  <a:moveTo>
                    <a:pt x="299" y="0"/>
                  </a:moveTo>
                  <a:cubicBezTo>
                    <a:pt x="142" y="0"/>
                    <a:pt x="1" y="181"/>
                    <a:pt x="140" y="343"/>
                  </a:cubicBezTo>
                  <a:cubicBezTo>
                    <a:pt x="279" y="498"/>
                    <a:pt x="472" y="575"/>
                    <a:pt x="665" y="575"/>
                  </a:cubicBezTo>
                  <a:cubicBezTo>
                    <a:pt x="858" y="575"/>
                    <a:pt x="1051" y="498"/>
                    <a:pt x="1190" y="343"/>
                  </a:cubicBezTo>
                  <a:cubicBezTo>
                    <a:pt x="1251" y="251"/>
                    <a:pt x="1251" y="127"/>
                    <a:pt x="1190" y="66"/>
                  </a:cubicBezTo>
                  <a:lnTo>
                    <a:pt x="1159" y="66"/>
                  </a:lnTo>
                  <a:cubicBezTo>
                    <a:pt x="1113" y="35"/>
                    <a:pt x="1059" y="19"/>
                    <a:pt x="1008" y="19"/>
                  </a:cubicBezTo>
                  <a:cubicBezTo>
                    <a:pt x="958" y="19"/>
                    <a:pt x="912" y="35"/>
                    <a:pt x="881" y="66"/>
                  </a:cubicBezTo>
                  <a:cubicBezTo>
                    <a:pt x="819" y="127"/>
                    <a:pt x="727" y="158"/>
                    <a:pt x="665" y="158"/>
                  </a:cubicBezTo>
                  <a:cubicBezTo>
                    <a:pt x="572" y="158"/>
                    <a:pt x="511" y="127"/>
                    <a:pt x="449" y="66"/>
                  </a:cubicBezTo>
                  <a:cubicBezTo>
                    <a:pt x="403" y="20"/>
                    <a:pt x="350"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5" name="Google Shape;13425;p88"/>
            <p:cNvSpPr/>
            <p:nvPr/>
          </p:nvSpPr>
          <p:spPr>
            <a:xfrm>
              <a:off x="6386638" y="3271356"/>
              <a:ext cx="46300" cy="49500"/>
            </a:xfrm>
            <a:custGeom>
              <a:rect b="b" l="l" r="r" t="t"/>
              <a:pathLst>
                <a:path extrusionOk="0" h="1980" w="1852">
                  <a:moveTo>
                    <a:pt x="926" y="433"/>
                  </a:moveTo>
                  <a:cubicBezTo>
                    <a:pt x="1296" y="834"/>
                    <a:pt x="1389" y="1205"/>
                    <a:pt x="1296" y="1390"/>
                  </a:cubicBezTo>
                  <a:cubicBezTo>
                    <a:pt x="1219" y="1529"/>
                    <a:pt x="1073" y="1598"/>
                    <a:pt x="922" y="1598"/>
                  </a:cubicBezTo>
                  <a:cubicBezTo>
                    <a:pt x="772" y="1598"/>
                    <a:pt x="617" y="1529"/>
                    <a:pt x="525" y="1390"/>
                  </a:cubicBezTo>
                  <a:cubicBezTo>
                    <a:pt x="463" y="1205"/>
                    <a:pt x="525" y="834"/>
                    <a:pt x="926" y="433"/>
                  </a:cubicBezTo>
                  <a:close/>
                  <a:moveTo>
                    <a:pt x="941" y="1"/>
                  </a:moveTo>
                  <a:cubicBezTo>
                    <a:pt x="849" y="1"/>
                    <a:pt x="756" y="32"/>
                    <a:pt x="679" y="94"/>
                  </a:cubicBezTo>
                  <a:cubicBezTo>
                    <a:pt x="185" y="587"/>
                    <a:pt x="0" y="1143"/>
                    <a:pt x="185" y="1544"/>
                  </a:cubicBezTo>
                  <a:cubicBezTo>
                    <a:pt x="300" y="1802"/>
                    <a:pt x="573" y="1979"/>
                    <a:pt x="859" y="1979"/>
                  </a:cubicBezTo>
                  <a:cubicBezTo>
                    <a:pt x="881" y="1979"/>
                    <a:pt x="904" y="1978"/>
                    <a:pt x="926" y="1976"/>
                  </a:cubicBezTo>
                  <a:cubicBezTo>
                    <a:pt x="949" y="1978"/>
                    <a:pt x="971" y="1979"/>
                    <a:pt x="994" y="1979"/>
                  </a:cubicBezTo>
                  <a:cubicBezTo>
                    <a:pt x="1279" y="1979"/>
                    <a:pt x="1555" y="1802"/>
                    <a:pt x="1698" y="1544"/>
                  </a:cubicBezTo>
                  <a:cubicBezTo>
                    <a:pt x="1852" y="1143"/>
                    <a:pt x="1698" y="587"/>
                    <a:pt x="1204" y="94"/>
                  </a:cubicBezTo>
                  <a:cubicBezTo>
                    <a:pt x="1127" y="32"/>
                    <a:pt x="1034"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6" name="Google Shape;13426;p88"/>
            <p:cNvSpPr/>
            <p:nvPr/>
          </p:nvSpPr>
          <p:spPr>
            <a:xfrm>
              <a:off x="6329538" y="3245131"/>
              <a:ext cx="45550" cy="49500"/>
            </a:xfrm>
            <a:custGeom>
              <a:rect b="b" l="l" r="r" t="t"/>
              <a:pathLst>
                <a:path extrusionOk="0" h="1980" w="1822">
                  <a:moveTo>
                    <a:pt x="895" y="402"/>
                  </a:moveTo>
                  <a:cubicBezTo>
                    <a:pt x="1297" y="834"/>
                    <a:pt x="1358" y="1173"/>
                    <a:pt x="1297" y="1359"/>
                  </a:cubicBezTo>
                  <a:cubicBezTo>
                    <a:pt x="1204" y="1513"/>
                    <a:pt x="1081" y="1575"/>
                    <a:pt x="895" y="1575"/>
                  </a:cubicBezTo>
                  <a:cubicBezTo>
                    <a:pt x="741" y="1575"/>
                    <a:pt x="587" y="1513"/>
                    <a:pt x="525" y="1359"/>
                  </a:cubicBezTo>
                  <a:cubicBezTo>
                    <a:pt x="432" y="1173"/>
                    <a:pt x="525" y="834"/>
                    <a:pt x="895" y="402"/>
                  </a:cubicBezTo>
                  <a:close/>
                  <a:moveTo>
                    <a:pt x="911" y="1"/>
                  </a:moveTo>
                  <a:cubicBezTo>
                    <a:pt x="818" y="1"/>
                    <a:pt x="726" y="32"/>
                    <a:pt x="648" y="93"/>
                  </a:cubicBezTo>
                  <a:cubicBezTo>
                    <a:pt x="155" y="587"/>
                    <a:pt x="0" y="1112"/>
                    <a:pt x="155" y="1513"/>
                  </a:cubicBezTo>
                  <a:cubicBezTo>
                    <a:pt x="269" y="1799"/>
                    <a:pt x="543" y="1979"/>
                    <a:pt x="853" y="1979"/>
                  </a:cubicBezTo>
                  <a:cubicBezTo>
                    <a:pt x="877" y="1979"/>
                    <a:pt x="902" y="1978"/>
                    <a:pt x="926" y="1976"/>
                  </a:cubicBezTo>
                  <a:lnTo>
                    <a:pt x="895" y="1976"/>
                  </a:lnTo>
                  <a:cubicBezTo>
                    <a:pt x="1235" y="1976"/>
                    <a:pt x="1513" y="1822"/>
                    <a:pt x="1667" y="1513"/>
                  </a:cubicBezTo>
                  <a:cubicBezTo>
                    <a:pt x="1821" y="1143"/>
                    <a:pt x="1667" y="587"/>
                    <a:pt x="1173" y="93"/>
                  </a:cubicBezTo>
                  <a:cubicBezTo>
                    <a:pt x="1096" y="32"/>
                    <a:pt x="1003" y="1"/>
                    <a:pt x="9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7" name="Google Shape;13427;p88"/>
            <p:cNvSpPr/>
            <p:nvPr/>
          </p:nvSpPr>
          <p:spPr>
            <a:xfrm>
              <a:off x="6443713" y="3245131"/>
              <a:ext cx="46325" cy="49500"/>
            </a:xfrm>
            <a:custGeom>
              <a:rect b="b" l="l" r="r" t="t"/>
              <a:pathLst>
                <a:path extrusionOk="0" h="1980" w="1853">
                  <a:moveTo>
                    <a:pt x="927" y="402"/>
                  </a:moveTo>
                  <a:cubicBezTo>
                    <a:pt x="1328" y="834"/>
                    <a:pt x="1390" y="1173"/>
                    <a:pt x="1328" y="1359"/>
                  </a:cubicBezTo>
                  <a:cubicBezTo>
                    <a:pt x="1235" y="1513"/>
                    <a:pt x="1081" y="1575"/>
                    <a:pt x="927" y="1575"/>
                  </a:cubicBezTo>
                  <a:cubicBezTo>
                    <a:pt x="772" y="1575"/>
                    <a:pt x="618" y="1513"/>
                    <a:pt x="556" y="1359"/>
                  </a:cubicBezTo>
                  <a:cubicBezTo>
                    <a:pt x="464" y="1173"/>
                    <a:pt x="556" y="834"/>
                    <a:pt x="927" y="402"/>
                  </a:cubicBezTo>
                  <a:close/>
                  <a:moveTo>
                    <a:pt x="942" y="1"/>
                  </a:moveTo>
                  <a:cubicBezTo>
                    <a:pt x="850" y="1"/>
                    <a:pt x="757" y="32"/>
                    <a:pt x="680" y="93"/>
                  </a:cubicBezTo>
                  <a:cubicBezTo>
                    <a:pt x="186" y="587"/>
                    <a:pt x="1" y="1112"/>
                    <a:pt x="186" y="1513"/>
                  </a:cubicBezTo>
                  <a:cubicBezTo>
                    <a:pt x="301" y="1799"/>
                    <a:pt x="574" y="1979"/>
                    <a:pt x="884" y="1979"/>
                  </a:cubicBezTo>
                  <a:cubicBezTo>
                    <a:pt x="909" y="1979"/>
                    <a:pt x="933" y="1978"/>
                    <a:pt x="958" y="1976"/>
                  </a:cubicBezTo>
                  <a:lnTo>
                    <a:pt x="927" y="1976"/>
                  </a:lnTo>
                  <a:cubicBezTo>
                    <a:pt x="1266" y="1976"/>
                    <a:pt x="1544" y="1822"/>
                    <a:pt x="1698" y="1513"/>
                  </a:cubicBezTo>
                  <a:cubicBezTo>
                    <a:pt x="1853" y="1143"/>
                    <a:pt x="1698" y="587"/>
                    <a:pt x="1205" y="93"/>
                  </a:cubicBezTo>
                  <a:cubicBezTo>
                    <a:pt x="1127" y="32"/>
                    <a:pt x="1035" y="1"/>
                    <a:pt x="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8" name="Google Shape;13428;p88"/>
            <p:cNvSpPr/>
            <p:nvPr/>
          </p:nvSpPr>
          <p:spPr>
            <a:xfrm>
              <a:off x="6523188" y="3239731"/>
              <a:ext cx="104950" cy="86450"/>
            </a:xfrm>
            <a:custGeom>
              <a:rect b="b" l="l" r="r" t="t"/>
              <a:pathLst>
                <a:path extrusionOk="0" h="3458" w="4198">
                  <a:moveTo>
                    <a:pt x="2099" y="464"/>
                  </a:moveTo>
                  <a:lnTo>
                    <a:pt x="3642" y="3025"/>
                  </a:lnTo>
                  <a:lnTo>
                    <a:pt x="556" y="3025"/>
                  </a:lnTo>
                  <a:lnTo>
                    <a:pt x="2099" y="464"/>
                  </a:lnTo>
                  <a:close/>
                  <a:moveTo>
                    <a:pt x="2099" y="1"/>
                  </a:moveTo>
                  <a:cubicBezTo>
                    <a:pt x="1976" y="1"/>
                    <a:pt x="1852" y="62"/>
                    <a:pt x="1791" y="155"/>
                  </a:cubicBezTo>
                  <a:lnTo>
                    <a:pt x="124" y="2932"/>
                  </a:lnTo>
                  <a:cubicBezTo>
                    <a:pt x="1" y="3149"/>
                    <a:pt x="155" y="3426"/>
                    <a:pt x="402" y="3457"/>
                  </a:cubicBezTo>
                  <a:lnTo>
                    <a:pt x="3797" y="3457"/>
                  </a:lnTo>
                  <a:cubicBezTo>
                    <a:pt x="4044" y="3457"/>
                    <a:pt x="4198" y="3149"/>
                    <a:pt x="4074" y="2932"/>
                  </a:cubicBezTo>
                  <a:lnTo>
                    <a:pt x="2377" y="155"/>
                  </a:lnTo>
                  <a:cubicBezTo>
                    <a:pt x="2315" y="62"/>
                    <a:pt x="2223" y="1"/>
                    <a:pt x="2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88"/>
            <p:cNvSpPr/>
            <p:nvPr/>
          </p:nvSpPr>
          <p:spPr>
            <a:xfrm>
              <a:off x="6314113" y="3033731"/>
              <a:ext cx="352625" cy="322525"/>
            </a:xfrm>
            <a:custGeom>
              <a:rect b="b" l="l" r="r" t="t"/>
              <a:pathLst>
                <a:path extrusionOk="0" h="12901" w="14105">
                  <a:moveTo>
                    <a:pt x="13394" y="402"/>
                  </a:moveTo>
                  <a:lnTo>
                    <a:pt x="13394" y="1482"/>
                  </a:lnTo>
                  <a:lnTo>
                    <a:pt x="6851" y="1482"/>
                  </a:lnTo>
                  <a:cubicBezTo>
                    <a:pt x="5555" y="1482"/>
                    <a:pt x="4475" y="2470"/>
                    <a:pt x="4383" y="3766"/>
                  </a:cubicBezTo>
                  <a:lnTo>
                    <a:pt x="3272" y="3766"/>
                  </a:lnTo>
                  <a:cubicBezTo>
                    <a:pt x="3395" y="1852"/>
                    <a:pt x="4938" y="402"/>
                    <a:pt x="6821" y="402"/>
                  </a:cubicBezTo>
                  <a:close/>
                  <a:moveTo>
                    <a:pt x="4568" y="4167"/>
                  </a:moveTo>
                  <a:cubicBezTo>
                    <a:pt x="5617" y="4445"/>
                    <a:pt x="6419" y="5278"/>
                    <a:pt x="6728" y="6327"/>
                  </a:cubicBezTo>
                  <a:lnTo>
                    <a:pt x="926" y="6327"/>
                  </a:lnTo>
                  <a:cubicBezTo>
                    <a:pt x="1173" y="5617"/>
                    <a:pt x="1605" y="5000"/>
                    <a:pt x="2191" y="4568"/>
                  </a:cubicBezTo>
                  <a:lnTo>
                    <a:pt x="2222" y="4568"/>
                  </a:lnTo>
                  <a:cubicBezTo>
                    <a:pt x="2469" y="4383"/>
                    <a:pt x="2778" y="4229"/>
                    <a:pt x="3117" y="4167"/>
                  </a:cubicBezTo>
                  <a:close/>
                  <a:moveTo>
                    <a:pt x="10462" y="7438"/>
                  </a:moveTo>
                  <a:cubicBezTo>
                    <a:pt x="10833" y="7438"/>
                    <a:pt x="11203" y="7623"/>
                    <a:pt x="11419" y="7963"/>
                  </a:cubicBezTo>
                  <a:lnTo>
                    <a:pt x="13116" y="10771"/>
                  </a:lnTo>
                  <a:cubicBezTo>
                    <a:pt x="13549" y="11512"/>
                    <a:pt x="12993" y="12469"/>
                    <a:pt x="12129" y="12500"/>
                  </a:cubicBezTo>
                  <a:lnTo>
                    <a:pt x="8765" y="12500"/>
                  </a:lnTo>
                  <a:cubicBezTo>
                    <a:pt x="7901" y="12469"/>
                    <a:pt x="7345" y="11512"/>
                    <a:pt x="7808" y="10771"/>
                  </a:cubicBezTo>
                  <a:lnTo>
                    <a:pt x="9475" y="7963"/>
                  </a:lnTo>
                  <a:cubicBezTo>
                    <a:pt x="9691" y="7623"/>
                    <a:pt x="10061" y="7438"/>
                    <a:pt x="10462" y="7438"/>
                  </a:cubicBezTo>
                  <a:close/>
                  <a:moveTo>
                    <a:pt x="6821" y="1"/>
                  </a:moveTo>
                  <a:cubicBezTo>
                    <a:pt x="4691" y="1"/>
                    <a:pt x="2963" y="1698"/>
                    <a:pt x="2901" y="3797"/>
                  </a:cubicBezTo>
                  <a:cubicBezTo>
                    <a:pt x="2562" y="3889"/>
                    <a:pt x="2253" y="4043"/>
                    <a:pt x="1975" y="4229"/>
                  </a:cubicBezTo>
                  <a:cubicBezTo>
                    <a:pt x="1265" y="4753"/>
                    <a:pt x="741" y="5494"/>
                    <a:pt x="494" y="6327"/>
                  </a:cubicBezTo>
                  <a:cubicBezTo>
                    <a:pt x="216" y="6420"/>
                    <a:pt x="0" y="6698"/>
                    <a:pt x="0" y="7006"/>
                  </a:cubicBezTo>
                  <a:lnTo>
                    <a:pt x="0" y="7500"/>
                  </a:lnTo>
                  <a:cubicBezTo>
                    <a:pt x="0" y="7870"/>
                    <a:pt x="278" y="8179"/>
                    <a:pt x="648" y="8179"/>
                  </a:cubicBezTo>
                  <a:lnTo>
                    <a:pt x="2562" y="8179"/>
                  </a:lnTo>
                  <a:cubicBezTo>
                    <a:pt x="2654" y="8179"/>
                    <a:pt x="2747" y="8086"/>
                    <a:pt x="2747" y="7963"/>
                  </a:cubicBezTo>
                  <a:cubicBezTo>
                    <a:pt x="2747" y="7870"/>
                    <a:pt x="2654" y="7778"/>
                    <a:pt x="2562" y="7778"/>
                  </a:cubicBezTo>
                  <a:lnTo>
                    <a:pt x="648" y="7778"/>
                  </a:lnTo>
                  <a:cubicBezTo>
                    <a:pt x="494" y="7778"/>
                    <a:pt x="370" y="7654"/>
                    <a:pt x="370" y="7500"/>
                  </a:cubicBezTo>
                  <a:lnTo>
                    <a:pt x="370" y="7006"/>
                  </a:lnTo>
                  <a:cubicBezTo>
                    <a:pt x="370" y="6852"/>
                    <a:pt x="494" y="6728"/>
                    <a:pt x="648" y="6728"/>
                  </a:cubicBezTo>
                  <a:lnTo>
                    <a:pt x="6975" y="6728"/>
                  </a:lnTo>
                  <a:cubicBezTo>
                    <a:pt x="7129" y="6728"/>
                    <a:pt x="7253" y="6852"/>
                    <a:pt x="7253" y="7006"/>
                  </a:cubicBezTo>
                  <a:lnTo>
                    <a:pt x="7253" y="7500"/>
                  </a:lnTo>
                  <a:cubicBezTo>
                    <a:pt x="7253" y="7654"/>
                    <a:pt x="7129" y="7778"/>
                    <a:pt x="6975" y="7778"/>
                  </a:cubicBezTo>
                  <a:lnTo>
                    <a:pt x="3364" y="7778"/>
                  </a:lnTo>
                  <a:cubicBezTo>
                    <a:pt x="3241" y="7778"/>
                    <a:pt x="3148" y="7870"/>
                    <a:pt x="3148" y="7963"/>
                  </a:cubicBezTo>
                  <a:cubicBezTo>
                    <a:pt x="3148" y="8086"/>
                    <a:pt x="3241" y="8179"/>
                    <a:pt x="3364" y="8179"/>
                  </a:cubicBezTo>
                  <a:lnTo>
                    <a:pt x="6975" y="8179"/>
                  </a:lnTo>
                  <a:cubicBezTo>
                    <a:pt x="7345" y="8179"/>
                    <a:pt x="7654" y="7870"/>
                    <a:pt x="7654" y="7500"/>
                  </a:cubicBezTo>
                  <a:lnTo>
                    <a:pt x="7654" y="7006"/>
                  </a:lnTo>
                  <a:cubicBezTo>
                    <a:pt x="7654" y="6698"/>
                    <a:pt x="7438" y="6420"/>
                    <a:pt x="7129" y="6327"/>
                  </a:cubicBezTo>
                  <a:cubicBezTo>
                    <a:pt x="6913" y="5494"/>
                    <a:pt x="6389" y="4753"/>
                    <a:pt x="5648" y="4229"/>
                  </a:cubicBezTo>
                  <a:cubicBezTo>
                    <a:pt x="5401" y="4043"/>
                    <a:pt x="5092" y="3889"/>
                    <a:pt x="4784" y="3797"/>
                  </a:cubicBezTo>
                  <a:cubicBezTo>
                    <a:pt x="4845" y="2716"/>
                    <a:pt x="5740" y="1883"/>
                    <a:pt x="6851" y="1852"/>
                  </a:cubicBezTo>
                  <a:lnTo>
                    <a:pt x="9629" y="1852"/>
                  </a:lnTo>
                  <a:lnTo>
                    <a:pt x="9629" y="7253"/>
                  </a:lnTo>
                  <a:cubicBezTo>
                    <a:pt x="9444" y="7377"/>
                    <a:pt x="9259" y="7562"/>
                    <a:pt x="9135" y="7747"/>
                  </a:cubicBezTo>
                  <a:lnTo>
                    <a:pt x="7438" y="10555"/>
                  </a:lnTo>
                  <a:cubicBezTo>
                    <a:pt x="6821" y="11574"/>
                    <a:pt x="7561" y="12901"/>
                    <a:pt x="8765" y="12901"/>
                  </a:cubicBezTo>
                  <a:lnTo>
                    <a:pt x="12160" y="12901"/>
                  </a:lnTo>
                  <a:cubicBezTo>
                    <a:pt x="13363" y="12901"/>
                    <a:pt x="14104" y="11574"/>
                    <a:pt x="13487" y="10555"/>
                  </a:cubicBezTo>
                  <a:lnTo>
                    <a:pt x="11759" y="7778"/>
                  </a:lnTo>
                  <a:cubicBezTo>
                    <a:pt x="11635" y="7562"/>
                    <a:pt x="11450" y="7377"/>
                    <a:pt x="11234" y="7253"/>
                  </a:cubicBezTo>
                  <a:lnTo>
                    <a:pt x="11234" y="3858"/>
                  </a:lnTo>
                  <a:cubicBezTo>
                    <a:pt x="11234" y="3766"/>
                    <a:pt x="11141" y="3673"/>
                    <a:pt x="11049" y="3673"/>
                  </a:cubicBezTo>
                  <a:cubicBezTo>
                    <a:pt x="10925" y="3673"/>
                    <a:pt x="10833" y="3766"/>
                    <a:pt x="10833" y="3858"/>
                  </a:cubicBezTo>
                  <a:lnTo>
                    <a:pt x="10833" y="7068"/>
                  </a:lnTo>
                  <a:cubicBezTo>
                    <a:pt x="10709" y="7037"/>
                    <a:pt x="10578" y="7022"/>
                    <a:pt x="10443" y="7022"/>
                  </a:cubicBezTo>
                  <a:cubicBezTo>
                    <a:pt x="10308" y="7022"/>
                    <a:pt x="10169" y="7037"/>
                    <a:pt x="10030" y="7068"/>
                  </a:cubicBezTo>
                  <a:lnTo>
                    <a:pt x="10030" y="1883"/>
                  </a:lnTo>
                  <a:lnTo>
                    <a:pt x="10833" y="1883"/>
                  </a:lnTo>
                  <a:lnTo>
                    <a:pt x="10833" y="3087"/>
                  </a:lnTo>
                  <a:cubicBezTo>
                    <a:pt x="10833" y="3179"/>
                    <a:pt x="10925" y="3272"/>
                    <a:pt x="11049" y="3272"/>
                  </a:cubicBezTo>
                  <a:cubicBezTo>
                    <a:pt x="11141" y="3272"/>
                    <a:pt x="11234" y="3179"/>
                    <a:pt x="11234" y="3087"/>
                  </a:cubicBezTo>
                  <a:lnTo>
                    <a:pt x="11234" y="1883"/>
                  </a:lnTo>
                  <a:lnTo>
                    <a:pt x="13549" y="1883"/>
                  </a:lnTo>
                  <a:cubicBezTo>
                    <a:pt x="13672" y="1883"/>
                    <a:pt x="13765" y="1791"/>
                    <a:pt x="13765" y="1667"/>
                  </a:cubicBezTo>
                  <a:lnTo>
                    <a:pt x="13765" y="186"/>
                  </a:lnTo>
                  <a:cubicBezTo>
                    <a:pt x="13765" y="93"/>
                    <a:pt x="13672" y="1"/>
                    <a:pt x="13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30" name="Google Shape;13430;p88"/>
          <p:cNvGrpSpPr/>
          <p:nvPr/>
        </p:nvGrpSpPr>
        <p:grpSpPr>
          <a:xfrm>
            <a:off x="6283838" y="1765586"/>
            <a:ext cx="278550" cy="345675"/>
            <a:chOff x="4841988" y="4141656"/>
            <a:chExt cx="278550" cy="345675"/>
          </a:xfrm>
        </p:grpSpPr>
        <p:sp>
          <p:nvSpPr>
            <p:cNvPr id="13431" name="Google Shape;13431;p88"/>
            <p:cNvSpPr/>
            <p:nvPr/>
          </p:nvSpPr>
          <p:spPr>
            <a:xfrm>
              <a:off x="4946163" y="4363106"/>
              <a:ext cx="10050" cy="15450"/>
            </a:xfrm>
            <a:custGeom>
              <a:rect b="b" l="l" r="r" t="t"/>
              <a:pathLst>
                <a:path extrusionOk="0" h="618" w="402">
                  <a:moveTo>
                    <a:pt x="185" y="0"/>
                  </a:moveTo>
                  <a:cubicBezTo>
                    <a:pt x="93" y="0"/>
                    <a:pt x="0" y="93"/>
                    <a:pt x="0" y="216"/>
                  </a:cubicBezTo>
                  <a:lnTo>
                    <a:pt x="0" y="432"/>
                  </a:lnTo>
                  <a:cubicBezTo>
                    <a:pt x="0" y="525"/>
                    <a:pt x="93" y="617"/>
                    <a:pt x="185" y="617"/>
                  </a:cubicBezTo>
                  <a:cubicBezTo>
                    <a:pt x="309" y="617"/>
                    <a:pt x="401" y="525"/>
                    <a:pt x="401" y="432"/>
                  </a:cubicBezTo>
                  <a:lnTo>
                    <a:pt x="401" y="216"/>
                  </a:lnTo>
                  <a:cubicBezTo>
                    <a:pt x="401" y="93"/>
                    <a:pt x="309"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2" name="Google Shape;13432;p88"/>
            <p:cNvSpPr/>
            <p:nvPr/>
          </p:nvSpPr>
          <p:spPr>
            <a:xfrm>
              <a:off x="5006338" y="4363106"/>
              <a:ext cx="10825" cy="15450"/>
            </a:xfrm>
            <a:custGeom>
              <a:rect b="b" l="l" r="r" t="t"/>
              <a:pathLst>
                <a:path extrusionOk="0" h="618" w="433">
                  <a:moveTo>
                    <a:pt x="216" y="0"/>
                  </a:moveTo>
                  <a:cubicBezTo>
                    <a:pt x="93" y="0"/>
                    <a:pt x="0" y="93"/>
                    <a:pt x="0" y="216"/>
                  </a:cubicBezTo>
                  <a:lnTo>
                    <a:pt x="0" y="432"/>
                  </a:lnTo>
                  <a:cubicBezTo>
                    <a:pt x="0" y="525"/>
                    <a:pt x="93" y="617"/>
                    <a:pt x="216" y="617"/>
                  </a:cubicBezTo>
                  <a:cubicBezTo>
                    <a:pt x="340" y="617"/>
                    <a:pt x="432" y="525"/>
                    <a:pt x="432" y="432"/>
                  </a:cubicBezTo>
                  <a:lnTo>
                    <a:pt x="432" y="216"/>
                  </a:lnTo>
                  <a:cubicBezTo>
                    <a:pt x="432" y="93"/>
                    <a:pt x="340" y="0"/>
                    <a:pt x="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3" name="Google Shape;13433;p88"/>
            <p:cNvSpPr/>
            <p:nvPr/>
          </p:nvSpPr>
          <p:spPr>
            <a:xfrm>
              <a:off x="4966613" y="4368081"/>
              <a:ext cx="29300" cy="13550"/>
            </a:xfrm>
            <a:custGeom>
              <a:rect b="b" l="l" r="r" t="t"/>
              <a:pathLst>
                <a:path extrusionOk="0" h="542" w="1172">
                  <a:moveTo>
                    <a:pt x="292" y="1"/>
                  </a:moveTo>
                  <a:cubicBezTo>
                    <a:pt x="137" y="1"/>
                    <a:pt x="1" y="196"/>
                    <a:pt x="139" y="357"/>
                  </a:cubicBezTo>
                  <a:cubicBezTo>
                    <a:pt x="262" y="480"/>
                    <a:pt x="424" y="542"/>
                    <a:pt x="586" y="542"/>
                  </a:cubicBezTo>
                  <a:cubicBezTo>
                    <a:pt x="748" y="542"/>
                    <a:pt x="910" y="480"/>
                    <a:pt x="1034" y="357"/>
                  </a:cubicBezTo>
                  <a:cubicBezTo>
                    <a:pt x="1172" y="196"/>
                    <a:pt x="1036" y="1"/>
                    <a:pt x="881" y="1"/>
                  </a:cubicBezTo>
                  <a:cubicBezTo>
                    <a:pt x="828" y="1"/>
                    <a:pt x="772" y="24"/>
                    <a:pt x="725" y="79"/>
                  </a:cubicBezTo>
                  <a:cubicBezTo>
                    <a:pt x="694" y="110"/>
                    <a:pt x="633" y="141"/>
                    <a:pt x="571" y="141"/>
                  </a:cubicBezTo>
                  <a:cubicBezTo>
                    <a:pt x="540" y="141"/>
                    <a:pt x="478" y="110"/>
                    <a:pt x="447" y="79"/>
                  </a:cubicBezTo>
                  <a:cubicBezTo>
                    <a:pt x="400" y="24"/>
                    <a:pt x="345"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4" name="Google Shape;13434;p88"/>
            <p:cNvSpPr/>
            <p:nvPr/>
          </p:nvSpPr>
          <p:spPr>
            <a:xfrm>
              <a:off x="4841988" y="4141656"/>
              <a:ext cx="278550" cy="345675"/>
            </a:xfrm>
            <a:custGeom>
              <a:rect b="b" l="l" r="r" t="t"/>
              <a:pathLst>
                <a:path extrusionOk="0" h="13827" w="11142">
                  <a:moveTo>
                    <a:pt x="10278" y="402"/>
                  </a:moveTo>
                  <a:cubicBezTo>
                    <a:pt x="10525" y="402"/>
                    <a:pt x="10710" y="618"/>
                    <a:pt x="10710" y="834"/>
                  </a:cubicBezTo>
                  <a:lnTo>
                    <a:pt x="10710" y="12994"/>
                  </a:lnTo>
                  <a:cubicBezTo>
                    <a:pt x="10710" y="13210"/>
                    <a:pt x="10525" y="13426"/>
                    <a:pt x="10278" y="13426"/>
                  </a:cubicBezTo>
                  <a:lnTo>
                    <a:pt x="834" y="13426"/>
                  </a:lnTo>
                  <a:cubicBezTo>
                    <a:pt x="618" y="13426"/>
                    <a:pt x="402" y="13210"/>
                    <a:pt x="402" y="12994"/>
                  </a:cubicBezTo>
                  <a:lnTo>
                    <a:pt x="402" y="12716"/>
                  </a:lnTo>
                  <a:lnTo>
                    <a:pt x="1513" y="12716"/>
                  </a:lnTo>
                  <a:cubicBezTo>
                    <a:pt x="1606" y="12716"/>
                    <a:pt x="1698" y="12623"/>
                    <a:pt x="1698" y="12500"/>
                  </a:cubicBezTo>
                  <a:cubicBezTo>
                    <a:pt x="1698" y="12376"/>
                    <a:pt x="1606" y="12284"/>
                    <a:pt x="1513" y="12284"/>
                  </a:cubicBezTo>
                  <a:lnTo>
                    <a:pt x="402" y="12284"/>
                  </a:lnTo>
                  <a:lnTo>
                    <a:pt x="402" y="11574"/>
                  </a:lnTo>
                  <a:lnTo>
                    <a:pt x="957" y="11574"/>
                  </a:lnTo>
                  <a:cubicBezTo>
                    <a:pt x="1081" y="11574"/>
                    <a:pt x="1173" y="11481"/>
                    <a:pt x="1173" y="11389"/>
                  </a:cubicBezTo>
                  <a:cubicBezTo>
                    <a:pt x="1173" y="11265"/>
                    <a:pt x="1081" y="11173"/>
                    <a:pt x="957" y="11173"/>
                  </a:cubicBezTo>
                  <a:lnTo>
                    <a:pt x="402" y="11173"/>
                  </a:lnTo>
                  <a:lnTo>
                    <a:pt x="402" y="10463"/>
                  </a:lnTo>
                  <a:lnTo>
                    <a:pt x="957" y="10463"/>
                  </a:lnTo>
                  <a:cubicBezTo>
                    <a:pt x="1081" y="10463"/>
                    <a:pt x="1173" y="10370"/>
                    <a:pt x="1173" y="10278"/>
                  </a:cubicBezTo>
                  <a:cubicBezTo>
                    <a:pt x="1173" y="10154"/>
                    <a:pt x="1081" y="10062"/>
                    <a:pt x="957" y="10062"/>
                  </a:cubicBezTo>
                  <a:lnTo>
                    <a:pt x="402" y="10062"/>
                  </a:lnTo>
                  <a:lnTo>
                    <a:pt x="402" y="9352"/>
                  </a:lnTo>
                  <a:lnTo>
                    <a:pt x="957" y="9352"/>
                  </a:lnTo>
                  <a:cubicBezTo>
                    <a:pt x="1081" y="9352"/>
                    <a:pt x="1173" y="9259"/>
                    <a:pt x="1173" y="9167"/>
                  </a:cubicBezTo>
                  <a:cubicBezTo>
                    <a:pt x="1173" y="9043"/>
                    <a:pt x="1081" y="8951"/>
                    <a:pt x="957" y="8951"/>
                  </a:cubicBezTo>
                  <a:lnTo>
                    <a:pt x="402" y="8951"/>
                  </a:lnTo>
                  <a:lnTo>
                    <a:pt x="402" y="8241"/>
                  </a:lnTo>
                  <a:lnTo>
                    <a:pt x="957" y="8241"/>
                  </a:lnTo>
                  <a:cubicBezTo>
                    <a:pt x="1081" y="8241"/>
                    <a:pt x="1173" y="8148"/>
                    <a:pt x="1173" y="8025"/>
                  </a:cubicBezTo>
                  <a:cubicBezTo>
                    <a:pt x="1173" y="7932"/>
                    <a:pt x="1081" y="7840"/>
                    <a:pt x="957" y="7840"/>
                  </a:cubicBezTo>
                  <a:lnTo>
                    <a:pt x="402" y="7840"/>
                  </a:lnTo>
                  <a:lnTo>
                    <a:pt x="402" y="7130"/>
                  </a:lnTo>
                  <a:lnTo>
                    <a:pt x="1513" y="7130"/>
                  </a:lnTo>
                  <a:cubicBezTo>
                    <a:pt x="1606" y="7130"/>
                    <a:pt x="1698" y="7037"/>
                    <a:pt x="1698" y="6914"/>
                  </a:cubicBezTo>
                  <a:cubicBezTo>
                    <a:pt x="1698" y="6790"/>
                    <a:pt x="1606" y="6698"/>
                    <a:pt x="1513" y="6698"/>
                  </a:cubicBezTo>
                  <a:lnTo>
                    <a:pt x="402" y="6698"/>
                  </a:lnTo>
                  <a:lnTo>
                    <a:pt x="402" y="5988"/>
                  </a:lnTo>
                  <a:lnTo>
                    <a:pt x="957" y="5988"/>
                  </a:lnTo>
                  <a:cubicBezTo>
                    <a:pt x="974" y="5992"/>
                    <a:pt x="989" y="5994"/>
                    <a:pt x="1004" y="5994"/>
                  </a:cubicBezTo>
                  <a:cubicBezTo>
                    <a:pt x="1104" y="5994"/>
                    <a:pt x="1173" y="5910"/>
                    <a:pt x="1173" y="5803"/>
                  </a:cubicBezTo>
                  <a:cubicBezTo>
                    <a:pt x="1173" y="5679"/>
                    <a:pt x="1081" y="5587"/>
                    <a:pt x="957" y="5587"/>
                  </a:cubicBezTo>
                  <a:lnTo>
                    <a:pt x="402" y="5587"/>
                  </a:lnTo>
                  <a:lnTo>
                    <a:pt x="402" y="4877"/>
                  </a:lnTo>
                  <a:lnTo>
                    <a:pt x="957" y="4877"/>
                  </a:lnTo>
                  <a:cubicBezTo>
                    <a:pt x="1081" y="4877"/>
                    <a:pt x="1173" y="4784"/>
                    <a:pt x="1173" y="4692"/>
                  </a:cubicBezTo>
                  <a:cubicBezTo>
                    <a:pt x="1173" y="4568"/>
                    <a:pt x="1081" y="4476"/>
                    <a:pt x="957" y="4476"/>
                  </a:cubicBezTo>
                  <a:lnTo>
                    <a:pt x="402" y="4476"/>
                  </a:lnTo>
                  <a:lnTo>
                    <a:pt x="402" y="3766"/>
                  </a:lnTo>
                  <a:lnTo>
                    <a:pt x="957" y="3766"/>
                  </a:lnTo>
                  <a:cubicBezTo>
                    <a:pt x="1143" y="3704"/>
                    <a:pt x="1143" y="3427"/>
                    <a:pt x="957" y="3396"/>
                  </a:cubicBezTo>
                  <a:lnTo>
                    <a:pt x="402" y="3396"/>
                  </a:lnTo>
                  <a:lnTo>
                    <a:pt x="402" y="2655"/>
                  </a:lnTo>
                  <a:lnTo>
                    <a:pt x="957" y="2655"/>
                  </a:lnTo>
                  <a:cubicBezTo>
                    <a:pt x="1143" y="2593"/>
                    <a:pt x="1143" y="2315"/>
                    <a:pt x="957" y="2254"/>
                  </a:cubicBezTo>
                  <a:lnTo>
                    <a:pt x="402" y="2254"/>
                  </a:lnTo>
                  <a:lnTo>
                    <a:pt x="402" y="1544"/>
                  </a:lnTo>
                  <a:lnTo>
                    <a:pt x="1513" y="1544"/>
                  </a:lnTo>
                  <a:cubicBezTo>
                    <a:pt x="1606" y="1544"/>
                    <a:pt x="1698" y="1451"/>
                    <a:pt x="1698" y="1328"/>
                  </a:cubicBezTo>
                  <a:cubicBezTo>
                    <a:pt x="1698" y="1235"/>
                    <a:pt x="1606" y="1143"/>
                    <a:pt x="1513" y="1143"/>
                  </a:cubicBezTo>
                  <a:lnTo>
                    <a:pt x="402" y="1143"/>
                  </a:lnTo>
                  <a:lnTo>
                    <a:pt x="402" y="834"/>
                  </a:lnTo>
                  <a:cubicBezTo>
                    <a:pt x="402" y="618"/>
                    <a:pt x="618" y="402"/>
                    <a:pt x="834" y="402"/>
                  </a:cubicBezTo>
                  <a:close/>
                  <a:moveTo>
                    <a:pt x="834" y="1"/>
                  </a:moveTo>
                  <a:cubicBezTo>
                    <a:pt x="371" y="1"/>
                    <a:pt x="1" y="371"/>
                    <a:pt x="1" y="834"/>
                  </a:cubicBezTo>
                  <a:lnTo>
                    <a:pt x="1" y="12994"/>
                  </a:lnTo>
                  <a:cubicBezTo>
                    <a:pt x="1" y="13457"/>
                    <a:pt x="371" y="13827"/>
                    <a:pt x="834" y="13827"/>
                  </a:cubicBezTo>
                  <a:lnTo>
                    <a:pt x="10278" y="13827"/>
                  </a:lnTo>
                  <a:cubicBezTo>
                    <a:pt x="10741" y="13827"/>
                    <a:pt x="11142" y="13457"/>
                    <a:pt x="11142" y="12994"/>
                  </a:cubicBezTo>
                  <a:lnTo>
                    <a:pt x="11142" y="834"/>
                  </a:lnTo>
                  <a:cubicBezTo>
                    <a:pt x="11142" y="371"/>
                    <a:pt x="10741" y="1"/>
                    <a:pt x="102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5" name="Google Shape;13435;p88"/>
            <p:cNvSpPr/>
            <p:nvPr/>
          </p:nvSpPr>
          <p:spPr>
            <a:xfrm>
              <a:off x="4858188" y="4170206"/>
              <a:ext cx="226875" cy="291675"/>
            </a:xfrm>
            <a:custGeom>
              <a:rect b="b" l="l" r="r" t="t"/>
              <a:pathLst>
                <a:path extrusionOk="0" h="11667" w="9075">
                  <a:moveTo>
                    <a:pt x="3643" y="1"/>
                  </a:moveTo>
                  <a:cubicBezTo>
                    <a:pt x="3241" y="1"/>
                    <a:pt x="2933" y="309"/>
                    <a:pt x="2933" y="711"/>
                  </a:cubicBezTo>
                  <a:lnTo>
                    <a:pt x="2933" y="5062"/>
                  </a:lnTo>
                  <a:cubicBezTo>
                    <a:pt x="1" y="7006"/>
                    <a:pt x="1297" y="11543"/>
                    <a:pt x="4815" y="11666"/>
                  </a:cubicBezTo>
                  <a:lnTo>
                    <a:pt x="4908" y="11666"/>
                  </a:lnTo>
                  <a:cubicBezTo>
                    <a:pt x="5710" y="11666"/>
                    <a:pt x="6513" y="11389"/>
                    <a:pt x="7130" y="10895"/>
                  </a:cubicBezTo>
                  <a:cubicBezTo>
                    <a:pt x="7348" y="10774"/>
                    <a:pt x="7205" y="10520"/>
                    <a:pt x="7029" y="10520"/>
                  </a:cubicBezTo>
                  <a:cubicBezTo>
                    <a:pt x="6981" y="10520"/>
                    <a:pt x="6930" y="10540"/>
                    <a:pt x="6883" y="10586"/>
                  </a:cubicBezTo>
                  <a:cubicBezTo>
                    <a:pt x="6288" y="11091"/>
                    <a:pt x="5558" y="11335"/>
                    <a:pt x="4830" y="11335"/>
                  </a:cubicBezTo>
                  <a:cubicBezTo>
                    <a:pt x="3822" y="11335"/>
                    <a:pt x="2820" y="10866"/>
                    <a:pt x="2192" y="9969"/>
                  </a:cubicBezTo>
                  <a:cubicBezTo>
                    <a:pt x="1143" y="8426"/>
                    <a:pt x="1606" y="6266"/>
                    <a:pt x="3272" y="5371"/>
                  </a:cubicBezTo>
                  <a:cubicBezTo>
                    <a:pt x="3303" y="5309"/>
                    <a:pt x="3365" y="5247"/>
                    <a:pt x="3365" y="5186"/>
                  </a:cubicBezTo>
                  <a:lnTo>
                    <a:pt x="3365" y="711"/>
                  </a:lnTo>
                  <a:cubicBezTo>
                    <a:pt x="3365" y="525"/>
                    <a:pt x="3488" y="402"/>
                    <a:pt x="3673" y="402"/>
                  </a:cubicBezTo>
                  <a:lnTo>
                    <a:pt x="6204" y="402"/>
                  </a:lnTo>
                  <a:cubicBezTo>
                    <a:pt x="6358" y="402"/>
                    <a:pt x="6513" y="525"/>
                    <a:pt x="6513" y="711"/>
                  </a:cubicBezTo>
                  <a:lnTo>
                    <a:pt x="6513" y="5186"/>
                  </a:lnTo>
                  <a:cubicBezTo>
                    <a:pt x="6513" y="5247"/>
                    <a:pt x="6544" y="5309"/>
                    <a:pt x="6605" y="5340"/>
                  </a:cubicBezTo>
                  <a:cubicBezTo>
                    <a:pt x="8241" y="6358"/>
                    <a:pt x="8611" y="8519"/>
                    <a:pt x="7469" y="10031"/>
                  </a:cubicBezTo>
                  <a:cubicBezTo>
                    <a:pt x="7356" y="10189"/>
                    <a:pt x="7476" y="10348"/>
                    <a:pt x="7620" y="10348"/>
                  </a:cubicBezTo>
                  <a:cubicBezTo>
                    <a:pt x="7673" y="10348"/>
                    <a:pt x="7729" y="10327"/>
                    <a:pt x="7778" y="10278"/>
                  </a:cubicBezTo>
                  <a:cubicBezTo>
                    <a:pt x="9074" y="8611"/>
                    <a:pt x="8673" y="6204"/>
                    <a:pt x="6914" y="5062"/>
                  </a:cubicBezTo>
                  <a:lnTo>
                    <a:pt x="6914" y="711"/>
                  </a:lnTo>
                  <a:cubicBezTo>
                    <a:pt x="6914" y="309"/>
                    <a:pt x="6605" y="1"/>
                    <a:pt x="6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6" name="Google Shape;13436;p88"/>
            <p:cNvSpPr/>
            <p:nvPr/>
          </p:nvSpPr>
          <p:spPr>
            <a:xfrm>
              <a:off x="4902163" y="4199331"/>
              <a:ext cx="157425" cy="229375"/>
            </a:xfrm>
            <a:custGeom>
              <a:rect b="b" l="l" r="r" t="t"/>
              <a:pathLst>
                <a:path extrusionOk="0" h="9175" w="6297">
                  <a:moveTo>
                    <a:pt x="3153" y="1"/>
                  </a:moveTo>
                  <a:cubicBezTo>
                    <a:pt x="2732" y="1"/>
                    <a:pt x="2316" y="271"/>
                    <a:pt x="2285" y="811"/>
                  </a:cubicBezTo>
                  <a:lnTo>
                    <a:pt x="2285" y="1829"/>
                  </a:lnTo>
                  <a:cubicBezTo>
                    <a:pt x="2285" y="1922"/>
                    <a:pt x="2377" y="2015"/>
                    <a:pt x="2501" y="2015"/>
                  </a:cubicBezTo>
                  <a:cubicBezTo>
                    <a:pt x="2593" y="2015"/>
                    <a:pt x="2686" y="1922"/>
                    <a:pt x="2686" y="1829"/>
                  </a:cubicBezTo>
                  <a:lnTo>
                    <a:pt x="2686" y="811"/>
                  </a:lnTo>
                  <a:cubicBezTo>
                    <a:pt x="2655" y="471"/>
                    <a:pt x="2910" y="302"/>
                    <a:pt x="3164" y="302"/>
                  </a:cubicBezTo>
                  <a:cubicBezTo>
                    <a:pt x="3419" y="302"/>
                    <a:pt x="3674" y="471"/>
                    <a:pt x="3643" y="811"/>
                  </a:cubicBezTo>
                  <a:lnTo>
                    <a:pt x="3643" y="4977"/>
                  </a:lnTo>
                  <a:cubicBezTo>
                    <a:pt x="3643" y="5039"/>
                    <a:pt x="3674" y="5132"/>
                    <a:pt x="3766" y="5162"/>
                  </a:cubicBezTo>
                  <a:cubicBezTo>
                    <a:pt x="5741" y="5841"/>
                    <a:pt x="5247" y="8773"/>
                    <a:pt x="3149" y="8773"/>
                  </a:cubicBezTo>
                  <a:cubicBezTo>
                    <a:pt x="1081" y="8773"/>
                    <a:pt x="587" y="5841"/>
                    <a:pt x="2562" y="5162"/>
                  </a:cubicBezTo>
                  <a:cubicBezTo>
                    <a:pt x="2624" y="5132"/>
                    <a:pt x="2686" y="5039"/>
                    <a:pt x="2686" y="4977"/>
                  </a:cubicBezTo>
                  <a:lnTo>
                    <a:pt x="2686" y="2663"/>
                  </a:lnTo>
                  <a:cubicBezTo>
                    <a:pt x="2686" y="2539"/>
                    <a:pt x="2593" y="2447"/>
                    <a:pt x="2501" y="2447"/>
                  </a:cubicBezTo>
                  <a:cubicBezTo>
                    <a:pt x="2485" y="2443"/>
                    <a:pt x="2469" y="2441"/>
                    <a:pt x="2454" y="2441"/>
                  </a:cubicBezTo>
                  <a:cubicBezTo>
                    <a:pt x="2355" y="2441"/>
                    <a:pt x="2285" y="2525"/>
                    <a:pt x="2285" y="2632"/>
                  </a:cubicBezTo>
                  <a:lnTo>
                    <a:pt x="2285" y="4823"/>
                  </a:lnTo>
                  <a:cubicBezTo>
                    <a:pt x="1" y="5780"/>
                    <a:pt x="680" y="9174"/>
                    <a:pt x="3149" y="9174"/>
                  </a:cubicBezTo>
                  <a:cubicBezTo>
                    <a:pt x="5618" y="9174"/>
                    <a:pt x="6297" y="5780"/>
                    <a:pt x="4044" y="4823"/>
                  </a:cubicBezTo>
                  <a:lnTo>
                    <a:pt x="4044" y="811"/>
                  </a:lnTo>
                  <a:cubicBezTo>
                    <a:pt x="3998" y="271"/>
                    <a:pt x="3573" y="1"/>
                    <a:pt x="31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37" name="Google Shape;13437;p88"/>
          <p:cNvGrpSpPr/>
          <p:nvPr/>
        </p:nvGrpSpPr>
        <p:grpSpPr>
          <a:xfrm>
            <a:off x="7019550" y="1765611"/>
            <a:ext cx="366500" cy="345625"/>
            <a:chOff x="4804963" y="3581531"/>
            <a:chExt cx="366500" cy="345625"/>
          </a:xfrm>
        </p:grpSpPr>
        <p:sp>
          <p:nvSpPr>
            <p:cNvPr id="13438" name="Google Shape;13438;p88"/>
            <p:cNvSpPr/>
            <p:nvPr/>
          </p:nvSpPr>
          <p:spPr>
            <a:xfrm>
              <a:off x="5015588" y="3626081"/>
              <a:ext cx="17775" cy="15650"/>
            </a:xfrm>
            <a:custGeom>
              <a:rect b="b" l="l" r="r" t="t"/>
              <a:pathLst>
                <a:path extrusionOk="0" h="626" w="711">
                  <a:moveTo>
                    <a:pt x="498" y="1"/>
                  </a:moveTo>
                  <a:cubicBezTo>
                    <a:pt x="448" y="1"/>
                    <a:pt x="402" y="24"/>
                    <a:pt x="371" y="70"/>
                  </a:cubicBezTo>
                  <a:lnTo>
                    <a:pt x="124" y="286"/>
                  </a:lnTo>
                  <a:cubicBezTo>
                    <a:pt x="1" y="410"/>
                    <a:pt x="93" y="626"/>
                    <a:pt x="278" y="626"/>
                  </a:cubicBezTo>
                  <a:cubicBezTo>
                    <a:pt x="309" y="626"/>
                    <a:pt x="371" y="626"/>
                    <a:pt x="402" y="564"/>
                  </a:cubicBezTo>
                  <a:lnTo>
                    <a:pt x="649" y="348"/>
                  </a:lnTo>
                  <a:cubicBezTo>
                    <a:pt x="710" y="255"/>
                    <a:pt x="710" y="132"/>
                    <a:pt x="649" y="70"/>
                  </a:cubicBezTo>
                  <a:cubicBezTo>
                    <a:pt x="602" y="24"/>
                    <a:pt x="548" y="1"/>
                    <a:pt x="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9" name="Google Shape;13439;p88"/>
            <p:cNvSpPr/>
            <p:nvPr/>
          </p:nvSpPr>
          <p:spPr>
            <a:xfrm>
              <a:off x="5080413" y="3690131"/>
              <a:ext cx="16975" cy="16400"/>
            </a:xfrm>
            <a:custGeom>
              <a:rect b="b" l="l" r="r" t="t"/>
              <a:pathLst>
                <a:path extrusionOk="0" h="656" w="679">
                  <a:moveTo>
                    <a:pt x="467" y="0"/>
                  </a:moveTo>
                  <a:cubicBezTo>
                    <a:pt x="417" y="0"/>
                    <a:pt x="370" y="23"/>
                    <a:pt x="340" y="70"/>
                  </a:cubicBezTo>
                  <a:lnTo>
                    <a:pt x="93" y="286"/>
                  </a:lnTo>
                  <a:cubicBezTo>
                    <a:pt x="0" y="378"/>
                    <a:pt x="0" y="502"/>
                    <a:pt x="93" y="594"/>
                  </a:cubicBezTo>
                  <a:cubicBezTo>
                    <a:pt x="123" y="625"/>
                    <a:pt x="185" y="656"/>
                    <a:pt x="247" y="656"/>
                  </a:cubicBezTo>
                  <a:cubicBezTo>
                    <a:pt x="278" y="656"/>
                    <a:pt x="340" y="625"/>
                    <a:pt x="370" y="594"/>
                  </a:cubicBezTo>
                  <a:lnTo>
                    <a:pt x="617" y="347"/>
                  </a:lnTo>
                  <a:cubicBezTo>
                    <a:pt x="679" y="286"/>
                    <a:pt x="679" y="131"/>
                    <a:pt x="617" y="70"/>
                  </a:cubicBezTo>
                  <a:cubicBezTo>
                    <a:pt x="571" y="23"/>
                    <a:pt x="517" y="0"/>
                    <a:pt x="4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0" name="Google Shape;13440;p88"/>
            <p:cNvSpPr/>
            <p:nvPr/>
          </p:nvSpPr>
          <p:spPr>
            <a:xfrm>
              <a:off x="5041063" y="3656531"/>
              <a:ext cx="27025" cy="24700"/>
            </a:xfrm>
            <a:custGeom>
              <a:rect b="b" l="l" r="r" t="t"/>
              <a:pathLst>
                <a:path extrusionOk="0" h="988" w="1081">
                  <a:moveTo>
                    <a:pt x="209" y="1"/>
                  </a:moveTo>
                  <a:cubicBezTo>
                    <a:pt x="109" y="1"/>
                    <a:pt x="17" y="48"/>
                    <a:pt x="31" y="148"/>
                  </a:cubicBezTo>
                  <a:cubicBezTo>
                    <a:pt x="0" y="364"/>
                    <a:pt x="93" y="611"/>
                    <a:pt x="278" y="765"/>
                  </a:cubicBezTo>
                  <a:cubicBezTo>
                    <a:pt x="401" y="920"/>
                    <a:pt x="617" y="981"/>
                    <a:pt x="833" y="981"/>
                  </a:cubicBezTo>
                  <a:cubicBezTo>
                    <a:pt x="849" y="985"/>
                    <a:pt x="865" y="987"/>
                    <a:pt x="881" y="987"/>
                  </a:cubicBezTo>
                  <a:cubicBezTo>
                    <a:pt x="987" y="987"/>
                    <a:pt x="1080" y="900"/>
                    <a:pt x="1080" y="765"/>
                  </a:cubicBezTo>
                  <a:cubicBezTo>
                    <a:pt x="1049" y="673"/>
                    <a:pt x="957" y="580"/>
                    <a:pt x="864" y="580"/>
                  </a:cubicBezTo>
                  <a:cubicBezTo>
                    <a:pt x="741" y="580"/>
                    <a:pt x="617" y="549"/>
                    <a:pt x="556" y="488"/>
                  </a:cubicBezTo>
                  <a:cubicBezTo>
                    <a:pt x="463" y="395"/>
                    <a:pt x="432" y="272"/>
                    <a:pt x="432" y="179"/>
                  </a:cubicBezTo>
                  <a:cubicBezTo>
                    <a:pt x="449" y="63"/>
                    <a:pt x="324" y="1"/>
                    <a:pt x="2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1" name="Google Shape;13441;p88"/>
            <p:cNvSpPr/>
            <p:nvPr/>
          </p:nvSpPr>
          <p:spPr>
            <a:xfrm>
              <a:off x="4804963" y="3581531"/>
              <a:ext cx="366500" cy="345625"/>
            </a:xfrm>
            <a:custGeom>
              <a:rect b="b" l="l" r="r" t="t"/>
              <a:pathLst>
                <a:path extrusionOk="0" h="13825" w="14660">
                  <a:moveTo>
                    <a:pt x="9777" y="544"/>
                  </a:moveTo>
                  <a:cubicBezTo>
                    <a:pt x="12099" y="544"/>
                    <a:pt x="14040" y="3407"/>
                    <a:pt x="12160" y="5648"/>
                  </a:cubicBezTo>
                  <a:lnTo>
                    <a:pt x="10308" y="7531"/>
                  </a:lnTo>
                  <a:lnTo>
                    <a:pt x="7253" y="4475"/>
                  </a:lnTo>
                  <a:cubicBezTo>
                    <a:pt x="7222" y="4444"/>
                    <a:pt x="7176" y="4429"/>
                    <a:pt x="7126" y="4429"/>
                  </a:cubicBezTo>
                  <a:cubicBezTo>
                    <a:pt x="7075" y="4429"/>
                    <a:pt x="7021" y="4444"/>
                    <a:pt x="6975" y="4475"/>
                  </a:cubicBezTo>
                  <a:cubicBezTo>
                    <a:pt x="6913" y="4568"/>
                    <a:pt x="6913" y="4691"/>
                    <a:pt x="6975" y="4784"/>
                  </a:cubicBezTo>
                  <a:lnTo>
                    <a:pt x="10000" y="7808"/>
                  </a:lnTo>
                  <a:lnTo>
                    <a:pt x="8148" y="9660"/>
                  </a:lnTo>
                  <a:cubicBezTo>
                    <a:pt x="8024" y="9814"/>
                    <a:pt x="7870" y="9907"/>
                    <a:pt x="7716" y="10030"/>
                  </a:cubicBezTo>
                  <a:lnTo>
                    <a:pt x="7716" y="9938"/>
                  </a:lnTo>
                  <a:cubicBezTo>
                    <a:pt x="7531" y="8117"/>
                    <a:pt x="6018" y="6728"/>
                    <a:pt x="4198" y="6728"/>
                  </a:cubicBezTo>
                  <a:lnTo>
                    <a:pt x="3920" y="6728"/>
                  </a:lnTo>
                  <a:cubicBezTo>
                    <a:pt x="3580" y="6759"/>
                    <a:pt x="3272" y="6821"/>
                    <a:pt x="2963" y="6944"/>
                  </a:cubicBezTo>
                  <a:lnTo>
                    <a:pt x="2932" y="6944"/>
                  </a:lnTo>
                  <a:cubicBezTo>
                    <a:pt x="3056" y="6327"/>
                    <a:pt x="3364" y="5771"/>
                    <a:pt x="3796" y="5309"/>
                  </a:cubicBezTo>
                  <a:lnTo>
                    <a:pt x="5648" y="3457"/>
                  </a:lnTo>
                  <a:lnTo>
                    <a:pt x="6420" y="4198"/>
                  </a:lnTo>
                  <a:cubicBezTo>
                    <a:pt x="6463" y="4241"/>
                    <a:pt x="6511" y="4259"/>
                    <a:pt x="6557" y="4259"/>
                  </a:cubicBezTo>
                  <a:cubicBezTo>
                    <a:pt x="6709" y="4259"/>
                    <a:pt x="6840" y="4062"/>
                    <a:pt x="6697" y="3920"/>
                  </a:cubicBezTo>
                  <a:lnTo>
                    <a:pt x="5957" y="3179"/>
                  </a:lnTo>
                  <a:lnTo>
                    <a:pt x="7808" y="1297"/>
                  </a:lnTo>
                  <a:cubicBezTo>
                    <a:pt x="8444" y="769"/>
                    <a:pt x="9125" y="544"/>
                    <a:pt x="9777" y="544"/>
                  </a:cubicBezTo>
                  <a:close/>
                  <a:moveTo>
                    <a:pt x="4195" y="7143"/>
                  </a:moveTo>
                  <a:cubicBezTo>
                    <a:pt x="4968" y="7143"/>
                    <a:pt x="5699" y="7419"/>
                    <a:pt x="6265" y="7932"/>
                  </a:cubicBezTo>
                  <a:cubicBezTo>
                    <a:pt x="6265" y="7932"/>
                    <a:pt x="3364" y="10802"/>
                    <a:pt x="3364" y="10802"/>
                  </a:cubicBezTo>
                  <a:cubicBezTo>
                    <a:pt x="3224" y="10942"/>
                    <a:pt x="3350" y="11154"/>
                    <a:pt x="3513" y="11154"/>
                  </a:cubicBezTo>
                  <a:cubicBezTo>
                    <a:pt x="3565" y="11154"/>
                    <a:pt x="3621" y="11132"/>
                    <a:pt x="3673" y="11080"/>
                  </a:cubicBezTo>
                  <a:lnTo>
                    <a:pt x="6543" y="8210"/>
                  </a:lnTo>
                  <a:cubicBezTo>
                    <a:pt x="6944" y="8672"/>
                    <a:pt x="7191" y="9228"/>
                    <a:pt x="7284" y="9814"/>
                  </a:cubicBezTo>
                  <a:cubicBezTo>
                    <a:pt x="7562" y="11697"/>
                    <a:pt x="6111" y="13394"/>
                    <a:pt x="4198" y="13425"/>
                  </a:cubicBezTo>
                  <a:cubicBezTo>
                    <a:pt x="3426" y="13425"/>
                    <a:pt x="2716" y="13147"/>
                    <a:pt x="2130" y="12654"/>
                  </a:cubicBezTo>
                  <a:lnTo>
                    <a:pt x="3117" y="11666"/>
                  </a:lnTo>
                  <a:cubicBezTo>
                    <a:pt x="3238" y="11522"/>
                    <a:pt x="3095" y="11340"/>
                    <a:pt x="2939" y="11340"/>
                  </a:cubicBezTo>
                  <a:cubicBezTo>
                    <a:pt x="2895" y="11340"/>
                    <a:pt x="2850" y="11354"/>
                    <a:pt x="2809" y="11388"/>
                  </a:cubicBezTo>
                  <a:lnTo>
                    <a:pt x="1852" y="12345"/>
                  </a:lnTo>
                  <a:cubicBezTo>
                    <a:pt x="155" y="10462"/>
                    <a:pt x="1358" y="7438"/>
                    <a:pt x="3889" y="7160"/>
                  </a:cubicBezTo>
                  <a:lnTo>
                    <a:pt x="3858" y="7160"/>
                  </a:lnTo>
                  <a:cubicBezTo>
                    <a:pt x="3971" y="7149"/>
                    <a:pt x="4084" y="7143"/>
                    <a:pt x="4195" y="7143"/>
                  </a:cubicBezTo>
                  <a:close/>
                  <a:moveTo>
                    <a:pt x="10000" y="0"/>
                  </a:moveTo>
                  <a:cubicBezTo>
                    <a:pt x="9074" y="0"/>
                    <a:pt x="8179" y="371"/>
                    <a:pt x="7531" y="1019"/>
                  </a:cubicBezTo>
                  <a:lnTo>
                    <a:pt x="3519" y="5031"/>
                  </a:lnTo>
                  <a:cubicBezTo>
                    <a:pt x="2932" y="5617"/>
                    <a:pt x="2593" y="6358"/>
                    <a:pt x="2500" y="7160"/>
                  </a:cubicBezTo>
                  <a:cubicBezTo>
                    <a:pt x="432" y="8271"/>
                    <a:pt x="0" y="11111"/>
                    <a:pt x="1698" y="12777"/>
                  </a:cubicBezTo>
                  <a:cubicBezTo>
                    <a:pt x="2409" y="13498"/>
                    <a:pt x="3295" y="13824"/>
                    <a:pt x="4168" y="13824"/>
                  </a:cubicBezTo>
                  <a:cubicBezTo>
                    <a:pt x="5908" y="13824"/>
                    <a:pt x="7592" y="12528"/>
                    <a:pt x="7716" y="10493"/>
                  </a:cubicBezTo>
                  <a:cubicBezTo>
                    <a:pt x="7994" y="10339"/>
                    <a:pt x="8210" y="10154"/>
                    <a:pt x="8426" y="9969"/>
                  </a:cubicBezTo>
                  <a:lnTo>
                    <a:pt x="12438" y="5957"/>
                  </a:lnTo>
                  <a:cubicBezTo>
                    <a:pt x="14660" y="3765"/>
                    <a:pt x="13086" y="0"/>
                    <a:pt x="100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42" name="Google Shape;13442;p88"/>
          <p:cNvGrpSpPr/>
          <p:nvPr/>
        </p:nvGrpSpPr>
        <p:grpSpPr>
          <a:xfrm>
            <a:off x="7766436" y="1765786"/>
            <a:ext cx="297075" cy="345275"/>
            <a:chOff x="1799788" y="4142056"/>
            <a:chExt cx="297075" cy="345275"/>
          </a:xfrm>
        </p:grpSpPr>
        <p:sp>
          <p:nvSpPr>
            <p:cNvPr id="13443" name="Google Shape;13443;p88"/>
            <p:cNvSpPr/>
            <p:nvPr/>
          </p:nvSpPr>
          <p:spPr>
            <a:xfrm>
              <a:off x="1898538" y="4197206"/>
              <a:ext cx="10050" cy="18550"/>
            </a:xfrm>
            <a:custGeom>
              <a:rect b="b" l="l" r="r" t="t"/>
              <a:pathLst>
                <a:path extrusionOk="0" h="742" w="402">
                  <a:moveTo>
                    <a:pt x="217" y="1"/>
                  </a:moveTo>
                  <a:cubicBezTo>
                    <a:pt x="93" y="1"/>
                    <a:pt x="1" y="93"/>
                    <a:pt x="1" y="217"/>
                  </a:cubicBezTo>
                  <a:lnTo>
                    <a:pt x="1" y="526"/>
                  </a:lnTo>
                  <a:cubicBezTo>
                    <a:pt x="1" y="649"/>
                    <a:pt x="93" y="742"/>
                    <a:pt x="217" y="742"/>
                  </a:cubicBezTo>
                  <a:cubicBezTo>
                    <a:pt x="309" y="742"/>
                    <a:pt x="402" y="649"/>
                    <a:pt x="402" y="526"/>
                  </a:cubicBezTo>
                  <a:lnTo>
                    <a:pt x="402" y="217"/>
                  </a:lnTo>
                  <a:cubicBezTo>
                    <a:pt x="402" y="93"/>
                    <a:pt x="309"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4" name="Google Shape;13444;p88"/>
            <p:cNvSpPr/>
            <p:nvPr/>
          </p:nvSpPr>
          <p:spPr>
            <a:xfrm>
              <a:off x="1986488" y="4197981"/>
              <a:ext cx="10850" cy="17775"/>
            </a:xfrm>
            <a:custGeom>
              <a:rect b="b" l="l" r="r" t="t"/>
              <a:pathLst>
                <a:path extrusionOk="0" h="711" w="434">
                  <a:moveTo>
                    <a:pt x="217" y="1"/>
                  </a:moveTo>
                  <a:cubicBezTo>
                    <a:pt x="109" y="1"/>
                    <a:pt x="1" y="62"/>
                    <a:pt x="32" y="186"/>
                  </a:cubicBezTo>
                  <a:lnTo>
                    <a:pt x="32" y="495"/>
                  </a:lnTo>
                  <a:cubicBezTo>
                    <a:pt x="32" y="618"/>
                    <a:pt x="124" y="711"/>
                    <a:pt x="217" y="711"/>
                  </a:cubicBezTo>
                  <a:cubicBezTo>
                    <a:pt x="310" y="711"/>
                    <a:pt x="402" y="618"/>
                    <a:pt x="402" y="495"/>
                  </a:cubicBezTo>
                  <a:lnTo>
                    <a:pt x="402" y="186"/>
                  </a:lnTo>
                  <a:cubicBezTo>
                    <a:pt x="433" y="62"/>
                    <a:pt x="325"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5" name="Google Shape;13445;p88"/>
            <p:cNvSpPr/>
            <p:nvPr/>
          </p:nvSpPr>
          <p:spPr>
            <a:xfrm>
              <a:off x="1931713" y="4204731"/>
              <a:ext cx="33200" cy="14875"/>
            </a:xfrm>
            <a:custGeom>
              <a:rect b="b" l="l" r="r" t="t"/>
              <a:pathLst>
                <a:path extrusionOk="0" h="595" w="1328">
                  <a:moveTo>
                    <a:pt x="217" y="1"/>
                  </a:moveTo>
                  <a:cubicBezTo>
                    <a:pt x="163" y="1"/>
                    <a:pt x="109" y="24"/>
                    <a:pt x="62" y="70"/>
                  </a:cubicBezTo>
                  <a:cubicBezTo>
                    <a:pt x="1" y="132"/>
                    <a:pt x="1" y="255"/>
                    <a:pt x="62" y="348"/>
                  </a:cubicBezTo>
                  <a:cubicBezTo>
                    <a:pt x="217" y="502"/>
                    <a:pt x="433" y="595"/>
                    <a:pt x="649" y="595"/>
                  </a:cubicBezTo>
                  <a:cubicBezTo>
                    <a:pt x="896" y="595"/>
                    <a:pt x="1112" y="502"/>
                    <a:pt x="1235" y="348"/>
                  </a:cubicBezTo>
                  <a:cubicBezTo>
                    <a:pt x="1328" y="255"/>
                    <a:pt x="1328" y="132"/>
                    <a:pt x="1235" y="70"/>
                  </a:cubicBezTo>
                  <a:lnTo>
                    <a:pt x="1204" y="70"/>
                  </a:lnTo>
                  <a:cubicBezTo>
                    <a:pt x="1158" y="24"/>
                    <a:pt x="1104" y="1"/>
                    <a:pt x="1054" y="1"/>
                  </a:cubicBezTo>
                  <a:cubicBezTo>
                    <a:pt x="1004" y="1"/>
                    <a:pt x="957" y="24"/>
                    <a:pt x="927" y="70"/>
                  </a:cubicBezTo>
                  <a:cubicBezTo>
                    <a:pt x="849" y="163"/>
                    <a:pt x="741" y="209"/>
                    <a:pt x="637" y="209"/>
                  </a:cubicBezTo>
                  <a:cubicBezTo>
                    <a:pt x="533" y="209"/>
                    <a:pt x="433" y="163"/>
                    <a:pt x="371" y="70"/>
                  </a:cubicBezTo>
                  <a:cubicBezTo>
                    <a:pt x="325" y="24"/>
                    <a:pt x="27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6" name="Google Shape;13446;p88"/>
            <p:cNvSpPr/>
            <p:nvPr/>
          </p:nvSpPr>
          <p:spPr>
            <a:xfrm>
              <a:off x="1931713" y="4160831"/>
              <a:ext cx="37075" cy="31775"/>
            </a:xfrm>
            <a:custGeom>
              <a:rect b="b" l="l" r="r" t="t"/>
              <a:pathLst>
                <a:path extrusionOk="0" h="1271" w="1483">
                  <a:moveTo>
                    <a:pt x="649" y="407"/>
                  </a:moveTo>
                  <a:cubicBezTo>
                    <a:pt x="907" y="407"/>
                    <a:pt x="630" y="745"/>
                    <a:pt x="482" y="745"/>
                  </a:cubicBezTo>
                  <a:cubicBezTo>
                    <a:pt x="436" y="745"/>
                    <a:pt x="402" y="712"/>
                    <a:pt x="402" y="623"/>
                  </a:cubicBezTo>
                  <a:cubicBezTo>
                    <a:pt x="402" y="499"/>
                    <a:pt x="495" y="407"/>
                    <a:pt x="649" y="407"/>
                  </a:cubicBezTo>
                  <a:close/>
                  <a:moveTo>
                    <a:pt x="632" y="1"/>
                  </a:moveTo>
                  <a:cubicBezTo>
                    <a:pt x="308" y="1"/>
                    <a:pt x="1" y="249"/>
                    <a:pt x="1" y="623"/>
                  </a:cubicBezTo>
                  <a:cubicBezTo>
                    <a:pt x="1" y="993"/>
                    <a:pt x="279" y="1271"/>
                    <a:pt x="649" y="1271"/>
                  </a:cubicBezTo>
                  <a:cubicBezTo>
                    <a:pt x="1204" y="1271"/>
                    <a:pt x="1482" y="592"/>
                    <a:pt x="1081" y="191"/>
                  </a:cubicBezTo>
                  <a:cubicBezTo>
                    <a:pt x="950" y="59"/>
                    <a:pt x="789"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7" name="Google Shape;13447;p88"/>
            <p:cNvSpPr/>
            <p:nvPr/>
          </p:nvSpPr>
          <p:spPr>
            <a:xfrm>
              <a:off x="1871013" y="4280956"/>
              <a:ext cx="48475" cy="23875"/>
            </a:xfrm>
            <a:custGeom>
              <a:rect b="b" l="l" r="r" t="t"/>
              <a:pathLst>
                <a:path extrusionOk="0" h="955" w="1939">
                  <a:moveTo>
                    <a:pt x="1650" y="0"/>
                  </a:moveTo>
                  <a:cubicBezTo>
                    <a:pt x="1624" y="0"/>
                    <a:pt x="1595" y="5"/>
                    <a:pt x="1565" y="15"/>
                  </a:cubicBezTo>
                  <a:lnTo>
                    <a:pt x="608" y="385"/>
                  </a:lnTo>
                  <a:lnTo>
                    <a:pt x="639" y="293"/>
                  </a:lnTo>
                  <a:cubicBezTo>
                    <a:pt x="700" y="169"/>
                    <a:pt x="639" y="77"/>
                    <a:pt x="546" y="15"/>
                  </a:cubicBezTo>
                  <a:cubicBezTo>
                    <a:pt x="517" y="8"/>
                    <a:pt x="490" y="4"/>
                    <a:pt x="464" y="4"/>
                  </a:cubicBezTo>
                  <a:cubicBezTo>
                    <a:pt x="381" y="4"/>
                    <a:pt x="316" y="44"/>
                    <a:pt x="268" y="138"/>
                  </a:cubicBezTo>
                  <a:cubicBezTo>
                    <a:pt x="268" y="138"/>
                    <a:pt x="52" y="663"/>
                    <a:pt x="52" y="694"/>
                  </a:cubicBezTo>
                  <a:cubicBezTo>
                    <a:pt x="0" y="824"/>
                    <a:pt x="102" y="955"/>
                    <a:pt x="228" y="955"/>
                  </a:cubicBezTo>
                  <a:cubicBezTo>
                    <a:pt x="252" y="955"/>
                    <a:pt x="275" y="950"/>
                    <a:pt x="299" y="941"/>
                  </a:cubicBezTo>
                  <a:lnTo>
                    <a:pt x="1719" y="385"/>
                  </a:lnTo>
                  <a:cubicBezTo>
                    <a:pt x="1939" y="303"/>
                    <a:pt x="1865" y="0"/>
                    <a:pt x="16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8" name="Google Shape;13448;p88"/>
            <p:cNvSpPr/>
            <p:nvPr/>
          </p:nvSpPr>
          <p:spPr>
            <a:xfrm>
              <a:off x="1946563" y="4288131"/>
              <a:ext cx="75300" cy="10225"/>
            </a:xfrm>
            <a:custGeom>
              <a:rect b="b" l="l" r="r" t="t"/>
              <a:pathLst>
                <a:path extrusionOk="0" h="409" w="3012">
                  <a:moveTo>
                    <a:pt x="199" y="0"/>
                  </a:moveTo>
                  <a:cubicBezTo>
                    <a:pt x="1" y="0"/>
                    <a:pt x="7" y="408"/>
                    <a:pt x="218" y="408"/>
                  </a:cubicBezTo>
                  <a:cubicBezTo>
                    <a:pt x="225" y="408"/>
                    <a:pt x="233" y="408"/>
                    <a:pt x="240" y="407"/>
                  </a:cubicBezTo>
                  <a:lnTo>
                    <a:pt x="2802" y="407"/>
                  </a:lnTo>
                  <a:cubicBezTo>
                    <a:pt x="2808" y="408"/>
                    <a:pt x="2814" y="408"/>
                    <a:pt x="2821" y="408"/>
                  </a:cubicBezTo>
                  <a:cubicBezTo>
                    <a:pt x="3005" y="408"/>
                    <a:pt x="3011" y="0"/>
                    <a:pt x="2838" y="0"/>
                  </a:cubicBezTo>
                  <a:cubicBezTo>
                    <a:pt x="2826" y="0"/>
                    <a:pt x="2814" y="2"/>
                    <a:pt x="2802" y="6"/>
                  </a:cubicBezTo>
                  <a:lnTo>
                    <a:pt x="240" y="6"/>
                  </a:lnTo>
                  <a:cubicBezTo>
                    <a:pt x="225" y="2"/>
                    <a:pt x="212"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9" name="Google Shape;13449;p88"/>
            <p:cNvSpPr/>
            <p:nvPr/>
          </p:nvSpPr>
          <p:spPr>
            <a:xfrm>
              <a:off x="1870763" y="4329731"/>
              <a:ext cx="47100" cy="24425"/>
            </a:xfrm>
            <a:custGeom>
              <a:rect b="b" l="l" r="r" t="t"/>
              <a:pathLst>
                <a:path extrusionOk="0" h="977" w="1884">
                  <a:moveTo>
                    <a:pt x="1626" y="0"/>
                  </a:moveTo>
                  <a:cubicBezTo>
                    <a:pt x="1608" y="0"/>
                    <a:pt x="1591" y="3"/>
                    <a:pt x="1575" y="8"/>
                  </a:cubicBezTo>
                  <a:lnTo>
                    <a:pt x="587" y="409"/>
                  </a:lnTo>
                  <a:lnTo>
                    <a:pt x="649" y="286"/>
                  </a:lnTo>
                  <a:cubicBezTo>
                    <a:pt x="708" y="127"/>
                    <a:pt x="576" y="6"/>
                    <a:pt x="442" y="6"/>
                  </a:cubicBezTo>
                  <a:cubicBezTo>
                    <a:pt x="367" y="6"/>
                    <a:pt x="292" y="44"/>
                    <a:pt x="248" y="132"/>
                  </a:cubicBezTo>
                  <a:lnTo>
                    <a:pt x="32" y="687"/>
                  </a:lnTo>
                  <a:cubicBezTo>
                    <a:pt x="1" y="780"/>
                    <a:pt x="32" y="841"/>
                    <a:pt x="93" y="903"/>
                  </a:cubicBezTo>
                  <a:cubicBezTo>
                    <a:pt x="116" y="948"/>
                    <a:pt x="172" y="977"/>
                    <a:pt x="236" y="977"/>
                  </a:cubicBezTo>
                  <a:cubicBezTo>
                    <a:pt x="260" y="977"/>
                    <a:pt x="284" y="973"/>
                    <a:pt x="309" y="965"/>
                  </a:cubicBezTo>
                  <a:lnTo>
                    <a:pt x="1729" y="409"/>
                  </a:lnTo>
                  <a:cubicBezTo>
                    <a:pt x="1822" y="348"/>
                    <a:pt x="1883" y="255"/>
                    <a:pt x="1822" y="132"/>
                  </a:cubicBezTo>
                  <a:cubicBezTo>
                    <a:pt x="1796" y="55"/>
                    <a:pt x="1708" y="0"/>
                    <a:pt x="16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0" name="Google Shape;13450;p88"/>
            <p:cNvSpPr/>
            <p:nvPr/>
          </p:nvSpPr>
          <p:spPr>
            <a:xfrm>
              <a:off x="1947138" y="4336856"/>
              <a:ext cx="74875" cy="10075"/>
            </a:xfrm>
            <a:custGeom>
              <a:rect b="b" l="l" r="r" t="t"/>
              <a:pathLst>
                <a:path extrusionOk="0" h="403" w="2995">
                  <a:moveTo>
                    <a:pt x="217" y="1"/>
                  </a:moveTo>
                  <a:cubicBezTo>
                    <a:pt x="94" y="1"/>
                    <a:pt x="1" y="93"/>
                    <a:pt x="1" y="217"/>
                  </a:cubicBezTo>
                  <a:cubicBezTo>
                    <a:pt x="1" y="309"/>
                    <a:pt x="94" y="402"/>
                    <a:pt x="217" y="402"/>
                  </a:cubicBezTo>
                  <a:lnTo>
                    <a:pt x="2779" y="402"/>
                  </a:lnTo>
                  <a:cubicBezTo>
                    <a:pt x="2902" y="402"/>
                    <a:pt x="2995" y="309"/>
                    <a:pt x="2995" y="217"/>
                  </a:cubicBezTo>
                  <a:cubicBezTo>
                    <a:pt x="2995" y="93"/>
                    <a:pt x="2902" y="1"/>
                    <a:pt x="27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1" name="Google Shape;13451;p88"/>
            <p:cNvSpPr/>
            <p:nvPr/>
          </p:nvSpPr>
          <p:spPr>
            <a:xfrm>
              <a:off x="1870763" y="4378906"/>
              <a:ext cx="47100" cy="23875"/>
            </a:xfrm>
            <a:custGeom>
              <a:rect b="b" l="l" r="r" t="t"/>
              <a:pathLst>
                <a:path extrusionOk="0" h="955" w="1884">
                  <a:moveTo>
                    <a:pt x="440" y="1"/>
                  </a:moveTo>
                  <a:cubicBezTo>
                    <a:pt x="366" y="1"/>
                    <a:pt x="291" y="41"/>
                    <a:pt x="248" y="140"/>
                  </a:cubicBezTo>
                  <a:lnTo>
                    <a:pt x="32" y="695"/>
                  </a:lnTo>
                  <a:cubicBezTo>
                    <a:pt x="1" y="757"/>
                    <a:pt x="1" y="850"/>
                    <a:pt x="62" y="911"/>
                  </a:cubicBezTo>
                  <a:lnTo>
                    <a:pt x="93" y="911"/>
                  </a:lnTo>
                  <a:cubicBezTo>
                    <a:pt x="115" y="933"/>
                    <a:pt x="168" y="955"/>
                    <a:pt x="229" y="955"/>
                  </a:cubicBezTo>
                  <a:cubicBezTo>
                    <a:pt x="255" y="955"/>
                    <a:pt x="282" y="951"/>
                    <a:pt x="309" y="942"/>
                  </a:cubicBezTo>
                  <a:lnTo>
                    <a:pt x="1729" y="387"/>
                  </a:lnTo>
                  <a:cubicBezTo>
                    <a:pt x="1822" y="356"/>
                    <a:pt x="1883" y="232"/>
                    <a:pt x="1822" y="140"/>
                  </a:cubicBezTo>
                  <a:cubicBezTo>
                    <a:pt x="1798" y="45"/>
                    <a:pt x="1720" y="5"/>
                    <a:pt x="1644" y="5"/>
                  </a:cubicBezTo>
                  <a:cubicBezTo>
                    <a:pt x="1620" y="5"/>
                    <a:pt x="1596" y="9"/>
                    <a:pt x="1575" y="16"/>
                  </a:cubicBezTo>
                  <a:lnTo>
                    <a:pt x="587" y="417"/>
                  </a:lnTo>
                  <a:lnTo>
                    <a:pt x="649" y="294"/>
                  </a:lnTo>
                  <a:cubicBezTo>
                    <a:pt x="709" y="135"/>
                    <a:pt x="575" y="1"/>
                    <a:pt x="4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2" name="Google Shape;13452;p88"/>
            <p:cNvSpPr/>
            <p:nvPr/>
          </p:nvSpPr>
          <p:spPr>
            <a:xfrm>
              <a:off x="1947138" y="4385481"/>
              <a:ext cx="74875" cy="10825"/>
            </a:xfrm>
            <a:custGeom>
              <a:rect b="b" l="l" r="r" t="t"/>
              <a:pathLst>
                <a:path extrusionOk="0" h="433" w="2995">
                  <a:moveTo>
                    <a:pt x="217" y="0"/>
                  </a:moveTo>
                  <a:cubicBezTo>
                    <a:pt x="94" y="0"/>
                    <a:pt x="1" y="93"/>
                    <a:pt x="1" y="216"/>
                  </a:cubicBezTo>
                  <a:cubicBezTo>
                    <a:pt x="1" y="340"/>
                    <a:pt x="94" y="432"/>
                    <a:pt x="217" y="432"/>
                  </a:cubicBezTo>
                  <a:lnTo>
                    <a:pt x="2779" y="432"/>
                  </a:lnTo>
                  <a:cubicBezTo>
                    <a:pt x="2902" y="432"/>
                    <a:pt x="2995" y="340"/>
                    <a:pt x="2995" y="216"/>
                  </a:cubicBezTo>
                  <a:cubicBezTo>
                    <a:pt x="2995" y="93"/>
                    <a:pt x="2902" y="0"/>
                    <a:pt x="27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3" name="Google Shape;13453;p88"/>
            <p:cNvSpPr/>
            <p:nvPr/>
          </p:nvSpPr>
          <p:spPr>
            <a:xfrm>
              <a:off x="1799788" y="4142056"/>
              <a:ext cx="297075" cy="345275"/>
            </a:xfrm>
            <a:custGeom>
              <a:rect b="b" l="l" r="r" t="t"/>
              <a:pathLst>
                <a:path extrusionOk="0" h="13811" w="11883">
                  <a:moveTo>
                    <a:pt x="5910" y="394"/>
                  </a:moveTo>
                  <a:cubicBezTo>
                    <a:pt x="6327" y="394"/>
                    <a:pt x="6744" y="648"/>
                    <a:pt x="6852" y="1158"/>
                  </a:cubicBezTo>
                  <a:cubicBezTo>
                    <a:pt x="6883" y="1405"/>
                    <a:pt x="7099" y="1559"/>
                    <a:pt x="7346" y="1559"/>
                  </a:cubicBezTo>
                  <a:lnTo>
                    <a:pt x="8765" y="1559"/>
                  </a:lnTo>
                  <a:cubicBezTo>
                    <a:pt x="8919" y="1559"/>
                    <a:pt x="9074" y="1682"/>
                    <a:pt x="9074" y="1837"/>
                  </a:cubicBezTo>
                  <a:lnTo>
                    <a:pt x="9074" y="3534"/>
                  </a:lnTo>
                  <a:cubicBezTo>
                    <a:pt x="9043" y="3688"/>
                    <a:pt x="8919" y="3781"/>
                    <a:pt x="8765" y="3781"/>
                  </a:cubicBezTo>
                  <a:lnTo>
                    <a:pt x="3056" y="3781"/>
                  </a:lnTo>
                  <a:cubicBezTo>
                    <a:pt x="2901" y="3781"/>
                    <a:pt x="2778" y="3688"/>
                    <a:pt x="2778" y="3534"/>
                  </a:cubicBezTo>
                  <a:lnTo>
                    <a:pt x="2778" y="1837"/>
                  </a:lnTo>
                  <a:lnTo>
                    <a:pt x="2747" y="1837"/>
                  </a:lnTo>
                  <a:cubicBezTo>
                    <a:pt x="2747" y="1682"/>
                    <a:pt x="2871" y="1559"/>
                    <a:pt x="3056" y="1559"/>
                  </a:cubicBezTo>
                  <a:lnTo>
                    <a:pt x="4475" y="1559"/>
                  </a:lnTo>
                  <a:cubicBezTo>
                    <a:pt x="4722" y="1559"/>
                    <a:pt x="4907" y="1405"/>
                    <a:pt x="4969" y="1158"/>
                  </a:cubicBezTo>
                  <a:cubicBezTo>
                    <a:pt x="5077" y="648"/>
                    <a:pt x="5494" y="394"/>
                    <a:pt x="5910" y="394"/>
                  </a:cubicBezTo>
                  <a:close/>
                  <a:moveTo>
                    <a:pt x="5914" y="0"/>
                  </a:moveTo>
                  <a:cubicBezTo>
                    <a:pt x="5324" y="0"/>
                    <a:pt x="4738" y="355"/>
                    <a:pt x="4599" y="1065"/>
                  </a:cubicBezTo>
                  <a:cubicBezTo>
                    <a:pt x="4568" y="1127"/>
                    <a:pt x="4537" y="1158"/>
                    <a:pt x="4475" y="1158"/>
                  </a:cubicBezTo>
                  <a:lnTo>
                    <a:pt x="3056" y="1158"/>
                  </a:lnTo>
                  <a:cubicBezTo>
                    <a:pt x="2747" y="1158"/>
                    <a:pt x="2469" y="1343"/>
                    <a:pt x="2377" y="1651"/>
                  </a:cubicBezTo>
                  <a:lnTo>
                    <a:pt x="1605" y="1651"/>
                  </a:lnTo>
                  <a:cubicBezTo>
                    <a:pt x="710" y="1651"/>
                    <a:pt x="0" y="2361"/>
                    <a:pt x="0" y="3225"/>
                  </a:cubicBezTo>
                  <a:lnTo>
                    <a:pt x="0" y="12206"/>
                  </a:lnTo>
                  <a:cubicBezTo>
                    <a:pt x="0" y="13101"/>
                    <a:pt x="710" y="13811"/>
                    <a:pt x="1605" y="13811"/>
                  </a:cubicBezTo>
                  <a:lnTo>
                    <a:pt x="10247" y="13811"/>
                  </a:lnTo>
                  <a:cubicBezTo>
                    <a:pt x="11111" y="13811"/>
                    <a:pt x="11820" y="13101"/>
                    <a:pt x="11851" y="12237"/>
                  </a:cubicBezTo>
                  <a:lnTo>
                    <a:pt x="11851" y="5231"/>
                  </a:lnTo>
                  <a:cubicBezTo>
                    <a:pt x="11882" y="5108"/>
                    <a:pt x="11759" y="5046"/>
                    <a:pt x="11639" y="5046"/>
                  </a:cubicBezTo>
                  <a:cubicBezTo>
                    <a:pt x="11520" y="5046"/>
                    <a:pt x="11404" y="5108"/>
                    <a:pt x="11450" y="5231"/>
                  </a:cubicBezTo>
                  <a:lnTo>
                    <a:pt x="11450" y="12206"/>
                  </a:lnTo>
                  <a:cubicBezTo>
                    <a:pt x="11450" y="12885"/>
                    <a:pt x="10925" y="13410"/>
                    <a:pt x="10277" y="13410"/>
                  </a:cubicBezTo>
                  <a:lnTo>
                    <a:pt x="1605" y="13410"/>
                  </a:lnTo>
                  <a:cubicBezTo>
                    <a:pt x="926" y="13410"/>
                    <a:pt x="402" y="12854"/>
                    <a:pt x="402" y="12206"/>
                  </a:cubicBezTo>
                  <a:lnTo>
                    <a:pt x="402" y="3225"/>
                  </a:lnTo>
                  <a:cubicBezTo>
                    <a:pt x="402" y="2577"/>
                    <a:pt x="926" y="2053"/>
                    <a:pt x="1605" y="2053"/>
                  </a:cubicBezTo>
                  <a:lnTo>
                    <a:pt x="2377" y="2053"/>
                  </a:lnTo>
                  <a:lnTo>
                    <a:pt x="2377" y="2762"/>
                  </a:lnTo>
                  <a:lnTo>
                    <a:pt x="1605" y="2762"/>
                  </a:lnTo>
                  <a:cubicBezTo>
                    <a:pt x="1327" y="2762"/>
                    <a:pt x="1111" y="2978"/>
                    <a:pt x="1111" y="3225"/>
                  </a:cubicBezTo>
                  <a:lnTo>
                    <a:pt x="1111" y="9305"/>
                  </a:lnTo>
                  <a:cubicBezTo>
                    <a:pt x="1111" y="9398"/>
                    <a:pt x="1204" y="9490"/>
                    <a:pt x="1297" y="9490"/>
                  </a:cubicBezTo>
                  <a:cubicBezTo>
                    <a:pt x="1420" y="9490"/>
                    <a:pt x="1513" y="9398"/>
                    <a:pt x="1513" y="9305"/>
                  </a:cubicBezTo>
                  <a:lnTo>
                    <a:pt x="1513" y="3225"/>
                  </a:lnTo>
                  <a:cubicBezTo>
                    <a:pt x="1513" y="3194"/>
                    <a:pt x="1543" y="3164"/>
                    <a:pt x="1605" y="3164"/>
                  </a:cubicBezTo>
                  <a:lnTo>
                    <a:pt x="2377" y="3164"/>
                  </a:lnTo>
                  <a:lnTo>
                    <a:pt x="2377" y="3503"/>
                  </a:lnTo>
                  <a:cubicBezTo>
                    <a:pt x="2377" y="3873"/>
                    <a:pt x="2685" y="4213"/>
                    <a:pt x="3056" y="4213"/>
                  </a:cubicBezTo>
                  <a:lnTo>
                    <a:pt x="8796" y="4213"/>
                  </a:lnTo>
                  <a:cubicBezTo>
                    <a:pt x="9166" y="4182"/>
                    <a:pt x="9475" y="3873"/>
                    <a:pt x="9475" y="3503"/>
                  </a:cubicBezTo>
                  <a:lnTo>
                    <a:pt x="9475" y="3164"/>
                  </a:lnTo>
                  <a:lnTo>
                    <a:pt x="10247" y="3164"/>
                  </a:lnTo>
                  <a:cubicBezTo>
                    <a:pt x="10277" y="3164"/>
                    <a:pt x="10339" y="3194"/>
                    <a:pt x="10339" y="3225"/>
                  </a:cubicBezTo>
                  <a:lnTo>
                    <a:pt x="10339" y="11681"/>
                  </a:lnTo>
                  <a:cubicBezTo>
                    <a:pt x="10339" y="11712"/>
                    <a:pt x="10277" y="11743"/>
                    <a:pt x="10247" y="11743"/>
                  </a:cubicBezTo>
                  <a:lnTo>
                    <a:pt x="1605" y="11743"/>
                  </a:lnTo>
                  <a:cubicBezTo>
                    <a:pt x="1543" y="11743"/>
                    <a:pt x="1513" y="11712"/>
                    <a:pt x="1513" y="11681"/>
                  </a:cubicBezTo>
                  <a:lnTo>
                    <a:pt x="1513" y="10107"/>
                  </a:lnTo>
                  <a:cubicBezTo>
                    <a:pt x="1513" y="9984"/>
                    <a:pt x="1420" y="9891"/>
                    <a:pt x="1297" y="9891"/>
                  </a:cubicBezTo>
                  <a:cubicBezTo>
                    <a:pt x="1204" y="9891"/>
                    <a:pt x="1111" y="9984"/>
                    <a:pt x="1111" y="10107"/>
                  </a:cubicBezTo>
                  <a:lnTo>
                    <a:pt x="1111" y="11681"/>
                  </a:lnTo>
                  <a:cubicBezTo>
                    <a:pt x="1111" y="11928"/>
                    <a:pt x="1327" y="12144"/>
                    <a:pt x="1605" y="12144"/>
                  </a:cubicBezTo>
                  <a:lnTo>
                    <a:pt x="10247" y="12144"/>
                  </a:lnTo>
                  <a:cubicBezTo>
                    <a:pt x="10524" y="12144"/>
                    <a:pt x="10740" y="11928"/>
                    <a:pt x="10740" y="11681"/>
                  </a:cubicBezTo>
                  <a:lnTo>
                    <a:pt x="10740" y="3225"/>
                  </a:lnTo>
                  <a:cubicBezTo>
                    <a:pt x="10740" y="2978"/>
                    <a:pt x="10524" y="2762"/>
                    <a:pt x="10247" y="2762"/>
                  </a:cubicBezTo>
                  <a:lnTo>
                    <a:pt x="9475" y="2762"/>
                  </a:lnTo>
                  <a:lnTo>
                    <a:pt x="9475" y="2053"/>
                  </a:lnTo>
                  <a:lnTo>
                    <a:pt x="10247" y="2053"/>
                  </a:lnTo>
                  <a:cubicBezTo>
                    <a:pt x="10895" y="2053"/>
                    <a:pt x="11419" y="2577"/>
                    <a:pt x="11419" y="3225"/>
                  </a:cubicBezTo>
                  <a:lnTo>
                    <a:pt x="11419" y="4429"/>
                  </a:lnTo>
                  <a:cubicBezTo>
                    <a:pt x="11419" y="4552"/>
                    <a:pt x="11512" y="4645"/>
                    <a:pt x="11635" y="4645"/>
                  </a:cubicBezTo>
                  <a:cubicBezTo>
                    <a:pt x="11728" y="4645"/>
                    <a:pt x="11820" y="4552"/>
                    <a:pt x="11820" y="4429"/>
                  </a:cubicBezTo>
                  <a:lnTo>
                    <a:pt x="11820" y="3225"/>
                  </a:lnTo>
                  <a:cubicBezTo>
                    <a:pt x="11820" y="2361"/>
                    <a:pt x="11111" y="1651"/>
                    <a:pt x="10247" y="1651"/>
                  </a:cubicBezTo>
                  <a:lnTo>
                    <a:pt x="9444" y="1651"/>
                  </a:lnTo>
                  <a:cubicBezTo>
                    <a:pt x="9352" y="1343"/>
                    <a:pt x="9074" y="1158"/>
                    <a:pt x="8765" y="1158"/>
                  </a:cubicBezTo>
                  <a:lnTo>
                    <a:pt x="7346" y="1158"/>
                  </a:lnTo>
                  <a:cubicBezTo>
                    <a:pt x="7284" y="1158"/>
                    <a:pt x="7253" y="1127"/>
                    <a:pt x="7253" y="1065"/>
                  </a:cubicBezTo>
                  <a:cubicBezTo>
                    <a:pt x="7099" y="355"/>
                    <a:pt x="6505" y="0"/>
                    <a:pt x="5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54" name="Google Shape;13454;p88"/>
          <p:cNvGrpSpPr/>
          <p:nvPr/>
        </p:nvGrpSpPr>
        <p:grpSpPr>
          <a:xfrm>
            <a:off x="7742136" y="2330787"/>
            <a:ext cx="345675" cy="321775"/>
            <a:chOff x="5563388" y="3034481"/>
            <a:chExt cx="345675" cy="321775"/>
          </a:xfrm>
        </p:grpSpPr>
        <p:sp>
          <p:nvSpPr>
            <p:cNvPr id="13455" name="Google Shape;13455;p88"/>
            <p:cNvSpPr/>
            <p:nvPr/>
          </p:nvSpPr>
          <p:spPr>
            <a:xfrm>
              <a:off x="5684513" y="3122456"/>
              <a:ext cx="10075" cy="18550"/>
            </a:xfrm>
            <a:custGeom>
              <a:rect b="b" l="l" r="r" t="t"/>
              <a:pathLst>
                <a:path extrusionOk="0" h="742" w="403">
                  <a:moveTo>
                    <a:pt x="186" y="1"/>
                  </a:moveTo>
                  <a:cubicBezTo>
                    <a:pt x="63" y="1"/>
                    <a:pt x="1" y="93"/>
                    <a:pt x="1" y="217"/>
                  </a:cubicBezTo>
                  <a:lnTo>
                    <a:pt x="1" y="525"/>
                  </a:lnTo>
                  <a:cubicBezTo>
                    <a:pt x="1" y="649"/>
                    <a:pt x="63" y="741"/>
                    <a:pt x="186" y="741"/>
                  </a:cubicBezTo>
                  <a:cubicBezTo>
                    <a:pt x="309" y="741"/>
                    <a:pt x="402" y="649"/>
                    <a:pt x="402" y="525"/>
                  </a:cubicBezTo>
                  <a:lnTo>
                    <a:pt x="402" y="217"/>
                  </a:lnTo>
                  <a:cubicBezTo>
                    <a:pt x="402" y="93"/>
                    <a:pt x="309"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6" name="Google Shape;13456;p88"/>
            <p:cNvSpPr/>
            <p:nvPr/>
          </p:nvSpPr>
          <p:spPr>
            <a:xfrm>
              <a:off x="5777113" y="3122456"/>
              <a:ext cx="10825" cy="18550"/>
            </a:xfrm>
            <a:custGeom>
              <a:rect b="b" l="l" r="r" t="t"/>
              <a:pathLst>
                <a:path extrusionOk="0" h="742" w="433">
                  <a:moveTo>
                    <a:pt x="216" y="1"/>
                  </a:moveTo>
                  <a:cubicBezTo>
                    <a:pt x="93" y="1"/>
                    <a:pt x="0" y="93"/>
                    <a:pt x="31" y="217"/>
                  </a:cubicBezTo>
                  <a:lnTo>
                    <a:pt x="31" y="525"/>
                  </a:lnTo>
                  <a:cubicBezTo>
                    <a:pt x="0" y="649"/>
                    <a:pt x="93" y="741"/>
                    <a:pt x="216" y="741"/>
                  </a:cubicBezTo>
                  <a:cubicBezTo>
                    <a:pt x="340" y="741"/>
                    <a:pt x="432" y="649"/>
                    <a:pt x="432" y="525"/>
                  </a:cubicBezTo>
                  <a:lnTo>
                    <a:pt x="432" y="217"/>
                  </a:lnTo>
                  <a:cubicBezTo>
                    <a:pt x="432" y="93"/>
                    <a:pt x="340" y="1"/>
                    <a:pt x="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7" name="Google Shape;13457;p88"/>
            <p:cNvSpPr/>
            <p:nvPr/>
          </p:nvSpPr>
          <p:spPr>
            <a:xfrm>
              <a:off x="5719238" y="3129756"/>
              <a:ext cx="35100" cy="15875"/>
            </a:xfrm>
            <a:custGeom>
              <a:rect b="b" l="l" r="r" t="t"/>
              <a:pathLst>
                <a:path extrusionOk="0" h="635" w="1404">
                  <a:moveTo>
                    <a:pt x="1113" y="1"/>
                  </a:moveTo>
                  <a:cubicBezTo>
                    <a:pt x="1060" y="1"/>
                    <a:pt x="1005" y="24"/>
                    <a:pt x="957" y="79"/>
                  </a:cubicBezTo>
                  <a:cubicBezTo>
                    <a:pt x="880" y="172"/>
                    <a:pt x="772" y="218"/>
                    <a:pt x="664" y="218"/>
                  </a:cubicBezTo>
                  <a:cubicBezTo>
                    <a:pt x="556" y="218"/>
                    <a:pt x="448" y="172"/>
                    <a:pt x="371" y="79"/>
                  </a:cubicBezTo>
                  <a:cubicBezTo>
                    <a:pt x="325" y="33"/>
                    <a:pt x="271" y="10"/>
                    <a:pt x="217" y="10"/>
                  </a:cubicBezTo>
                  <a:cubicBezTo>
                    <a:pt x="163" y="10"/>
                    <a:pt x="109" y="33"/>
                    <a:pt x="62" y="79"/>
                  </a:cubicBezTo>
                  <a:cubicBezTo>
                    <a:pt x="1" y="172"/>
                    <a:pt x="1" y="295"/>
                    <a:pt x="62" y="357"/>
                  </a:cubicBezTo>
                  <a:cubicBezTo>
                    <a:pt x="217" y="542"/>
                    <a:pt x="464" y="635"/>
                    <a:pt x="680" y="635"/>
                  </a:cubicBezTo>
                  <a:cubicBezTo>
                    <a:pt x="896" y="635"/>
                    <a:pt x="1112" y="511"/>
                    <a:pt x="1266" y="357"/>
                  </a:cubicBezTo>
                  <a:cubicBezTo>
                    <a:pt x="1404" y="196"/>
                    <a:pt x="1268" y="1"/>
                    <a:pt x="1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8" name="Google Shape;13458;p88"/>
            <p:cNvSpPr/>
            <p:nvPr/>
          </p:nvSpPr>
          <p:spPr>
            <a:xfrm>
              <a:off x="5597338" y="3157956"/>
              <a:ext cx="277775" cy="164350"/>
            </a:xfrm>
            <a:custGeom>
              <a:rect b="b" l="l" r="r" t="t"/>
              <a:pathLst>
                <a:path extrusionOk="0" h="6574" w="11111">
                  <a:moveTo>
                    <a:pt x="895" y="0"/>
                  </a:moveTo>
                  <a:cubicBezTo>
                    <a:pt x="402" y="0"/>
                    <a:pt x="0" y="402"/>
                    <a:pt x="0" y="926"/>
                  </a:cubicBezTo>
                  <a:lnTo>
                    <a:pt x="0" y="5648"/>
                  </a:lnTo>
                  <a:cubicBezTo>
                    <a:pt x="0" y="6142"/>
                    <a:pt x="402" y="6574"/>
                    <a:pt x="895" y="6574"/>
                  </a:cubicBezTo>
                  <a:lnTo>
                    <a:pt x="10185" y="6574"/>
                  </a:lnTo>
                  <a:cubicBezTo>
                    <a:pt x="10710" y="6574"/>
                    <a:pt x="11111" y="6173"/>
                    <a:pt x="11111" y="5648"/>
                  </a:cubicBezTo>
                  <a:lnTo>
                    <a:pt x="11111" y="4506"/>
                  </a:lnTo>
                  <a:cubicBezTo>
                    <a:pt x="11111" y="4383"/>
                    <a:pt x="11018" y="4290"/>
                    <a:pt x="10926" y="4290"/>
                  </a:cubicBezTo>
                  <a:cubicBezTo>
                    <a:pt x="10802" y="4290"/>
                    <a:pt x="10710" y="4383"/>
                    <a:pt x="10710" y="4506"/>
                  </a:cubicBezTo>
                  <a:lnTo>
                    <a:pt x="10710" y="5648"/>
                  </a:lnTo>
                  <a:cubicBezTo>
                    <a:pt x="10710" y="5926"/>
                    <a:pt x="10463" y="6173"/>
                    <a:pt x="10185" y="6173"/>
                  </a:cubicBezTo>
                  <a:lnTo>
                    <a:pt x="895" y="6173"/>
                  </a:lnTo>
                  <a:cubicBezTo>
                    <a:pt x="618" y="6142"/>
                    <a:pt x="402" y="5926"/>
                    <a:pt x="402" y="5648"/>
                  </a:cubicBezTo>
                  <a:lnTo>
                    <a:pt x="402" y="926"/>
                  </a:lnTo>
                  <a:cubicBezTo>
                    <a:pt x="402" y="648"/>
                    <a:pt x="618" y="402"/>
                    <a:pt x="895" y="402"/>
                  </a:cubicBezTo>
                  <a:lnTo>
                    <a:pt x="10185" y="402"/>
                  </a:lnTo>
                  <a:cubicBezTo>
                    <a:pt x="10463" y="402"/>
                    <a:pt x="10710" y="648"/>
                    <a:pt x="10710" y="926"/>
                  </a:cubicBezTo>
                  <a:lnTo>
                    <a:pt x="10710" y="3704"/>
                  </a:lnTo>
                  <a:cubicBezTo>
                    <a:pt x="10679" y="3796"/>
                    <a:pt x="10771" y="3889"/>
                    <a:pt x="10895" y="3889"/>
                  </a:cubicBezTo>
                  <a:cubicBezTo>
                    <a:pt x="11018" y="3889"/>
                    <a:pt x="11111" y="3796"/>
                    <a:pt x="11111" y="3704"/>
                  </a:cubicBezTo>
                  <a:lnTo>
                    <a:pt x="11111" y="926"/>
                  </a:lnTo>
                  <a:cubicBezTo>
                    <a:pt x="11111" y="402"/>
                    <a:pt x="10679" y="0"/>
                    <a:pt x="10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9" name="Google Shape;13459;p88"/>
            <p:cNvSpPr/>
            <p:nvPr/>
          </p:nvSpPr>
          <p:spPr>
            <a:xfrm>
              <a:off x="5685288" y="3189581"/>
              <a:ext cx="101100" cy="100325"/>
            </a:xfrm>
            <a:custGeom>
              <a:rect b="b" l="l" r="r" t="t"/>
              <a:pathLst>
                <a:path extrusionOk="0" h="4013" w="4044">
                  <a:moveTo>
                    <a:pt x="2377" y="402"/>
                  </a:moveTo>
                  <a:cubicBezTo>
                    <a:pt x="2408" y="402"/>
                    <a:pt x="2439" y="433"/>
                    <a:pt x="2439" y="464"/>
                  </a:cubicBezTo>
                  <a:lnTo>
                    <a:pt x="2439" y="1420"/>
                  </a:lnTo>
                  <a:cubicBezTo>
                    <a:pt x="2439" y="1513"/>
                    <a:pt x="2531" y="1605"/>
                    <a:pt x="2624" y="1605"/>
                  </a:cubicBezTo>
                  <a:lnTo>
                    <a:pt x="3581" y="1605"/>
                  </a:lnTo>
                  <a:cubicBezTo>
                    <a:pt x="3612" y="1605"/>
                    <a:pt x="3642" y="1636"/>
                    <a:pt x="3642" y="1667"/>
                  </a:cubicBezTo>
                  <a:lnTo>
                    <a:pt x="3642" y="2377"/>
                  </a:lnTo>
                  <a:cubicBezTo>
                    <a:pt x="3642" y="2408"/>
                    <a:pt x="3612" y="2439"/>
                    <a:pt x="3581" y="2439"/>
                  </a:cubicBezTo>
                  <a:lnTo>
                    <a:pt x="2624" y="2439"/>
                  </a:lnTo>
                  <a:cubicBezTo>
                    <a:pt x="2531" y="2439"/>
                    <a:pt x="2439" y="2500"/>
                    <a:pt x="2439" y="2624"/>
                  </a:cubicBezTo>
                  <a:lnTo>
                    <a:pt x="2439" y="3581"/>
                  </a:lnTo>
                  <a:cubicBezTo>
                    <a:pt x="2439" y="3611"/>
                    <a:pt x="2408" y="3611"/>
                    <a:pt x="2377" y="3611"/>
                  </a:cubicBezTo>
                  <a:lnTo>
                    <a:pt x="1667" y="3611"/>
                  </a:lnTo>
                  <a:cubicBezTo>
                    <a:pt x="1636" y="3611"/>
                    <a:pt x="1606" y="3611"/>
                    <a:pt x="1636" y="3581"/>
                  </a:cubicBezTo>
                  <a:lnTo>
                    <a:pt x="1636" y="2624"/>
                  </a:lnTo>
                  <a:cubicBezTo>
                    <a:pt x="1636" y="2500"/>
                    <a:pt x="1544" y="2439"/>
                    <a:pt x="1420" y="2439"/>
                  </a:cubicBezTo>
                  <a:lnTo>
                    <a:pt x="464" y="2439"/>
                  </a:lnTo>
                  <a:cubicBezTo>
                    <a:pt x="433" y="2439"/>
                    <a:pt x="433" y="2408"/>
                    <a:pt x="433" y="2377"/>
                  </a:cubicBezTo>
                  <a:lnTo>
                    <a:pt x="433" y="1667"/>
                  </a:lnTo>
                  <a:cubicBezTo>
                    <a:pt x="433" y="1636"/>
                    <a:pt x="433" y="1605"/>
                    <a:pt x="464" y="1605"/>
                  </a:cubicBezTo>
                  <a:lnTo>
                    <a:pt x="1420" y="1605"/>
                  </a:lnTo>
                  <a:cubicBezTo>
                    <a:pt x="1544" y="1605"/>
                    <a:pt x="1636" y="1513"/>
                    <a:pt x="1636" y="1420"/>
                  </a:cubicBezTo>
                  <a:lnTo>
                    <a:pt x="1636" y="464"/>
                  </a:lnTo>
                  <a:cubicBezTo>
                    <a:pt x="1606" y="433"/>
                    <a:pt x="1636" y="402"/>
                    <a:pt x="1667" y="402"/>
                  </a:cubicBezTo>
                  <a:close/>
                  <a:moveTo>
                    <a:pt x="1667" y="1"/>
                  </a:moveTo>
                  <a:cubicBezTo>
                    <a:pt x="1420" y="1"/>
                    <a:pt x="1204" y="217"/>
                    <a:pt x="1204" y="464"/>
                  </a:cubicBezTo>
                  <a:lnTo>
                    <a:pt x="1204" y="1204"/>
                  </a:lnTo>
                  <a:lnTo>
                    <a:pt x="464" y="1204"/>
                  </a:lnTo>
                  <a:cubicBezTo>
                    <a:pt x="217" y="1204"/>
                    <a:pt x="1" y="1420"/>
                    <a:pt x="1" y="1667"/>
                  </a:cubicBezTo>
                  <a:lnTo>
                    <a:pt x="1" y="2377"/>
                  </a:lnTo>
                  <a:cubicBezTo>
                    <a:pt x="32" y="2624"/>
                    <a:pt x="217" y="2840"/>
                    <a:pt x="464" y="2840"/>
                  </a:cubicBezTo>
                  <a:lnTo>
                    <a:pt x="1204" y="2840"/>
                  </a:lnTo>
                  <a:lnTo>
                    <a:pt x="1204" y="3581"/>
                  </a:lnTo>
                  <a:cubicBezTo>
                    <a:pt x="1204" y="3827"/>
                    <a:pt x="1420" y="4013"/>
                    <a:pt x="1667" y="4013"/>
                  </a:cubicBezTo>
                  <a:lnTo>
                    <a:pt x="2377" y="4013"/>
                  </a:lnTo>
                  <a:cubicBezTo>
                    <a:pt x="2624" y="4013"/>
                    <a:pt x="2840" y="3827"/>
                    <a:pt x="2840" y="3581"/>
                  </a:cubicBezTo>
                  <a:lnTo>
                    <a:pt x="2840" y="2840"/>
                  </a:lnTo>
                  <a:lnTo>
                    <a:pt x="3581" y="2840"/>
                  </a:lnTo>
                  <a:cubicBezTo>
                    <a:pt x="3828" y="2840"/>
                    <a:pt x="4044" y="2624"/>
                    <a:pt x="4044" y="2377"/>
                  </a:cubicBezTo>
                  <a:lnTo>
                    <a:pt x="4044" y="1667"/>
                  </a:lnTo>
                  <a:cubicBezTo>
                    <a:pt x="4044" y="1420"/>
                    <a:pt x="3828" y="1204"/>
                    <a:pt x="3581" y="1204"/>
                  </a:cubicBezTo>
                  <a:lnTo>
                    <a:pt x="2840" y="1204"/>
                  </a:lnTo>
                  <a:lnTo>
                    <a:pt x="2840" y="464"/>
                  </a:lnTo>
                  <a:cubicBezTo>
                    <a:pt x="2840" y="217"/>
                    <a:pt x="2624" y="1"/>
                    <a:pt x="23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0" name="Google Shape;13460;p88"/>
            <p:cNvSpPr/>
            <p:nvPr/>
          </p:nvSpPr>
          <p:spPr>
            <a:xfrm>
              <a:off x="5563388" y="3034481"/>
              <a:ext cx="345675" cy="321775"/>
            </a:xfrm>
            <a:custGeom>
              <a:rect b="b" l="l" r="r" t="t"/>
              <a:pathLst>
                <a:path extrusionOk="0" h="12871" w="13827">
                  <a:moveTo>
                    <a:pt x="7963" y="1452"/>
                  </a:moveTo>
                  <a:cubicBezTo>
                    <a:pt x="7994" y="1452"/>
                    <a:pt x="7994" y="1483"/>
                    <a:pt x="7994" y="1483"/>
                  </a:cubicBezTo>
                  <a:lnTo>
                    <a:pt x="7994" y="2223"/>
                  </a:lnTo>
                  <a:lnTo>
                    <a:pt x="5803" y="2223"/>
                  </a:lnTo>
                  <a:lnTo>
                    <a:pt x="5803" y="1483"/>
                  </a:lnTo>
                  <a:cubicBezTo>
                    <a:pt x="5803" y="1483"/>
                    <a:pt x="5803" y="1452"/>
                    <a:pt x="5833" y="1452"/>
                  </a:cubicBezTo>
                  <a:close/>
                  <a:moveTo>
                    <a:pt x="7963" y="403"/>
                  </a:moveTo>
                  <a:cubicBezTo>
                    <a:pt x="8580" y="403"/>
                    <a:pt x="9074" y="896"/>
                    <a:pt x="9074" y="1483"/>
                  </a:cubicBezTo>
                  <a:lnTo>
                    <a:pt x="9074" y="2223"/>
                  </a:lnTo>
                  <a:lnTo>
                    <a:pt x="8395" y="2223"/>
                  </a:lnTo>
                  <a:lnTo>
                    <a:pt x="8395" y="1483"/>
                  </a:lnTo>
                  <a:cubicBezTo>
                    <a:pt x="8395" y="1267"/>
                    <a:pt x="8210" y="1051"/>
                    <a:pt x="7963" y="1051"/>
                  </a:cubicBezTo>
                  <a:lnTo>
                    <a:pt x="5833" y="1051"/>
                  </a:lnTo>
                  <a:cubicBezTo>
                    <a:pt x="5587" y="1051"/>
                    <a:pt x="5401" y="1267"/>
                    <a:pt x="5401" y="1483"/>
                  </a:cubicBezTo>
                  <a:lnTo>
                    <a:pt x="5401" y="2223"/>
                  </a:lnTo>
                  <a:lnTo>
                    <a:pt x="4722" y="2223"/>
                  </a:lnTo>
                  <a:lnTo>
                    <a:pt x="4722" y="1483"/>
                  </a:lnTo>
                  <a:cubicBezTo>
                    <a:pt x="4722" y="896"/>
                    <a:pt x="5216" y="403"/>
                    <a:pt x="5833" y="403"/>
                  </a:cubicBezTo>
                  <a:close/>
                  <a:moveTo>
                    <a:pt x="3550" y="2933"/>
                  </a:moveTo>
                  <a:lnTo>
                    <a:pt x="3550" y="3551"/>
                  </a:lnTo>
                  <a:cubicBezTo>
                    <a:pt x="3550" y="3612"/>
                    <a:pt x="3488" y="3674"/>
                    <a:pt x="3426" y="3674"/>
                  </a:cubicBezTo>
                  <a:lnTo>
                    <a:pt x="2068" y="3674"/>
                  </a:lnTo>
                  <a:cubicBezTo>
                    <a:pt x="1976" y="3674"/>
                    <a:pt x="1914" y="3612"/>
                    <a:pt x="1914" y="3551"/>
                  </a:cubicBezTo>
                  <a:lnTo>
                    <a:pt x="1914" y="2933"/>
                  </a:lnTo>
                  <a:close/>
                  <a:moveTo>
                    <a:pt x="11882" y="2933"/>
                  </a:moveTo>
                  <a:lnTo>
                    <a:pt x="11882" y="3551"/>
                  </a:lnTo>
                  <a:cubicBezTo>
                    <a:pt x="11882" y="3612"/>
                    <a:pt x="11852" y="3674"/>
                    <a:pt x="11759" y="3674"/>
                  </a:cubicBezTo>
                  <a:lnTo>
                    <a:pt x="10401" y="3674"/>
                  </a:lnTo>
                  <a:cubicBezTo>
                    <a:pt x="10308" y="3674"/>
                    <a:pt x="10278" y="3612"/>
                    <a:pt x="10278" y="3551"/>
                  </a:cubicBezTo>
                  <a:lnTo>
                    <a:pt x="10278" y="2933"/>
                  </a:lnTo>
                  <a:close/>
                  <a:moveTo>
                    <a:pt x="8018" y="0"/>
                  </a:moveTo>
                  <a:cubicBezTo>
                    <a:pt x="7999" y="0"/>
                    <a:pt x="7981" y="1"/>
                    <a:pt x="7963" y="1"/>
                  </a:cubicBezTo>
                  <a:lnTo>
                    <a:pt x="5833" y="1"/>
                  </a:lnTo>
                  <a:cubicBezTo>
                    <a:pt x="5000" y="1"/>
                    <a:pt x="4321" y="650"/>
                    <a:pt x="4321" y="1483"/>
                  </a:cubicBezTo>
                  <a:lnTo>
                    <a:pt x="4321" y="2223"/>
                  </a:lnTo>
                  <a:lnTo>
                    <a:pt x="4043" y="2223"/>
                  </a:lnTo>
                  <a:cubicBezTo>
                    <a:pt x="3858" y="2223"/>
                    <a:pt x="3673" y="2347"/>
                    <a:pt x="3581" y="2532"/>
                  </a:cubicBezTo>
                  <a:lnTo>
                    <a:pt x="1883" y="2532"/>
                  </a:lnTo>
                  <a:cubicBezTo>
                    <a:pt x="1791" y="2347"/>
                    <a:pt x="1605" y="2223"/>
                    <a:pt x="1420" y="2223"/>
                  </a:cubicBezTo>
                  <a:lnTo>
                    <a:pt x="525" y="2223"/>
                  </a:lnTo>
                  <a:cubicBezTo>
                    <a:pt x="217" y="2223"/>
                    <a:pt x="1" y="2440"/>
                    <a:pt x="1" y="2717"/>
                  </a:cubicBezTo>
                  <a:lnTo>
                    <a:pt x="1" y="6266"/>
                  </a:lnTo>
                  <a:cubicBezTo>
                    <a:pt x="1" y="6359"/>
                    <a:pt x="93" y="6452"/>
                    <a:pt x="217" y="6452"/>
                  </a:cubicBezTo>
                  <a:cubicBezTo>
                    <a:pt x="309" y="6452"/>
                    <a:pt x="402" y="6359"/>
                    <a:pt x="402" y="6266"/>
                  </a:cubicBezTo>
                  <a:lnTo>
                    <a:pt x="402" y="2717"/>
                  </a:lnTo>
                  <a:cubicBezTo>
                    <a:pt x="402" y="2656"/>
                    <a:pt x="463" y="2625"/>
                    <a:pt x="494" y="2625"/>
                  </a:cubicBezTo>
                  <a:lnTo>
                    <a:pt x="1389" y="2625"/>
                  </a:lnTo>
                  <a:cubicBezTo>
                    <a:pt x="1451" y="2625"/>
                    <a:pt x="1513" y="2656"/>
                    <a:pt x="1513" y="2717"/>
                  </a:cubicBezTo>
                  <a:lnTo>
                    <a:pt x="1513" y="3551"/>
                  </a:lnTo>
                  <a:cubicBezTo>
                    <a:pt x="1513" y="3828"/>
                    <a:pt x="1760" y="4075"/>
                    <a:pt x="2037" y="4075"/>
                  </a:cubicBezTo>
                  <a:lnTo>
                    <a:pt x="3426" y="4075"/>
                  </a:lnTo>
                  <a:cubicBezTo>
                    <a:pt x="3704" y="4075"/>
                    <a:pt x="3951" y="3828"/>
                    <a:pt x="3951" y="3551"/>
                  </a:cubicBezTo>
                  <a:lnTo>
                    <a:pt x="3951" y="2717"/>
                  </a:lnTo>
                  <a:cubicBezTo>
                    <a:pt x="3951" y="2656"/>
                    <a:pt x="4013" y="2625"/>
                    <a:pt x="4043" y="2625"/>
                  </a:cubicBezTo>
                  <a:lnTo>
                    <a:pt x="9784" y="2625"/>
                  </a:lnTo>
                  <a:cubicBezTo>
                    <a:pt x="9815" y="2625"/>
                    <a:pt x="9876" y="2656"/>
                    <a:pt x="9876" y="2717"/>
                  </a:cubicBezTo>
                  <a:lnTo>
                    <a:pt x="9876" y="3551"/>
                  </a:lnTo>
                  <a:cubicBezTo>
                    <a:pt x="9876" y="3828"/>
                    <a:pt x="10123" y="4075"/>
                    <a:pt x="10401" y="4075"/>
                  </a:cubicBezTo>
                  <a:lnTo>
                    <a:pt x="11790" y="4075"/>
                  </a:lnTo>
                  <a:cubicBezTo>
                    <a:pt x="12068" y="4075"/>
                    <a:pt x="12314" y="3828"/>
                    <a:pt x="12314" y="3551"/>
                  </a:cubicBezTo>
                  <a:lnTo>
                    <a:pt x="12314" y="2717"/>
                  </a:lnTo>
                  <a:cubicBezTo>
                    <a:pt x="12314" y="2656"/>
                    <a:pt x="12376" y="2625"/>
                    <a:pt x="12407" y="2625"/>
                  </a:cubicBezTo>
                  <a:lnTo>
                    <a:pt x="13302" y="2625"/>
                  </a:lnTo>
                  <a:cubicBezTo>
                    <a:pt x="13364" y="2625"/>
                    <a:pt x="13425" y="2656"/>
                    <a:pt x="13425" y="2717"/>
                  </a:cubicBezTo>
                  <a:lnTo>
                    <a:pt x="13425" y="11698"/>
                  </a:lnTo>
                  <a:cubicBezTo>
                    <a:pt x="13425" y="12099"/>
                    <a:pt x="13086" y="12439"/>
                    <a:pt x="12685" y="12439"/>
                  </a:cubicBezTo>
                  <a:lnTo>
                    <a:pt x="1142" y="12439"/>
                  </a:lnTo>
                  <a:cubicBezTo>
                    <a:pt x="741" y="12439"/>
                    <a:pt x="402" y="12099"/>
                    <a:pt x="402" y="11698"/>
                  </a:cubicBezTo>
                  <a:lnTo>
                    <a:pt x="402" y="7069"/>
                  </a:lnTo>
                  <a:cubicBezTo>
                    <a:pt x="402" y="6976"/>
                    <a:pt x="309" y="6884"/>
                    <a:pt x="186" y="6884"/>
                  </a:cubicBezTo>
                  <a:cubicBezTo>
                    <a:pt x="93" y="6884"/>
                    <a:pt x="1" y="6945"/>
                    <a:pt x="1" y="7069"/>
                  </a:cubicBezTo>
                  <a:lnTo>
                    <a:pt x="1" y="11698"/>
                  </a:lnTo>
                  <a:cubicBezTo>
                    <a:pt x="1" y="12346"/>
                    <a:pt x="525" y="12871"/>
                    <a:pt x="1142" y="12871"/>
                  </a:cubicBezTo>
                  <a:lnTo>
                    <a:pt x="1142" y="12840"/>
                  </a:lnTo>
                  <a:lnTo>
                    <a:pt x="12654" y="12840"/>
                  </a:lnTo>
                  <a:cubicBezTo>
                    <a:pt x="13302" y="12840"/>
                    <a:pt x="13827" y="12346"/>
                    <a:pt x="13827" y="11698"/>
                  </a:cubicBezTo>
                  <a:lnTo>
                    <a:pt x="13827" y="2717"/>
                  </a:lnTo>
                  <a:cubicBezTo>
                    <a:pt x="13827" y="2440"/>
                    <a:pt x="13580" y="2223"/>
                    <a:pt x="13302" y="2223"/>
                  </a:cubicBezTo>
                  <a:lnTo>
                    <a:pt x="12407" y="2223"/>
                  </a:lnTo>
                  <a:cubicBezTo>
                    <a:pt x="12222" y="2223"/>
                    <a:pt x="12037" y="2347"/>
                    <a:pt x="11944" y="2532"/>
                  </a:cubicBezTo>
                  <a:lnTo>
                    <a:pt x="10216" y="2532"/>
                  </a:lnTo>
                  <a:cubicBezTo>
                    <a:pt x="10154" y="2316"/>
                    <a:pt x="9969" y="2223"/>
                    <a:pt x="9753" y="2223"/>
                  </a:cubicBezTo>
                  <a:lnTo>
                    <a:pt x="9475" y="2223"/>
                  </a:lnTo>
                  <a:lnTo>
                    <a:pt x="9475" y="1483"/>
                  </a:lnTo>
                  <a:cubicBezTo>
                    <a:pt x="9475" y="668"/>
                    <a:pt x="8826" y="0"/>
                    <a:pt x="80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1" name="Google Shape;13461;p88"/>
          <p:cNvGrpSpPr/>
          <p:nvPr/>
        </p:nvGrpSpPr>
        <p:grpSpPr>
          <a:xfrm>
            <a:off x="7028425" y="2319150"/>
            <a:ext cx="348750" cy="345050"/>
            <a:chOff x="4806513" y="3022356"/>
            <a:chExt cx="348750" cy="345050"/>
          </a:xfrm>
        </p:grpSpPr>
        <p:sp>
          <p:nvSpPr>
            <p:cNvPr id="13462" name="Google Shape;13462;p88"/>
            <p:cNvSpPr/>
            <p:nvPr/>
          </p:nvSpPr>
          <p:spPr>
            <a:xfrm>
              <a:off x="4929188" y="3221606"/>
              <a:ext cx="19225" cy="17050"/>
            </a:xfrm>
            <a:custGeom>
              <a:rect b="b" l="l" r="r" t="t"/>
              <a:pathLst>
                <a:path extrusionOk="0" h="682" w="769">
                  <a:moveTo>
                    <a:pt x="216" y="0"/>
                  </a:moveTo>
                  <a:cubicBezTo>
                    <a:pt x="162" y="0"/>
                    <a:pt x="108" y="16"/>
                    <a:pt x="62" y="47"/>
                  </a:cubicBezTo>
                  <a:cubicBezTo>
                    <a:pt x="0" y="139"/>
                    <a:pt x="0" y="263"/>
                    <a:pt x="62" y="355"/>
                  </a:cubicBezTo>
                  <a:lnTo>
                    <a:pt x="370" y="633"/>
                  </a:lnTo>
                  <a:cubicBezTo>
                    <a:pt x="411" y="667"/>
                    <a:pt x="455" y="682"/>
                    <a:pt x="497" y="682"/>
                  </a:cubicBezTo>
                  <a:cubicBezTo>
                    <a:pt x="645" y="682"/>
                    <a:pt x="769" y="500"/>
                    <a:pt x="648" y="355"/>
                  </a:cubicBezTo>
                  <a:lnTo>
                    <a:pt x="370" y="47"/>
                  </a:lnTo>
                  <a:cubicBezTo>
                    <a:pt x="324" y="16"/>
                    <a:pt x="270" y="0"/>
                    <a:pt x="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3" name="Google Shape;13463;p88"/>
            <p:cNvSpPr/>
            <p:nvPr/>
          </p:nvSpPr>
          <p:spPr>
            <a:xfrm>
              <a:off x="5007888" y="3142906"/>
              <a:ext cx="17750" cy="17000"/>
            </a:xfrm>
            <a:custGeom>
              <a:rect b="b" l="l" r="r" t="t"/>
              <a:pathLst>
                <a:path extrusionOk="0" h="680" w="710">
                  <a:moveTo>
                    <a:pt x="212" y="1"/>
                  </a:moveTo>
                  <a:cubicBezTo>
                    <a:pt x="162" y="1"/>
                    <a:pt x="108" y="16"/>
                    <a:pt x="62" y="47"/>
                  </a:cubicBezTo>
                  <a:cubicBezTo>
                    <a:pt x="0" y="139"/>
                    <a:pt x="0" y="263"/>
                    <a:pt x="62" y="355"/>
                  </a:cubicBezTo>
                  <a:lnTo>
                    <a:pt x="339" y="633"/>
                  </a:lnTo>
                  <a:cubicBezTo>
                    <a:pt x="386" y="664"/>
                    <a:pt x="440" y="679"/>
                    <a:pt x="494" y="679"/>
                  </a:cubicBezTo>
                  <a:cubicBezTo>
                    <a:pt x="548" y="679"/>
                    <a:pt x="602" y="664"/>
                    <a:pt x="648" y="633"/>
                  </a:cubicBezTo>
                  <a:cubicBezTo>
                    <a:pt x="710" y="541"/>
                    <a:pt x="710" y="417"/>
                    <a:pt x="648" y="355"/>
                  </a:cubicBezTo>
                  <a:lnTo>
                    <a:pt x="339" y="47"/>
                  </a:lnTo>
                  <a:cubicBezTo>
                    <a:pt x="309" y="16"/>
                    <a:pt x="262" y="1"/>
                    <a:pt x="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4" name="Google Shape;13464;p88"/>
            <p:cNvSpPr/>
            <p:nvPr/>
          </p:nvSpPr>
          <p:spPr>
            <a:xfrm>
              <a:off x="4966213" y="3179156"/>
              <a:ext cx="29700" cy="29100"/>
            </a:xfrm>
            <a:custGeom>
              <a:rect b="b" l="l" r="r" t="t"/>
              <a:pathLst>
                <a:path extrusionOk="0" h="1164" w="1188">
                  <a:moveTo>
                    <a:pt x="971" y="0"/>
                  </a:moveTo>
                  <a:cubicBezTo>
                    <a:pt x="848" y="0"/>
                    <a:pt x="723" y="70"/>
                    <a:pt x="772" y="202"/>
                  </a:cubicBezTo>
                  <a:cubicBezTo>
                    <a:pt x="772" y="356"/>
                    <a:pt x="710" y="479"/>
                    <a:pt x="618" y="572"/>
                  </a:cubicBezTo>
                  <a:cubicBezTo>
                    <a:pt x="494" y="695"/>
                    <a:pt x="371" y="757"/>
                    <a:pt x="217" y="757"/>
                  </a:cubicBezTo>
                  <a:lnTo>
                    <a:pt x="186" y="788"/>
                  </a:lnTo>
                  <a:cubicBezTo>
                    <a:pt x="0" y="819"/>
                    <a:pt x="0" y="1097"/>
                    <a:pt x="155" y="1158"/>
                  </a:cubicBezTo>
                  <a:cubicBezTo>
                    <a:pt x="183" y="1162"/>
                    <a:pt x="212" y="1163"/>
                    <a:pt x="240" y="1163"/>
                  </a:cubicBezTo>
                  <a:cubicBezTo>
                    <a:pt x="483" y="1163"/>
                    <a:pt x="702" y="1047"/>
                    <a:pt x="895" y="881"/>
                  </a:cubicBezTo>
                  <a:cubicBezTo>
                    <a:pt x="1081" y="695"/>
                    <a:pt x="1173" y="449"/>
                    <a:pt x="1173" y="171"/>
                  </a:cubicBezTo>
                  <a:cubicBezTo>
                    <a:pt x="1188" y="55"/>
                    <a:pt x="1080" y="0"/>
                    <a:pt x="9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5" name="Google Shape;13465;p88"/>
            <p:cNvSpPr/>
            <p:nvPr/>
          </p:nvSpPr>
          <p:spPr>
            <a:xfrm>
              <a:off x="4856663" y="3071531"/>
              <a:ext cx="267750" cy="266225"/>
            </a:xfrm>
            <a:custGeom>
              <a:rect b="b" l="l" r="r" t="t"/>
              <a:pathLst>
                <a:path extrusionOk="0" h="10649" w="10710">
                  <a:moveTo>
                    <a:pt x="7854" y="1"/>
                  </a:moveTo>
                  <a:cubicBezTo>
                    <a:pt x="7692" y="1"/>
                    <a:pt x="7530" y="63"/>
                    <a:pt x="7407" y="186"/>
                  </a:cubicBezTo>
                  <a:lnTo>
                    <a:pt x="6697" y="896"/>
                  </a:lnTo>
                  <a:cubicBezTo>
                    <a:pt x="6635" y="958"/>
                    <a:pt x="6635" y="1081"/>
                    <a:pt x="6697" y="1174"/>
                  </a:cubicBezTo>
                  <a:cubicBezTo>
                    <a:pt x="6743" y="1220"/>
                    <a:pt x="6797" y="1243"/>
                    <a:pt x="6851" y="1243"/>
                  </a:cubicBezTo>
                  <a:cubicBezTo>
                    <a:pt x="6905" y="1243"/>
                    <a:pt x="6959" y="1220"/>
                    <a:pt x="7006" y="1174"/>
                  </a:cubicBezTo>
                  <a:lnTo>
                    <a:pt x="7685" y="464"/>
                  </a:lnTo>
                  <a:cubicBezTo>
                    <a:pt x="7731" y="417"/>
                    <a:pt x="7793" y="394"/>
                    <a:pt x="7854" y="394"/>
                  </a:cubicBezTo>
                  <a:cubicBezTo>
                    <a:pt x="7916" y="394"/>
                    <a:pt x="7978" y="417"/>
                    <a:pt x="8024" y="464"/>
                  </a:cubicBezTo>
                  <a:lnTo>
                    <a:pt x="9135" y="1575"/>
                  </a:lnTo>
                  <a:cubicBezTo>
                    <a:pt x="10154" y="2624"/>
                    <a:pt x="10277" y="3241"/>
                    <a:pt x="10277" y="3426"/>
                  </a:cubicBezTo>
                  <a:cubicBezTo>
                    <a:pt x="10277" y="3612"/>
                    <a:pt x="10215" y="3766"/>
                    <a:pt x="10123" y="3859"/>
                  </a:cubicBezTo>
                  <a:cubicBezTo>
                    <a:pt x="9722" y="4167"/>
                    <a:pt x="9228" y="4321"/>
                    <a:pt x="8734" y="4321"/>
                  </a:cubicBezTo>
                  <a:cubicBezTo>
                    <a:pt x="8663" y="4318"/>
                    <a:pt x="8592" y="4316"/>
                    <a:pt x="8521" y="4316"/>
                  </a:cubicBezTo>
                  <a:cubicBezTo>
                    <a:pt x="6149" y="4316"/>
                    <a:pt x="4232" y="6306"/>
                    <a:pt x="4352" y="8704"/>
                  </a:cubicBezTo>
                  <a:cubicBezTo>
                    <a:pt x="4382" y="9198"/>
                    <a:pt x="4228" y="9691"/>
                    <a:pt x="3920" y="10062"/>
                  </a:cubicBezTo>
                  <a:cubicBezTo>
                    <a:pt x="3796" y="10185"/>
                    <a:pt x="3642" y="10247"/>
                    <a:pt x="3487" y="10247"/>
                  </a:cubicBezTo>
                  <a:cubicBezTo>
                    <a:pt x="3271" y="10247"/>
                    <a:pt x="2654" y="10123"/>
                    <a:pt x="1605" y="9074"/>
                  </a:cubicBezTo>
                  <a:lnTo>
                    <a:pt x="494" y="7963"/>
                  </a:lnTo>
                  <a:cubicBezTo>
                    <a:pt x="432" y="7901"/>
                    <a:pt x="432" y="7747"/>
                    <a:pt x="494" y="7654"/>
                  </a:cubicBezTo>
                  <a:lnTo>
                    <a:pt x="6450" y="1729"/>
                  </a:lnTo>
                  <a:cubicBezTo>
                    <a:pt x="6543" y="1636"/>
                    <a:pt x="6543" y="1513"/>
                    <a:pt x="6450" y="1420"/>
                  </a:cubicBezTo>
                  <a:cubicBezTo>
                    <a:pt x="6404" y="1390"/>
                    <a:pt x="6350" y="1374"/>
                    <a:pt x="6300" y="1374"/>
                  </a:cubicBezTo>
                  <a:cubicBezTo>
                    <a:pt x="6250" y="1374"/>
                    <a:pt x="6203" y="1390"/>
                    <a:pt x="6172" y="1420"/>
                  </a:cubicBezTo>
                  <a:lnTo>
                    <a:pt x="247" y="7377"/>
                  </a:lnTo>
                  <a:cubicBezTo>
                    <a:pt x="0" y="7624"/>
                    <a:pt x="0" y="7994"/>
                    <a:pt x="247" y="8241"/>
                  </a:cubicBezTo>
                  <a:lnTo>
                    <a:pt x="1358" y="9352"/>
                  </a:lnTo>
                  <a:cubicBezTo>
                    <a:pt x="2376" y="10401"/>
                    <a:pt x="3086" y="10648"/>
                    <a:pt x="3487" y="10648"/>
                  </a:cubicBezTo>
                  <a:cubicBezTo>
                    <a:pt x="3734" y="10648"/>
                    <a:pt x="4012" y="10555"/>
                    <a:pt x="4197" y="10370"/>
                  </a:cubicBezTo>
                  <a:cubicBezTo>
                    <a:pt x="4599" y="9907"/>
                    <a:pt x="4784" y="9321"/>
                    <a:pt x="4753" y="8704"/>
                  </a:cubicBezTo>
                  <a:cubicBezTo>
                    <a:pt x="4633" y="6522"/>
                    <a:pt x="6395" y="4717"/>
                    <a:pt x="8552" y="4717"/>
                  </a:cubicBezTo>
                  <a:cubicBezTo>
                    <a:pt x="8623" y="4717"/>
                    <a:pt x="8694" y="4719"/>
                    <a:pt x="8765" y="4723"/>
                  </a:cubicBezTo>
                  <a:cubicBezTo>
                    <a:pt x="8802" y="4725"/>
                    <a:pt x="8839" y="4726"/>
                    <a:pt x="8876" y="4726"/>
                  </a:cubicBezTo>
                  <a:cubicBezTo>
                    <a:pt x="9429" y="4726"/>
                    <a:pt x="9996" y="4514"/>
                    <a:pt x="10401" y="4167"/>
                  </a:cubicBezTo>
                  <a:cubicBezTo>
                    <a:pt x="10617" y="3951"/>
                    <a:pt x="10709" y="3704"/>
                    <a:pt x="10709" y="3426"/>
                  </a:cubicBezTo>
                  <a:cubicBezTo>
                    <a:pt x="10709" y="3056"/>
                    <a:pt x="10462" y="2346"/>
                    <a:pt x="9413" y="1297"/>
                  </a:cubicBezTo>
                  <a:lnTo>
                    <a:pt x="8302" y="186"/>
                  </a:lnTo>
                  <a:cubicBezTo>
                    <a:pt x="8178" y="63"/>
                    <a:pt x="8016" y="1"/>
                    <a:pt x="78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6" name="Google Shape;13466;p88"/>
            <p:cNvSpPr/>
            <p:nvPr/>
          </p:nvSpPr>
          <p:spPr>
            <a:xfrm>
              <a:off x="4806513" y="3022356"/>
              <a:ext cx="348750" cy="345050"/>
            </a:xfrm>
            <a:custGeom>
              <a:rect b="b" l="l" r="r" t="t"/>
              <a:pathLst>
                <a:path extrusionOk="0" h="13802" w="13950">
                  <a:moveTo>
                    <a:pt x="11666" y="394"/>
                  </a:moveTo>
                  <a:cubicBezTo>
                    <a:pt x="11820" y="394"/>
                    <a:pt x="11974" y="456"/>
                    <a:pt x="12098" y="579"/>
                  </a:cubicBezTo>
                  <a:lnTo>
                    <a:pt x="13178" y="1659"/>
                  </a:lnTo>
                  <a:cubicBezTo>
                    <a:pt x="13425" y="1875"/>
                    <a:pt x="13425" y="2276"/>
                    <a:pt x="13178" y="2523"/>
                  </a:cubicBezTo>
                  <a:lnTo>
                    <a:pt x="12746" y="2955"/>
                  </a:lnTo>
                  <a:cubicBezTo>
                    <a:pt x="12777" y="2925"/>
                    <a:pt x="11604" y="1752"/>
                    <a:pt x="11512" y="1659"/>
                  </a:cubicBezTo>
                  <a:lnTo>
                    <a:pt x="10833" y="980"/>
                  </a:lnTo>
                  <a:lnTo>
                    <a:pt x="11234" y="610"/>
                  </a:lnTo>
                  <a:lnTo>
                    <a:pt x="11234" y="579"/>
                  </a:lnTo>
                  <a:cubicBezTo>
                    <a:pt x="11357" y="456"/>
                    <a:pt x="11512" y="394"/>
                    <a:pt x="11666" y="394"/>
                  </a:cubicBezTo>
                  <a:close/>
                  <a:moveTo>
                    <a:pt x="1080" y="10763"/>
                  </a:moveTo>
                  <a:lnTo>
                    <a:pt x="2531" y="12183"/>
                  </a:lnTo>
                  <a:cubicBezTo>
                    <a:pt x="2680" y="12363"/>
                    <a:pt x="2859" y="12513"/>
                    <a:pt x="3039" y="12663"/>
                  </a:cubicBezTo>
                  <a:lnTo>
                    <a:pt x="3039" y="12663"/>
                  </a:lnTo>
                  <a:lnTo>
                    <a:pt x="2623" y="13078"/>
                  </a:lnTo>
                  <a:cubicBezTo>
                    <a:pt x="2500" y="13201"/>
                    <a:pt x="2346" y="13263"/>
                    <a:pt x="2191" y="13263"/>
                  </a:cubicBezTo>
                  <a:cubicBezTo>
                    <a:pt x="2037" y="13263"/>
                    <a:pt x="1883" y="13201"/>
                    <a:pt x="1759" y="13078"/>
                  </a:cubicBezTo>
                  <a:lnTo>
                    <a:pt x="710" y="11998"/>
                  </a:lnTo>
                  <a:cubicBezTo>
                    <a:pt x="463" y="11751"/>
                    <a:pt x="463" y="11381"/>
                    <a:pt x="710" y="11134"/>
                  </a:cubicBezTo>
                  <a:lnTo>
                    <a:pt x="1080" y="10763"/>
                  </a:lnTo>
                  <a:close/>
                  <a:moveTo>
                    <a:pt x="11666" y="0"/>
                  </a:moveTo>
                  <a:cubicBezTo>
                    <a:pt x="11411" y="0"/>
                    <a:pt x="11157" y="101"/>
                    <a:pt x="10956" y="301"/>
                  </a:cubicBezTo>
                  <a:lnTo>
                    <a:pt x="10524" y="702"/>
                  </a:lnTo>
                  <a:cubicBezTo>
                    <a:pt x="10324" y="569"/>
                    <a:pt x="10095" y="505"/>
                    <a:pt x="9870" y="505"/>
                  </a:cubicBezTo>
                  <a:cubicBezTo>
                    <a:pt x="9574" y="505"/>
                    <a:pt x="9284" y="616"/>
                    <a:pt x="9073" y="826"/>
                  </a:cubicBezTo>
                  <a:lnTo>
                    <a:pt x="926" y="8973"/>
                  </a:lnTo>
                  <a:cubicBezTo>
                    <a:pt x="556" y="9375"/>
                    <a:pt x="494" y="9961"/>
                    <a:pt x="802" y="10424"/>
                  </a:cubicBezTo>
                  <a:lnTo>
                    <a:pt x="401" y="10856"/>
                  </a:lnTo>
                  <a:cubicBezTo>
                    <a:pt x="0" y="11257"/>
                    <a:pt x="0" y="11905"/>
                    <a:pt x="401" y="12306"/>
                  </a:cubicBezTo>
                  <a:lnTo>
                    <a:pt x="1451" y="13356"/>
                  </a:lnTo>
                  <a:cubicBezTo>
                    <a:pt x="1651" y="13556"/>
                    <a:pt x="1914" y="13657"/>
                    <a:pt x="2176" y="13657"/>
                  </a:cubicBezTo>
                  <a:cubicBezTo>
                    <a:pt x="2438" y="13657"/>
                    <a:pt x="2700" y="13556"/>
                    <a:pt x="2901" y="13356"/>
                  </a:cubicBezTo>
                  <a:lnTo>
                    <a:pt x="3364" y="12924"/>
                  </a:lnTo>
                  <a:cubicBezTo>
                    <a:pt x="3889" y="13387"/>
                    <a:pt x="4568" y="13695"/>
                    <a:pt x="5277" y="13788"/>
                  </a:cubicBezTo>
                  <a:cubicBezTo>
                    <a:pt x="5358" y="13797"/>
                    <a:pt x="5438" y="13801"/>
                    <a:pt x="5518" y="13801"/>
                  </a:cubicBezTo>
                  <a:cubicBezTo>
                    <a:pt x="5991" y="13801"/>
                    <a:pt x="6451" y="13646"/>
                    <a:pt x="6821" y="13356"/>
                  </a:cubicBezTo>
                  <a:cubicBezTo>
                    <a:pt x="6913" y="13263"/>
                    <a:pt x="6913" y="13140"/>
                    <a:pt x="6851" y="13078"/>
                  </a:cubicBezTo>
                  <a:cubicBezTo>
                    <a:pt x="6816" y="13024"/>
                    <a:pt x="6748" y="12991"/>
                    <a:pt x="6686" y="12991"/>
                  </a:cubicBezTo>
                  <a:cubicBezTo>
                    <a:pt x="6642" y="12991"/>
                    <a:pt x="6600" y="13008"/>
                    <a:pt x="6574" y="13047"/>
                  </a:cubicBezTo>
                  <a:cubicBezTo>
                    <a:pt x="6266" y="13278"/>
                    <a:pt x="5916" y="13402"/>
                    <a:pt x="5558" y="13402"/>
                  </a:cubicBezTo>
                  <a:cubicBezTo>
                    <a:pt x="5485" y="13402"/>
                    <a:pt x="5412" y="13397"/>
                    <a:pt x="5339" y="13387"/>
                  </a:cubicBezTo>
                  <a:cubicBezTo>
                    <a:pt x="4629" y="13263"/>
                    <a:pt x="3981" y="12955"/>
                    <a:pt x="3487" y="12492"/>
                  </a:cubicBezTo>
                  <a:cubicBezTo>
                    <a:pt x="3241" y="12306"/>
                    <a:pt x="3025" y="12090"/>
                    <a:pt x="2808" y="11874"/>
                  </a:cubicBezTo>
                  <a:lnTo>
                    <a:pt x="1235" y="10300"/>
                  </a:lnTo>
                  <a:cubicBezTo>
                    <a:pt x="957" y="10023"/>
                    <a:pt x="957" y="9560"/>
                    <a:pt x="1235" y="9251"/>
                  </a:cubicBezTo>
                  <a:lnTo>
                    <a:pt x="9351" y="1135"/>
                  </a:lnTo>
                  <a:cubicBezTo>
                    <a:pt x="9490" y="980"/>
                    <a:pt x="9675" y="903"/>
                    <a:pt x="9864" y="903"/>
                  </a:cubicBezTo>
                  <a:cubicBezTo>
                    <a:pt x="10053" y="903"/>
                    <a:pt x="10246" y="980"/>
                    <a:pt x="10401" y="1135"/>
                  </a:cubicBezTo>
                  <a:lnTo>
                    <a:pt x="11974" y="2708"/>
                  </a:lnTo>
                  <a:cubicBezTo>
                    <a:pt x="12715" y="3418"/>
                    <a:pt x="13610" y="4468"/>
                    <a:pt x="13487" y="5579"/>
                  </a:cubicBezTo>
                  <a:cubicBezTo>
                    <a:pt x="13456" y="6011"/>
                    <a:pt x="13240" y="6412"/>
                    <a:pt x="12900" y="6690"/>
                  </a:cubicBezTo>
                  <a:lnTo>
                    <a:pt x="12869" y="6690"/>
                  </a:lnTo>
                  <a:cubicBezTo>
                    <a:pt x="12384" y="7202"/>
                    <a:pt x="11734" y="7479"/>
                    <a:pt x="11063" y="7479"/>
                  </a:cubicBezTo>
                  <a:cubicBezTo>
                    <a:pt x="10966" y="7479"/>
                    <a:pt x="10868" y="7473"/>
                    <a:pt x="10771" y="7461"/>
                  </a:cubicBezTo>
                  <a:cubicBezTo>
                    <a:pt x="10701" y="7456"/>
                    <a:pt x="10632" y="7454"/>
                    <a:pt x="10563" y="7454"/>
                  </a:cubicBezTo>
                  <a:cubicBezTo>
                    <a:pt x="8836" y="7454"/>
                    <a:pt x="7443" y="8920"/>
                    <a:pt x="7561" y="10671"/>
                  </a:cubicBezTo>
                  <a:cubicBezTo>
                    <a:pt x="7623" y="11319"/>
                    <a:pt x="7438" y="11967"/>
                    <a:pt x="7067" y="12492"/>
                  </a:cubicBezTo>
                  <a:cubicBezTo>
                    <a:pt x="7006" y="12584"/>
                    <a:pt x="7006" y="12708"/>
                    <a:pt x="7098" y="12769"/>
                  </a:cubicBezTo>
                  <a:cubicBezTo>
                    <a:pt x="7140" y="12797"/>
                    <a:pt x="7188" y="12812"/>
                    <a:pt x="7233" y="12812"/>
                  </a:cubicBezTo>
                  <a:cubicBezTo>
                    <a:pt x="7289" y="12812"/>
                    <a:pt x="7342" y="12789"/>
                    <a:pt x="7376" y="12739"/>
                  </a:cubicBezTo>
                  <a:cubicBezTo>
                    <a:pt x="7839" y="12152"/>
                    <a:pt x="8024" y="11411"/>
                    <a:pt x="7962" y="10702"/>
                  </a:cubicBezTo>
                  <a:cubicBezTo>
                    <a:pt x="7901" y="9930"/>
                    <a:pt x="8178" y="9159"/>
                    <a:pt x="8734" y="8634"/>
                  </a:cubicBezTo>
                  <a:cubicBezTo>
                    <a:pt x="9475" y="7893"/>
                    <a:pt x="10092" y="7893"/>
                    <a:pt x="10771" y="7893"/>
                  </a:cubicBezTo>
                  <a:cubicBezTo>
                    <a:pt x="10846" y="7898"/>
                    <a:pt x="10920" y="7901"/>
                    <a:pt x="10995" y="7901"/>
                  </a:cubicBezTo>
                  <a:cubicBezTo>
                    <a:pt x="11809" y="7901"/>
                    <a:pt x="12582" y="7592"/>
                    <a:pt x="13147" y="6998"/>
                  </a:cubicBezTo>
                  <a:cubicBezTo>
                    <a:pt x="13579" y="6690"/>
                    <a:pt x="13826" y="6165"/>
                    <a:pt x="13888" y="5640"/>
                  </a:cubicBezTo>
                  <a:cubicBezTo>
                    <a:pt x="13950" y="4900"/>
                    <a:pt x="13672" y="4097"/>
                    <a:pt x="13024" y="3264"/>
                  </a:cubicBezTo>
                  <a:lnTo>
                    <a:pt x="13456" y="2801"/>
                  </a:lnTo>
                  <a:cubicBezTo>
                    <a:pt x="13857" y="2400"/>
                    <a:pt x="13857" y="1752"/>
                    <a:pt x="13456" y="1351"/>
                  </a:cubicBezTo>
                  <a:lnTo>
                    <a:pt x="12376" y="301"/>
                  </a:lnTo>
                  <a:cubicBezTo>
                    <a:pt x="12175" y="101"/>
                    <a:pt x="11920" y="0"/>
                    <a:pt x="11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7" name="Google Shape;13467;p88"/>
          <p:cNvGrpSpPr/>
          <p:nvPr/>
        </p:nvGrpSpPr>
        <p:grpSpPr>
          <a:xfrm>
            <a:off x="6248738" y="2318837"/>
            <a:ext cx="348750" cy="345675"/>
            <a:chOff x="4806513" y="2463556"/>
            <a:chExt cx="348750" cy="345675"/>
          </a:xfrm>
        </p:grpSpPr>
        <p:sp>
          <p:nvSpPr>
            <p:cNvPr id="13468" name="Google Shape;13468;p88"/>
            <p:cNvSpPr/>
            <p:nvPr/>
          </p:nvSpPr>
          <p:spPr>
            <a:xfrm>
              <a:off x="4966988" y="2641406"/>
              <a:ext cx="10050" cy="9275"/>
            </a:xfrm>
            <a:custGeom>
              <a:rect b="b" l="l" r="r" t="t"/>
              <a:pathLst>
                <a:path extrusionOk="0" h="371" w="402">
                  <a:moveTo>
                    <a:pt x="213" y="0"/>
                  </a:moveTo>
                  <a:cubicBezTo>
                    <a:pt x="162" y="0"/>
                    <a:pt x="108" y="16"/>
                    <a:pt x="62" y="47"/>
                  </a:cubicBezTo>
                  <a:cubicBezTo>
                    <a:pt x="0" y="139"/>
                    <a:pt x="0" y="263"/>
                    <a:pt x="62" y="325"/>
                  </a:cubicBezTo>
                  <a:cubicBezTo>
                    <a:pt x="108" y="355"/>
                    <a:pt x="162" y="371"/>
                    <a:pt x="213" y="371"/>
                  </a:cubicBezTo>
                  <a:cubicBezTo>
                    <a:pt x="263" y="371"/>
                    <a:pt x="309" y="355"/>
                    <a:pt x="340" y="325"/>
                  </a:cubicBezTo>
                  <a:cubicBezTo>
                    <a:pt x="402" y="263"/>
                    <a:pt x="402" y="139"/>
                    <a:pt x="340" y="47"/>
                  </a:cubicBezTo>
                  <a:cubicBezTo>
                    <a:pt x="309" y="16"/>
                    <a:pt x="263" y="0"/>
                    <a:pt x="2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9" name="Google Shape;13469;p88"/>
            <p:cNvSpPr/>
            <p:nvPr/>
          </p:nvSpPr>
          <p:spPr>
            <a:xfrm>
              <a:off x="4806513" y="2463556"/>
              <a:ext cx="348750" cy="345675"/>
            </a:xfrm>
            <a:custGeom>
              <a:rect b="b" l="l" r="r" t="t"/>
              <a:pathLst>
                <a:path extrusionOk="0" h="13827" w="13950">
                  <a:moveTo>
                    <a:pt x="13332" y="2871"/>
                  </a:moveTo>
                  <a:cubicBezTo>
                    <a:pt x="13394" y="2871"/>
                    <a:pt x="13425" y="2902"/>
                    <a:pt x="13456" y="2933"/>
                  </a:cubicBezTo>
                  <a:cubicBezTo>
                    <a:pt x="13487" y="2964"/>
                    <a:pt x="13518" y="3025"/>
                    <a:pt x="13518" y="3056"/>
                  </a:cubicBezTo>
                  <a:lnTo>
                    <a:pt x="13518" y="3828"/>
                  </a:lnTo>
                  <a:cubicBezTo>
                    <a:pt x="13518" y="3951"/>
                    <a:pt x="13487" y="4044"/>
                    <a:pt x="13425" y="4136"/>
                  </a:cubicBezTo>
                  <a:lnTo>
                    <a:pt x="11728" y="6852"/>
                  </a:lnTo>
                  <a:cubicBezTo>
                    <a:pt x="11635" y="6976"/>
                    <a:pt x="11512" y="7068"/>
                    <a:pt x="11326" y="7099"/>
                  </a:cubicBezTo>
                  <a:lnTo>
                    <a:pt x="9691" y="7377"/>
                  </a:lnTo>
                  <a:lnTo>
                    <a:pt x="9506" y="6235"/>
                  </a:lnTo>
                  <a:lnTo>
                    <a:pt x="10771" y="5988"/>
                  </a:lnTo>
                  <a:cubicBezTo>
                    <a:pt x="10833" y="5988"/>
                    <a:pt x="10863" y="5957"/>
                    <a:pt x="10894" y="5895"/>
                  </a:cubicBezTo>
                  <a:lnTo>
                    <a:pt x="12283" y="3704"/>
                  </a:lnTo>
                  <a:cubicBezTo>
                    <a:pt x="12314" y="3673"/>
                    <a:pt x="12314" y="3612"/>
                    <a:pt x="12314" y="3581"/>
                  </a:cubicBezTo>
                  <a:lnTo>
                    <a:pt x="12314" y="3056"/>
                  </a:lnTo>
                  <a:cubicBezTo>
                    <a:pt x="12314" y="2964"/>
                    <a:pt x="12407" y="2871"/>
                    <a:pt x="12499" y="2871"/>
                  </a:cubicBezTo>
                  <a:close/>
                  <a:moveTo>
                    <a:pt x="9104" y="6451"/>
                  </a:moveTo>
                  <a:lnTo>
                    <a:pt x="9259" y="7284"/>
                  </a:lnTo>
                  <a:lnTo>
                    <a:pt x="7407" y="7593"/>
                  </a:lnTo>
                  <a:lnTo>
                    <a:pt x="7561" y="6729"/>
                  </a:lnTo>
                  <a:lnTo>
                    <a:pt x="9104" y="6451"/>
                  </a:lnTo>
                  <a:close/>
                  <a:moveTo>
                    <a:pt x="6666" y="4661"/>
                  </a:moveTo>
                  <a:lnTo>
                    <a:pt x="7469" y="4815"/>
                  </a:lnTo>
                  <a:lnTo>
                    <a:pt x="6203" y="12160"/>
                  </a:lnTo>
                  <a:cubicBezTo>
                    <a:pt x="6203" y="12222"/>
                    <a:pt x="6234" y="12284"/>
                    <a:pt x="6265" y="12346"/>
                  </a:cubicBezTo>
                  <a:cubicBezTo>
                    <a:pt x="6327" y="12376"/>
                    <a:pt x="6388" y="12407"/>
                    <a:pt x="6450" y="12407"/>
                  </a:cubicBezTo>
                  <a:lnTo>
                    <a:pt x="7654" y="12129"/>
                  </a:lnTo>
                  <a:cubicBezTo>
                    <a:pt x="7716" y="12099"/>
                    <a:pt x="7777" y="12037"/>
                    <a:pt x="7777" y="11944"/>
                  </a:cubicBezTo>
                  <a:lnTo>
                    <a:pt x="8148" y="9877"/>
                  </a:lnTo>
                  <a:cubicBezTo>
                    <a:pt x="8148" y="9815"/>
                    <a:pt x="8117" y="9753"/>
                    <a:pt x="8086" y="9722"/>
                  </a:cubicBezTo>
                  <a:lnTo>
                    <a:pt x="7808" y="9414"/>
                  </a:lnTo>
                  <a:cubicBezTo>
                    <a:pt x="7716" y="9352"/>
                    <a:pt x="7716" y="9259"/>
                    <a:pt x="7808" y="9198"/>
                  </a:cubicBezTo>
                  <a:lnTo>
                    <a:pt x="8148" y="8827"/>
                  </a:lnTo>
                  <a:cubicBezTo>
                    <a:pt x="8178" y="8796"/>
                    <a:pt x="8217" y="8781"/>
                    <a:pt x="8256" y="8781"/>
                  </a:cubicBezTo>
                  <a:cubicBezTo>
                    <a:pt x="8294" y="8781"/>
                    <a:pt x="8333" y="8796"/>
                    <a:pt x="8364" y="8827"/>
                  </a:cubicBezTo>
                  <a:lnTo>
                    <a:pt x="8888" y="9352"/>
                  </a:lnTo>
                  <a:cubicBezTo>
                    <a:pt x="8981" y="9445"/>
                    <a:pt x="9043" y="9568"/>
                    <a:pt x="9012" y="9722"/>
                  </a:cubicBezTo>
                  <a:lnTo>
                    <a:pt x="8549" y="12500"/>
                  </a:lnTo>
                  <a:cubicBezTo>
                    <a:pt x="8518" y="12654"/>
                    <a:pt x="8394" y="12778"/>
                    <a:pt x="8209" y="12839"/>
                  </a:cubicBezTo>
                  <a:lnTo>
                    <a:pt x="5771" y="13395"/>
                  </a:lnTo>
                  <a:cubicBezTo>
                    <a:pt x="5727" y="13408"/>
                    <a:pt x="5683" y="13415"/>
                    <a:pt x="5642" y="13415"/>
                  </a:cubicBezTo>
                  <a:cubicBezTo>
                    <a:pt x="5397" y="13415"/>
                    <a:pt x="5220" y="13196"/>
                    <a:pt x="5247" y="12932"/>
                  </a:cubicBezTo>
                  <a:lnTo>
                    <a:pt x="6666" y="4661"/>
                  </a:lnTo>
                  <a:close/>
                  <a:moveTo>
                    <a:pt x="10123" y="1"/>
                  </a:moveTo>
                  <a:cubicBezTo>
                    <a:pt x="9938" y="1"/>
                    <a:pt x="9752" y="63"/>
                    <a:pt x="9598" y="155"/>
                  </a:cubicBezTo>
                  <a:lnTo>
                    <a:pt x="8981" y="556"/>
                  </a:lnTo>
                  <a:cubicBezTo>
                    <a:pt x="8888" y="618"/>
                    <a:pt x="8857" y="742"/>
                    <a:pt x="8919" y="834"/>
                  </a:cubicBezTo>
                  <a:cubicBezTo>
                    <a:pt x="8959" y="894"/>
                    <a:pt x="9025" y="928"/>
                    <a:pt x="9091" y="928"/>
                  </a:cubicBezTo>
                  <a:cubicBezTo>
                    <a:pt x="9127" y="928"/>
                    <a:pt x="9164" y="918"/>
                    <a:pt x="9197" y="896"/>
                  </a:cubicBezTo>
                  <a:lnTo>
                    <a:pt x="9814" y="495"/>
                  </a:lnTo>
                  <a:cubicBezTo>
                    <a:pt x="9907" y="433"/>
                    <a:pt x="9999" y="402"/>
                    <a:pt x="10123" y="402"/>
                  </a:cubicBezTo>
                  <a:lnTo>
                    <a:pt x="10894" y="402"/>
                  </a:lnTo>
                  <a:cubicBezTo>
                    <a:pt x="10987" y="402"/>
                    <a:pt x="11079" y="495"/>
                    <a:pt x="11079" y="587"/>
                  </a:cubicBezTo>
                  <a:lnTo>
                    <a:pt x="11079" y="1420"/>
                  </a:lnTo>
                  <a:cubicBezTo>
                    <a:pt x="11079" y="1513"/>
                    <a:pt x="10987" y="1606"/>
                    <a:pt x="10894" y="1606"/>
                  </a:cubicBezTo>
                  <a:lnTo>
                    <a:pt x="10339" y="1606"/>
                  </a:lnTo>
                  <a:cubicBezTo>
                    <a:pt x="10308" y="1606"/>
                    <a:pt x="10277" y="1606"/>
                    <a:pt x="10246" y="1637"/>
                  </a:cubicBezTo>
                  <a:lnTo>
                    <a:pt x="8024" y="3025"/>
                  </a:lnTo>
                  <a:cubicBezTo>
                    <a:pt x="7962" y="3056"/>
                    <a:pt x="7932" y="3118"/>
                    <a:pt x="7932" y="3180"/>
                  </a:cubicBezTo>
                  <a:lnTo>
                    <a:pt x="7716" y="4445"/>
                  </a:lnTo>
                  <a:lnTo>
                    <a:pt x="6543" y="4260"/>
                  </a:lnTo>
                  <a:lnTo>
                    <a:pt x="6821" y="2624"/>
                  </a:lnTo>
                  <a:cubicBezTo>
                    <a:pt x="6851" y="2439"/>
                    <a:pt x="6944" y="2315"/>
                    <a:pt x="7098" y="2223"/>
                  </a:cubicBezTo>
                  <a:lnTo>
                    <a:pt x="8518" y="1328"/>
                  </a:lnTo>
                  <a:cubicBezTo>
                    <a:pt x="8678" y="1195"/>
                    <a:pt x="8562" y="970"/>
                    <a:pt x="8388" y="970"/>
                  </a:cubicBezTo>
                  <a:cubicBezTo>
                    <a:pt x="8361" y="970"/>
                    <a:pt x="8332" y="976"/>
                    <a:pt x="8302" y="988"/>
                  </a:cubicBezTo>
                  <a:lnTo>
                    <a:pt x="6882" y="1883"/>
                  </a:lnTo>
                  <a:cubicBezTo>
                    <a:pt x="6635" y="2007"/>
                    <a:pt x="6450" y="2254"/>
                    <a:pt x="6419" y="2562"/>
                  </a:cubicBezTo>
                  <a:lnTo>
                    <a:pt x="6142" y="4229"/>
                  </a:lnTo>
                  <a:cubicBezTo>
                    <a:pt x="6111" y="4352"/>
                    <a:pt x="6172" y="4476"/>
                    <a:pt x="6265" y="4568"/>
                  </a:cubicBezTo>
                  <a:lnTo>
                    <a:pt x="5926" y="6605"/>
                  </a:lnTo>
                  <a:lnTo>
                    <a:pt x="2006" y="7284"/>
                  </a:lnTo>
                  <a:lnTo>
                    <a:pt x="2006" y="7284"/>
                  </a:lnTo>
                  <a:lnTo>
                    <a:pt x="2160" y="6513"/>
                  </a:lnTo>
                  <a:lnTo>
                    <a:pt x="4012" y="6204"/>
                  </a:lnTo>
                  <a:lnTo>
                    <a:pt x="4228" y="6420"/>
                  </a:lnTo>
                  <a:cubicBezTo>
                    <a:pt x="4336" y="6528"/>
                    <a:pt x="4475" y="6582"/>
                    <a:pt x="4618" y="6582"/>
                  </a:cubicBezTo>
                  <a:cubicBezTo>
                    <a:pt x="4761" y="6582"/>
                    <a:pt x="4907" y="6528"/>
                    <a:pt x="5031" y="6420"/>
                  </a:cubicBezTo>
                  <a:lnTo>
                    <a:pt x="5370" y="6081"/>
                  </a:lnTo>
                  <a:cubicBezTo>
                    <a:pt x="5586" y="5865"/>
                    <a:pt x="5586" y="5494"/>
                    <a:pt x="5370" y="5278"/>
                  </a:cubicBezTo>
                  <a:lnTo>
                    <a:pt x="4876" y="4754"/>
                  </a:lnTo>
                  <a:cubicBezTo>
                    <a:pt x="4705" y="4607"/>
                    <a:pt x="4515" y="4518"/>
                    <a:pt x="4305" y="4518"/>
                  </a:cubicBezTo>
                  <a:cubicBezTo>
                    <a:pt x="4250" y="4518"/>
                    <a:pt x="4194" y="4525"/>
                    <a:pt x="4136" y="4538"/>
                  </a:cubicBezTo>
                  <a:lnTo>
                    <a:pt x="1358" y="5000"/>
                  </a:lnTo>
                  <a:cubicBezTo>
                    <a:pt x="1049" y="5062"/>
                    <a:pt x="772" y="5278"/>
                    <a:pt x="710" y="5618"/>
                  </a:cubicBezTo>
                  <a:lnTo>
                    <a:pt x="124" y="8087"/>
                  </a:lnTo>
                  <a:cubicBezTo>
                    <a:pt x="0" y="8580"/>
                    <a:pt x="370" y="9074"/>
                    <a:pt x="895" y="9074"/>
                  </a:cubicBezTo>
                  <a:cubicBezTo>
                    <a:pt x="957" y="9074"/>
                    <a:pt x="2130" y="8889"/>
                    <a:pt x="2130" y="8889"/>
                  </a:cubicBezTo>
                  <a:lnTo>
                    <a:pt x="2160" y="8889"/>
                  </a:lnTo>
                  <a:cubicBezTo>
                    <a:pt x="2253" y="8858"/>
                    <a:pt x="2315" y="8766"/>
                    <a:pt x="2315" y="8673"/>
                  </a:cubicBezTo>
                  <a:cubicBezTo>
                    <a:pt x="2288" y="8566"/>
                    <a:pt x="2215" y="8482"/>
                    <a:pt x="2115" y="8482"/>
                  </a:cubicBezTo>
                  <a:cubicBezTo>
                    <a:pt x="2100" y="8482"/>
                    <a:pt x="2084" y="8484"/>
                    <a:pt x="2068" y="8488"/>
                  </a:cubicBezTo>
                  <a:lnTo>
                    <a:pt x="988" y="8673"/>
                  </a:lnTo>
                  <a:cubicBezTo>
                    <a:pt x="970" y="8675"/>
                    <a:pt x="953" y="8676"/>
                    <a:pt x="936" y="8676"/>
                  </a:cubicBezTo>
                  <a:cubicBezTo>
                    <a:pt x="655" y="8676"/>
                    <a:pt x="467" y="8441"/>
                    <a:pt x="525" y="8179"/>
                  </a:cubicBezTo>
                  <a:lnTo>
                    <a:pt x="1111" y="5710"/>
                  </a:lnTo>
                  <a:cubicBezTo>
                    <a:pt x="1142" y="5556"/>
                    <a:pt x="1265" y="5433"/>
                    <a:pt x="1420" y="5402"/>
                  </a:cubicBezTo>
                  <a:lnTo>
                    <a:pt x="4228" y="4939"/>
                  </a:lnTo>
                  <a:cubicBezTo>
                    <a:pt x="4259" y="4931"/>
                    <a:pt x="4290" y="4927"/>
                    <a:pt x="4320" y="4927"/>
                  </a:cubicBezTo>
                  <a:cubicBezTo>
                    <a:pt x="4411" y="4927"/>
                    <a:pt x="4498" y="4962"/>
                    <a:pt x="4568" y="5031"/>
                  </a:cubicBezTo>
                  <a:lnTo>
                    <a:pt x="5092" y="5556"/>
                  </a:lnTo>
                  <a:cubicBezTo>
                    <a:pt x="5154" y="5618"/>
                    <a:pt x="5154" y="5710"/>
                    <a:pt x="5092" y="5772"/>
                  </a:cubicBezTo>
                  <a:lnTo>
                    <a:pt x="4722" y="6142"/>
                  </a:lnTo>
                  <a:cubicBezTo>
                    <a:pt x="4691" y="6173"/>
                    <a:pt x="4652" y="6189"/>
                    <a:pt x="4614" y="6189"/>
                  </a:cubicBezTo>
                  <a:cubicBezTo>
                    <a:pt x="4575" y="6189"/>
                    <a:pt x="4537" y="6173"/>
                    <a:pt x="4506" y="6142"/>
                  </a:cubicBezTo>
                  <a:lnTo>
                    <a:pt x="4228" y="5834"/>
                  </a:lnTo>
                  <a:cubicBezTo>
                    <a:pt x="4166" y="5803"/>
                    <a:pt x="4105" y="5772"/>
                    <a:pt x="4043" y="5772"/>
                  </a:cubicBezTo>
                  <a:lnTo>
                    <a:pt x="1975" y="6142"/>
                  </a:lnTo>
                  <a:cubicBezTo>
                    <a:pt x="1883" y="6142"/>
                    <a:pt x="1821" y="6204"/>
                    <a:pt x="1821" y="6297"/>
                  </a:cubicBezTo>
                  <a:cubicBezTo>
                    <a:pt x="1821" y="6297"/>
                    <a:pt x="1543" y="7439"/>
                    <a:pt x="1543" y="7469"/>
                  </a:cubicBezTo>
                  <a:cubicBezTo>
                    <a:pt x="1512" y="7593"/>
                    <a:pt x="1605" y="7716"/>
                    <a:pt x="1759" y="7716"/>
                  </a:cubicBezTo>
                  <a:lnTo>
                    <a:pt x="5833" y="7006"/>
                  </a:lnTo>
                  <a:lnTo>
                    <a:pt x="5710" y="7871"/>
                  </a:lnTo>
                  <a:lnTo>
                    <a:pt x="2870" y="8364"/>
                  </a:lnTo>
                  <a:cubicBezTo>
                    <a:pt x="2778" y="8364"/>
                    <a:pt x="2685" y="8488"/>
                    <a:pt x="2716" y="8580"/>
                  </a:cubicBezTo>
                  <a:cubicBezTo>
                    <a:pt x="2747" y="8704"/>
                    <a:pt x="2839" y="8766"/>
                    <a:pt x="2963" y="8766"/>
                  </a:cubicBezTo>
                  <a:lnTo>
                    <a:pt x="5648" y="8303"/>
                  </a:lnTo>
                  <a:lnTo>
                    <a:pt x="4876" y="12870"/>
                  </a:lnTo>
                  <a:cubicBezTo>
                    <a:pt x="4815" y="13210"/>
                    <a:pt x="4969" y="13549"/>
                    <a:pt x="5277" y="13703"/>
                  </a:cubicBezTo>
                  <a:cubicBezTo>
                    <a:pt x="5401" y="13796"/>
                    <a:pt x="5524" y="13827"/>
                    <a:pt x="5679" y="13827"/>
                  </a:cubicBezTo>
                  <a:cubicBezTo>
                    <a:pt x="5740" y="13827"/>
                    <a:pt x="5833" y="13827"/>
                    <a:pt x="5895" y="13796"/>
                  </a:cubicBezTo>
                  <a:lnTo>
                    <a:pt x="8333" y="13210"/>
                  </a:lnTo>
                  <a:cubicBezTo>
                    <a:pt x="8672" y="13148"/>
                    <a:pt x="8919" y="12870"/>
                    <a:pt x="8950" y="12562"/>
                  </a:cubicBezTo>
                  <a:lnTo>
                    <a:pt x="9444" y="9784"/>
                  </a:lnTo>
                  <a:cubicBezTo>
                    <a:pt x="9475" y="9506"/>
                    <a:pt x="9382" y="9259"/>
                    <a:pt x="9197" y="9074"/>
                  </a:cubicBezTo>
                  <a:lnTo>
                    <a:pt x="8703" y="8550"/>
                  </a:lnTo>
                  <a:cubicBezTo>
                    <a:pt x="8580" y="8442"/>
                    <a:pt x="8433" y="8388"/>
                    <a:pt x="8290" y="8388"/>
                  </a:cubicBezTo>
                  <a:cubicBezTo>
                    <a:pt x="8148" y="8388"/>
                    <a:pt x="8009" y="8442"/>
                    <a:pt x="7901" y="8550"/>
                  </a:cubicBezTo>
                  <a:lnTo>
                    <a:pt x="7530" y="8889"/>
                  </a:lnTo>
                  <a:cubicBezTo>
                    <a:pt x="7314" y="9136"/>
                    <a:pt x="7314" y="9475"/>
                    <a:pt x="7530" y="9691"/>
                  </a:cubicBezTo>
                  <a:lnTo>
                    <a:pt x="7746" y="9907"/>
                  </a:lnTo>
                  <a:lnTo>
                    <a:pt x="7438" y="11759"/>
                  </a:lnTo>
                  <a:lnTo>
                    <a:pt x="6697" y="11944"/>
                  </a:lnTo>
                  <a:lnTo>
                    <a:pt x="6697" y="11944"/>
                  </a:lnTo>
                  <a:lnTo>
                    <a:pt x="7376" y="7994"/>
                  </a:lnTo>
                  <a:lnTo>
                    <a:pt x="9413" y="7655"/>
                  </a:lnTo>
                  <a:cubicBezTo>
                    <a:pt x="9475" y="7747"/>
                    <a:pt x="9567" y="7809"/>
                    <a:pt x="9691" y="7809"/>
                  </a:cubicBezTo>
                  <a:lnTo>
                    <a:pt x="9752" y="7809"/>
                  </a:lnTo>
                  <a:lnTo>
                    <a:pt x="11419" y="7500"/>
                  </a:lnTo>
                  <a:cubicBezTo>
                    <a:pt x="11697" y="7469"/>
                    <a:pt x="11944" y="7315"/>
                    <a:pt x="12098" y="7068"/>
                  </a:cubicBezTo>
                  <a:lnTo>
                    <a:pt x="13795" y="4352"/>
                  </a:lnTo>
                  <a:cubicBezTo>
                    <a:pt x="13888" y="4198"/>
                    <a:pt x="13950" y="4013"/>
                    <a:pt x="13950" y="3828"/>
                  </a:cubicBezTo>
                  <a:lnTo>
                    <a:pt x="13950" y="3056"/>
                  </a:lnTo>
                  <a:cubicBezTo>
                    <a:pt x="13950" y="2748"/>
                    <a:pt x="13672" y="2470"/>
                    <a:pt x="13363" y="2470"/>
                  </a:cubicBezTo>
                  <a:lnTo>
                    <a:pt x="12530" y="2470"/>
                  </a:lnTo>
                  <a:cubicBezTo>
                    <a:pt x="12221" y="2470"/>
                    <a:pt x="11944" y="2748"/>
                    <a:pt x="11944" y="3056"/>
                  </a:cubicBezTo>
                  <a:lnTo>
                    <a:pt x="11944" y="3519"/>
                  </a:lnTo>
                  <a:lnTo>
                    <a:pt x="10647" y="5618"/>
                  </a:lnTo>
                  <a:lnTo>
                    <a:pt x="9413" y="5834"/>
                  </a:lnTo>
                  <a:cubicBezTo>
                    <a:pt x="9289" y="5865"/>
                    <a:pt x="9166" y="5926"/>
                    <a:pt x="9135" y="6050"/>
                  </a:cubicBezTo>
                  <a:lnTo>
                    <a:pt x="7654" y="6297"/>
                  </a:lnTo>
                  <a:lnTo>
                    <a:pt x="7901" y="4815"/>
                  </a:lnTo>
                  <a:cubicBezTo>
                    <a:pt x="7932" y="4815"/>
                    <a:pt x="7962" y="4815"/>
                    <a:pt x="7993" y="4784"/>
                  </a:cubicBezTo>
                  <a:cubicBezTo>
                    <a:pt x="8055" y="4723"/>
                    <a:pt x="8117" y="4630"/>
                    <a:pt x="8148" y="4538"/>
                  </a:cubicBezTo>
                  <a:lnTo>
                    <a:pt x="8333" y="3303"/>
                  </a:lnTo>
                  <a:lnTo>
                    <a:pt x="10431" y="2007"/>
                  </a:lnTo>
                  <a:lnTo>
                    <a:pt x="10894" y="2007"/>
                  </a:lnTo>
                  <a:cubicBezTo>
                    <a:pt x="11234" y="2007"/>
                    <a:pt x="11481" y="1760"/>
                    <a:pt x="11481" y="1420"/>
                  </a:cubicBezTo>
                  <a:lnTo>
                    <a:pt x="11481" y="587"/>
                  </a:lnTo>
                  <a:cubicBezTo>
                    <a:pt x="11481" y="279"/>
                    <a:pt x="11234" y="1"/>
                    <a:pt x="10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0" name="Google Shape;13470;p88"/>
          <p:cNvGrpSpPr/>
          <p:nvPr/>
        </p:nvGrpSpPr>
        <p:grpSpPr>
          <a:xfrm>
            <a:off x="5497231" y="2360887"/>
            <a:ext cx="345675" cy="261575"/>
            <a:chOff x="4051938" y="3063831"/>
            <a:chExt cx="345675" cy="261575"/>
          </a:xfrm>
        </p:grpSpPr>
        <p:sp>
          <p:nvSpPr>
            <p:cNvPr id="13471" name="Google Shape;13471;p88"/>
            <p:cNvSpPr/>
            <p:nvPr/>
          </p:nvSpPr>
          <p:spPr>
            <a:xfrm>
              <a:off x="4222713" y="3063831"/>
              <a:ext cx="174900" cy="261575"/>
            </a:xfrm>
            <a:custGeom>
              <a:rect b="b" l="l" r="r" t="t"/>
              <a:pathLst>
                <a:path extrusionOk="0" h="10463" w="6996">
                  <a:moveTo>
                    <a:pt x="4928" y="417"/>
                  </a:moveTo>
                  <a:cubicBezTo>
                    <a:pt x="5128" y="417"/>
                    <a:pt x="5329" y="556"/>
                    <a:pt x="5329" y="833"/>
                  </a:cubicBezTo>
                  <a:lnTo>
                    <a:pt x="5329" y="2222"/>
                  </a:lnTo>
                  <a:cubicBezTo>
                    <a:pt x="5329" y="2346"/>
                    <a:pt x="5421" y="2438"/>
                    <a:pt x="5545" y="2438"/>
                  </a:cubicBezTo>
                  <a:cubicBezTo>
                    <a:pt x="5668" y="2438"/>
                    <a:pt x="5761" y="2346"/>
                    <a:pt x="5730" y="2222"/>
                  </a:cubicBezTo>
                  <a:lnTo>
                    <a:pt x="5730" y="833"/>
                  </a:lnTo>
                  <a:cubicBezTo>
                    <a:pt x="5730" y="617"/>
                    <a:pt x="5915" y="432"/>
                    <a:pt x="6131" y="432"/>
                  </a:cubicBezTo>
                  <a:cubicBezTo>
                    <a:pt x="6347" y="432"/>
                    <a:pt x="6501" y="617"/>
                    <a:pt x="6501" y="833"/>
                  </a:cubicBezTo>
                  <a:lnTo>
                    <a:pt x="6501" y="7685"/>
                  </a:lnTo>
                  <a:lnTo>
                    <a:pt x="2150" y="7685"/>
                  </a:lnTo>
                  <a:lnTo>
                    <a:pt x="2150" y="4568"/>
                  </a:lnTo>
                  <a:cubicBezTo>
                    <a:pt x="2150" y="4506"/>
                    <a:pt x="2119" y="4444"/>
                    <a:pt x="2088" y="4413"/>
                  </a:cubicBezTo>
                  <a:lnTo>
                    <a:pt x="915" y="3549"/>
                  </a:lnTo>
                  <a:cubicBezTo>
                    <a:pt x="569" y="3277"/>
                    <a:pt x="818" y="2806"/>
                    <a:pt x="1154" y="2806"/>
                  </a:cubicBezTo>
                  <a:cubicBezTo>
                    <a:pt x="1236" y="2806"/>
                    <a:pt x="1324" y="2834"/>
                    <a:pt x="1409" y="2901"/>
                  </a:cubicBezTo>
                  <a:lnTo>
                    <a:pt x="1841" y="3210"/>
                  </a:lnTo>
                  <a:cubicBezTo>
                    <a:pt x="1875" y="3235"/>
                    <a:pt x="1914" y="3247"/>
                    <a:pt x="1952" y="3247"/>
                  </a:cubicBezTo>
                  <a:cubicBezTo>
                    <a:pt x="2053" y="3247"/>
                    <a:pt x="2150" y="3167"/>
                    <a:pt x="2150" y="3055"/>
                  </a:cubicBezTo>
                  <a:lnTo>
                    <a:pt x="2150" y="833"/>
                  </a:lnTo>
                  <a:cubicBezTo>
                    <a:pt x="2150" y="556"/>
                    <a:pt x="2351" y="417"/>
                    <a:pt x="2551" y="417"/>
                  </a:cubicBezTo>
                  <a:cubicBezTo>
                    <a:pt x="2752" y="417"/>
                    <a:pt x="2952" y="556"/>
                    <a:pt x="2952" y="833"/>
                  </a:cubicBezTo>
                  <a:lnTo>
                    <a:pt x="2952" y="2222"/>
                  </a:lnTo>
                  <a:cubicBezTo>
                    <a:pt x="2968" y="2346"/>
                    <a:pt x="3060" y="2407"/>
                    <a:pt x="3153" y="2407"/>
                  </a:cubicBezTo>
                  <a:cubicBezTo>
                    <a:pt x="3246" y="2407"/>
                    <a:pt x="3338" y="2346"/>
                    <a:pt x="3354" y="2222"/>
                  </a:cubicBezTo>
                  <a:lnTo>
                    <a:pt x="3354" y="833"/>
                  </a:lnTo>
                  <a:cubicBezTo>
                    <a:pt x="3354" y="617"/>
                    <a:pt x="3539" y="432"/>
                    <a:pt x="3755" y="432"/>
                  </a:cubicBezTo>
                  <a:cubicBezTo>
                    <a:pt x="3971" y="432"/>
                    <a:pt x="4125" y="617"/>
                    <a:pt x="4125" y="833"/>
                  </a:cubicBezTo>
                  <a:lnTo>
                    <a:pt x="4125" y="2222"/>
                  </a:lnTo>
                  <a:cubicBezTo>
                    <a:pt x="4125" y="2346"/>
                    <a:pt x="4218" y="2438"/>
                    <a:pt x="4341" y="2438"/>
                  </a:cubicBezTo>
                  <a:cubicBezTo>
                    <a:pt x="4434" y="2438"/>
                    <a:pt x="4526" y="2346"/>
                    <a:pt x="4526" y="2222"/>
                  </a:cubicBezTo>
                  <a:lnTo>
                    <a:pt x="4526" y="833"/>
                  </a:lnTo>
                  <a:cubicBezTo>
                    <a:pt x="4526" y="556"/>
                    <a:pt x="4727" y="417"/>
                    <a:pt x="4928" y="417"/>
                  </a:cubicBezTo>
                  <a:close/>
                  <a:moveTo>
                    <a:pt x="3770" y="0"/>
                  </a:moveTo>
                  <a:cubicBezTo>
                    <a:pt x="3546" y="0"/>
                    <a:pt x="3323" y="93"/>
                    <a:pt x="3168" y="278"/>
                  </a:cubicBezTo>
                  <a:cubicBezTo>
                    <a:pt x="3014" y="124"/>
                    <a:pt x="2798" y="0"/>
                    <a:pt x="2551" y="0"/>
                  </a:cubicBezTo>
                  <a:cubicBezTo>
                    <a:pt x="2119" y="0"/>
                    <a:pt x="1749" y="371"/>
                    <a:pt x="1749" y="833"/>
                  </a:cubicBezTo>
                  <a:lnTo>
                    <a:pt x="1749" y="2654"/>
                  </a:lnTo>
                  <a:lnTo>
                    <a:pt x="1656" y="2562"/>
                  </a:lnTo>
                  <a:cubicBezTo>
                    <a:pt x="1491" y="2438"/>
                    <a:pt x="1323" y="2385"/>
                    <a:pt x="1164" y="2385"/>
                  </a:cubicBezTo>
                  <a:cubicBezTo>
                    <a:pt x="493" y="2385"/>
                    <a:pt x="0" y="3334"/>
                    <a:pt x="699" y="3858"/>
                  </a:cubicBezTo>
                  <a:lnTo>
                    <a:pt x="1749" y="4660"/>
                  </a:lnTo>
                  <a:lnTo>
                    <a:pt x="1749" y="8857"/>
                  </a:lnTo>
                  <a:cubicBezTo>
                    <a:pt x="1749" y="8950"/>
                    <a:pt x="1841" y="9043"/>
                    <a:pt x="1965" y="9043"/>
                  </a:cubicBezTo>
                  <a:cubicBezTo>
                    <a:pt x="2057" y="9043"/>
                    <a:pt x="2150" y="8950"/>
                    <a:pt x="2150" y="8857"/>
                  </a:cubicBezTo>
                  <a:lnTo>
                    <a:pt x="2150" y="8086"/>
                  </a:lnTo>
                  <a:lnTo>
                    <a:pt x="6594" y="8086"/>
                  </a:lnTo>
                  <a:lnTo>
                    <a:pt x="6594" y="10030"/>
                  </a:lnTo>
                  <a:lnTo>
                    <a:pt x="2150" y="10030"/>
                  </a:lnTo>
                  <a:lnTo>
                    <a:pt x="2150" y="9629"/>
                  </a:lnTo>
                  <a:cubicBezTo>
                    <a:pt x="2150" y="9506"/>
                    <a:pt x="2057" y="9444"/>
                    <a:pt x="1965" y="9444"/>
                  </a:cubicBezTo>
                  <a:cubicBezTo>
                    <a:pt x="1841" y="9444"/>
                    <a:pt x="1749" y="9536"/>
                    <a:pt x="1749" y="9660"/>
                  </a:cubicBezTo>
                  <a:lnTo>
                    <a:pt x="1749" y="10277"/>
                  </a:lnTo>
                  <a:cubicBezTo>
                    <a:pt x="1749" y="10370"/>
                    <a:pt x="1841" y="10462"/>
                    <a:pt x="1965" y="10462"/>
                  </a:cubicBezTo>
                  <a:lnTo>
                    <a:pt x="6779" y="10462"/>
                  </a:lnTo>
                  <a:cubicBezTo>
                    <a:pt x="6903" y="10462"/>
                    <a:pt x="6995" y="10370"/>
                    <a:pt x="6995" y="10277"/>
                  </a:cubicBezTo>
                  <a:lnTo>
                    <a:pt x="6995" y="833"/>
                  </a:lnTo>
                  <a:cubicBezTo>
                    <a:pt x="6995" y="371"/>
                    <a:pt x="6625" y="0"/>
                    <a:pt x="6193" y="0"/>
                  </a:cubicBezTo>
                  <a:cubicBezTo>
                    <a:pt x="6023" y="185"/>
                    <a:pt x="5799" y="278"/>
                    <a:pt x="5579" y="278"/>
                  </a:cubicBezTo>
                  <a:cubicBezTo>
                    <a:pt x="5360" y="278"/>
                    <a:pt x="5144" y="185"/>
                    <a:pt x="4989" y="0"/>
                  </a:cubicBezTo>
                  <a:cubicBezTo>
                    <a:pt x="4742" y="0"/>
                    <a:pt x="4526" y="124"/>
                    <a:pt x="4372" y="278"/>
                  </a:cubicBezTo>
                  <a:cubicBezTo>
                    <a:pt x="4218" y="93"/>
                    <a:pt x="3994" y="0"/>
                    <a:pt x="37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2" name="Google Shape;13472;p88"/>
            <p:cNvSpPr/>
            <p:nvPr/>
          </p:nvSpPr>
          <p:spPr>
            <a:xfrm>
              <a:off x="4051938" y="3063831"/>
              <a:ext cx="175025" cy="261575"/>
            </a:xfrm>
            <a:custGeom>
              <a:rect b="b" l="l" r="r" t="t"/>
              <a:pathLst>
                <a:path extrusionOk="0" h="10463" w="7001">
                  <a:moveTo>
                    <a:pt x="4845" y="8086"/>
                  </a:moveTo>
                  <a:lnTo>
                    <a:pt x="4845" y="10061"/>
                  </a:lnTo>
                  <a:lnTo>
                    <a:pt x="401" y="10061"/>
                  </a:lnTo>
                  <a:lnTo>
                    <a:pt x="401" y="8086"/>
                  </a:lnTo>
                  <a:close/>
                  <a:moveTo>
                    <a:pt x="2022" y="0"/>
                  </a:moveTo>
                  <a:cubicBezTo>
                    <a:pt x="1798" y="0"/>
                    <a:pt x="1574" y="93"/>
                    <a:pt x="1420" y="278"/>
                  </a:cubicBezTo>
                  <a:cubicBezTo>
                    <a:pt x="1266" y="124"/>
                    <a:pt x="1049" y="0"/>
                    <a:pt x="833" y="0"/>
                  </a:cubicBezTo>
                  <a:cubicBezTo>
                    <a:pt x="371" y="0"/>
                    <a:pt x="0" y="371"/>
                    <a:pt x="0" y="803"/>
                  </a:cubicBezTo>
                  <a:lnTo>
                    <a:pt x="0" y="4259"/>
                  </a:lnTo>
                  <a:cubicBezTo>
                    <a:pt x="0" y="4366"/>
                    <a:pt x="70" y="4450"/>
                    <a:pt x="169" y="4450"/>
                  </a:cubicBezTo>
                  <a:cubicBezTo>
                    <a:pt x="184" y="4450"/>
                    <a:pt x="200" y="4448"/>
                    <a:pt x="216" y="4444"/>
                  </a:cubicBezTo>
                  <a:cubicBezTo>
                    <a:pt x="309" y="4444"/>
                    <a:pt x="401" y="4383"/>
                    <a:pt x="401" y="4259"/>
                  </a:cubicBezTo>
                  <a:lnTo>
                    <a:pt x="401" y="803"/>
                  </a:lnTo>
                  <a:cubicBezTo>
                    <a:pt x="401" y="540"/>
                    <a:pt x="602" y="409"/>
                    <a:pt x="803" y="409"/>
                  </a:cubicBezTo>
                  <a:cubicBezTo>
                    <a:pt x="1003" y="409"/>
                    <a:pt x="1204" y="540"/>
                    <a:pt x="1204" y="803"/>
                  </a:cubicBezTo>
                  <a:lnTo>
                    <a:pt x="1204" y="2222"/>
                  </a:lnTo>
                  <a:cubicBezTo>
                    <a:pt x="1204" y="2346"/>
                    <a:pt x="1296" y="2438"/>
                    <a:pt x="1420" y="2438"/>
                  </a:cubicBezTo>
                  <a:cubicBezTo>
                    <a:pt x="1543" y="2438"/>
                    <a:pt x="1636" y="2346"/>
                    <a:pt x="1636" y="2222"/>
                  </a:cubicBezTo>
                  <a:lnTo>
                    <a:pt x="1636" y="803"/>
                  </a:lnTo>
                  <a:cubicBezTo>
                    <a:pt x="1636" y="540"/>
                    <a:pt x="1836" y="409"/>
                    <a:pt x="2037" y="409"/>
                  </a:cubicBezTo>
                  <a:cubicBezTo>
                    <a:pt x="2238" y="409"/>
                    <a:pt x="2438" y="540"/>
                    <a:pt x="2438" y="803"/>
                  </a:cubicBezTo>
                  <a:lnTo>
                    <a:pt x="2438" y="2222"/>
                  </a:lnTo>
                  <a:cubicBezTo>
                    <a:pt x="2438" y="2346"/>
                    <a:pt x="2531" y="2438"/>
                    <a:pt x="2623" y="2438"/>
                  </a:cubicBezTo>
                  <a:cubicBezTo>
                    <a:pt x="2747" y="2438"/>
                    <a:pt x="2839" y="2346"/>
                    <a:pt x="2839" y="2222"/>
                  </a:cubicBezTo>
                  <a:lnTo>
                    <a:pt x="2839" y="803"/>
                  </a:lnTo>
                  <a:cubicBezTo>
                    <a:pt x="2839" y="540"/>
                    <a:pt x="3040" y="409"/>
                    <a:pt x="3241" y="409"/>
                  </a:cubicBezTo>
                  <a:cubicBezTo>
                    <a:pt x="3441" y="409"/>
                    <a:pt x="3642" y="540"/>
                    <a:pt x="3642" y="803"/>
                  </a:cubicBezTo>
                  <a:lnTo>
                    <a:pt x="3642" y="2222"/>
                  </a:lnTo>
                  <a:cubicBezTo>
                    <a:pt x="3642" y="2346"/>
                    <a:pt x="3734" y="2438"/>
                    <a:pt x="3827" y="2438"/>
                  </a:cubicBezTo>
                  <a:cubicBezTo>
                    <a:pt x="3950" y="2438"/>
                    <a:pt x="4043" y="2346"/>
                    <a:pt x="4043" y="2222"/>
                  </a:cubicBezTo>
                  <a:lnTo>
                    <a:pt x="4043" y="803"/>
                  </a:lnTo>
                  <a:cubicBezTo>
                    <a:pt x="4043" y="540"/>
                    <a:pt x="4244" y="409"/>
                    <a:pt x="4444" y="409"/>
                  </a:cubicBezTo>
                  <a:cubicBezTo>
                    <a:pt x="4645" y="409"/>
                    <a:pt x="4845" y="540"/>
                    <a:pt x="4845" y="803"/>
                  </a:cubicBezTo>
                  <a:lnTo>
                    <a:pt x="4845" y="3055"/>
                  </a:lnTo>
                  <a:cubicBezTo>
                    <a:pt x="4845" y="3167"/>
                    <a:pt x="4943" y="3247"/>
                    <a:pt x="5043" y="3247"/>
                  </a:cubicBezTo>
                  <a:cubicBezTo>
                    <a:pt x="5081" y="3247"/>
                    <a:pt x="5120" y="3235"/>
                    <a:pt x="5154" y="3210"/>
                  </a:cubicBezTo>
                  <a:lnTo>
                    <a:pt x="5586" y="2901"/>
                  </a:lnTo>
                  <a:cubicBezTo>
                    <a:pt x="5672" y="2834"/>
                    <a:pt x="5760" y="2805"/>
                    <a:pt x="5843" y="2805"/>
                  </a:cubicBezTo>
                  <a:cubicBezTo>
                    <a:pt x="6178" y="2805"/>
                    <a:pt x="6426" y="3271"/>
                    <a:pt x="6080" y="3518"/>
                  </a:cubicBezTo>
                  <a:lnTo>
                    <a:pt x="4907" y="4383"/>
                  </a:lnTo>
                  <a:cubicBezTo>
                    <a:pt x="4876" y="4444"/>
                    <a:pt x="4845" y="4506"/>
                    <a:pt x="4845" y="4568"/>
                  </a:cubicBezTo>
                  <a:lnTo>
                    <a:pt x="4845" y="7685"/>
                  </a:lnTo>
                  <a:lnTo>
                    <a:pt x="401" y="7685"/>
                  </a:lnTo>
                  <a:lnTo>
                    <a:pt x="401" y="5062"/>
                  </a:lnTo>
                  <a:cubicBezTo>
                    <a:pt x="401" y="4969"/>
                    <a:pt x="309" y="4876"/>
                    <a:pt x="216" y="4876"/>
                  </a:cubicBezTo>
                  <a:cubicBezTo>
                    <a:pt x="93" y="4876"/>
                    <a:pt x="0" y="4969"/>
                    <a:pt x="0" y="5062"/>
                  </a:cubicBezTo>
                  <a:lnTo>
                    <a:pt x="0" y="10277"/>
                  </a:lnTo>
                  <a:cubicBezTo>
                    <a:pt x="0" y="10370"/>
                    <a:pt x="93" y="10462"/>
                    <a:pt x="216" y="10462"/>
                  </a:cubicBezTo>
                  <a:lnTo>
                    <a:pt x="5031" y="10462"/>
                  </a:lnTo>
                  <a:cubicBezTo>
                    <a:pt x="5154" y="10462"/>
                    <a:pt x="5247" y="10370"/>
                    <a:pt x="5247" y="10277"/>
                  </a:cubicBezTo>
                  <a:lnTo>
                    <a:pt x="5247" y="4660"/>
                  </a:lnTo>
                  <a:lnTo>
                    <a:pt x="6327" y="3858"/>
                  </a:lnTo>
                  <a:cubicBezTo>
                    <a:pt x="7001" y="3334"/>
                    <a:pt x="6504" y="2385"/>
                    <a:pt x="5831" y="2385"/>
                  </a:cubicBezTo>
                  <a:cubicBezTo>
                    <a:pt x="5673" y="2385"/>
                    <a:pt x="5504" y="2438"/>
                    <a:pt x="5339" y="2562"/>
                  </a:cubicBezTo>
                  <a:lnTo>
                    <a:pt x="5247" y="2623"/>
                  </a:lnTo>
                  <a:lnTo>
                    <a:pt x="5247" y="803"/>
                  </a:lnTo>
                  <a:cubicBezTo>
                    <a:pt x="5247" y="371"/>
                    <a:pt x="4876" y="0"/>
                    <a:pt x="4444" y="0"/>
                  </a:cubicBezTo>
                  <a:cubicBezTo>
                    <a:pt x="4290" y="185"/>
                    <a:pt x="4066" y="278"/>
                    <a:pt x="3842" y="278"/>
                  </a:cubicBezTo>
                  <a:cubicBezTo>
                    <a:pt x="3619" y="278"/>
                    <a:pt x="3395" y="185"/>
                    <a:pt x="3241" y="0"/>
                  </a:cubicBezTo>
                  <a:cubicBezTo>
                    <a:pt x="2994" y="0"/>
                    <a:pt x="2778" y="124"/>
                    <a:pt x="2623" y="278"/>
                  </a:cubicBezTo>
                  <a:cubicBezTo>
                    <a:pt x="2469" y="93"/>
                    <a:pt x="2245" y="0"/>
                    <a:pt x="20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3" name="Google Shape;13473;p88"/>
          <p:cNvGrpSpPr/>
          <p:nvPr/>
        </p:nvGrpSpPr>
        <p:grpSpPr>
          <a:xfrm>
            <a:off x="4802650" y="2343087"/>
            <a:ext cx="347975" cy="297175"/>
            <a:chOff x="3292738" y="3045206"/>
            <a:chExt cx="347975" cy="297175"/>
          </a:xfrm>
        </p:grpSpPr>
        <p:sp>
          <p:nvSpPr>
            <p:cNvPr id="13474" name="Google Shape;13474;p88"/>
            <p:cNvSpPr/>
            <p:nvPr/>
          </p:nvSpPr>
          <p:spPr>
            <a:xfrm>
              <a:off x="3575888" y="3204256"/>
              <a:ext cx="10050" cy="20275"/>
            </a:xfrm>
            <a:custGeom>
              <a:rect b="b" l="l" r="r" t="t"/>
              <a:pathLst>
                <a:path extrusionOk="0" h="811" w="402">
                  <a:moveTo>
                    <a:pt x="186" y="0"/>
                  </a:moveTo>
                  <a:cubicBezTo>
                    <a:pt x="93" y="0"/>
                    <a:pt x="0" y="93"/>
                    <a:pt x="0" y="185"/>
                  </a:cubicBezTo>
                  <a:lnTo>
                    <a:pt x="0" y="648"/>
                  </a:lnTo>
                  <a:cubicBezTo>
                    <a:pt x="16" y="756"/>
                    <a:pt x="108" y="810"/>
                    <a:pt x="201" y="810"/>
                  </a:cubicBezTo>
                  <a:cubicBezTo>
                    <a:pt x="294" y="810"/>
                    <a:pt x="386" y="756"/>
                    <a:pt x="402" y="648"/>
                  </a:cubicBezTo>
                  <a:lnTo>
                    <a:pt x="402" y="185"/>
                  </a:lnTo>
                  <a:cubicBezTo>
                    <a:pt x="402" y="93"/>
                    <a:pt x="309" y="0"/>
                    <a:pt x="1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5" name="Google Shape;13475;p88"/>
            <p:cNvSpPr/>
            <p:nvPr/>
          </p:nvSpPr>
          <p:spPr>
            <a:xfrm>
              <a:off x="3292738" y="3045206"/>
              <a:ext cx="347975" cy="297175"/>
            </a:xfrm>
            <a:custGeom>
              <a:rect b="b" l="l" r="r" t="t"/>
              <a:pathLst>
                <a:path extrusionOk="0" h="11887" w="13919">
                  <a:moveTo>
                    <a:pt x="9752" y="3492"/>
                  </a:moveTo>
                  <a:cubicBezTo>
                    <a:pt x="10061" y="3492"/>
                    <a:pt x="10308" y="3739"/>
                    <a:pt x="10339" y="4078"/>
                  </a:cubicBezTo>
                  <a:cubicBezTo>
                    <a:pt x="10339" y="4078"/>
                    <a:pt x="10339" y="4109"/>
                    <a:pt x="10339" y="4140"/>
                  </a:cubicBezTo>
                  <a:lnTo>
                    <a:pt x="10123" y="4140"/>
                  </a:lnTo>
                  <a:cubicBezTo>
                    <a:pt x="9907" y="4140"/>
                    <a:pt x="9722" y="4140"/>
                    <a:pt x="9536" y="4202"/>
                  </a:cubicBezTo>
                  <a:cubicBezTo>
                    <a:pt x="9413" y="4202"/>
                    <a:pt x="9320" y="4233"/>
                    <a:pt x="9228" y="4294"/>
                  </a:cubicBezTo>
                  <a:cubicBezTo>
                    <a:pt x="9197" y="4202"/>
                    <a:pt x="9166" y="4140"/>
                    <a:pt x="9166" y="4078"/>
                  </a:cubicBezTo>
                  <a:cubicBezTo>
                    <a:pt x="9166" y="3770"/>
                    <a:pt x="9444" y="3523"/>
                    <a:pt x="9752" y="3523"/>
                  </a:cubicBezTo>
                  <a:lnTo>
                    <a:pt x="9752" y="3492"/>
                  </a:lnTo>
                  <a:close/>
                  <a:moveTo>
                    <a:pt x="13209" y="6485"/>
                  </a:moveTo>
                  <a:cubicBezTo>
                    <a:pt x="13271" y="6485"/>
                    <a:pt x="13363" y="6516"/>
                    <a:pt x="13425" y="6578"/>
                  </a:cubicBezTo>
                  <a:cubicBezTo>
                    <a:pt x="13456" y="6609"/>
                    <a:pt x="13487" y="6671"/>
                    <a:pt x="13487" y="6732"/>
                  </a:cubicBezTo>
                  <a:lnTo>
                    <a:pt x="13487" y="6918"/>
                  </a:lnTo>
                  <a:cubicBezTo>
                    <a:pt x="13302" y="6856"/>
                    <a:pt x="13178" y="6732"/>
                    <a:pt x="13116" y="6578"/>
                  </a:cubicBezTo>
                  <a:lnTo>
                    <a:pt x="13116" y="6485"/>
                  </a:lnTo>
                  <a:close/>
                  <a:moveTo>
                    <a:pt x="5218" y="4046"/>
                  </a:moveTo>
                  <a:cubicBezTo>
                    <a:pt x="5248" y="4046"/>
                    <a:pt x="5278" y="4047"/>
                    <a:pt x="5308" y="4047"/>
                  </a:cubicBezTo>
                  <a:cubicBezTo>
                    <a:pt x="6265" y="4047"/>
                    <a:pt x="7191" y="4449"/>
                    <a:pt x="7839" y="5128"/>
                  </a:cubicBezTo>
                  <a:cubicBezTo>
                    <a:pt x="7962" y="5236"/>
                    <a:pt x="8117" y="5290"/>
                    <a:pt x="8267" y="5290"/>
                  </a:cubicBezTo>
                  <a:cubicBezTo>
                    <a:pt x="8418" y="5290"/>
                    <a:pt x="8564" y="5236"/>
                    <a:pt x="8672" y="5128"/>
                  </a:cubicBezTo>
                  <a:cubicBezTo>
                    <a:pt x="9044" y="4743"/>
                    <a:pt x="9527" y="4561"/>
                    <a:pt x="10007" y="4561"/>
                  </a:cubicBezTo>
                  <a:cubicBezTo>
                    <a:pt x="10684" y="4561"/>
                    <a:pt x="11354" y="4923"/>
                    <a:pt x="11697" y="5590"/>
                  </a:cubicBezTo>
                  <a:cubicBezTo>
                    <a:pt x="11882" y="6023"/>
                    <a:pt x="12252" y="6300"/>
                    <a:pt x="12684" y="6455"/>
                  </a:cubicBezTo>
                  <a:cubicBezTo>
                    <a:pt x="12715" y="6578"/>
                    <a:pt x="12746" y="6732"/>
                    <a:pt x="12808" y="6856"/>
                  </a:cubicBezTo>
                  <a:cubicBezTo>
                    <a:pt x="12962" y="7103"/>
                    <a:pt x="13178" y="7257"/>
                    <a:pt x="13425" y="7319"/>
                  </a:cubicBezTo>
                  <a:cubicBezTo>
                    <a:pt x="13394" y="7473"/>
                    <a:pt x="13363" y="7627"/>
                    <a:pt x="13302" y="7782"/>
                  </a:cubicBezTo>
                  <a:cubicBezTo>
                    <a:pt x="13116" y="7782"/>
                    <a:pt x="12931" y="7689"/>
                    <a:pt x="12777" y="7566"/>
                  </a:cubicBezTo>
                  <a:cubicBezTo>
                    <a:pt x="12734" y="7523"/>
                    <a:pt x="12686" y="7505"/>
                    <a:pt x="12640" y="7505"/>
                  </a:cubicBezTo>
                  <a:cubicBezTo>
                    <a:pt x="12488" y="7505"/>
                    <a:pt x="12357" y="7701"/>
                    <a:pt x="12499" y="7843"/>
                  </a:cubicBezTo>
                  <a:cubicBezTo>
                    <a:pt x="12684" y="8029"/>
                    <a:pt x="12900" y="8152"/>
                    <a:pt x="13147" y="8183"/>
                  </a:cubicBezTo>
                  <a:cubicBezTo>
                    <a:pt x="12746" y="9047"/>
                    <a:pt x="12036" y="9726"/>
                    <a:pt x="11141" y="10127"/>
                  </a:cubicBezTo>
                  <a:lnTo>
                    <a:pt x="11141" y="10158"/>
                  </a:lnTo>
                  <a:cubicBezTo>
                    <a:pt x="10802" y="10312"/>
                    <a:pt x="10462" y="10436"/>
                    <a:pt x="10092" y="10528"/>
                  </a:cubicBezTo>
                  <a:cubicBezTo>
                    <a:pt x="9938" y="10436"/>
                    <a:pt x="9722" y="10374"/>
                    <a:pt x="9536" y="10374"/>
                  </a:cubicBezTo>
                  <a:lnTo>
                    <a:pt x="8981" y="10374"/>
                  </a:lnTo>
                  <a:cubicBezTo>
                    <a:pt x="8703" y="10374"/>
                    <a:pt x="8425" y="10528"/>
                    <a:pt x="8302" y="10744"/>
                  </a:cubicBezTo>
                  <a:lnTo>
                    <a:pt x="5185" y="10744"/>
                  </a:lnTo>
                  <a:cubicBezTo>
                    <a:pt x="5031" y="10559"/>
                    <a:pt x="4784" y="10436"/>
                    <a:pt x="4537" y="10374"/>
                  </a:cubicBezTo>
                  <a:lnTo>
                    <a:pt x="3796" y="10374"/>
                  </a:lnTo>
                  <a:cubicBezTo>
                    <a:pt x="3704" y="10374"/>
                    <a:pt x="3580" y="10405"/>
                    <a:pt x="3487" y="10436"/>
                  </a:cubicBezTo>
                  <a:lnTo>
                    <a:pt x="3426" y="10467"/>
                  </a:lnTo>
                  <a:cubicBezTo>
                    <a:pt x="2469" y="10004"/>
                    <a:pt x="1821" y="9109"/>
                    <a:pt x="1667" y="8059"/>
                  </a:cubicBezTo>
                  <a:cubicBezTo>
                    <a:pt x="1574" y="7134"/>
                    <a:pt x="1821" y="6208"/>
                    <a:pt x="2407" y="5467"/>
                  </a:cubicBezTo>
                  <a:cubicBezTo>
                    <a:pt x="3068" y="4596"/>
                    <a:pt x="4110" y="4046"/>
                    <a:pt x="5218" y="4046"/>
                  </a:cubicBezTo>
                  <a:close/>
                  <a:moveTo>
                    <a:pt x="4352" y="10775"/>
                  </a:moveTo>
                  <a:cubicBezTo>
                    <a:pt x="4722" y="10775"/>
                    <a:pt x="5031" y="11084"/>
                    <a:pt x="5061" y="11485"/>
                  </a:cubicBezTo>
                  <a:cubicBezTo>
                    <a:pt x="5061" y="11507"/>
                    <a:pt x="5046" y="11529"/>
                    <a:pt x="5026" y="11529"/>
                  </a:cubicBezTo>
                  <a:cubicBezTo>
                    <a:pt x="5018" y="11529"/>
                    <a:pt x="5009" y="11525"/>
                    <a:pt x="5000" y="11516"/>
                  </a:cubicBezTo>
                  <a:lnTo>
                    <a:pt x="5000" y="11547"/>
                  </a:lnTo>
                  <a:lnTo>
                    <a:pt x="3796" y="11547"/>
                  </a:lnTo>
                  <a:cubicBezTo>
                    <a:pt x="3580" y="11547"/>
                    <a:pt x="3395" y="11362"/>
                    <a:pt x="3395" y="11146"/>
                  </a:cubicBezTo>
                  <a:cubicBezTo>
                    <a:pt x="3395" y="10930"/>
                    <a:pt x="3580" y="10775"/>
                    <a:pt x="3796" y="10775"/>
                  </a:cubicBezTo>
                  <a:close/>
                  <a:moveTo>
                    <a:pt x="9506" y="10775"/>
                  </a:moveTo>
                  <a:cubicBezTo>
                    <a:pt x="9907" y="10775"/>
                    <a:pt x="10215" y="11084"/>
                    <a:pt x="10215" y="11485"/>
                  </a:cubicBezTo>
                  <a:cubicBezTo>
                    <a:pt x="10215" y="11516"/>
                    <a:pt x="10185" y="11516"/>
                    <a:pt x="10185" y="11516"/>
                  </a:cubicBezTo>
                  <a:lnTo>
                    <a:pt x="10185" y="11547"/>
                  </a:lnTo>
                  <a:lnTo>
                    <a:pt x="8950" y="11547"/>
                  </a:lnTo>
                  <a:cubicBezTo>
                    <a:pt x="8734" y="11547"/>
                    <a:pt x="8580" y="11362"/>
                    <a:pt x="8580" y="11146"/>
                  </a:cubicBezTo>
                  <a:cubicBezTo>
                    <a:pt x="8580" y="10930"/>
                    <a:pt x="8734" y="10775"/>
                    <a:pt x="8950" y="10775"/>
                  </a:cubicBezTo>
                  <a:close/>
                  <a:moveTo>
                    <a:pt x="2163" y="1"/>
                  </a:moveTo>
                  <a:cubicBezTo>
                    <a:pt x="1783" y="1"/>
                    <a:pt x="1416" y="377"/>
                    <a:pt x="1605" y="838"/>
                  </a:cubicBezTo>
                  <a:cubicBezTo>
                    <a:pt x="1759" y="1116"/>
                    <a:pt x="1852" y="1424"/>
                    <a:pt x="1883" y="1764"/>
                  </a:cubicBezTo>
                  <a:cubicBezTo>
                    <a:pt x="1883" y="2504"/>
                    <a:pt x="1451" y="3122"/>
                    <a:pt x="988" y="3770"/>
                  </a:cubicBezTo>
                  <a:cubicBezTo>
                    <a:pt x="710" y="4140"/>
                    <a:pt x="494" y="4510"/>
                    <a:pt x="278" y="4912"/>
                  </a:cubicBezTo>
                  <a:cubicBezTo>
                    <a:pt x="247" y="5035"/>
                    <a:pt x="278" y="5158"/>
                    <a:pt x="401" y="5189"/>
                  </a:cubicBezTo>
                  <a:cubicBezTo>
                    <a:pt x="427" y="5207"/>
                    <a:pt x="455" y="5214"/>
                    <a:pt x="483" y="5214"/>
                  </a:cubicBezTo>
                  <a:cubicBezTo>
                    <a:pt x="556" y="5214"/>
                    <a:pt x="626" y="5163"/>
                    <a:pt x="648" y="5097"/>
                  </a:cubicBezTo>
                  <a:cubicBezTo>
                    <a:pt x="833" y="4695"/>
                    <a:pt x="1080" y="4325"/>
                    <a:pt x="1327" y="3986"/>
                  </a:cubicBezTo>
                  <a:cubicBezTo>
                    <a:pt x="1790" y="3307"/>
                    <a:pt x="2284" y="2597"/>
                    <a:pt x="2284" y="1733"/>
                  </a:cubicBezTo>
                  <a:cubicBezTo>
                    <a:pt x="2253" y="1362"/>
                    <a:pt x="2160" y="992"/>
                    <a:pt x="1975" y="653"/>
                  </a:cubicBezTo>
                  <a:cubicBezTo>
                    <a:pt x="1944" y="560"/>
                    <a:pt x="1975" y="437"/>
                    <a:pt x="2068" y="406"/>
                  </a:cubicBezTo>
                  <a:cubicBezTo>
                    <a:pt x="2093" y="397"/>
                    <a:pt x="2117" y="394"/>
                    <a:pt x="2142" y="394"/>
                  </a:cubicBezTo>
                  <a:cubicBezTo>
                    <a:pt x="2208" y="394"/>
                    <a:pt x="2270" y="422"/>
                    <a:pt x="2315" y="467"/>
                  </a:cubicBezTo>
                  <a:cubicBezTo>
                    <a:pt x="2531" y="838"/>
                    <a:pt x="2685" y="1270"/>
                    <a:pt x="2747" y="1733"/>
                  </a:cubicBezTo>
                  <a:cubicBezTo>
                    <a:pt x="2747" y="2196"/>
                    <a:pt x="2685" y="2659"/>
                    <a:pt x="2500" y="3060"/>
                  </a:cubicBezTo>
                  <a:cubicBezTo>
                    <a:pt x="2346" y="3430"/>
                    <a:pt x="2160" y="3770"/>
                    <a:pt x="1975" y="4078"/>
                  </a:cubicBezTo>
                  <a:cubicBezTo>
                    <a:pt x="1667" y="4572"/>
                    <a:pt x="1420" y="5066"/>
                    <a:pt x="1265" y="5621"/>
                  </a:cubicBezTo>
                  <a:cubicBezTo>
                    <a:pt x="1204" y="5899"/>
                    <a:pt x="1265" y="6177"/>
                    <a:pt x="1389" y="6424"/>
                  </a:cubicBezTo>
                  <a:cubicBezTo>
                    <a:pt x="1296" y="6701"/>
                    <a:pt x="1235" y="7010"/>
                    <a:pt x="1235" y="7288"/>
                  </a:cubicBezTo>
                  <a:lnTo>
                    <a:pt x="1235" y="7596"/>
                  </a:lnTo>
                  <a:cubicBezTo>
                    <a:pt x="710" y="7134"/>
                    <a:pt x="432" y="6485"/>
                    <a:pt x="463" y="5807"/>
                  </a:cubicBezTo>
                  <a:cubicBezTo>
                    <a:pt x="446" y="5691"/>
                    <a:pt x="359" y="5628"/>
                    <a:pt x="272" y="5628"/>
                  </a:cubicBezTo>
                  <a:cubicBezTo>
                    <a:pt x="197" y="5628"/>
                    <a:pt x="121" y="5675"/>
                    <a:pt x="93" y="5776"/>
                  </a:cubicBezTo>
                  <a:cubicBezTo>
                    <a:pt x="0" y="6609"/>
                    <a:pt x="432" y="7442"/>
                    <a:pt x="1296" y="8183"/>
                  </a:cubicBezTo>
                  <a:cubicBezTo>
                    <a:pt x="1451" y="9263"/>
                    <a:pt x="2130" y="10220"/>
                    <a:pt x="3117" y="10713"/>
                  </a:cubicBezTo>
                  <a:cubicBezTo>
                    <a:pt x="3055" y="10837"/>
                    <a:pt x="2994" y="10960"/>
                    <a:pt x="2994" y="11115"/>
                  </a:cubicBezTo>
                  <a:cubicBezTo>
                    <a:pt x="2994" y="11516"/>
                    <a:pt x="3333" y="11886"/>
                    <a:pt x="3765" y="11886"/>
                  </a:cubicBezTo>
                  <a:lnTo>
                    <a:pt x="4969" y="11886"/>
                  </a:lnTo>
                  <a:cubicBezTo>
                    <a:pt x="5247" y="11886"/>
                    <a:pt x="5432" y="11670"/>
                    <a:pt x="5432" y="11423"/>
                  </a:cubicBezTo>
                  <a:cubicBezTo>
                    <a:pt x="5432" y="11300"/>
                    <a:pt x="5432" y="11207"/>
                    <a:pt x="5401" y="11084"/>
                  </a:cubicBezTo>
                  <a:lnTo>
                    <a:pt x="8178" y="11084"/>
                  </a:lnTo>
                  <a:cubicBezTo>
                    <a:pt x="8178" y="11516"/>
                    <a:pt x="8518" y="11855"/>
                    <a:pt x="8950" y="11855"/>
                  </a:cubicBezTo>
                  <a:lnTo>
                    <a:pt x="10154" y="11855"/>
                  </a:lnTo>
                  <a:cubicBezTo>
                    <a:pt x="10401" y="11855"/>
                    <a:pt x="10617" y="11670"/>
                    <a:pt x="10617" y="11392"/>
                  </a:cubicBezTo>
                  <a:cubicBezTo>
                    <a:pt x="10617" y="11176"/>
                    <a:pt x="10555" y="10960"/>
                    <a:pt x="10431" y="10775"/>
                  </a:cubicBezTo>
                  <a:cubicBezTo>
                    <a:pt x="10709" y="10683"/>
                    <a:pt x="11018" y="10559"/>
                    <a:pt x="11296" y="10436"/>
                  </a:cubicBezTo>
                  <a:cubicBezTo>
                    <a:pt x="12067" y="10065"/>
                    <a:pt x="12746" y="9479"/>
                    <a:pt x="13240" y="8769"/>
                  </a:cubicBezTo>
                  <a:cubicBezTo>
                    <a:pt x="13548" y="8245"/>
                    <a:pt x="13764" y="7689"/>
                    <a:pt x="13826" y="7072"/>
                  </a:cubicBezTo>
                  <a:cubicBezTo>
                    <a:pt x="13919" y="6794"/>
                    <a:pt x="13888" y="6455"/>
                    <a:pt x="13703" y="6208"/>
                  </a:cubicBezTo>
                  <a:cubicBezTo>
                    <a:pt x="13548" y="6053"/>
                    <a:pt x="13363" y="5992"/>
                    <a:pt x="13147" y="5992"/>
                  </a:cubicBezTo>
                  <a:lnTo>
                    <a:pt x="13178" y="6084"/>
                  </a:lnTo>
                  <a:lnTo>
                    <a:pt x="12931" y="6084"/>
                  </a:lnTo>
                  <a:cubicBezTo>
                    <a:pt x="12530" y="6023"/>
                    <a:pt x="12221" y="5776"/>
                    <a:pt x="12036" y="5436"/>
                  </a:cubicBezTo>
                  <a:cubicBezTo>
                    <a:pt x="11944" y="5220"/>
                    <a:pt x="11820" y="5035"/>
                    <a:pt x="11697" y="4881"/>
                  </a:cubicBezTo>
                  <a:cubicBezTo>
                    <a:pt x="11913" y="4325"/>
                    <a:pt x="11913" y="3708"/>
                    <a:pt x="11635" y="3183"/>
                  </a:cubicBezTo>
                  <a:cubicBezTo>
                    <a:pt x="11593" y="3100"/>
                    <a:pt x="11526" y="3066"/>
                    <a:pt x="11460" y="3066"/>
                  </a:cubicBezTo>
                  <a:cubicBezTo>
                    <a:pt x="11331" y="3066"/>
                    <a:pt x="11203" y="3195"/>
                    <a:pt x="11265" y="3338"/>
                  </a:cubicBezTo>
                  <a:cubicBezTo>
                    <a:pt x="11450" y="3739"/>
                    <a:pt x="11481" y="4171"/>
                    <a:pt x="11357" y="4572"/>
                  </a:cubicBezTo>
                  <a:cubicBezTo>
                    <a:pt x="11172" y="4449"/>
                    <a:pt x="10956" y="4325"/>
                    <a:pt x="10740" y="4263"/>
                  </a:cubicBezTo>
                  <a:cubicBezTo>
                    <a:pt x="10740" y="4202"/>
                    <a:pt x="10740" y="4140"/>
                    <a:pt x="10740" y="4078"/>
                  </a:cubicBezTo>
                  <a:cubicBezTo>
                    <a:pt x="10740" y="3430"/>
                    <a:pt x="10246" y="3106"/>
                    <a:pt x="9752" y="3106"/>
                  </a:cubicBezTo>
                  <a:cubicBezTo>
                    <a:pt x="9259" y="3106"/>
                    <a:pt x="8765" y="3430"/>
                    <a:pt x="8765" y="4078"/>
                  </a:cubicBezTo>
                  <a:cubicBezTo>
                    <a:pt x="8765" y="4202"/>
                    <a:pt x="8796" y="4356"/>
                    <a:pt x="8857" y="4449"/>
                  </a:cubicBezTo>
                  <a:cubicBezTo>
                    <a:pt x="8672" y="4572"/>
                    <a:pt x="8487" y="4695"/>
                    <a:pt x="8364" y="4850"/>
                  </a:cubicBezTo>
                  <a:cubicBezTo>
                    <a:pt x="8333" y="4881"/>
                    <a:pt x="8302" y="4881"/>
                    <a:pt x="8271" y="4881"/>
                  </a:cubicBezTo>
                  <a:cubicBezTo>
                    <a:pt x="7586" y="3652"/>
                    <a:pt x="8600" y="2388"/>
                    <a:pt x="9764" y="2388"/>
                  </a:cubicBezTo>
                  <a:cubicBezTo>
                    <a:pt x="10121" y="2388"/>
                    <a:pt x="10492" y="2507"/>
                    <a:pt x="10833" y="2782"/>
                  </a:cubicBezTo>
                  <a:cubicBezTo>
                    <a:pt x="10863" y="2818"/>
                    <a:pt x="10897" y="2833"/>
                    <a:pt x="10932" y="2833"/>
                  </a:cubicBezTo>
                  <a:cubicBezTo>
                    <a:pt x="11077" y="2833"/>
                    <a:pt x="11229" y="2573"/>
                    <a:pt x="11079" y="2473"/>
                  </a:cubicBezTo>
                  <a:cubicBezTo>
                    <a:pt x="10677" y="2135"/>
                    <a:pt x="10213" y="1984"/>
                    <a:pt x="9759" y="1984"/>
                  </a:cubicBezTo>
                  <a:cubicBezTo>
                    <a:pt x="8678" y="1984"/>
                    <a:pt x="7654" y="2840"/>
                    <a:pt x="7654" y="4078"/>
                  </a:cubicBezTo>
                  <a:cubicBezTo>
                    <a:pt x="7654" y="4202"/>
                    <a:pt x="7685" y="4325"/>
                    <a:pt x="7716" y="4449"/>
                  </a:cubicBezTo>
                  <a:cubicBezTo>
                    <a:pt x="6991" y="3892"/>
                    <a:pt x="6129" y="3617"/>
                    <a:pt x="5270" y="3617"/>
                  </a:cubicBezTo>
                  <a:cubicBezTo>
                    <a:pt x="4226" y="3617"/>
                    <a:pt x="3186" y="4023"/>
                    <a:pt x="2407" y="4819"/>
                  </a:cubicBezTo>
                  <a:cubicBezTo>
                    <a:pt x="2099" y="5097"/>
                    <a:pt x="1852" y="5436"/>
                    <a:pt x="1667" y="5807"/>
                  </a:cubicBezTo>
                  <a:cubicBezTo>
                    <a:pt x="1667" y="5807"/>
                    <a:pt x="1667" y="5776"/>
                    <a:pt x="1667" y="5745"/>
                  </a:cubicBezTo>
                  <a:cubicBezTo>
                    <a:pt x="1790" y="5220"/>
                    <a:pt x="2037" y="4757"/>
                    <a:pt x="2315" y="4325"/>
                  </a:cubicBezTo>
                  <a:cubicBezTo>
                    <a:pt x="2531" y="3986"/>
                    <a:pt x="2716" y="3615"/>
                    <a:pt x="2870" y="3245"/>
                  </a:cubicBezTo>
                  <a:cubicBezTo>
                    <a:pt x="3086" y="2751"/>
                    <a:pt x="3179" y="2227"/>
                    <a:pt x="3148" y="1702"/>
                  </a:cubicBezTo>
                  <a:cubicBezTo>
                    <a:pt x="3086" y="1208"/>
                    <a:pt x="2932" y="714"/>
                    <a:pt x="2654" y="282"/>
                  </a:cubicBezTo>
                  <a:cubicBezTo>
                    <a:pt x="2526" y="84"/>
                    <a:pt x="2343" y="1"/>
                    <a:pt x="2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6" name="Google Shape;13476;p88"/>
          <p:cNvGrpSpPr/>
          <p:nvPr/>
        </p:nvGrpSpPr>
        <p:grpSpPr>
          <a:xfrm>
            <a:off x="4818450" y="2850724"/>
            <a:ext cx="316375" cy="345675"/>
            <a:chOff x="5578038" y="3581531"/>
            <a:chExt cx="316375" cy="345675"/>
          </a:xfrm>
        </p:grpSpPr>
        <p:sp>
          <p:nvSpPr>
            <p:cNvPr id="13477" name="Google Shape;13477;p88"/>
            <p:cNvSpPr/>
            <p:nvPr/>
          </p:nvSpPr>
          <p:spPr>
            <a:xfrm>
              <a:off x="5659838" y="3846006"/>
              <a:ext cx="10050" cy="17925"/>
            </a:xfrm>
            <a:custGeom>
              <a:rect b="b" l="l" r="r" t="t"/>
              <a:pathLst>
                <a:path extrusionOk="0" h="717" w="402">
                  <a:moveTo>
                    <a:pt x="253" y="1"/>
                  </a:moveTo>
                  <a:cubicBezTo>
                    <a:pt x="241" y="1"/>
                    <a:pt x="228" y="3"/>
                    <a:pt x="216" y="7"/>
                  </a:cubicBezTo>
                  <a:cubicBezTo>
                    <a:pt x="93" y="7"/>
                    <a:pt x="0" y="69"/>
                    <a:pt x="0" y="192"/>
                  </a:cubicBezTo>
                  <a:lnTo>
                    <a:pt x="0" y="501"/>
                  </a:lnTo>
                  <a:cubicBezTo>
                    <a:pt x="0" y="624"/>
                    <a:pt x="93" y="717"/>
                    <a:pt x="216" y="717"/>
                  </a:cubicBezTo>
                  <a:cubicBezTo>
                    <a:pt x="309" y="717"/>
                    <a:pt x="401" y="624"/>
                    <a:pt x="401" y="501"/>
                  </a:cubicBezTo>
                  <a:lnTo>
                    <a:pt x="401" y="192"/>
                  </a:lnTo>
                  <a:cubicBezTo>
                    <a:pt x="401" y="85"/>
                    <a:pt x="332" y="1"/>
                    <a:pt x="2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8" name="Google Shape;13478;p88"/>
            <p:cNvSpPr/>
            <p:nvPr/>
          </p:nvSpPr>
          <p:spPr>
            <a:xfrm>
              <a:off x="5747788" y="3847331"/>
              <a:ext cx="9275" cy="16600"/>
            </a:xfrm>
            <a:custGeom>
              <a:rect b="b" l="l" r="r" t="t"/>
              <a:pathLst>
                <a:path extrusionOk="0" h="664" w="371">
                  <a:moveTo>
                    <a:pt x="174" y="0"/>
                  </a:moveTo>
                  <a:cubicBezTo>
                    <a:pt x="93" y="0"/>
                    <a:pt x="16" y="46"/>
                    <a:pt x="1" y="139"/>
                  </a:cubicBezTo>
                  <a:lnTo>
                    <a:pt x="1" y="448"/>
                  </a:lnTo>
                  <a:cubicBezTo>
                    <a:pt x="1" y="571"/>
                    <a:pt x="62" y="664"/>
                    <a:pt x="186" y="664"/>
                  </a:cubicBezTo>
                  <a:cubicBezTo>
                    <a:pt x="278" y="664"/>
                    <a:pt x="371" y="571"/>
                    <a:pt x="371" y="448"/>
                  </a:cubicBezTo>
                  <a:lnTo>
                    <a:pt x="371" y="139"/>
                  </a:lnTo>
                  <a:cubicBezTo>
                    <a:pt x="340" y="46"/>
                    <a:pt x="25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9" name="Google Shape;13479;p88"/>
            <p:cNvSpPr/>
            <p:nvPr/>
          </p:nvSpPr>
          <p:spPr>
            <a:xfrm>
              <a:off x="5690888" y="3852256"/>
              <a:ext cx="33775" cy="15525"/>
            </a:xfrm>
            <a:custGeom>
              <a:rect b="b" l="l" r="r" t="t"/>
              <a:pathLst>
                <a:path extrusionOk="0" h="621" w="1351">
                  <a:moveTo>
                    <a:pt x="279" y="0"/>
                  </a:moveTo>
                  <a:cubicBezTo>
                    <a:pt x="129" y="0"/>
                    <a:pt x="0" y="181"/>
                    <a:pt x="116" y="343"/>
                  </a:cubicBezTo>
                  <a:cubicBezTo>
                    <a:pt x="271" y="498"/>
                    <a:pt x="487" y="590"/>
                    <a:pt x="703" y="590"/>
                  </a:cubicBezTo>
                  <a:lnTo>
                    <a:pt x="703" y="621"/>
                  </a:lnTo>
                  <a:cubicBezTo>
                    <a:pt x="919" y="621"/>
                    <a:pt x="1135" y="528"/>
                    <a:pt x="1289" y="374"/>
                  </a:cubicBezTo>
                  <a:cubicBezTo>
                    <a:pt x="1351" y="282"/>
                    <a:pt x="1351" y="158"/>
                    <a:pt x="1258" y="65"/>
                  </a:cubicBezTo>
                  <a:cubicBezTo>
                    <a:pt x="1227" y="35"/>
                    <a:pt x="1181" y="19"/>
                    <a:pt x="1131" y="19"/>
                  </a:cubicBezTo>
                  <a:cubicBezTo>
                    <a:pt x="1081" y="19"/>
                    <a:pt x="1027" y="35"/>
                    <a:pt x="980" y="65"/>
                  </a:cubicBezTo>
                  <a:cubicBezTo>
                    <a:pt x="919" y="158"/>
                    <a:pt x="826" y="189"/>
                    <a:pt x="703" y="189"/>
                  </a:cubicBezTo>
                  <a:cubicBezTo>
                    <a:pt x="610" y="189"/>
                    <a:pt x="487" y="158"/>
                    <a:pt x="425" y="65"/>
                  </a:cubicBezTo>
                  <a:cubicBezTo>
                    <a:pt x="379" y="20"/>
                    <a:pt x="328" y="0"/>
                    <a:pt x="2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0" name="Google Shape;13480;p88"/>
            <p:cNvSpPr/>
            <p:nvPr/>
          </p:nvSpPr>
          <p:spPr>
            <a:xfrm>
              <a:off x="5604288" y="3800656"/>
              <a:ext cx="209575" cy="100325"/>
            </a:xfrm>
            <a:custGeom>
              <a:rect b="b" l="l" r="r" t="t"/>
              <a:pathLst>
                <a:path extrusionOk="0" h="4013" w="8383">
                  <a:moveTo>
                    <a:pt x="1574" y="432"/>
                  </a:moveTo>
                  <a:cubicBezTo>
                    <a:pt x="2161" y="432"/>
                    <a:pt x="2716" y="586"/>
                    <a:pt x="3210" y="864"/>
                  </a:cubicBezTo>
                  <a:cubicBezTo>
                    <a:pt x="3796" y="1173"/>
                    <a:pt x="4413" y="1327"/>
                    <a:pt x="5062" y="1327"/>
                  </a:cubicBezTo>
                  <a:cubicBezTo>
                    <a:pt x="5926" y="1296"/>
                    <a:pt x="6821" y="1111"/>
                    <a:pt x="7654" y="802"/>
                  </a:cubicBezTo>
                  <a:cubicBezTo>
                    <a:pt x="7682" y="791"/>
                    <a:pt x="7709" y="786"/>
                    <a:pt x="7734" y="786"/>
                  </a:cubicBezTo>
                  <a:cubicBezTo>
                    <a:pt x="7848" y="786"/>
                    <a:pt x="7926" y="892"/>
                    <a:pt x="7901" y="1018"/>
                  </a:cubicBezTo>
                  <a:cubicBezTo>
                    <a:pt x="7777" y="1636"/>
                    <a:pt x="7438" y="2191"/>
                    <a:pt x="7006" y="2654"/>
                  </a:cubicBezTo>
                  <a:cubicBezTo>
                    <a:pt x="6389" y="3241"/>
                    <a:pt x="5555" y="3580"/>
                    <a:pt x="4691" y="3611"/>
                  </a:cubicBezTo>
                  <a:lnTo>
                    <a:pt x="3765" y="3611"/>
                  </a:lnTo>
                  <a:cubicBezTo>
                    <a:pt x="2901" y="3580"/>
                    <a:pt x="2068" y="3271"/>
                    <a:pt x="1451" y="2654"/>
                  </a:cubicBezTo>
                  <a:cubicBezTo>
                    <a:pt x="926" y="2129"/>
                    <a:pt x="587" y="1451"/>
                    <a:pt x="494" y="741"/>
                  </a:cubicBezTo>
                  <a:cubicBezTo>
                    <a:pt x="463" y="617"/>
                    <a:pt x="556" y="525"/>
                    <a:pt x="648" y="525"/>
                  </a:cubicBezTo>
                  <a:cubicBezTo>
                    <a:pt x="957" y="463"/>
                    <a:pt x="1266" y="432"/>
                    <a:pt x="1574" y="432"/>
                  </a:cubicBezTo>
                  <a:close/>
                  <a:moveTo>
                    <a:pt x="1543" y="0"/>
                  </a:moveTo>
                  <a:cubicBezTo>
                    <a:pt x="1204" y="0"/>
                    <a:pt x="864" y="31"/>
                    <a:pt x="525" y="93"/>
                  </a:cubicBezTo>
                  <a:lnTo>
                    <a:pt x="525" y="123"/>
                  </a:lnTo>
                  <a:cubicBezTo>
                    <a:pt x="216" y="185"/>
                    <a:pt x="0" y="463"/>
                    <a:pt x="31" y="772"/>
                  </a:cubicBezTo>
                  <a:cubicBezTo>
                    <a:pt x="155" y="1605"/>
                    <a:pt x="525" y="2376"/>
                    <a:pt x="1142" y="2932"/>
                  </a:cubicBezTo>
                  <a:cubicBezTo>
                    <a:pt x="1821" y="3611"/>
                    <a:pt x="2778" y="4012"/>
                    <a:pt x="3735" y="4012"/>
                  </a:cubicBezTo>
                  <a:lnTo>
                    <a:pt x="4660" y="4012"/>
                  </a:lnTo>
                  <a:cubicBezTo>
                    <a:pt x="5648" y="4012"/>
                    <a:pt x="6574" y="3611"/>
                    <a:pt x="7284" y="2932"/>
                  </a:cubicBezTo>
                  <a:cubicBezTo>
                    <a:pt x="7777" y="2438"/>
                    <a:pt x="8148" y="1790"/>
                    <a:pt x="8302" y="1111"/>
                  </a:cubicBezTo>
                  <a:cubicBezTo>
                    <a:pt x="8382" y="709"/>
                    <a:pt x="8068" y="377"/>
                    <a:pt x="7701" y="377"/>
                  </a:cubicBezTo>
                  <a:cubicBezTo>
                    <a:pt x="7645" y="377"/>
                    <a:pt x="7588" y="385"/>
                    <a:pt x="7531" y="401"/>
                  </a:cubicBezTo>
                  <a:cubicBezTo>
                    <a:pt x="6728" y="710"/>
                    <a:pt x="5895" y="864"/>
                    <a:pt x="5062" y="926"/>
                  </a:cubicBezTo>
                  <a:cubicBezTo>
                    <a:pt x="4444" y="895"/>
                    <a:pt x="3858" y="741"/>
                    <a:pt x="3364" y="463"/>
                  </a:cubicBezTo>
                  <a:cubicBezTo>
                    <a:pt x="2778" y="154"/>
                    <a:pt x="2161" y="0"/>
                    <a:pt x="1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1" name="Google Shape;13481;p88"/>
            <p:cNvSpPr/>
            <p:nvPr/>
          </p:nvSpPr>
          <p:spPr>
            <a:xfrm>
              <a:off x="5713313" y="3762831"/>
              <a:ext cx="55325" cy="47450"/>
            </a:xfrm>
            <a:custGeom>
              <a:rect b="b" l="l" r="r" t="t"/>
              <a:pathLst>
                <a:path extrusionOk="0" h="1898" w="2213">
                  <a:moveTo>
                    <a:pt x="947" y="402"/>
                  </a:moveTo>
                  <a:cubicBezTo>
                    <a:pt x="1441" y="402"/>
                    <a:pt x="1688" y="988"/>
                    <a:pt x="1349" y="1328"/>
                  </a:cubicBezTo>
                  <a:cubicBezTo>
                    <a:pt x="1239" y="1437"/>
                    <a:pt x="1104" y="1486"/>
                    <a:pt x="971" y="1486"/>
                  </a:cubicBezTo>
                  <a:cubicBezTo>
                    <a:pt x="692" y="1486"/>
                    <a:pt x="423" y="1271"/>
                    <a:pt x="423" y="958"/>
                  </a:cubicBezTo>
                  <a:cubicBezTo>
                    <a:pt x="423" y="649"/>
                    <a:pt x="639" y="402"/>
                    <a:pt x="947" y="402"/>
                  </a:cubicBezTo>
                  <a:close/>
                  <a:moveTo>
                    <a:pt x="947" y="1"/>
                  </a:moveTo>
                  <a:cubicBezTo>
                    <a:pt x="423" y="1"/>
                    <a:pt x="22" y="433"/>
                    <a:pt x="22" y="958"/>
                  </a:cubicBezTo>
                  <a:cubicBezTo>
                    <a:pt x="1" y="1518"/>
                    <a:pt x="469" y="1897"/>
                    <a:pt x="956" y="1897"/>
                  </a:cubicBezTo>
                  <a:cubicBezTo>
                    <a:pt x="1193" y="1897"/>
                    <a:pt x="1435" y="1808"/>
                    <a:pt x="1626" y="1606"/>
                  </a:cubicBezTo>
                  <a:cubicBezTo>
                    <a:pt x="2213" y="1019"/>
                    <a:pt x="1812" y="1"/>
                    <a:pt x="9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2" name="Google Shape;13482;p88"/>
            <p:cNvSpPr/>
            <p:nvPr/>
          </p:nvSpPr>
          <p:spPr>
            <a:xfrm>
              <a:off x="5652888" y="3749256"/>
              <a:ext cx="45550" cy="38300"/>
            </a:xfrm>
            <a:custGeom>
              <a:rect b="b" l="l" r="r" t="t"/>
              <a:pathLst>
                <a:path extrusionOk="0" h="1532" w="1822">
                  <a:moveTo>
                    <a:pt x="1050" y="412"/>
                  </a:moveTo>
                  <a:cubicBezTo>
                    <a:pt x="1138" y="412"/>
                    <a:pt x="1227" y="443"/>
                    <a:pt x="1297" y="513"/>
                  </a:cubicBezTo>
                  <a:cubicBezTo>
                    <a:pt x="1544" y="760"/>
                    <a:pt x="1358" y="1130"/>
                    <a:pt x="1050" y="1130"/>
                  </a:cubicBezTo>
                  <a:cubicBezTo>
                    <a:pt x="834" y="1130"/>
                    <a:pt x="679" y="976"/>
                    <a:pt x="679" y="760"/>
                  </a:cubicBezTo>
                  <a:cubicBezTo>
                    <a:pt x="679" y="551"/>
                    <a:pt x="864" y="412"/>
                    <a:pt x="1050" y="412"/>
                  </a:cubicBezTo>
                  <a:close/>
                  <a:moveTo>
                    <a:pt x="1049" y="1"/>
                  </a:moveTo>
                  <a:cubicBezTo>
                    <a:pt x="855" y="1"/>
                    <a:pt x="656" y="73"/>
                    <a:pt x="494" y="235"/>
                  </a:cubicBezTo>
                  <a:cubicBezTo>
                    <a:pt x="1" y="698"/>
                    <a:pt x="371" y="1531"/>
                    <a:pt x="1050" y="1531"/>
                  </a:cubicBezTo>
                  <a:cubicBezTo>
                    <a:pt x="1482" y="1531"/>
                    <a:pt x="1821" y="1192"/>
                    <a:pt x="1821" y="760"/>
                  </a:cubicBezTo>
                  <a:cubicBezTo>
                    <a:pt x="1821" y="304"/>
                    <a:pt x="1445" y="1"/>
                    <a:pt x="1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3" name="Google Shape;13483;p88"/>
            <p:cNvSpPr/>
            <p:nvPr/>
          </p:nvSpPr>
          <p:spPr>
            <a:xfrm>
              <a:off x="5693788" y="3706506"/>
              <a:ext cx="38600" cy="33300"/>
            </a:xfrm>
            <a:custGeom>
              <a:rect b="b" l="l" r="r" t="t"/>
              <a:pathLst>
                <a:path extrusionOk="0" h="1332" w="1544">
                  <a:moveTo>
                    <a:pt x="884" y="448"/>
                  </a:moveTo>
                  <a:cubicBezTo>
                    <a:pt x="1019" y="448"/>
                    <a:pt x="1158" y="526"/>
                    <a:pt x="1142" y="680"/>
                  </a:cubicBezTo>
                  <a:cubicBezTo>
                    <a:pt x="1142" y="803"/>
                    <a:pt x="1019" y="927"/>
                    <a:pt x="895" y="927"/>
                  </a:cubicBezTo>
                  <a:cubicBezTo>
                    <a:pt x="741" y="927"/>
                    <a:pt x="617" y="803"/>
                    <a:pt x="648" y="680"/>
                  </a:cubicBezTo>
                  <a:cubicBezTo>
                    <a:pt x="617" y="526"/>
                    <a:pt x="749" y="448"/>
                    <a:pt x="884" y="448"/>
                  </a:cubicBezTo>
                  <a:close/>
                  <a:moveTo>
                    <a:pt x="895" y="1"/>
                  </a:moveTo>
                  <a:cubicBezTo>
                    <a:pt x="309" y="1"/>
                    <a:pt x="0" y="711"/>
                    <a:pt x="401" y="1143"/>
                  </a:cubicBezTo>
                  <a:cubicBezTo>
                    <a:pt x="541" y="1273"/>
                    <a:pt x="711" y="1332"/>
                    <a:pt x="875" y="1332"/>
                  </a:cubicBezTo>
                  <a:cubicBezTo>
                    <a:pt x="1219" y="1332"/>
                    <a:pt x="1543" y="1076"/>
                    <a:pt x="1543" y="680"/>
                  </a:cubicBezTo>
                  <a:cubicBezTo>
                    <a:pt x="1543" y="310"/>
                    <a:pt x="1235" y="1"/>
                    <a:pt x="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4" name="Google Shape;13484;p88"/>
            <p:cNvSpPr/>
            <p:nvPr/>
          </p:nvSpPr>
          <p:spPr>
            <a:xfrm>
              <a:off x="5597338" y="3660081"/>
              <a:ext cx="243050" cy="267125"/>
            </a:xfrm>
            <a:custGeom>
              <a:rect b="b" l="l" r="r" t="t"/>
              <a:pathLst>
                <a:path extrusionOk="0" h="10685" w="9722">
                  <a:moveTo>
                    <a:pt x="5353" y="0"/>
                  </a:moveTo>
                  <a:cubicBezTo>
                    <a:pt x="5248" y="0"/>
                    <a:pt x="5154" y="84"/>
                    <a:pt x="5154" y="191"/>
                  </a:cubicBezTo>
                  <a:lnTo>
                    <a:pt x="5154" y="994"/>
                  </a:lnTo>
                  <a:cubicBezTo>
                    <a:pt x="5154" y="1086"/>
                    <a:pt x="5216" y="1179"/>
                    <a:pt x="5309" y="1179"/>
                  </a:cubicBezTo>
                  <a:cubicBezTo>
                    <a:pt x="7592" y="1580"/>
                    <a:pt x="9290" y="3555"/>
                    <a:pt x="9290" y="5901"/>
                  </a:cubicBezTo>
                  <a:cubicBezTo>
                    <a:pt x="9321" y="8308"/>
                    <a:pt x="7346" y="10283"/>
                    <a:pt x="4938" y="10283"/>
                  </a:cubicBezTo>
                  <a:lnTo>
                    <a:pt x="4043" y="10283"/>
                  </a:lnTo>
                  <a:cubicBezTo>
                    <a:pt x="2593" y="10283"/>
                    <a:pt x="1235" y="9573"/>
                    <a:pt x="402" y="8370"/>
                  </a:cubicBezTo>
                  <a:cubicBezTo>
                    <a:pt x="362" y="8310"/>
                    <a:pt x="296" y="8276"/>
                    <a:pt x="230" y="8276"/>
                  </a:cubicBezTo>
                  <a:cubicBezTo>
                    <a:pt x="193" y="8276"/>
                    <a:pt x="157" y="8286"/>
                    <a:pt x="124" y="8308"/>
                  </a:cubicBezTo>
                  <a:cubicBezTo>
                    <a:pt x="31" y="8370"/>
                    <a:pt x="0" y="8493"/>
                    <a:pt x="62" y="8586"/>
                  </a:cubicBezTo>
                  <a:cubicBezTo>
                    <a:pt x="957" y="9882"/>
                    <a:pt x="2439" y="10684"/>
                    <a:pt x="4013" y="10684"/>
                  </a:cubicBezTo>
                  <a:lnTo>
                    <a:pt x="4938" y="10684"/>
                  </a:lnTo>
                  <a:cubicBezTo>
                    <a:pt x="7592" y="10684"/>
                    <a:pt x="9722" y="8524"/>
                    <a:pt x="9722" y="5901"/>
                  </a:cubicBezTo>
                  <a:cubicBezTo>
                    <a:pt x="9691" y="3432"/>
                    <a:pt x="7963" y="1302"/>
                    <a:pt x="5556" y="809"/>
                  </a:cubicBezTo>
                  <a:lnTo>
                    <a:pt x="5556" y="469"/>
                  </a:lnTo>
                  <a:lnTo>
                    <a:pt x="8889" y="1549"/>
                  </a:lnTo>
                  <a:cubicBezTo>
                    <a:pt x="8908" y="1554"/>
                    <a:pt x="8926" y="1556"/>
                    <a:pt x="8943" y="1556"/>
                  </a:cubicBezTo>
                  <a:cubicBezTo>
                    <a:pt x="9152" y="1556"/>
                    <a:pt x="9240" y="1234"/>
                    <a:pt x="9012" y="1148"/>
                  </a:cubicBezTo>
                  <a:lnTo>
                    <a:pt x="5401" y="6"/>
                  </a:lnTo>
                  <a:cubicBezTo>
                    <a:pt x="5385" y="2"/>
                    <a:pt x="5369" y="0"/>
                    <a:pt x="53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5" name="Google Shape;13485;p88"/>
            <p:cNvSpPr/>
            <p:nvPr/>
          </p:nvSpPr>
          <p:spPr>
            <a:xfrm>
              <a:off x="5578038" y="3581531"/>
              <a:ext cx="316375" cy="278075"/>
            </a:xfrm>
            <a:custGeom>
              <a:rect b="b" l="l" r="r" t="t"/>
              <a:pathLst>
                <a:path extrusionOk="0" h="11123" w="12655">
                  <a:moveTo>
                    <a:pt x="6112" y="402"/>
                  </a:moveTo>
                  <a:cubicBezTo>
                    <a:pt x="6729" y="463"/>
                    <a:pt x="6729" y="1389"/>
                    <a:pt x="6112" y="1451"/>
                  </a:cubicBezTo>
                  <a:lnTo>
                    <a:pt x="4352" y="1451"/>
                  </a:lnTo>
                  <a:cubicBezTo>
                    <a:pt x="4075" y="1451"/>
                    <a:pt x="3859" y="1204"/>
                    <a:pt x="3859" y="926"/>
                  </a:cubicBezTo>
                  <a:lnTo>
                    <a:pt x="3890" y="926"/>
                  </a:lnTo>
                  <a:cubicBezTo>
                    <a:pt x="3890" y="648"/>
                    <a:pt x="4106" y="402"/>
                    <a:pt x="4383" y="402"/>
                  </a:cubicBezTo>
                  <a:close/>
                  <a:moveTo>
                    <a:pt x="4383" y="0"/>
                  </a:moveTo>
                  <a:cubicBezTo>
                    <a:pt x="3272" y="0"/>
                    <a:pt x="3087" y="1574"/>
                    <a:pt x="4167" y="1821"/>
                  </a:cubicBezTo>
                  <a:lnTo>
                    <a:pt x="4167" y="3951"/>
                  </a:lnTo>
                  <a:cubicBezTo>
                    <a:pt x="3025" y="4167"/>
                    <a:pt x="2007" y="4784"/>
                    <a:pt x="1266" y="5679"/>
                  </a:cubicBezTo>
                  <a:cubicBezTo>
                    <a:pt x="433" y="6636"/>
                    <a:pt x="1" y="7870"/>
                    <a:pt x="1" y="9166"/>
                  </a:cubicBezTo>
                  <a:lnTo>
                    <a:pt x="32" y="9166"/>
                  </a:lnTo>
                  <a:cubicBezTo>
                    <a:pt x="32" y="9814"/>
                    <a:pt x="155" y="10432"/>
                    <a:pt x="433" y="11018"/>
                  </a:cubicBezTo>
                  <a:cubicBezTo>
                    <a:pt x="456" y="11087"/>
                    <a:pt x="531" y="11122"/>
                    <a:pt x="620" y="11122"/>
                  </a:cubicBezTo>
                  <a:cubicBezTo>
                    <a:pt x="649" y="11122"/>
                    <a:pt x="680" y="11118"/>
                    <a:pt x="711" y="11111"/>
                  </a:cubicBezTo>
                  <a:cubicBezTo>
                    <a:pt x="803" y="11049"/>
                    <a:pt x="834" y="10925"/>
                    <a:pt x="803" y="10833"/>
                  </a:cubicBezTo>
                  <a:cubicBezTo>
                    <a:pt x="556" y="10277"/>
                    <a:pt x="402" y="9691"/>
                    <a:pt x="402" y="9074"/>
                  </a:cubicBezTo>
                  <a:cubicBezTo>
                    <a:pt x="402" y="6728"/>
                    <a:pt x="2100" y="4722"/>
                    <a:pt x="4414" y="4321"/>
                  </a:cubicBezTo>
                  <a:cubicBezTo>
                    <a:pt x="4507" y="4290"/>
                    <a:pt x="4568" y="4198"/>
                    <a:pt x="4568" y="4105"/>
                  </a:cubicBezTo>
                  <a:lnTo>
                    <a:pt x="4568" y="1852"/>
                  </a:lnTo>
                  <a:lnTo>
                    <a:pt x="5896" y="1852"/>
                  </a:lnTo>
                  <a:lnTo>
                    <a:pt x="5896" y="2222"/>
                  </a:lnTo>
                  <a:cubicBezTo>
                    <a:pt x="5896" y="2315"/>
                    <a:pt x="5957" y="2408"/>
                    <a:pt x="6050" y="2408"/>
                  </a:cubicBezTo>
                  <a:lnTo>
                    <a:pt x="12068" y="4383"/>
                  </a:lnTo>
                  <a:cubicBezTo>
                    <a:pt x="12161" y="4414"/>
                    <a:pt x="12191" y="4506"/>
                    <a:pt x="12191" y="4599"/>
                  </a:cubicBezTo>
                  <a:lnTo>
                    <a:pt x="12068" y="4876"/>
                  </a:lnTo>
                  <a:cubicBezTo>
                    <a:pt x="12043" y="4953"/>
                    <a:pt x="11975" y="5008"/>
                    <a:pt x="11918" y="5008"/>
                  </a:cubicBezTo>
                  <a:cubicBezTo>
                    <a:pt x="11906" y="5008"/>
                    <a:pt x="11894" y="5005"/>
                    <a:pt x="11883" y="5000"/>
                  </a:cubicBezTo>
                  <a:lnTo>
                    <a:pt x="10525" y="4568"/>
                  </a:lnTo>
                  <a:cubicBezTo>
                    <a:pt x="10498" y="4558"/>
                    <a:pt x="10472" y="4553"/>
                    <a:pt x="10448" y="4553"/>
                  </a:cubicBezTo>
                  <a:cubicBezTo>
                    <a:pt x="10255" y="4553"/>
                    <a:pt x="10182" y="4856"/>
                    <a:pt x="10401" y="4938"/>
                  </a:cubicBezTo>
                  <a:lnTo>
                    <a:pt x="11759" y="5370"/>
                  </a:lnTo>
                  <a:cubicBezTo>
                    <a:pt x="11814" y="5389"/>
                    <a:pt x="11871" y="5397"/>
                    <a:pt x="11928" y="5397"/>
                  </a:cubicBezTo>
                  <a:cubicBezTo>
                    <a:pt x="12161" y="5397"/>
                    <a:pt x="12395" y="5254"/>
                    <a:pt x="12469" y="5031"/>
                  </a:cubicBezTo>
                  <a:lnTo>
                    <a:pt x="12562" y="4722"/>
                  </a:lnTo>
                  <a:cubicBezTo>
                    <a:pt x="12654" y="4414"/>
                    <a:pt x="12500" y="4105"/>
                    <a:pt x="12191" y="4012"/>
                  </a:cubicBezTo>
                  <a:lnTo>
                    <a:pt x="6297" y="2068"/>
                  </a:lnTo>
                  <a:lnTo>
                    <a:pt x="6297" y="1821"/>
                  </a:lnTo>
                  <a:cubicBezTo>
                    <a:pt x="7377" y="1574"/>
                    <a:pt x="7192" y="0"/>
                    <a:pt x="61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86" name="Google Shape;13486;p88"/>
          <p:cNvGrpSpPr/>
          <p:nvPr/>
        </p:nvGrpSpPr>
        <p:grpSpPr>
          <a:xfrm>
            <a:off x="5504556" y="2850824"/>
            <a:ext cx="331025" cy="345475"/>
            <a:chOff x="2540463" y="3580956"/>
            <a:chExt cx="331025" cy="345475"/>
          </a:xfrm>
        </p:grpSpPr>
        <p:sp>
          <p:nvSpPr>
            <p:cNvPr id="13487" name="Google Shape;13487;p88"/>
            <p:cNvSpPr/>
            <p:nvPr/>
          </p:nvSpPr>
          <p:spPr>
            <a:xfrm>
              <a:off x="2601413" y="3888456"/>
              <a:ext cx="10825" cy="16375"/>
            </a:xfrm>
            <a:custGeom>
              <a:rect b="b" l="l" r="r" t="t"/>
              <a:pathLst>
                <a:path extrusionOk="0" h="655" w="433">
                  <a:moveTo>
                    <a:pt x="264" y="0"/>
                  </a:moveTo>
                  <a:cubicBezTo>
                    <a:pt x="249" y="0"/>
                    <a:pt x="233" y="2"/>
                    <a:pt x="217" y="6"/>
                  </a:cubicBezTo>
                  <a:cubicBezTo>
                    <a:pt x="93" y="6"/>
                    <a:pt x="32" y="68"/>
                    <a:pt x="32" y="191"/>
                  </a:cubicBezTo>
                  <a:lnTo>
                    <a:pt x="32" y="438"/>
                  </a:lnTo>
                  <a:cubicBezTo>
                    <a:pt x="1" y="562"/>
                    <a:pt x="93" y="654"/>
                    <a:pt x="217" y="654"/>
                  </a:cubicBezTo>
                  <a:cubicBezTo>
                    <a:pt x="340" y="654"/>
                    <a:pt x="433" y="562"/>
                    <a:pt x="433" y="438"/>
                  </a:cubicBezTo>
                  <a:lnTo>
                    <a:pt x="433" y="191"/>
                  </a:lnTo>
                  <a:cubicBezTo>
                    <a:pt x="433" y="84"/>
                    <a:pt x="363" y="0"/>
                    <a:pt x="2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8" name="Google Shape;13488;p88"/>
            <p:cNvSpPr/>
            <p:nvPr/>
          </p:nvSpPr>
          <p:spPr>
            <a:xfrm>
              <a:off x="2670088" y="3888606"/>
              <a:ext cx="11600" cy="16225"/>
            </a:xfrm>
            <a:custGeom>
              <a:rect b="b" l="l" r="r" t="t"/>
              <a:pathLst>
                <a:path extrusionOk="0" h="649" w="464">
                  <a:moveTo>
                    <a:pt x="232" y="0"/>
                  </a:moveTo>
                  <a:cubicBezTo>
                    <a:pt x="116" y="0"/>
                    <a:pt x="1" y="62"/>
                    <a:pt x="31" y="185"/>
                  </a:cubicBezTo>
                  <a:lnTo>
                    <a:pt x="31" y="432"/>
                  </a:lnTo>
                  <a:cubicBezTo>
                    <a:pt x="31" y="551"/>
                    <a:pt x="116" y="641"/>
                    <a:pt x="232" y="648"/>
                  </a:cubicBezTo>
                  <a:lnTo>
                    <a:pt x="232" y="648"/>
                  </a:lnTo>
                  <a:cubicBezTo>
                    <a:pt x="348" y="641"/>
                    <a:pt x="433" y="551"/>
                    <a:pt x="433" y="432"/>
                  </a:cubicBezTo>
                  <a:lnTo>
                    <a:pt x="433" y="185"/>
                  </a:lnTo>
                  <a:cubicBezTo>
                    <a:pt x="463" y="62"/>
                    <a:pt x="348" y="0"/>
                    <a:pt x="232" y="0"/>
                  </a:cubicBezTo>
                  <a:close/>
                  <a:moveTo>
                    <a:pt x="232" y="648"/>
                  </a:moveTo>
                  <a:cubicBezTo>
                    <a:pt x="227" y="648"/>
                    <a:pt x="222" y="648"/>
                    <a:pt x="217" y="648"/>
                  </a:cubicBezTo>
                  <a:lnTo>
                    <a:pt x="247" y="648"/>
                  </a:lnTo>
                  <a:cubicBezTo>
                    <a:pt x="242" y="648"/>
                    <a:pt x="237" y="648"/>
                    <a:pt x="232" y="648"/>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9" name="Google Shape;13489;p88"/>
            <p:cNvSpPr/>
            <p:nvPr/>
          </p:nvSpPr>
          <p:spPr>
            <a:xfrm>
              <a:off x="2625763" y="3893581"/>
              <a:ext cx="29700" cy="13950"/>
            </a:xfrm>
            <a:custGeom>
              <a:rect b="b" l="l" r="r" t="t"/>
              <a:pathLst>
                <a:path extrusionOk="0" h="558" w="1188">
                  <a:moveTo>
                    <a:pt x="289" y="0"/>
                  </a:moveTo>
                  <a:cubicBezTo>
                    <a:pt x="135" y="0"/>
                    <a:pt x="1" y="189"/>
                    <a:pt x="138" y="326"/>
                  </a:cubicBezTo>
                  <a:cubicBezTo>
                    <a:pt x="261" y="480"/>
                    <a:pt x="439" y="557"/>
                    <a:pt x="616" y="557"/>
                  </a:cubicBezTo>
                  <a:cubicBezTo>
                    <a:pt x="794" y="557"/>
                    <a:pt x="971" y="480"/>
                    <a:pt x="1095" y="326"/>
                  </a:cubicBezTo>
                  <a:cubicBezTo>
                    <a:pt x="1187" y="264"/>
                    <a:pt x="1187" y="110"/>
                    <a:pt x="1095" y="48"/>
                  </a:cubicBezTo>
                  <a:lnTo>
                    <a:pt x="1095" y="79"/>
                  </a:lnTo>
                  <a:cubicBezTo>
                    <a:pt x="1048" y="33"/>
                    <a:pt x="994" y="10"/>
                    <a:pt x="944" y="10"/>
                  </a:cubicBezTo>
                  <a:cubicBezTo>
                    <a:pt x="894" y="10"/>
                    <a:pt x="848" y="33"/>
                    <a:pt x="817" y="79"/>
                  </a:cubicBezTo>
                  <a:cubicBezTo>
                    <a:pt x="755" y="110"/>
                    <a:pt x="693" y="141"/>
                    <a:pt x="632" y="141"/>
                  </a:cubicBezTo>
                  <a:cubicBezTo>
                    <a:pt x="539" y="141"/>
                    <a:pt x="477" y="110"/>
                    <a:pt x="447" y="79"/>
                  </a:cubicBezTo>
                  <a:cubicBezTo>
                    <a:pt x="399" y="23"/>
                    <a:pt x="343" y="0"/>
                    <a:pt x="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0" name="Google Shape;13490;p88"/>
            <p:cNvSpPr/>
            <p:nvPr/>
          </p:nvSpPr>
          <p:spPr>
            <a:xfrm>
              <a:off x="2540463" y="3580956"/>
              <a:ext cx="331025" cy="345475"/>
            </a:xfrm>
            <a:custGeom>
              <a:rect b="b" l="l" r="r" t="t"/>
              <a:pathLst>
                <a:path extrusionOk="0" h="13819" w="13241">
                  <a:moveTo>
                    <a:pt x="4044" y="2400"/>
                  </a:moveTo>
                  <a:cubicBezTo>
                    <a:pt x="4105" y="2492"/>
                    <a:pt x="4136" y="2554"/>
                    <a:pt x="4167" y="2647"/>
                  </a:cubicBezTo>
                  <a:cubicBezTo>
                    <a:pt x="4352" y="3017"/>
                    <a:pt x="4445" y="3418"/>
                    <a:pt x="4383" y="3850"/>
                  </a:cubicBezTo>
                  <a:lnTo>
                    <a:pt x="3704" y="3850"/>
                  </a:lnTo>
                  <a:cubicBezTo>
                    <a:pt x="3642" y="3418"/>
                    <a:pt x="3704" y="3017"/>
                    <a:pt x="3889" y="2647"/>
                  </a:cubicBezTo>
                  <a:lnTo>
                    <a:pt x="3920" y="2647"/>
                  </a:lnTo>
                  <a:cubicBezTo>
                    <a:pt x="3951" y="2554"/>
                    <a:pt x="4013" y="2492"/>
                    <a:pt x="4044" y="2400"/>
                  </a:cubicBezTo>
                  <a:close/>
                  <a:moveTo>
                    <a:pt x="4908" y="4251"/>
                  </a:moveTo>
                  <a:cubicBezTo>
                    <a:pt x="5031" y="4251"/>
                    <a:pt x="5155" y="4344"/>
                    <a:pt x="5155" y="4467"/>
                  </a:cubicBezTo>
                  <a:lnTo>
                    <a:pt x="5155" y="6689"/>
                  </a:lnTo>
                  <a:cubicBezTo>
                    <a:pt x="5155" y="6813"/>
                    <a:pt x="5031" y="6905"/>
                    <a:pt x="4908" y="6905"/>
                  </a:cubicBezTo>
                  <a:lnTo>
                    <a:pt x="3180" y="6905"/>
                  </a:lnTo>
                  <a:cubicBezTo>
                    <a:pt x="3056" y="6905"/>
                    <a:pt x="2933" y="6813"/>
                    <a:pt x="2933" y="6689"/>
                  </a:cubicBezTo>
                  <a:lnTo>
                    <a:pt x="2933" y="4467"/>
                  </a:lnTo>
                  <a:cubicBezTo>
                    <a:pt x="2933" y="4344"/>
                    <a:pt x="3056" y="4251"/>
                    <a:pt x="3180" y="4251"/>
                  </a:cubicBezTo>
                  <a:close/>
                  <a:moveTo>
                    <a:pt x="2964" y="8726"/>
                  </a:moveTo>
                  <a:lnTo>
                    <a:pt x="2964" y="9560"/>
                  </a:lnTo>
                  <a:lnTo>
                    <a:pt x="2285" y="9590"/>
                  </a:lnTo>
                  <a:lnTo>
                    <a:pt x="2285" y="8726"/>
                  </a:lnTo>
                  <a:close/>
                  <a:moveTo>
                    <a:pt x="1698" y="8140"/>
                  </a:moveTo>
                  <a:cubicBezTo>
                    <a:pt x="1791" y="8140"/>
                    <a:pt x="1883" y="8202"/>
                    <a:pt x="1883" y="8325"/>
                  </a:cubicBezTo>
                  <a:lnTo>
                    <a:pt x="1883" y="9992"/>
                  </a:lnTo>
                  <a:cubicBezTo>
                    <a:pt x="1883" y="10084"/>
                    <a:pt x="1791" y="10146"/>
                    <a:pt x="1698" y="10146"/>
                  </a:cubicBezTo>
                  <a:lnTo>
                    <a:pt x="1174" y="10146"/>
                  </a:lnTo>
                  <a:cubicBezTo>
                    <a:pt x="1081" y="10146"/>
                    <a:pt x="988" y="10084"/>
                    <a:pt x="988" y="9992"/>
                  </a:cubicBezTo>
                  <a:lnTo>
                    <a:pt x="988" y="8325"/>
                  </a:lnTo>
                  <a:cubicBezTo>
                    <a:pt x="988" y="8202"/>
                    <a:pt x="1081" y="8140"/>
                    <a:pt x="1174" y="8140"/>
                  </a:cubicBezTo>
                  <a:close/>
                  <a:moveTo>
                    <a:pt x="4723" y="7338"/>
                  </a:moveTo>
                  <a:lnTo>
                    <a:pt x="4723" y="11257"/>
                  </a:lnTo>
                  <a:lnTo>
                    <a:pt x="3396" y="11257"/>
                  </a:lnTo>
                  <a:lnTo>
                    <a:pt x="3396" y="7338"/>
                  </a:lnTo>
                  <a:close/>
                  <a:moveTo>
                    <a:pt x="4877" y="11689"/>
                  </a:moveTo>
                  <a:cubicBezTo>
                    <a:pt x="5031" y="11689"/>
                    <a:pt x="6605" y="11936"/>
                    <a:pt x="7408" y="12985"/>
                  </a:cubicBezTo>
                  <a:cubicBezTo>
                    <a:pt x="7531" y="13170"/>
                    <a:pt x="7408" y="13417"/>
                    <a:pt x="7192" y="13417"/>
                  </a:cubicBezTo>
                  <a:lnTo>
                    <a:pt x="896" y="13417"/>
                  </a:lnTo>
                  <a:cubicBezTo>
                    <a:pt x="649" y="13417"/>
                    <a:pt x="525" y="13170"/>
                    <a:pt x="680" y="12985"/>
                  </a:cubicBezTo>
                  <a:cubicBezTo>
                    <a:pt x="1451" y="11936"/>
                    <a:pt x="3025" y="11689"/>
                    <a:pt x="3180" y="11689"/>
                  </a:cubicBezTo>
                  <a:close/>
                  <a:moveTo>
                    <a:pt x="4013" y="0"/>
                  </a:moveTo>
                  <a:cubicBezTo>
                    <a:pt x="3920" y="0"/>
                    <a:pt x="3828" y="39"/>
                    <a:pt x="3766" y="116"/>
                  </a:cubicBezTo>
                  <a:cubicBezTo>
                    <a:pt x="3550" y="394"/>
                    <a:pt x="3334" y="671"/>
                    <a:pt x="3180" y="980"/>
                  </a:cubicBezTo>
                  <a:cubicBezTo>
                    <a:pt x="3073" y="1150"/>
                    <a:pt x="3216" y="1291"/>
                    <a:pt x="3356" y="1291"/>
                  </a:cubicBezTo>
                  <a:cubicBezTo>
                    <a:pt x="3419" y="1291"/>
                    <a:pt x="3481" y="1263"/>
                    <a:pt x="3519" y="1196"/>
                  </a:cubicBezTo>
                  <a:cubicBezTo>
                    <a:pt x="3673" y="918"/>
                    <a:pt x="3828" y="671"/>
                    <a:pt x="4013" y="455"/>
                  </a:cubicBezTo>
                  <a:cubicBezTo>
                    <a:pt x="4352" y="857"/>
                    <a:pt x="4599" y="1289"/>
                    <a:pt x="4784" y="1782"/>
                  </a:cubicBezTo>
                  <a:cubicBezTo>
                    <a:pt x="5093" y="2431"/>
                    <a:pt x="5062" y="3171"/>
                    <a:pt x="4753" y="3819"/>
                  </a:cubicBezTo>
                  <a:cubicBezTo>
                    <a:pt x="4815" y="3356"/>
                    <a:pt x="4723" y="2893"/>
                    <a:pt x="4507" y="2461"/>
                  </a:cubicBezTo>
                  <a:cubicBezTo>
                    <a:pt x="4414" y="2276"/>
                    <a:pt x="4291" y="2091"/>
                    <a:pt x="4167" y="1906"/>
                  </a:cubicBezTo>
                  <a:cubicBezTo>
                    <a:pt x="4136" y="1844"/>
                    <a:pt x="4075" y="1813"/>
                    <a:pt x="4013" y="1813"/>
                  </a:cubicBezTo>
                  <a:cubicBezTo>
                    <a:pt x="3951" y="1813"/>
                    <a:pt x="3889" y="1844"/>
                    <a:pt x="3859" y="1906"/>
                  </a:cubicBezTo>
                  <a:cubicBezTo>
                    <a:pt x="3704" y="2060"/>
                    <a:pt x="3612" y="2276"/>
                    <a:pt x="3519" y="2461"/>
                  </a:cubicBezTo>
                  <a:cubicBezTo>
                    <a:pt x="3303" y="2893"/>
                    <a:pt x="3210" y="3356"/>
                    <a:pt x="3241" y="3819"/>
                  </a:cubicBezTo>
                  <a:cubicBezTo>
                    <a:pt x="2964" y="3202"/>
                    <a:pt x="2933" y="2523"/>
                    <a:pt x="3180" y="1906"/>
                  </a:cubicBezTo>
                  <a:cubicBezTo>
                    <a:pt x="3237" y="1732"/>
                    <a:pt x="3114" y="1619"/>
                    <a:pt x="2991" y="1619"/>
                  </a:cubicBezTo>
                  <a:cubicBezTo>
                    <a:pt x="2917" y="1619"/>
                    <a:pt x="2844" y="1659"/>
                    <a:pt x="2809" y="1752"/>
                  </a:cubicBezTo>
                  <a:cubicBezTo>
                    <a:pt x="2531" y="2461"/>
                    <a:pt x="2531" y="3233"/>
                    <a:pt x="2840" y="3912"/>
                  </a:cubicBezTo>
                  <a:cubicBezTo>
                    <a:pt x="2624" y="4035"/>
                    <a:pt x="2501" y="4251"/>
                    <a:pt x="2501" y="4498"/>
                  </a:cubicBezTo>
                  <a:lnTo>
                    <a:pt x="2501" y="6689"/>
                  </a:lnTo>
                  <a:cubicBezTo>
                    <a:pt x="2501" y="6967"/>
                    <a:pt x="2686" y="7214"/>
                    <a:pt x="2933" y="7307"/>
                  </a:cubicBezTo>
                  <a:lnTo>
                    <a:pt x="2933" y="8325"/>
                  </a:lnTo>
                  <a:lnTo>
                    <a:pt x="2254" y="8325"/>
                  </a:lnTo>
                  <a:cubicBezTo>
                    <a:pt x="2254" y="7986"/>
                    <a:pt x="1976" y="7739"/>
                    <a:pt x="1667" y="7739"/>
                  </a:cubicBezTo>
                  <a:lnTo>
                    <a:pt x="1143" y="7739"/>
                  </a:lnTo>
                  <a:cubicBezTo>
                    <a:pt x="834" y="7739"/>
                    <a:pt x="556" y="7986"/>
                    <a:pt x="556" y="8325"/>
                  </a:cubicBezTo>
                  <a:lnTo>
                    <a:pt x="556" y="9992"/>
                  </a:lnTo>
                  <a:cubicBezTo>
                    <a:pt x="556" y="10300"/>
                    <a:pt x="834" y="10578"/>
                    <a:pt x="1143" y="10578"/>
                  </a:cubicBezTo>
                  <a:lnTo>
                    <a:pt x="1667" y="10578"/>
                  </a:lnTo>
                  <a:cubicBezTo>
                    <a:pt x="1976" y="10578"/>
                    <a:pt x="2223" y="10300"/>
                    <a:pt x="2254" y="9992"/>
                  </a:cubicBezTo>
                  <a:lnTo>
                    <a:pt x="2933" y="9992"/>
                  </a:lnTo>
                  <a:lnTo>
                    <a:pt x="2933" y="11288"/>
                  </a:lnTo>
                  <a:cubicBezTo>
                    <a:pt x="2439" y="11380"/>
                    <a:pt x="1081" y="11720"/>
                    <a:pt x="309" y="12738"/>
                  </a:cubicBezTo>
                  <a:cubicBezTo>
                    <a:pt x="1" y="13170"/>
                    <a:pt x="309" y="13788"/>
                    <a:pt x="865" y="13818"/>
                  </a:cubicBezTo>
                  <a:lnTo>
                    <a:pt x="7161" y="13818"/>
                  </a:lnTo>
                  <a:cubicBezTo>
                    <a:pt x="7716" y="13788"/>
                    <a:pt x="8025" y="13170"/>
                    <a:pt x="7685" y="12738"/>
                  </a:cubicBezTo>
                  <a:cubicBezTo>
                    <a:pt x="6914" y="11720"/>
                    <a:pt x="5556" y="11380"/>
                    <a:pt x="5062" y="11288"/>
                  </a:cubicBezTo>
                  <a:lnTo>
                    <a:pt x="5062" y="11041"/>
                  </a:lnTo>
                  <a:cubicBezTo>
                    <a:pt x="5229" y="11018"/>
                    <a:pt x="5392" y="11007"/>
                    <a:pt x="5553" y="11007"/>
                  </a:cubicBezTo>
                  <a:cubicBezTo>
                    <a:pt x="6461" y="11007"/>
                    <a:pt x="7278" y="11348"/>
                    <a:pt x="8117" y="11689"/>
                  </a:cubicBezTo>
                  <a:cubicBezTo>
                    <a:pt x="8858" y="11998"/>
                    <a:pt x="9661" y="12245"/>
                    <a:pt x="10432" y="12368"/>
                  </a:cubicBezTo>
                  <a:cubicBezTo>
                    <a:pt x="10453" y="12376"/>
                    <a:pt x="10473" y="12380"/>
                    <a:pt x="10492" y="12380"/>
                  </a:cubicBezTo>
                  <a:cubicBezTo>
                    <a:pt x="10681" y="12380"/>
                    <a:pt x="10717" y="11996"/>
                    <a:pt x="10515" y="11996"/>
                  </a:cubicBezTo>
                  <a:cubicBezTo>
                    <a:pt x="10509" y="11996"/>
                    <a:pt x="10501" y="11997"/>
                    <a:pt x="10494" y="11998"/>
                  </a:cubicBezTo>
                  <a:cubicBezTo>
                    <a:pt x="9722" y="11843"/>
                    <a:pt x="8982" y="11627"/>
                    <a:pt x="8272" y="11319"/>
                  </a:cubicBezTo>
                  <a:cubicBezTo>
                    <a:pt x="7362" y="10944"/>
                    <a:pt x="6498" y="10616"/>
                    <a:pt x="5520" y="10616"/>
                  </a:cubicBezTo>
                  <a:cubicBezTo>
                    <a:pt x="5370" y="10616"/>
                    <a:pt x="5218" y="10623"/>
                    <a:pt x="5062" y="10640"/>
                  </a:cubicBezTo>
                  <a:lnTo>
                    <a:pt x="5062" y="9806"/>
                  </a:lnTo>
                  <a:cubicBezTo>
                    <a:pt x="5211" y="9793"/>
                    <a:pt x="5358" y="9786"/>
                    <a:pt x="5503" y="9786"/>
                  </a:cubicBezTo>
                  <a:cubicBezTo>
                    <a:pt x="6650" y="9786"/>
                    <a:pt x="7676" y="10191"/>
                    <a:pt x="8580" y="10547"/>
                  </a:cubicBezTo>
                  <a:cubicBezTo>
                    <a:pt x="9436" y="10901"/>
                    <a:pt x="10225" y="11209"/>
                    <a:pt x="11061" y="11209"/>
                  </a:cubicBezTo>
                  <a:cubicBezTo>
                    <a:pt x="11612" y="11209"/>
                    <a:pt x="12183" y="11075"/>
                    <a:pt x="12808" y="10732"/>
                  </a:cubicBezTo>
                  <a:lnTo>
                    <a:pt x="12808" y="11658"/>
                  </a:lnTo>
                  <a:cubicBezTo>
                    <a:pt x="12346" y="11874"/>
                    <a:pt x="11821" y="11998"/>
                    <a:pt x="11265" y="12029"/>
                  </a:cubicBezTo>
                  <a:lnTo>
                    <a:pt x="11296" y="11998"/>
                  </a:lnTo>
                  <a:cubicBezTo>
                    <a:pt x="11204" y="11998"/>
                    <a:pt x="11111" y="12090"/>
                    <a:pt x="11111" y="12214"/>
                  </a:cubicBezTo>
                  <a:cubicBezTo>
                    <a:pt x="11111" y="12306"/>
                    <a:pt x="11204" y="12399"/>
                    <a:pt x="11296" y="12399"/>
                  </a:cubicBezTo>
                  <a:cubicBezTo>
                    <a:pt x="11944" y="12368"/>
                    <a:pt x="12562" y="12214"/>
                    <a:pt x="13117" y="11936"/>
                  </a:cubicBezTo>
                  <a:cubicBezTo>
                    <a:pt x="13179" y="11905"/>
                    <a:pt x="13241" y="11843"/>
                    <a:pt x="13241" y="11751"/>
                  </a:cubicBezTo>
                  <a:lnTo>
                    <a:pt x="13241" y="10362"/>
                  </a:lnTo>
                  <a:cubicBezTo>
                    <a:pt x="13241" y="10226"/>
                    <a:pt x="13141" y="10140"/>
                    <a:pt x="13040" y="10140"/>
                  </a:cubicBezTo>
                  <a:cubicBezTo>
                    <a:pt x="13002" y="10140"/>
                    <a:pt x="12965" y="10152"/>
                    <a:pt x="12932" y="10177"/>
                  </a:cubicBezTo>
                  <a:cubicBezTo>
                    <a:pt x="12264" y="10618"/>
                    <a:pt x="11677" y="10787"/>
                    <a:pt x="11101" y="10787"/>
                  </a:cubicBezTo>
                  <a:cubicBezTo>
                    <a:pt x="10346" y="10787"/>
                    <a:pt x="9610" y="10496"/>
                    <a:pt x="8735" y="10146"/>
                  </a:cubicBezTo>
                  <a:cubicBezTo>
                    <a:pt x="7777" y="9780"/>
                    <a:pt x="6717" y="9362"/>
                    <a:pt x="5460" y="9362"/>
                  </a:cubicBezTo>
                  <a:cubicBezTo>
                    <a:pt x="5340" y="9362"/>
                    <a:pt x="5217" y="9366"/>
                    <a:pt x="5093" y="9374"/>
                  </a:cubicBezTo>
                  <a:lnTo>
                    <a:pt x="5093" y="7276"/>
                  </a:lnTo>
                  <a:cubicBezTo>
                    <a:pt x="5340" y="7183"/>
                    <a:pt x="5525" y="6967"/>
                    <a:pt x="5525" y="6689"/>
                  </a:cubicBezTo>
                  <a:lnTo>
                    <a:pt x="5525" y="4467"/>
                  </a:lnTo>
                  <a:cubicBezTo>
                    <a:pt x="5525" y="4221"/>
                    <a:pt x="5402" y="4004"/>
                    <a:pt x="5186" y="3912"/>
                  </a:cubicBezTo>
                  <a:cubicBezTo>
                    <a:pt x="5494" y="3171"/>
                    <a:pt x="5494" y="2369"/>
                    <a:pt x="5186" y="1628"/>
                  </a:cubicBezTo>
                  <a:cubicBezTo>
                    <a:pt x="4970" y="1073"/>
                    <a:pt x="4661" y="579"/>
                    <a:pt x="4260" y="116"/>
                  </a:cubicBezTo>
                  <a:cubicBezTo>
                    <a:pt x="4198" y="39"/>
                    <a:pt x="4105" y="0"/>
                    <a:pt x="4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91" name="Google Shape;13491;p88"/>
          <p:cNvGrpSpPr/>
          <p:nvPr/>
        </p:nvGrpSpPr>
        <p:grpSpPr>
          <a:xfrm>
            <a:off x="6246038" y="2852274"/>
            <a:ext cx="354150" cy="342575"/>
            <a:chOff x="6307938" y="1923106"/>
            <a:chExt cx="354150" cy="342575"/>
          </a:xfrm>
        </p:grpSpPr>
        <p:sp>
          <p:nvSpPr>
            <p:cNvPr id="13492" name="Google Shape;13492;p88"/>
            <p:cNvSpPr/>
            <p:nvPr/>
          </p:nvSpPr>
          <p:spPr>
            <a:xfrm>
              <a:off x="6392038" y="2170181"/>
              <a:ext cx="17675" cy="14550"/>
            </a:xfrm>
            <a:custGeom>
              <a:rect b="b" l="l" r="r" t="t"/>
              <a:pathLst>
                <a:path extrusionOk="0" h="582" w="707">
                  <a:moveTo>
                    <a:pt x="243" y="1"/>
                  </a:moveTo>
                  <a:cubicBezTo>
                    <a:pt x="193" y="1"/>
                    <a:pt x="139" y="24"/>
                    <a:pt x="93" y="70"/>
                  </a:cubicBezTo>
                  <a:cubicBezTo>
                    <a:pt x="0" y="132"/>
                    <a:pt x="0" y="255"/>
                    <a:pt x="93" y="348"/>
                  </a:cubicBezTo>
                  <a:lnTo>
                    <a:pt x="309" y="533"/>
                  </a:lnTo>
                  <a:cubicBezTo>
                    <a:pt x="350" y="567"/>
                    <a:pt x="393" y="582"/>
                    <a:pt x="435" y="582"/>
                  </a:cubicBezTo>
                  <a:cubicBezTo>
                    <a:pt x="583" y="582"/>
                    <a:pt x="707" y="400"/>
                    <a:pt x="587" y="255"/>
                  </a:cubicBezTo>
                  <a:lnTo>
                    <a:pt x="371" y="70"/>
                  </a:lnTo>
                  <a:cubicBezTo>
                    <a:pt x="340" y="24"/>
                    <a:pt x="293" y="1"/>
                    <a:pt x="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3" name="Google Shape;13493;p88"/>
            <p:cNvSpPr/>
            <p:nvPr/>
          </p:nvSpPr>
          <p:spPr>
            <a:xfrm>
              <a:off x="6446338" y="2114081"/>
              <a:ext cx="18250" cy="15625"/>
            </a:xfrm>
            <a:custGeom>
              <a:rect b="b" l="l" r="r" t="t"/>
              <a:pathLst>
                <a:path extrusionOk="0" h="625" w="730">
                  <a:moveTo>
                    <a:pt x="299" y="1"/>
                  </a:moveTo>
                  <a:cubicBezTo>
                    <a:pt x="132" y="1"/>
                    <a:pt x="0" y="204"/>
                    <a:pt x="143" y="370"/>
                  </a:cubicBezTo>
                  <a:lnTo>
                    <a:pt x="359" y="555"/>
                  </a:lnTo>
                  <a:cubicBezTo>
                    <a:pt x="390" y="601"/>
                    <a:pt x="444" y="624"/>
                    <a:pt x="498" y="624"/>
                  </a:cubicBezTo>
                  <a:cubicBezTo>
                    <a:pt x="552" y="624"/>
                    <a:pt x="606" y="601"/>
                    <a:pt x="637" y="555"/>
                  </a:cubicBezTo>
                  <a:cubicBezTo>
                    <a:pt x="729" y="462"/>
                    <a:pt x="729" y="339"/>
                    <a:pt x="637" y="277"/>
                  </a:cubicBezTo>
                  <a:lnTo>
                    <a:pt x="451" y="61"/>
                  </a:lnTo>
                  <a:cubicBezTo>
                    <a:pt x="402" y="19"/>
                    <a:pt x="349" y="1"/>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4" name="Google Shape;13494;p88"/>
            <p:cNvSpPr/>
            <p:nvPr/>
          </p:nvSpPr>
          <p:spPr>
            <a:xfrm>
              <a:off x="6417888" y="2139506"/>
              <a:ext cx="25100" cy="24725"/>
            </a:xfrm>
            <a:custGeom>
              <a:rect b="b" l="l" r="r" t="t"/>
              <a:pathLst>
                <a:path extrusionOk="0" h="989" w="1004">
                  <a:moveTo>
                    <a:pt x="787" y="1"/>
                  </a:moveTo>
                  <a:cubicBezTo>
                    <a:pt x="664" y="32"/>
                    <a:pt x="571" y="124"/>
                    <a:pt x="602" y="217"/>
                  </a:cubicBezTo>
                  <a:cubicBezTo>
                    <a:pt x="602" y="402"/>
                    <a:pt x="448" y="556"/>
                    <a:pt x="262" y="556"/>
                  </a:cubicBezTo>
                  <a:cubicBezTo>
                    <a:pt x="248" y="553"/>
                    <a:pt x="234" y="551"/>
                    <a:pt x="221" y="551"/>
                  </a:cubicBezTo>
                  <a:cubicBezTo>
                    <a:pt x="20" y="551"/>
                    <a:pt x="0" y="959"/>
                    <a:pt x="210" y="959"/>
                  </a:cubicBezTo>
                  <a:cubicBezTo>
                    <a:pt x="217" y="959"/>
                    <a:pt x="224" y="959"/>
                    <a:pt x="232" y="958"/>
                  </a:cubicBezTo>
                  <a:lnTo>
                    <a:pt x="232" y="989"/>
                  </a:lnTo>
                  <a:cubicBezTo>
                    <a:pt x="664" y="989"/>
                    <a:pt x="1003" y="649"/>
                    <a:pt x="1003" y="217"/>
                  </a:cubicBezTo>
                  <a:cubicBezTo>
                    <a:pt x="972" y="94"/>
                    <a:pt x="880" y="1"/>
                    <a:pt x="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5" name="Google Shape;13495;p88"/>
            <p:cNvSpPr/>
            <p:nvPr/>
          </p:nvSpPr>
          <p:spPr>
            <a:xfrm>
              <a:off x="6355763" y="2078431"/>
              <a:ext cx="162500" cy="143275"/>
            </a:xfrm>
            <a:custGeom>
              <a:rect b="b" l="l" r="r" t="t"/>
              <a:pathLst>
                <a:path extrusionOk="0" h="5731" w="6500">
                  <a:moveTo>
                    <a:pt x="4301" y="502"/>
                  </a:moveTo>
                  <a:cubicBezTo>
                    <a:pt x="5095" y="502"/>
                    <a:pt x="5764" y="1492"/>
                    <a:pt x="5093" y="2259"/>
                  </a:cubicBezTo>
                  <a:lnTo>
                    <a:pt x="2315" y="5036"/>
                  </a:lnTo>
                  <a:cubicBezTo>
                    <a:pt x="2088" y="5257"/>
                    <a:pt x="1834" y="5349"/>
                    <a:pt x="1590" y="5349"/>
                  </a:cubicBezTo>
                  <a:cubicBezTo>
                    <a:pt x="776" y="5349"/>
                    <a:pt x="74" y="4315"/>
                    <a:pt x="834" y="3555"/>
                  </a:cubicBezTo>
                  <a:lnTo>
                    <a:pt x="3612" y="777"/>
                  </a:lnTo>
                  <a:cubicBezTo>
                    <a:pt x="3832" y="584"/>
                    <a:pt x="4072" y="502"/>
                    <a:pt x="4301" y="502"/>
                  </a:cubicBezTo>
                  <a:close/>
                  <a:moveTo>
                    <a:pt x="4379" y="1"/>
                  </a:moveTo>
                  <a:cubicBezTo>
                    <a:pt x="4025" y="1"/>
                    <a:pt x="3657" y="147"/>
                    <a:pt x="3334" y="500"/>
                  </a:cubicBezTo>
                  <a:lnTo>
                    <a:pt x="556" y="3277"/>
                  </a:lnTo>
                  <a:cubicBezTo>
                    <a:pt x="1" y="3833"/>
                    <a:pt x="1" y="4759"/>
                    <a:pt x="556" y="5314"/>
                  </a:cubicBezTo>
                  <a:cubicBezTo>
                    <a:pt x="834" y="5592"/>
                    <a:pt x="1204" y="5731"/>
                    <a:pt x="1575" y="5731"/>
                  </a:cubicBezTo>
                  <a:cubicBezTo>
                    <a:pt x="1945" y="5731"/>
                    <a:pt x="2315" y="5592"/>
                    <a:pt x="2593" y="5314"/>
                  </a:cubicBezTo>
                  <a:lnTo>
                    <a:pt x="5371" y="2537"/>
                  </a:lnTo>
                  <a:cubicBezTo>
                    <a:pt x="6500" y="1502"/>
                    <a:pt x="5514" y="1"/>
                    <a:pt x="43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6" name="Google Shape;13496;p88"/>
            <p:cNvSpPr/>
            <p:nvPr/>
          </p:nvSpPr>
          <p:spPr>
            <a:xfrm>
              <a:off x="6539388" y="1982906"/>
              <a:ext cx="17475" cy="13900"/>
            </a:xfrm>
            <a:custGeom>
              <a:rect b="b" l="l" r="r" t="t"/>
              <a:pathLst>
                <a:path extrusionOk="0" h="556" w="699">
                  <a:moveTo>
                    <a:pt x="416" y="1"/>
                  </a:moveTo>
                  <a:cubicBezTo>
                    <a:pt x="370" y="1"/>
                    <a:pt x="322" y="19"/>
                    <a:pt x="279" y="62"/>
                  </a:cubicBezTo>
                  <a:lnTo>
                    <a:pt x="124" y="216"/>
                  </a:lnTo>
                  <a:cubicBezTo>
                    <a:pt x="1" y="340"/>
                    <a:pt x="93" y="556"/>
                    <a:pt x="279" y="556"/>
                  </a:cubicBezTo>
                  <a:cubicBezTo>
                    <a:pt x="309" y="556"/>
                    <a:pt x="371" y="556"/>
                    <a:pt x="402" y="494"/>
                  </a:cubicBezTo>
                  <a:lnTo>
                    <a:pt x="556" y="340"/>
                  </a:lnTo>
                  <a:cubicBezTo>
                    <a:pt x="698" y="197"/>
                    <a:pt x="568" y="1"/>
                    <a:pt x="4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7" name="Google Shape;13497;p88"/>
            <p:cNvSpPr/>
            <p:nvPr/>
          </p:nvSpPr>
          <p:spPr>
            <a:xfrm>
              <a:off x="6583363" y="2026106"/>
              <a:ext cx="16700" cy="13900"/>
            </a:xfrm>
            <a:custGeom>
              <a:rect b="b" l="l" r="r" t="t"/>
              <a:pathLst>
                <a:path extrusionOk="0" h="556" w="668">
                  <a:moveTo>
                    <a:pt x="371" y="1"/>
                  </a:moveTo>
                  <a:cubicBezTo>
                    <a:pt x="321" y="1"/>
                    <a:pt x="267" y="19"/>
                    <a:pt x="217" y="62"/>
                  </a:cubicBezTo>
                  <a:lnTo>
                    <a:pt x="63" y="216"/>
                  </a:lnTo>
                  <a:cubicBezTo>
                    <a:pt x="1" y="278"/>
                    <a:pt x="1" y="402"/>
                    <a:pt x="63" y="494"/>
                  </a:cubicBezTo>
                  <a:cubicBezTo>
                    <a:pt x="124" y="525"/>
                    <a:pt x="155" y="556"/>
                    <a:pt x="217" y="556"/>
                  </a:cubicBezTo>
                  <a:cubicBezTo>
                    <a:pt x="279" y="556"/>
                    <a:pt x="310" y="525"/>
                    <a:pt x="371" y="494"/>
                  </a:cubicBezTo>
                  <a:lnTo>
                    <a:pt x="526" y="340"/>
                  </a:lnTo>
                  <a:cubicBezTo>
                    <a:pt x="668" y="198"/>
                    <a:pt x="537" y="1"/>
                    <a:pt x="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8" name="Google Shape;13498;p88"/>
            <p:cNvSpPr/>
            <p:nvPr/>
          </p:nvSpPr>
          <p:spPr>
            <a:xfrm>
              <a:off x="6557913" y="2004481"/>
              <a:ext cx="20075" cy="19325"/>
            </a:xfrm>
            <a:custGeom>
              <a:rect b="b" l="l" r="r" t="t"/>
              <a:pathLst>
                <a:path extrusionOk="0" h="773" w="803">
                  <a:moveTo>
                    <a:pt x="177" y="0"/>
                  </a:moveTo>
                  <a:cubicBezTo>
                    <a:pt x="103" y="0"/>
                    <a:pt x="29" y="40"/>
                    <a:pt x="1" y="125"/>
                  </a:cubicBezTo>
                  <a:cubicBezTo>
                    <a:pt x="1" y="279"/>
                    <a:pt x="62" y="464"/>
                    <a:pt x="186" y="588"/>
                  </a:cubicBezTo>
                  <a:cubicBezTo>
                    <a:pt x="309" y="711"/>
                    <a:pt x="463" y="773"/>
                    <a:pt x="649" y="773"/>
                  </a:cubicBezTo>
                  <a:cubicBezTo>
                    <a:pt x="803" y="680"/>
                    <a:pt x="803" y="433"/>
                    <a:pt x="618" y="372"/>
                  </a:cubicBezTo>
                  <a:lnTo>
                    <a:pt x="587" y="372"/>
                  </a:lnTo>
                  <a:cubicBezTo>
                    <a:pt x="463" y="372"/>
                    <a:pt x="371" y="279"/>
                    <a:pt x="371" y="156"/>
                  </a:cubicBezTo>
                  <a:cubicBezTo>
                    <a:pt x="354" y="55"/>
                    <a:pt x="265"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9" name="Google Shape;13499;p88"/>
            <p:cNvSpPr/>
            <p:nvPr/>
          </p:nvSpPr>
          <p:spPr>
            <a:xfrm>
              <a:off x="6503013" y="1957856"/>
              <a:ext cx="123600" cy="109925"/>
            </a:xfrm>
            <a:custGeom>
              <a:rect b="b" l="l" r="r" t="t"/>
              <a:pathLst>
                <a:path extrusionOk="0" h="4397" w="4944">
                  <a:moveTo>
                    <a:pt x="1548" y="366"/>
                  </a:moveTo>
                  <a:cubicBezTo>
                    <a:pt x="1733" y="366"/>
                    <a:pt x="1921" y="439"/>
                    <a:pt x="2073" y="601"/>
                  </a:cubicBezTo>
                  <a:lnTo>
                    <a:pt x="4203" y="2730"/>
                  </a:lnTo>
                  <a:cubicBezTo>
                    <a:pt x="4746" y="3274"/>
                    <a:pt x="4240" y="4016"/>
                    <a:pt x="3669" y="4016"/>
                  </a:cubicBezTo>
                  <a:cubicBezTo>
                    <a:pt x="3494" y="4016"/>
                    <a:pt x="3312" y="3946"/>
                    <a:pt x="3153" y="3780"/>
                  </a:cubicBezTo>
                  <a:lnTo>
                    <a:pt x="1024" y="1650"/>
                  </a:lnTo>
                  <a:cubicBezTo>
                    <a:pt x="869" y="1496"/>
                    <a:pt x="808" y="1311"/>
                    <a:pt x="808" y="1126"/>
                  </a:cubicBezTo>
                  <a:cubicBezTo>
                    <a:pt x="808" y="669"/>
                    <a:pt x="1170" y="366"/>
                    <a:pt x="1548" y="366"/>
                  </a:cubicBezTo>
                  <a:close/>
                  <a:moveTo>
                    <a:pt x="1607" y="1"/>
                  </a:moveTo>
                  <a:cubicBezTo>
                    <a:pt x="735" y="1"/>
                    <a:pt x="0" y="1086"/>
                    <a:pt x="746" y="1928"/>
                  </a:cubicBezTo>
                  <a:lnTo>
                    <a:pt x="2875" y="4057"/>
                  </a:lnTo>
                  <a:cubicBezTo>
                    <a:pt x="3091" y="4273"/>
                    <a:pt x="3369" y="4397"/>
                    <a:pt x="3678" y="4397"/>
                  </a:cubicBezTo>
                  <a:cubicBezTo>
                    <a:pt x="3986" y="4397"/>
                    <a:pt x="4264" y="4273"/>
                    <a:pt x="4511" y="4057"/>
                  </a:cubicBezTo>
                  <a:cubicBezTo>
                    <a:pt x="4943" y="3625"/>
                    <a:pt x="4943" y="2885"/>
                    <a:pt x="4511" y="2422"/>
                  </a:cubicBezTo>
                  <a:lnTo>
                    <a:pt x="2351" y="292"/>
                  </a:lnTo>
                  <a:cubicBezTo>
                    <a:pt x="2112" y="88"/>
                    <a:pt x="1854" y="1"/>
                    <a:pt x="16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0" name="Google Shape;13500;p88"/>
            <p:cNvSpPr/>
            <p:nvPr/>
          </p:nvSpPr>
          <p:spPr>
            <a:xfrm>
              <a:off x="6307938" y="2036706"/>
              <a:ext cx="241525" cy="228975"/>
            </a:xfrm>
            <a:custGeom>
              <a:rect b="b" l="l" r="r" t="t"/>
              <a:pathLst>
                <a:path extrusionOk="0" h="9159" w="9661">
                  <a:moveTo>
                    <a:pt x="5987" y="348"/>
                  </a:moveTo>
                  <a:cubicBezTo>
                    <a:pt x="6142" y="348"/>
                    <a:pt x="6234" y="440"/>
                    <a:pt x="6234" y="595"/>
                  </a:cubicBezTo>
                  <a:lnTo>
                    <a:pt x="6234" y="811"/>
                  </a:lnTo>
                  <a:cubicBezTo>
                    <a:pt x="6080" y="811"/>
                    <a:pt x="5895" y="842"/>
                    <a:pt x="5741" y="873"/>
                  </a:cubicBezTo>
                  <a:lnTo>
                    <a:pt x="5741" y="595"/>
                  </a:lnTo>
                  <a:cubicBezTo>
                    <a:pt x="5741" y="440"/>
                    <a:pt x="5833" y="348"/>
                    <a:pt x="5987" y="348"/>
                  </a:cubicBezTo>
                  <a:close/>
                  <a:moveTo>
                    <a:pt x="8129" y="1069"/>
                  </a:moveTo>
                  <a:cubicBezTo>
                    <a:pt x="8317" y="1069"/>
                    <a:pt x="8492" y="1331"/>
                    <a:pt x="8302" y="1521"/>
                  </a:cubicBezTo>
                  <a:lnTo>
                    <a:pt x="8117" y="1706"/>
                  </a:lnTo>
                  <a:cubicBezTo>
                    <a:pt x="8086" y="1644"/>
                    <a:pt x="8024" y="1582"/>
                    <a:pt x="7963" y="1521"/>
                  </a:cubicBezTo>
                  <a:cubicBezTo>
                    <a:pt x="7901" y="1459"/>
                    <a:pt x="7839" y="1397"/>
                    <a:pt x="7777" y="1335"/>
                  </a:cubicBezTo>
                  <a:lnTo>
                    <a:pt x="7963" y="1150"/>
                  </a:lnTo>
                  <a:cubicBezTo>
                    <a:pt x="8013" y="1093"/>
                    <a:pt x="8071" y="1069"/>
                    <a:pt x="8129" y="1069"/>
                  </a:cubicBezTo>
                  <a:close/>
                  <a:moveTo>
                    <a:pt x="3741" y="1593"/>
                  </a:moveTo>
                  <a:cubicBezTo>
                    <a:pt x="3800" y="1593"/>
                    <a:pt x="3862" y="1618"/>
                    <a:pt x="3920" y="1675"/>
                  </a:cubicBezTo>
                  <a:lnTo>
                    <a:pt x="4167" y="1922"/>
                  </a:lnTo>
                  <a:lnTo>
                    <a:pt x="3827" y="2292"/>
                  </a:lnTo>
                  <a:lnTo>
                    <a:pt x="3580" y="2045"/>
                  </a:lnTo>
                  <a:cubicBezTo>
                    <a:pt x="3391" y="1856"/>
                    <a:pt x="3547" y="1593"/>
                    <a:pt x="3741" y="1593"/>
                  </a:cubicBezTo>
                  <a:close/>
                  <a:moveTo>
                    <a:pt x="8858" y="3218"/>
                  </a:moveTo>
                  <a:cubicBezTo>
                    <a:pt x="8981" y="3218"/>
                    <a:pt x="9105" y="3341"/>
                    <a:pt x="9105" y="3465"/>
                  </a:cubicBezTo>
                  <a:cubicBezTo>
                    <a:pt x="9105" y="3619"/>
                    <a:pt x="8981" y="3743"/>
                    <a:pt x="8858" y="3743"/>
                  </a:cubicBezTo>
                  <a:lnTo>
                    <a:pt x="8580" y="3743"/>
                  </a:lnTo>
                  <a:cubicBezTo>
                    <a:pt x="8611" y="3557"/>
                    <a:pt x="8642" y="3403"/>
                    <a:pt x="8642" y="3218"/>
                  </a:cubicBezTo>
                  <a:close/>
                  <a:moveTo>
                    <a:pt x="2149" y="3179"/>
                  </a:moveTo>
                  <a:cubicBezTo>
                    <a:pt x="2215" y="3179"/>
                    <a:pt x="2284" y="3203"/>
                    <a:pt x="2346" y="3249"/>
                  </a:cubicBezTo>
                  <a:lnTo>
                    <a:pt x="2593" y="3496"/>
                  </a:lnTo>
                  <a:lnTo>
                    <a:pt x="2222" y="3866"/>
                  </a:lnTo>
                  <a:lnTo>
                    <a:pt x="1975" y="3619"/>
                  </a:lnTo>
                  <a:cubicBezTo>
                    <a:pt x="1883" y="3527"/>
                    <a:pt x="1883" y="3341"/>
                    <a:pt x="1975" y="3249"/>
                  </a:cubicBezTo>
                  <a:cubicBezTo>
                    <a:pt x="2022" y="3203"/>
                    <a:pt x="2083" y="3179"/>
                    <a:pt x="2149" y="3179"/>
                  </a:cubicBezTo>
                  <a:close/>
                  <a:moveTo>
                    <a:pt x="1204" y="5409"/>
                  </a:moveTo>
                  <a:cubicBezTo>
                    <a:pt x="1142" y="5594"/>
                    <a:pt x="1142" y="5749"/>
                    <a:pt x="1142" y="5934"/>
                  </a:cubicBezTo>
                  <a:lnTo>
                    <a:pt x="895" y="5934"/>
                  </a:lnTo>
                  <a:cubicBezTo>
                    <a:pt x="772" y="5934"/>
                    <a:pt x="648" y="5810"/>
                    <a:pt x="648" y="5687"/>
                  </a:cubicBezTo>
                  <a:cubicBezTo>
                    <a:pt x="648" y="5533"/>
                    <a:pt x="772" y="5409"/>
                    <a:pt x="895" y="5409"/>
                  </a:cubicBezTo>
                  <a:close/>
                  <a:moveTo>
                    <a:pt x="7531" y="5286"/>
                  </a:moveTo>
                  <a:lnTo>
                    <a:pt x="7777" y="5533"/>
                  </a:lnTo>
                  <a:cubicBezTo>
                    <a:pt x="7870" y="5625"/>
                    <a:pt x="7870" y="5810"/>
                    <a:pt x="7777" y="5903"/>
                  </a:cubicBezTo>
                  <a:cubicBezTo>
                    <a:pt x="7716" y="5949"/>
                    <a:pt x="7646" y="5972"/>
                    <a:pt x="7581" y="5972"/>
                  </a:cubicBezTo>
                  <a:cubicBezTo>
                    <a:pt x="7515" y="5972"/>
                    <a:pt x="7453" y="5949"/>
                    <a:pt x="7407" y="5903"/>
                  </a:cubicBezTo>
                  <a:lnTo>
                    <a:pt x="7160" y="5656"/>
                  </a:lnTo>
                  <a:lnTo>
                    <a:pt x="7531" y="5286"/>
                  </a:lnTo>
                  <a:close/>
                  <a:moveTo>
                    <a:pt x="5957" y="6860"/>
                  </a:moveTo>
                  <a:lnTo>
                    <a:pt x="6203" y="7107"/>
                  </a:lnTo>
                  <a:cubicBezTo>
                    <a:pt x="6296" y="7199"/>
                    <a:pt x="6296" y="7384"/>
                    <a:pt x="6203" y="7477"/>
                  </a:cubicBezTo>
                  <a:cubicBezTo>
                    <a:pt x="6142" y="7523"/>
                    <a:pt x="6072" y="7546"/>
                    <a:pt x="6007" y="7546"/>
                  </a:cubicBezTo>
                  <a:cubicBezTo>
                    <a:pt x="5941" y="7546"/>
                    <a:pt x="5879" y="7523"/>
                    <a:pt x="5833" y="7477"/>
                  </a:cubicBezTo>
                  <a:lnTo>
                    <a:pt x="5586" y="7230"/>
                  </a:lnTo>
                  <a:lnTo>
                    <a:pt x="5957" y="6860"/>
                  </a:lnTo>
                  <a:close/>
                  <a:moveTo>
                    <a:pt x="6252" y="1188"/>
                  </a:moveTo>
                  <a:cubicBezTo>
                    <a:pt x="7782" y="1188"/>
                    <a:pt x="9106" y="3155"/>
                    <a:pt x="7685" y="4576"/>
                  </a:cubicBezTo>
                  <a:lnTo>
                    <a:pt x="4876" y="7384"/>
                  </a:lnTo>
                  <a:cubicBezTo>
                    <a:pt x="4449" y="7812"/>
                    <a:pt x="3972" y="7991"/>
                    <a:pt x="3515" y="7991"/>
                  </a:cubicBezTo>
                  <a:cubicBezTo>
                    <a:pt x="1989" y="7991"/>
                    <a:pt x="674" y="6000"/>
                    <a:pt x="2099" y="4576"/>
                  </a:cubicBezTo>
                  <a:lnTo>
                    <a:pt x="4876" y="1798"/>
                  </a:lnTo>
                  <a:cubicBezTo>
                    <a:pt x="5307" y="1368"/>
                    <a:pt x="5789" y="1188"/>
                    <a:pt x="6252" y="1188"/>
                  </a:cubicBezTo>
                  <a:close/>
                  <a:moveTo>
                    <a:pt x="1605" y="7446"/>
                  </a:moveTo>
                  <a:cubicBezTo>
                    <a:pt x="1667" y="7508"/>
                    <a:pt x="1729" y="7569"/>
                    <a:pt x="1790" y="7631"/>
                  </a:cubicBezTo>
                  <a:lnTo>
                    <a:pt x="1975" y="7816"/>
                  </a:lnTo>
                  <a:lnTo>
                    <a:pt x="1790" y="8002"/>
                  </a:lnTo>
                  <a:cubicBezTo>
                    <a:pt x="1733" y="8059"/>
                    <a:pt x="1669" y="8083"/>
                    <a:pt x="1607" y="8083"/>
                  </a:cubicBezTo>
                  <a:cubicBezTo>
                    <a:pt x="1405" y="8083"/>
                    <a:pt x="1230" y="7821"/>
                    <a:pt x="1420" y="7631"/>
                  </a:cubicBezTo>
                  <a:lnTo>
                    <a:pt x="1605" y="7446"/>
                  </a:lnTo>
                  <a:close/>
                  <a:moveTo>
                    <a:pt x="4012" y="8279"/>
                  </a:moveTo>
                  <a:lnTo>
                    <a:pt x="4012" y="8557"/>
                  </a:lnTo>
                  <a:cubicBezTo>
                    <a:pt x="4012" y="8711"/>
                    <a:pt x="3889" y="8835"/>
                    <a:pt x="3765" y="8835"/>
                  </a:cubicBezTo>
                  <a:cubicBezTo>
                    <a:pt x="3611" y="8835"/>
                    <a:pt x="3488" y="8711"/>
                    <a:pt x="3488" y="8557"/>
                  </a:cubicBezTo>
                  <a:lnTo>
                    <a:pt x="3488" y="8341"/>
                  </a:lnTo>
                  <a:lnTo>
                    <a:pt x="3765" y="8341"/>
                  </a:lnTo>
                  <a:lnTo>
                    <a:pt x="4012" y="8279"/>
                  </a:lnTo>
                  <a:close/>
                  <a:moveTo>
                    <a:pt x="5960" y="1"/>
                  </a:moveTo>
                  <a:cubicBezTo>
                    <a:pt x="5648" y="1"/>
                    <a:pt x="5339" y="209"/>
                    <a:pt x="5308" y="626"/>
                  </a:cubicBezTo>
                  <a:lnTo>
                    <a:pt x="5308" y="1027"/>
                  </a:lnTo>
                  <a:cubicBezTo>
                    <a:pt x="5031" y="1150"/>
                    <a:pt x="4784" y="1335"/>
                    <a:pt x="4568" y="1521"/>
                  </a:cubicBezTo>
                  <a:lnTo>
                    <a:pt x="4444" y="1675"/>
                  </a:lnTo>
                  <a:lnTo>
                    <a:pt x="4197" y="1428"/>
                  </a:lnTo>
                  <a:cubicBezTo>
                    <a:pt x="4059" y="1289"/>
                    <a:pt x="3889" y="1220"/>
                    <a:pt x="3719" y="1220"/>
                  </a:cubicBezTo>
                  <a:cubicBezTo>
                    <a:pt x="3549" y="1220"/>
                    <a:pt x="3380" y="1289"/>
                    <a:pt x="3241" y="1428"/>
                  </a:cubicBezTo>
                  <a:cubicBezTo>
                    <a:pt x="2994" y="1675"/>
                    <a:pt x="2994" y="2076"/>
                    <a:pt x="3241" y="2354"/>
                  </a:cubicBezTo>
                  <a:lnTo>
                    <a:pt x="3488" y="2601"/>
                  </a:lnTo>
                  <a:lnTo>
                    <a:pt x="2870" y="3249"/>
                  </a:lnTo>
                  <a:lnTo>
                    <a:pt x="2624" y="3002"/>
                  </a:lnTo>
                  <a:cubicBezTo>
                    <a:pt x="2528" y="2853"/>
                    <a:pt x="2397" y="2791"/>
                    <a:pt x="2258" y="2791"/>
                  </a:cubicBezTo>
                  <a:cubicBezTo>
                    <a:pt x="1765" y="2791"/>
                    <a:pt x="1168" y="3560"/>
                    <a:pt x="1698" y="3897"/>
                  </a:cubicBezTo>
                  <a:lnTo>
                    <a:pt x="1945" y="4144"/>
                  </a:lnTo>
                  <a:lnTo>
                    <a:pt x="1790" y="4267"/>
                  </a:lnTo>
                  <a:cubicBezTo>
                    <a:pt x="1605" y="4483"/>
                    <a:pt x="1420" y="4730"/>
                    <a:pt x="1296" y="5008"/>
                  </a:cubicBezTo>
                  <a:lnTo>
                    <a:pt x="895" y="5008"/>
                  </a:lnTo>
                  <a:cubicBezTo>
                    <a:pt x="0" y="5008"/>
                    <a:pt x="0" y="6335"/>
                    <a:pt x="895" y="6335"/>
                  </a:cubicBezTo>
                  <a:lnTo>
                    <a:pt x="1142" y="6335"/>
                  </a:lnTo>
                  <a:cubicBezTo>
                    <a:pt x="1173" y="6613"/>
                    <a:pt x="1266" y="6860"/>
                    <a:pt x="1420" y="7107"/>
                  </a:cubicBezTo>
                  <a:lnTo>
                    <a:pt x="1173" y="7353"/>
                  </a:lnTo>
                  <a:cubicBezTo>
                    <a:pt x="721" y="7829"/>
                    <a:pt x="1149" y="8470"/>
                    <a:pt x="1652" y="8470"/>
                  </a:cubicBezTo>
                  <a:cubicBezTo>
                    <a:pt x="1802" y="8470"/>
                    <a:pt x="1957" y="8414"/>
                    <a:pt x="2099" y="8279"/>
                  </a:cubicBezTo>
                  <a:lnTo>
                    <a:pt x="2346" y="8032"/>
                  </a:lnTo>
                  <a:cubicBezTo>
                    <a:pt x="2562" y="8187"/>
                    <a:pt x="2840" y="8279"/>
                    <a:pt x="3117" y="8310"/>
                  </a:cubicBezTo>
                  <a:lnTo>
                    <a:pt x="3117" y="8557"/>
                  </a:lnTo>
                  <a:cubicBezTo>
                    <a:pt x="3148" y="8958"/>
                    <a:pt x="3465" y="9159"/>
                    <a:pt x="3781" y="9159"/>
                  </a:cubicBezTo>
                  <a:cubicBezTo>
                    <a:pt x="4097" y="9159"/>
                    <a:pt x="4414" y="8958"/>
                    <a:pt x="4444" y="8557"/>
                  </a:cubicBezTo>
                  <a:lnTo>
                    <a:pt x="4444" y="8156"/>
                  </a:lnTo>
                  <a:cubicBezTo>
                    <a:pt x="4691" y="8032"/>
                    <a:pt x="4938" y="7847"/>
                    <a:pt x="5154" y="7631"/>
                  </a:cubicBezTo>
                  <a:lnTo>
                    <a:pt x="5278" y="7508"/>
                  </a:lnTo>
                  <a:lnTo>
                    <a:pt x="5525" y="7755"/>
                  </a:lnTo>
                  <a:cubicBezTo>
                    <a:pt x="5673" y="7889"/>
                    <a:pt x="5833" y="7946"/>
                    <a:pt x="5984" y="7946"/>
                  </a:cubicBezTo>
                  <a:cubicBezTo>
                    <a:pt x="6494" y="7946"/>
                    <a:pt x="6910" y="7305"/>
                    <a:pt x="6481" y="6829"/>
                  </a:cubicBezTo>
                  <a:lnTo>
                    <a:pt x="6234" y="6613"/>
                  </a:lnTo>
                  <a:lnTo>
                    <a:pt x="6852" y="5965"/>
                  </a:lnTo>
                  <a:lnTo>
                    <a:pt x="7098" y="6212"/>
                  </a:lnTo>
                  <a:cubicBezTo>
                    <a:pt x="7242" y="6355"/>
                    <a:pt x="7404" y="6415"/>
                    <a:pt x="7560" y="6415"/>
                  </a:cubicBezTo>
                  <a:cubicBezTo>
                    <a:pt x="8075" y="6415"/>
                    <a:pt x="8529" y="5760"/>
                    <a:pt x="8055" y="5286"/>
                  </a:cubicBezTo>
                  <a:lnTo>
                    <a:pt x="7777" y="5008"/>
                  </a:lnTo>
                  <a:lnTo>
                    <a:pt x="7932" y="4885"/>
                  </a:lnTo>
                  <a:cubicBezTo>
                    <a:pt x="8148" y="4668"/>
                    <a:pt x="8302" y="4422"/>
                    <a:pt x="8426" y="4175"/>
                  </a:cubicBezTo>
                  <a:lnTo>
                    <a:pt x="8827" y="4175"/>
                  </a:lnTo>
                  <a:cubicBezTo>
                    <a:pt x="9660" y="4082"/>
                    <a:pt x="9660" y="2909"/>
                    <a:pt x="8827" y="2848"/>
                  </a:cubicBezTo>
                  <a:lnTo>
                    <a:pt x="8580" y="2848"/>
                  </a:lnTo>
                  <a:cubicBezTo>
                    <a:pt x="8549" y="2570"/>
                    <a:pt x="8456" y="2292"/>
                    <a:pt x="8333" y="2076"/>
                  </a:cubicBezTo>
                  <a:lnTo>
                    <a:pt x="8580" y="1829"/>
                  </a:lnTo>
                  <a:cubicBezTo>
                    <a:pt x="9013" y="1348"/>
                    <a:pt x="8583" y="698"/>
                    <a:pt x="8066" y="698"/>
                  </a:cubicBezTo>
                  <a:cubicBezTo>
                    <a:pt x="7919" y="698"/>
                    <a:pt x="7766" y="750"/>
                    <a:pt x="7623" y="873"/>
                  </a:cubicBezTo>
                  <a:lnTo>
                    <a:pt x="7407" y="1119"/>
                  </a:lnTo>
                  <a:cubicBezTo>
                    <a:pt x="7160" y="996"/>
                    <a:pt x="6882" y="903"/>
                    <a:pt x="6636" y="873"/>
                  </a:cubicBezTo>
                  <a:lnTo>
                    <a:pt x="6636" y="626"/>
                  </a:lnTo>
                  <a:cubicBezTo>
                    <a:pt x="6589" y="209"/>
                    <a:pt x="6273" y="1"/>
                    <a:pt x="59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1" name="Google Shape;13501;p88"/>
            <p:cNvSpPr/>
            <p:nvPr/>
          </p:nvSpPr>
          <p:spPr>
            <a:xfrm>
              <a:off x="6473813" y="1923106"/>
              <a:ext cx="188275" cy="179600"/>
            </a:xfrm>
            <a:custGeom>
              <a:rect b="b" l="l" r="r" t="t"/>
              <a:pathLst>
                <a:path extrusionOk="0" h="7184" w="7531">
                  <a:moveTo>
                    <a:pt x="2932" y="355"/>
                  </a:moveTo>
                  <a:cubicBezTo>
                    <a:pt x="3025" y="355"/>
                    <a:pt x="3087" y="417"/>
                    <a:pt x="3087" y="510"/>
                  </a:cubicBezTo>
                  <a:lnTo>
                    <a:pt x="3087" y="664"/>
                  </a:lnTo>
                  <a:cubicBezTo>
                    <a:pt x="3025" y="664"/>
                    <a:pt x="2994" y="664"/>
                    <a:pt x="2932" y="633"/>
                  </a:cubicBezTo>
                  <a:lnTo>
                    <a:pt x="2778" y="633"/>
                  </a:lnTo>
                  <a:lnTo>
                    <a:pt x="2778" y="510"/>
                  </a:lnTo>
                  <a:cubicBezTo>
                    <a:pt x="2778" y="417"/>
                    <a:pt x="2840" y="355"/>
                    <a:pt x="2932" y="355"/>
                  </a:cubicBezTo>
                  <a:close/>
                  <a:moveTo>
                    <a:pt x="1281" y="926"/>
                  </a:moveTo>
                  <a:cubicBezTo>
                    <a:pt x="1320" y="926"/>
                    <a:pt x="1358" y="942"/>
                    <a:pt x="1389" y="972"/>
                  </a:cubicBezTo>
                  <a:lnTo>
                    <a:pt x="1482" y="1096"/>
                  </a:lnTo>
                  <a:cubicBezTo>
                    <a:pt x="1482" y="1096"/>
                    <a:pt x="1389" y="1188"/>
                    <a:pt x="1389" y="1188"/>
                  </a:cubicBezTo>
                  <a:lnTo>
                    <a:pt x="1297" y="1281"/>
                  </a:lnTo>
                  <a:lnTo>
                    <a:pt x="1173" y="1188"/>
                  </a:lnTo>
                  <a:cubicBezTo>
                    <a:pt x="1112" y="1127"/>
                    <a:pt x="1112" y="1034"/>
                    <a:pt x="1173" y="972"/>
                  </a:cubicBezTo>
                  <a:cubicBezTo>
                    <a:pt x="1204" y="942"/>
                    <a:pt x="1243" y="926"/>
                    <a:pt x="1281" y="926"/>
                  </a:cubicBezTo>
                  <a:close/>
                  <a:moveTo>
                    <a:pt x="4645" y="1327"/>
                  </a:moveTo>
                  <a:cubicBezTo>
                    <a:pt x="4684" y="1327"/>
                    <a:pt x="4722" y="1343"/>
                    <a:pt x="4753" y="1374"/>
                  </a:cubicBezTo>
                  <a:cubicBezTo>
                    <a:pt x="4815" y="1435"/>
                    <a:pt x="4815" y="1528"/>
                    <a:pt x="4753" y="1590"/>
                  </a:cubicBezTo>
                  <a:lnTo>
                    <a:pt x="4599" y="1744"/>
                  </a:lnTo>
                  <a:lnTo>
                    <a:pt x="4383" y="1528"/>
                  </a:lnTo>
                  <a:lnTo>
                    <a:pt x="4537" y="1374"/>
                  </a:lnTo>
                  <a:cubicBezTo>
                    <a:pt x="4568" y="1343"/>
                    <a:pt x="4607" y="1327"/>
                    <a:pt x="4645" y="1327"/>
                  </a:cubicBezTo>
                  <a:close/>
                  <a:moveTo>
                    <a:pt x="834" y="2577"/>
                  </a:moveTo>
                  <a:cubicBezTo>
                    <a:pt x="834" y="2670"/>
                    <a:pt x="865" y="2793"/>
                    <a:pt x="865" y="2886"/>
                  </a:cubicBezTo>
                  <a:lnTo>
                    <a:pt x="710" y="2886"/>
                  </a:lnTo>
                  <a:cubicBezTo>
                    <a:pt x="525" y="2886"/>
                    <a:pt x="525" y="2577"/>
                    <a:pt x="710" y="2577"/>
                  </a:cubicBezTo>
                  <a:close/>
                  <a:moveTo>
                    <a:pt x="5864" y="2562"/>
                  </a:moveTo>
                  <a:cubicBezTo>
                    <a:pt x="5903" y="2562"/>
                    <a:pt x="5941" y="2577"/>
                    <a:pt x="5957" y="2608"/>
                  </a:cubicBezTo>
                  <a:cubicBezTo>
                    <a:pt x="6019" y="2639"/>
                    <a:pt x="6019" y="2732"/>
                    <a:pt x="5957" y="2793"/>
                  </a:cubicBezTo>
                  <a:lnTo>
                    <a:pt x="5803" y="2978"/>
                  </a:lnTo>
                  <a:lnTo>
                    <a:pt x="5587" y="2762"/>
                  </a:lnTo>
                  <a:lnTo>
                    <a:pt x="5772" y="2608"/>
                  </a:lnTo>
                  <a:cubicBezTo>
                    <a:pt x="5787" y="2577"/>
                    <a:pt x="5826" y="2562"/>
                    <a:pt x="5864" y="2562"/>
                  </a:cubicBezTo>
                  <a:close/>
                  <a:moveTo>
                    <a:pt x="6883" y="4305"/>
                  </a:moveTo>
                  <a:cubicBezTo>
                    <a:pt x="7037" y="4305"/>
                    <a:pt x="7037" y="4552"/>
                    <a:pt x="6883" y="4583"/>
                  </a:cubicBezTo>
                  <a:lnTo>
                    <a:pt x="6728" y="4583"/>
                  </a:lnTo>
                  <a:cubicBezTo>
                    <a:pt x="6728" y="4491"/>
                    <a:pt x="6728" y="4398"/>
                    <a:pt x="6698" y="4305"/>
                  </a:cubicBezTo>
                  <a:close/>
                  <a:moveTo>
                    <a:pt x="1729" y="4213"/>
                  </a:moveTo>
                  <a:lnTo>
                    <a:pt x="1945" y="4429"/>
                  </a:lnTo>
                  <a:lnTo>
                    <a:pt x="1791" y="4583"/>
                  </a:lnTo>
                  <a:cubicBezTo>
                    <a:pt x="1760" y="4614"/>
                    <a:pt x="1721" y="4630"/>
                    <a:pt x="1683" y="4630"/>
                  </a:cubicBezTo>
                  <a:cubicBezTo>
                    <a:pt x="1644" y="4630"/>
                    <a:pt x="1605" y="4614"/>
                    <a:pt x="1575" y="4583"/>
                  </a:cubicBezTo>
                  <a:cubicBezTo>
                    <a:pt x="1513" y="4522"/>
                    <a:pt x="1513" y="4429"/>
                    <a:pt x="1575" y="4367"/>
                  </a:cubicBezTo>
                  <a:lnTo>
                    <a:pt x="1729" y="4213"/>
                  </a:lnTo>
                  <a:close/>
                  <a:moveTo>
                    <a:pt x="2963" y="5417"/>
                  </a:moveTo>
                  <a:lnTo>
                    <a:pt x="3179" y="5633"/>
                  </a:lnTo>
                  <a:lnTo>
                    <a:pt x="3025" y="5787"/>
                  </a:lnTo>
                  <a:cubicBezTo>
                    <a:pt x="2994" y="5818"/>
                    <a:pt x="2948" y="5833"/>
                    <a:pt x="2905" y="5833"/>
                  </a:cubicBezTo>
                  <a:cubicBezTo>
                    <a:pt x="2863" y="5833"/>
                    <a:pt x="2824" y="5818"/>
                    <a:pt x="2809" y="5787"/>
                  </a:cubicBezTo>
                  <a:cubicBezTo>
                    <a:pt x="2747" y="5725"/>
                    <a:pt x="2747" y="5633"/>
                    <a:pt x="2809" y="5571"/>
                  </a:cubicBezTo>
                  <a:lnTo>
                    <a:pt x="2963" y="5417"/>
                  </a:lnTo>
                  <a:close/>
                  <a:moveTo>
                    <a:pt x="2687" y="1053"/>
                  </a:moveTo>
                  <a:cubicBezTo>
                    <a:pt x="3065" y="1053"/>
                    <a:pt x="3447" y="1197"/>
                    <a:pt x="3735" y="1466"/>
                  </a:cubicBezTo>
                  <a:lnTo>
                    <a:pt x="5864" y="3596"/>
                  </a:lnTo>
                  <a:cubicBezTo>
                    <a:pt x="6932" y="4663"/>
                    <a:pt x="5957" y="6150"/>
                    <a:pt x="4818" y="6150"/>
                  </a:cubicBezTo>
                  <a:cubicBezTo>
                    <a:pt x="4475" y="6150"/>
                    <a:pt x="4118" y="6016"/>
                    <a:pt x="3797" y="5694"/>
                  </a:cubicBezTo>
                  <a:lnTo>
                    <a:pt x="1914" y="3781"/>
                  </a:lnTo>
                  <a:cubicBezTo>
                    <a:pt x="1636" y="3596"/>
                    <a:pt x="1451" y="3318"/>
                    <a:pt x="1328" y="3009"/>
                  </a:cubicBezTo>
                  <a:cubicBezTo>
                    <a:pt x="1081" y="2361"/>
                    <a:pt x="1328" y="1651"/>
                    <a:pt x="1914" y="1281"/>
                  </a:cubicBezTo>
                  <a:cubicBezTo>
                    <a:pt x="2146" y="1126"/>
                    <a:pt x="2415" y="1053"/>
                    <a:pt x="2687" y="1053"/>
                  </a:cubicBezTo>
                  <a:close/>
                  <a:moveTo>
                    <a:pt x="6266" y="5849"/>
                  </a:moveTo>
                  <a:lnTo>
                    <a:pt x="6358" y="5972"/>
                  </a:lnTo>
                  <a:cubicBezTo>
                    <a:pt x="6420" y="6034"/>
                    <a:pt x="6420" y="6126"/>
                    <a:pt x="6358" y="6188"/>
                  </a:cubicBezTo>
                  <a:cubicBezTo>
                    <a:pt x="6327" y="6219"/>
                    <a:pt x="6289" y="6234"/>
                    <a:pt x="6250" y="6234"/>
                  </a:cubicBezTo>
                  <a:cubicBezTo>
                    <a:pt x="6212" y="6234"/>
                    <a:pt x="6173" y="6219"/>
                    <a:pt x="6142" y="6188"/>
                  </a:cubicBezTo>
                  <a:lnTo>
                    <a:pt x="6049" y="6065"/>
                  </a:lnTo>
                  <a:cubicBezTo>
                    <a:pt x="6142" y="6003"/>
                    <a:pt x="6204" y="5941"/>
                    <a:pt x="6266" y="5879"/>
                  </a:cubicBezTo>
                  <a:lnTo>
                    <a:pt x="6266" y="5849"/>
                  </a:lnTo>
                  <a:close/>
                  <a:moveTo>
                    <a:pt x="4753" y="6497"/>
                  </a:moveTo>
                  <a:lnTo>
                    <a:pt x="4753" y="6620"/>
                  </a:lnTo>
                  <a:cubicBezTo>
                    <a:pt x="4753" y="6713"/>
                    <a:pt x="4692" y="6774"/>
                    <a:pt x="4599" y="6774"/>
                  </a:cubicBezTo>
                  <a:lnTo>
                    <a:pt x="4599" y="6805"/>
                  </a:lnTo>
                  <a:cubicBezTo>
                    <a:pt x="4506" y="6805"/>
                    <a:pt x="4445" y="6713"/>
                    <a:pt x="4445" y="6651"/>
                  </a:cubicBezTo>
                  <a:lnTo>
                    <a:pt x="4445" y="6497"/>
                  </a:lnTo>
                  <a:close/>
                  <a:moveTo>
                    <a:pt x="2948" y="0"/>
                  </a:moveTo>
                  <a:cubicBezTo>
                    <a:pt x="2678" y="0"/>
                    <a:pt x="2408" y="170"/>
                    <a:pt x="2377" y="510"/>
                  </a:cubicBezTo>
                  <a:lnTo>
                    <a:pt x="2377" y="664"/>
                  </a:lnTo>
                  <a:cubicBezTo>
                    <a:pt x="2192" y="695"/>
                    <a:pt x="2007" y="756"/>
                    <a:pt x="1852" y="849"/>
                  </a:cubicBezTo>
                  <a:lnTo>
                    <a:pt x="1698" y="695"/>
                  </a:lnTo>
                  <a:cubicBezTo>
                    <a:pt x="1618" y="575"/>
                    <a:pt x="1511" y="525"/>
                    <a:pt x="1397" y="525"/>
                  </a:cubicBezTo>
                  <a:cubicBezTo>
                    <a:pt x="985" y="525"/>
                    <a:pt x="491" y="1176"/>
                    <a:pt x="926" y="1466"/>
                  </a:cubicBezTo>
                  <a:lnTo>
                    <a:pt x="1081" y="1621"/>
                  </a:lnTo>
                  <a:cubicBezTo>
                    <a:pt x="988" y="1806"/>
                    <a:pt x="926" y="1960"/>
                    <a:pt x="896" y="2176"/>
                  </a:cubicBezTo>
                  <a:lnTo>
                    <a:pt x="741" y="2176"/>
                  </a:lnTo>
                  <a:cubicBezTo>
                    <a:pt x="1" y="2176"/>
                    <a:pt x="1" y="3287"/>
                    <a:pt x="741" y="3287"/>
                  </a:cubicBezTo>
                  <a:lnTo>
                    <a:pt x="1019" y="3287"/>
                  </a:lnTo>
                  <a:cubicBezTo>
                    <a:pt x="1112" y="3472"/>
                    <a:pt x="1266" y="3657"/>
                    <a:pt x="1420" y="3812"/>
                  </a:cubicBezTo>
                  <a:lnTo>
                    <a:pt x="1482" y="3904"/>
                  </a:lnTo>
                  <a:lnTo>
                    <a:pt x="1328" y="4059"/>
                  </a:lnTo>
                  <a:cubicBezTo>
                    <a:pt x="1056" y="4454"/>
                    <a:pt x="1397" y="4928"/>
                    <a:pt x="1797" y="4928"/>
                  </a:cubicBezTo>
                  <a:cubicBezTo>
                    <a:pt x="1897" y="4928"/>
                    <a:pt x="2000" y="4898"/>
                    <a:pt x="2099" y="4830"/>
                  </a:cubicBezTo>
                  <a:lnTo>
                    <a:pt x="2253" y="4676"/>
                  </a:lnTo>
                  <a:lnTo>
                    <a:pt x="2686" y="5108"/>
                  </a:lnTo>
                  <a:lnTo>
                    <a:pt x="2500" y="5293"/>
                  </a:lnTo>
                  <a:cubicBezTo>
                    <a:pt x="2085" y="5562"/>
                    <a:pt x="2599" y="6219"/>
                    <a:pt x="2999" y="6219"/>
                  </a:cubicBezTo>
                  <a:cubicBezTo>
                    <a:pt x="3104" y="6219"/>
                    <a:pt x="3201" y="6174"/>
                    <a:pt x="3272" y="6065"/>
                  </a:cubicBezTo>
                  <a:lnTo>
                    <a:pt x="3457" y="5879"/>
                  </a:lnTo>
                  <a:lnTo>
                    <a:pt x="3519" y="5972"/>
                  </a:lnTo>
                  <a:cubicBezTo>
                    <a:pt x="3673" y="6126"/>
                    <a:pt x="3858" y="6250"/>
                    <a:pt x="4043" y="6342"/>
                  </a:cubicBezTo>
                  <a:lnTo>
                    <a:pt x="4043" y="6651"/>
                  </a:lnTo>
                  <a:cubicBezTo>
                    <a:pt x="4043" y="7006"/>
                    <a:pt x="4321" y="7183"/>
                    <a:pt x="4599" y="7183"/>
                  </a:cubicBezTo>
                  <a:cubicBezTo>
                    <a:pt x="4877" y="7183"/>
                    <a:pt x="5154" y="7006"/>
                    <a:pt x="5154" y="6651"/>
                  </a:cubicBezTo>
                  <a:lnTo>
                    <a:pt x="5154" y="6528"/>
                  </a:lnTo>
                  <a:cubicBezTo>
                    <a:pt x="5371" y="6466"/>
                    <a:pt x="5556" y="6404"/>
                    <a:pt x="5710" y="6311"/>
                  </a:cubicBezTo>
                  <a:lnTo>
                    <a:pt x="5864" y="6497"/>
                  </a:lnTo>
                  <a:cubicBezTo>
                    <a:pt x="5943" y="6608"/>
                    <a:pt x="6048" y="6654"/>
                    <a:pt x="6159" y="6654"/>
                  </a:cubicBezTo>
                  <a:cubicBezTo>
                    <a:pt x="6572" y="6654"/>
                    <a:pt x="7074" y="6017"/>
                    <a:pt x="6636" y="5725"/>
                  </a:cubicBezTo>
                  <a:lnTo>
                    <a:pt x="6482" y="5571"/>
                  </a:lnTo>
                  <a:cubicBezTo>
                    <a:pt x="6574" y="5386"/>
                    <a:pt x="6636" y="5200"/>
                    <a:pt x="6667" y="5015"/>
                  </a:cubicBezTo>
                  <a:lnTo>
                    <a:pt x="6852" y="4984"/>
                  </a:lnTo>
                  <a:cubicBezTo>
                    <a:pt x="7531" y="4923"/>
                    <a:pt x="7531" y="3904"/>
                    <a:pt x="6852" y="3843"/>
                  </a:cubicBezTo>
                  <a:lnTo>
                    <a:pt x="6543" y="3843"/>
                  </a:lnTo>
                  <a:cubicBezTo>
                    <a:pt x="6451" y="3657"/>
                    <a:pt x="6327" y="3472"/>
                    <a:pt x="6173" y="3318"/>
                  </a:cubicBezTo>
                  <a:lnTo>
                    <a:pt x="6111" y="3225"/>
                  </a:lnTo>
                  <a:lnTo>
                    <a:pt x="6266" y="3071"/>
                  </a:lnTo>
                  <a:cubicBezTo>
                    <a:pt x="6537" y="2676"/>
                    <a:pt x="6196" y="2202"/>
                    <a:pt x="5796" y="2202"/>
                  </a:cubicBezTo>
                  <a:cubicBezTo>
                    <a:pt x="5696" y="2202"/>
                    <a:pt x="5593" y="2232"/>
                    <a:pt x="5494" y="2299"/>
                  </a:cubicBezTo>
                  <a:lnTo>
                    <a:pt x="5340" y="2454"/>
                  </a:lnTo>
                  <a:lnTo>
                    <a:pt x="4908" y="2053"/>
                  </a:lnTo>
                  <a:lnTo>
                    <a:pt x="5062" y="1867"/>
                  </a:lnTo>
                  <a:cubicBezTo>
                    <a:pt x="5333" y="1472"/>
                    <a:pt x="4993" y="998"/>
                    <a:pt x="4593" y="998"/>
                  </a:cubicBezTo>
                  <a:cubicBezTo>
                    <a:pt x="4493" y="998"/>
                    <a:pt x="4389" y="1028"/>
                    <a:pt x="4290" y="1096"/>
                  </a:cubicBezTo>
                  <a:lnTo>
                    <a:pt x="4136" y="1281"/>
                  </a:lnTo>
                  <a:cubicBezTo>
                    <a:pt x="3951" y="1096"/>
                    <a:pt x="3735" y="942"/>
                    <a:pt x="3519" y="818"/>
                  </a:cubicBezTo>
                  <a:lnTo>
                    <a:pt x="3519" y="510"/>
                  </a:lnTo>
                  <a:cubicBezTo>
                    <a:pt x="3488" y="170"/>
                    <a:pt x="3218" y="0"/>
                    <a:pt x="29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02" name="Google Shape;13502;p88"/>
          <p:cNvGrpSpPr/>
          <p:nvPr/>
        </p:nvGrpSpPr>
        <p:grpSpPr>
          <a:xfrm>
            <a:off x="7059275" y="2850911"/>
            <a:ext cx="287050" cy="345300"/>
            <a:chOff x="4081238" y="4142031"/>
            <a:chExt cx="287050" cy="345300"/>
          </a:xfrm>
        </p:grpSpPr>
        <p:grpSp>
          <p:nvGrpSpPr>
            <p:cNvPr id="13503" name="Google Shape;13503;p88"/>
            <p:cNvGrpSpPr/>
            <p:nvPr/>
          </p:nvGrpSpPr>
          <p:grpSpPr>
            <a:xfrm>
              <a:off x="4160713" y="4237331"/>
              <a:ext cx="118850" cy="229950"/>
              <a:chOff x="4160713" y="4237331"/>
              <a:chExt cx="118850" cy="229950"/>
            </a:xfrm>
          </p:grpSpPr>
          <p:sp>
            <p:nvSpPr>
              <p:cNvPr id="13504" name="Google Shape;13504;p88"/>
              <p:cNvSpPr/>
              <p:nvPr/>
            </p:nvSpPr>
            <p:spPr>
              <a:xfrm>
                <a:off x="4170363" y="4443331"/>
                <a:ext cx="11200" cy="18550"/>
              </a:xfrm>
              <a:custGeom>
                <a:rect b="b" l="l" r="r" t="t"/>
                <a:pathLst>
                  <a:path extrusionOk="0" h="742" w="448">
                    <a:moveTo>
                      <a:pt x="232" y="1"/>
                    </a:moveTo>
                    <a:cubicBezTo>
                      <a:pt x="108" y="1"/>
                      <a:pt x="47" y="93"/>
                      <a:pt x="47" y="217"/>
                    </a:cubicBezTo>
                    <a:lnTo>
                      <a:pt x="47" y="556"/>
                    </a:lnTo>
                    <a:cubicBezTo>
                      <a:pt x="0" y="680"/>
                      <a:pt x="108" y="741"/>
                      <a:pt x="220" y="741"/>
                    </a:cubicBezTo>
                    <a:cubicBezTo>
                      <a:pt x="332" y="741"/>
                      <a:pt x="448" y="680"/>
                      <a:pt x="417" y="556"/>
                    </a:cubicBezTo>
                    <a:lnTo>
                      <a:pt x="417" y="217"/>
                    </a:lnTo>
                    <a:cubicBezTo>
                      <a:pt x="417" y="93"/>
                      <a:pt x="325" y="32"/>
                      <a:pt x="232" y="32"/>
                    </a:cubicBezTo>
                    <a:lnTo>
                      <a:pt x="23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5" name="Google Shape;13505;p88"/>
              <p:cNvSpPr/>
              <p:nvPr/>
            </p:nvSpPr>
            <p:spPr>
              <a:xfrm>
                <a:off x="4268738" y="4444106"/>
                <a:ext cx="10825" cy="18550"/>
              </a:xfrm>
              <a:custGeom>
                <a:rect b="b" l="l" r="r" t="t"/>
                <a:pathLst>
                  <a:path extrusionOk="0" h="742" w="433">
                    <a:moveTo>
                      <a:pt x="205" y="1"/>
                    </a:moveTo>
                    <a:cubicBezTo>
                      <a:pt x="108" y="1"/>
                      <a:pt x="16" y="62"/>
                      <a:pt x="0" y="186"/>
                    </a:cubicBezTo>
                    <a:lnTo>
                      <a:pt x="0" y="556"/>
                    </a:lnTo>
                    <a:cubicBezTo>
                      <a:pt x="0" y="649"/>
                      <a:pt x="93" y="741"/>
                      <a:pt x="216" y="741"/>
                    </a:cubicBezTo>
                    <a:cubicBezTo>
                      <a:pt x="340" y="741"/>
                      <a:pt x="432" y="649"/>
                      <a:pt x="432" y="525"/>
                    </a:cubicBezTo>
                    <a:lnTo>
                      <a:pt x="432" y="186"/>
                    </a:lnTo>
                    <a:cubicBezTo>
                      <a:pt x="402" y="62"/>
                      <a:pt x="301" y="1"/>
                      <a:pt x="2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6" name="Google Shape;13506;p88"/>
              <p:cNvSpPr/>
              <p:nvPr/>
            </p:nvSpPr>
            <p:spPr>
              <a:xfrm>
                <a:off x="4207013" y="4451631"/>
                <a:ext cx="35525" cy="15650"/>
              </a:xfrm>
              <a:custGeom>
                <a:rect b="b" l="l" r="r" t="t"/>
                <a:pathLst>
                  <a:path extrusionOk="0" h="626" w="1421">
                    <a:moveTo>
                      <a:pt x="247" y="1"/>
                    </a:moveTo>
                    <a:cubicBezTo>
                      <a:pt x="193" y="1"/>
                      <a:pt x="139" y="24"/>
                      <a:pt x="93" y="70"/>
                    </a:cubicBezTo>
                    <a:cubicBezTo>
                      <a:pt x="31" y="132"/>
                      <a:pt x="0" y="255"/>
                      <a:pt x="93" y="348"/>
                    </a:cubicBezTo>
                    <a:cubicBezTo>
                      <a:pt x="263" y="533"/>
                      <a:pt x="494" y="625"/>
                      <a:pt x="726" y="625"/>
                    </a:cubicBezTo>
                    <a:cubicBezTo>
                      <a:pt x="957" y="625"/>
                      <a:pt x="1189" y="533"/>
                      <a:pt x="1358" y="348"/>
                    </a:cubicBezTo>
                    <a:cubicBezTo>
                      <a:pt x="1420" y="255"/>
                      <a:pt x="1420" y="132"/>
                      <a:pt x="1327" y="70"/>
                    </a:cubicBezTo>
                    <a:cubicBezTo>
                      <a:pt x="1281" y="24"/>
                      <a:pt x="1227" y="1"/>
                      <a:pt x="1177" y="1"/>
                    </a:cubicBezTo>
                    <a:cubicBezTo>
                      <a:pt x="1127" y="1"/>
                      <a:pt x="1081" y="24"/>
                      <a:pt x="1050" y="70"/>
                    </a:cubicBezTo>
                    <a:cubicBezTo>
                      <a:pt x="957" y="163"/>
                      <a:pt x="834" y="209"/>
                      <a:pt x="714" y="209"/>
                    </a:cubicBezTo>
                    <a:cubicBezTo>
                      <a:pt x="594" y="209"/>
                      <a:pt x="479" y="163"/>
                      <a:pt x="402" y="70"/>
                    </a:cubicBezTo>
                    <a:cubicBezTo>
                      <a:pt x="355" y="24"/>
                      <a:pt x="301" y="1"/>
                      <a:pt x="2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7" name="Google Shape;13507;p88"/>
              <p:cNvSpPr/>
              <p:nvPr/>
            </p:nvSpPr>
            <p:spPr>
              <a:xfrm>
                <a:off x="4160713" y="4370806"/>
                <a:ext cx="40925" cy="35150"/>
              </a:xfrm>
              <a:custGeom>
                <a:rect b="b" l="l" r="r" t="t"/>
                <a:pathLst>
                  <a:path extrusionOk="0" h="1406" w="1637">
                    <a:moveTo>
                      <a:pt x="902" y="398"/>
                    </a:moveTo>
                    <a:cubicBezTo>
                      <a:pt x="920" y="398"/>
                      <a:pt x="938" y="399"/>
                      <a:pt x="957" y="402"/>
                    </a:cubicBezTo>
                    <a:cubicBezTo>
                      <a:pt x="1297" y="433"/>
                      <a:pt x="1297" y="957"/>
                      <a:pt x="957" y="988"/>
                    </a:cubicBezTo>
                    <a:cubicBezTo>
                      <a:pt x="938" y="991"/>
                      <a:pt x="920" y="992"/>
                      <a:pt x="902" y="992"/>
                    </a:cubicBezTo>
                    <a:cubicBezTo>
                      <a:pt x="513" y="992"/>
                      <a:pt x="513" y="398"/>
                      <a:pt x="902" y="398"/>
                    </a:cubicBezTo>
                    <a:close/>
                    <a:moveTo>
                      <a:pt x="957" y="1"/>
                    </a:moveTo>
                    <a:cubicBezTo>
                      <a:pt x="309" y="1"/>
                      <a:pt x="1" y="741"/>
                      <a:pt x="433" y="1204"/>
                    </a:cubicBezTo>
                    <a:cubicBezTo>
                      <a:pt x="582" y="1343"/>
                      <a:pt x="760" y="1406"/>
                      <a:pt x="932" y="1406"/>
                    </a:cubicBezTo>
                    <a:cubicBezTo>
                      <a:pt x="1296" y="1406"/>
                      <a:pt x="1636" y="1129"/>
                      <a:pt x="1636" y="711"/>
                    </a:cubicBezTo>
                    <a:cubicBezTo>
                      <a:pt x="1636" y="309"/>
                      <a:pt x="1328"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8" name="Google Shape;13508;p88"/>
              <p:cNvSpPr/>
              <p:nvPr/>
            </p:nvSpPr>
            <p:spPr>
              <a:xfrm>
                <a:off x="4169213" y="4237331"/>
                <a:ext cx="38600" cy="33125"/>
              </a:xfrm>
              <a:custGeom>
                <a:rect b="b" l="l" r="r" t="t"/>
                <a:pathLst>
                  <a:path extrusionOk="0" h="1325" w="1544">
                    <a:moveTo>
                      <a:pt x="648" y="402"/>
                    </a:moveTo>
                    <a:cubicBezTo>
                      <a:pt x="803" y="402"/>
                      <a:pt x="926" y="525"/>
                      <a:pt x="926" y="680"/>
                    </a:cubicBezTo>
                    <a:cubicBezTo>
                      <a:pt x="926" y="762"/>
                      <a:pt x="894" y="794"/>
                      <a:pt x="848" y="794"/>
                    </a:cubicBezTo>
                    <a:cubicBezTo>
                      <a:pt x="688" y="794"/>
                      <a:pt x="360" y="402"/>
                      <a:pt x="648" y="402"/>
                    </a:cubicBezTo>
                    <a:close/>
                    <a:moveTo>
                      <a:pt x="648" y="1"/>
                    </a:moveTo>
                    <a:cubicBezTo>
                      <a:pt x="309" y="1"/>
                      <a:pt x="0" y="309"/>
                      <a:pt x="0" y="680"/>
                    </a:cubicBezTo>
                    <a:cubicBezTo>
                      <a:pt x="0" y="1060"/>
                      <a:pt x="333" y="1325"/>
                      <a:pt x="672" y="1325"/>
                    </a:cubicBezTo>
                    <a:cubicBezTo>
                      <a:pt x="828" y="1325"/>
                      <a:pt x="985" y="1269"/>
                      <a:pt x="1111" y="1143"/>
                    </a:cubicBezTo>
                    <a:cubicBezTo>
                      <a:pt x="1543" y="711"/>
                      <a:pt x="1235"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09" name="Google Shape;13509;p88"/>
            <p:cNvSpPr/>
            <p:nvPr/>
          </p:nvSpPr>
          <p:spPr>
            <a:xfrm>
              <a:off x="4081238" y="4142031"/>
              <a:ext cx="287050" cy="345300"/>
            </a:xfrm>
            <a:custGeom>
              <a:rect b="b" l="l" r="r" t="t"/>
              <a:pathLst>
                <a:path extrusionOk="0" h="13812" w="11482">
                  <a:moveTo>
                    <a:pt x="2655" y="418"/>
                  </a:moveTo>
                  <a:lnTo>
                    <a:pt x="2964" y="696"/>
                  </a:lnTo>
                  <a:cubicBezTo>
                    <a:pt x="2995" y="727"/>
                    <a:pt x="2995" y="757"/>
                    <a:pt x="2964" y="788"/>
                  </a:cubicBezTo>
                  <a:lnTo>
                    <a:pt x="2192" y="1652"/>
                  </a:lnTo>
                  <a:cubicBezTo>
                    <a:pt x="2192" y="1668"/>
                    <a:pt x="2177" y="1676"/>
                    <a:pt x="2161" y="1676"/>
                  </a:cubicBezTo>
                  <a:cubicBezTo>
                    <a:pt x="2146" y="1676"/>
                    <a:pt x="2130" y="1668"/>
                    <a:pt x="2130" y="1652"/>
                  </a:cubicBezTo>
                  <a:lnTo>
                    <a:pt x="1822" y="1375"/>
                  </a:lnTo>
                  <a:cubicBezTo>
                    <a:pt x="1791" y="1375"/>
                    <a:pt x="1791" y="1344"/>
                    <a:pt x="1822" y="1313"/>
                  </a:cubicBezTo>
                  <a:lnTo>
                    <a:pt x="2593" y="418"/>
                  </a:lnTo>
                  <a:close/>
                  <a:moveTo>
                    <a:pt x="3149" y="1189"/>
                  </a:moveTo>
                  <a:lnTo>
                    <a:pt x="3643" y="1652"/>
                  </a:lnTo>
                  <a:lnTo>
                    <a:pt x="3149" y="2208"/>
                  </a:lnTo>
                  <a:lnTo>
                    <a:pt x="2624" y="1776"/>
                  </a:lnTo>
                  <a:lnTo>
                    <a:pt x="3149" y="1189"/>
                  </a:lnTo>
                  <a:close/>
                  <a:moveTo>
                    <a:pt x="4167" y="3504"/>
                  </a:moveTo>
                  <a:cubicBezTo>
                    <a:pt x="4723" y="3504"/>
                    <a:pt x="5155" y="3936"/>
                    <a:pt x="5155" y="4492"/>
                  </a:cubicBezTo>
                  <a:cubicBezTo>
                    <a:pt x="5124" y="5016"/>
                    <a:pt x="4723" y="5448"/>
                    <a:pt x="4167" y="5448"/>
                  </a:cubicBezTo>
                  <a:cubicBezTo>
                    <a:pt x="3643" y="5448"/>
                    <a:pt x="3211" y="5016"/>
                    <a:pt x="3211" y="4492"/>
                  </a:cubicBezTo>
                  <a:cubicBezTo>
                    <a:pt x="3211" y="3936"/>
                    <a:pt x="3643" y="3535"/>
                    <a:pt x="4167" y="3504"/>
                  </a:cubicBezTo>
                  <a:close/>
                  <a:moveTo>
                    <a:pt x="8581" y="5788"/>
                  </a:moveTo>
                  <a:lnTo>
                    <a:pt x="9013" y="6158"/>
                  </a:lnTo>
                  <a:lnTo>
                    <a:pt x="8334" y="6930"/>
                  </a:lnTo>
                  <a:lnTo>
                    <a:pt x="7902" y="6559"/>
                  </a:lnTo>
                  <a:lnTo>
                    <a:pt x="8581" y="5788"/>
                  </a:lnTo>
                  <a:close/>
                  <a:moveTo>
                    <a:pt x="9491" y="6259"/>
                  </a:moveTo>
                  <a:cubicBezTo>
                    <a:pt x="9506" y="6259"/>
                    <a:pt x="9522" y="6266"/>
                    <a:pt x="9537" y="6282"/>
                  </a:cubicBezTo>
                  <a:lnTo>
                    <a:pt x="9846" y="6559"/>
                  </a:lnTo>
                  <a:cubicBezTo>
                    <a:pt x="9877" y="6559"/>
                    <a:pt x="9877" y="6621"/>
                    <a:pt x="9846" y="6621"/>
                  </a:cubicBezTo>
                  <a:cubicBezTo>
                    <a:pt x="9846" y="6621"/>
                    <a:pt x="8920" y="7701"/>
                    <a:pt x="8920" y="7701"/>
                  </a:cubicBezTo>
                  <a:lnTo>
                    <a:pt x="8827" y="7701"/>
                  </a:lnTo>
                  <a:lnTo>
                    <a:pt x="8519" y="7424"/>
                  </a:lnTo>
                  <a:cubicBezTo>
                    <a:pt x="8488" y="7393"/>
                    <a:pt x="8488" y="7362"/>
                    <a:pt x="8519" y="7331"/>
                  </a:cubicBezTo>
                  <a:lnTo>
                    <a:pt x="9445" y="6282"/>
                  </a:lnTo>
                  <a:cubicBezTo>
                    <a:pt x="9460" y="6266"/>
                    <a:pt x="9476" y="6259"/>
                    <a:pt x="9491" y="6259"/>
                  </a:cubicBezTo>
                  <a:close/>
                  <a:moveTo>
                    <a:pt x="2902" y="4955"/>
                  </a:moveTo>
                  <a:cubicBezTo>
                    <a:pt x="2933" y="5078"/>
                    <a:pt x="3025" y="5201"/>
                    <a:pt x="3118" y="5325"/>
                  </a:cubicBezTo>
                  <a:cubicBezTo>
                    <a:pt x="3334" y="5634"/>
                    <a:pt x="3704" y="5819"/>
                    <a:pt x="4106" y="5850"/>
                  </a:cubicBezTo>
                  <a:cubicBezTo>
                    <a:pt x="3735" y="6652"/>
                    <a:pt x="3766" y="7578"/>
                    <a:pt x="4198" y="8349"/>
                  </a:cubicBezTo>
                  <a:cubicBezTo>
                    <a:pt x="4075" y="8349"/>
                    <a:pt x="3951" y="8349"/>
                    <a:pt x="3828" y="8380"/>
                  </a:cubicBezTo>
                  <a:cubicBezTo>
                    <a:pt x="3466" y="8441"/>
                    <a:pt x="3104" y="8619"/>
                    <a:pt x="2829" y="8914"/>
                  </a:cubicBezTo>
                  <a:lnTo>
                    <a:pt x="2829" y="8914"/>
                  </a:lnTo>
                  <a:cubicBezTo>
                    <a:pt x="2527" y="8333"/>
                    <a:pt x="2346" y="7663"/>
                    <a:pt x="2346" y="7022"/>
                  </a:cubicBezTo>
                  <a:cubicBezTo>
                    <a:pt x="2346" y="6282"/>
                    <a:pt x="2532" y="5572"/>
                    <a:pt x="2902" y="4955"/>
                  </a:cubicBezTo>
                  <a:close/>
                  <a:moveTo>
                    <a:pt x="4136" y="8743"/>
                  </a:moveTo>
                  <a:cubicBezTo>
                    <a:pt x="4622" y="8743"/>
                    <a:pt x="5109" y="9013"/>
                    <a:pt x="5340" y="9553"/>
                  </a:cubicBezTo>
                  <a:lnTo>
                    <a:pt x="6112" y="11281"/>
                  </a:lnTo>
                  <a:lnTo>
                    <a:pt x="2161" y="11281"/>
                  </a:lnTo>
                  <a:lnTo>
                    <a:pt x="2933" y="9553"/>
                  </a:lnTo>
                  <a:cubicBezTo>
                    <a:pt x="3164" y="9013"/>
                    <a:pt x="3650" y="8743"/>
                    <a:pt x="4136" y="8743"/>
                  </a:cubicBezTo>
                  <a:close/>
                  <a:moveTo>
                    <a:pt x="9661" y="11682"/>
                  </a:moveTo>
                  <a:cubicBezTo>
                    <a:pt x="10216" y="11682"/>
                    <a:pt x="10710" y="12053"/>
                    <a:pt x="10833" y="12608"/>
                  </a:cubicBezTo>
                  <a:lnTo>
                    <a:pt x="10864" y="12608"/>
                  </a:lnTo>
                  <a:lnTo>
                    <a:pt x="10988" y="13102"/>
                  </a:lnTo>
                  <a:cubicBezTo>
                    <a:pt x="11019" y="13256"/>
                    <a:pt x="10895" y="13380"/>
                    <a:pt x="10772" y="13380"/>
                  </a:cubicBezTo>
                  <a:lnTo>
                    <a:pt x="742" y="13380"/>
                  </a:lnTo>
                  <a:cubicBezTo>
                    <a:pt x="587" y="13380"/>
                    <a:pt x="464" y="13256"/>
                    <a:pt x="526" y="13102"/>
                  </a:cubicBezTo>
                  <a:lnTo>
                    <a:pt x="649" y="12608"/>
                  </a:lnTo>
                  <a:cubicBezTo>
                    <a:pt x="772" y="12053"/>
                    <a:pt x="1266" y="11682"/>
                    <a:pt x="1822" y="11682"/>
                  </a:cubicBezTo>
                  <a:close/>
                  <a:moveTo>
                    <a:pt x="2584" y="0"/>
                  </a:moveTo>
                  <a:cubicBezTo>
                    <a:pt x="2457" y="0"/>
                    <a:pt x="2337" y="54"/>
                    <a:pt x="2254" y="171"/>
                  </a:cubicBezTo>
                  <a:lnTo>
                    <a:pt x="1482" y="1035"/>
                  </a:lnTo>
                  <a:cubicBezTo>
                    <a:pt x="1297" y="1220"/>
                    <a:pt x="1328" y="1498"/>
                    <a:pt x="1513" y="1683"/>
                  </a:cubicBezTo>
                  <a:lnTo>
                    <a:pt x="1822" y="1961"/>
                  </a:lnTo>
                  <a:cubicBezTo>
                    <a:pt x="1915" y="2036"/>
                    <a:pt x="2020" y="2077"/>
                    <a:pt x="2122" y="2077"/>
                  </a:cubicBezTo>
                  <a:cubicBezTo>
                    <a:pt x="2189" y="2077"/>
                    <a:pt x="2255" y="2059"/>
                    <a:pt x="2316" y="2023"/>
                  </a:cubicBezTo>
                  <a:lnTo>
                    <a:pt x="2840" y="2517"/>
                  </a:lnTo>
                  <a:lnTo>
                    <a:pt x="2748" y="2640"/>
                  </a:lnTo>
                  <a:cubicBezTo>
                    <a:pt x="2501" y="2918"/>
                    <a:pt x="2532" y="3319"/>
                    <a:pt x="2809" y="3566"/>
                  </a:cubicBezTo>
                  <a:lnTo>
                    <a:pt x="2995" y="3720"/>
                  </a:lnTo>
                  <a:cubicBezTo>
                    <a:pt x="2871" y="3905"/>
                    <a:pt x="2809" y="4121"/>
                    <a:pt x="2778" y="4307"/>
                  </a:cubicBezTo>
                  <a:cubicBezTo>
                    <a:pt x="1729" y="5788"/>
                    <a:pt x="1637" y="7732"/>
                    <a:pt x="2532" y="9306"/>
                  </a:cubicBezTo>
                  <a:lnTo>
                    <a:pt x="2532" y="9368"/>
                  </a:lnTo>
                  <a:lnTo>
                    <a:pt x="1698" y="11281"/>
                  </a:lnTo>
                  <a:cubicBezTo>
                    <a:pt x="1019" y="11343"/>
                    <a:pt x="433" y="11837"/>
                    <a:pt x="248" y="12516"/>
                  </a:cubicBezTo>
                  <a:lnTo>
                    <a:pt x="124" y="13009"/>
                  </a:lnTo>
                  <a:cubicBezTo>
                    <a:pt x="1" y="13411"/>
                    <a:pt x="310" y="13812"/>
                    <a:pt x="742" y="13812"/>
                  </a:cubicBezTo>
                  <a:lnTo>
                    <a:pt x="10772" y="13812"/>
                  </a:lnTo>
                  <a:cubicBezTo>
                    <a:pt x="11173" y="13812"/>
                    <a:pt x="11482" y="13411"/>
                    <a:pt x="11389" y="13009"/>
                  </a:cubicBezTo>
                  <a:lnTo>
                    <a:pt x="11265" y="12516"/>
                  </a:lnTo>
                  <a:cubicBezTo>
                    <a:pt x="11080" y="11806"/>
                    <a:pt x="10401" y="11281"/>
                    <a:pt x="9661" y="11281"/>
                  </a:cubicBezTo>
                  <a:lnTo>
                    <a:pt x="6574" y="11281"/>
                  </a:lnTo>
                  <a:lnTo>
                    <a:pt x="6235" y="10541"/>
                  </a:lnTo>
                  <a:lnTo>
                    <a:pt x="9568" y="10541"/>
                  </a:lnTo>
                  <a:cubicBezTo>
                    <a:pt x="9877" y="10541"/>
                    <a:pt x="10154" y="10294"/>
                    <a:pt x="10154" y="9954"/>
                  </a:cubicBezTo>
                  <a:lnTo>
                    <a:pt x="10154" y="9214"/>
                  </a:lnTo>
                  <a:cubicBezTo>
                    <a:pt x="10154" y="8905"/>
                    <a:pt x="9877" y="8658"/>
                    <a:pt x="9568" y="8658"/>
                  </a:cubicBezTo>
                  <a:lnTo>
                    <a:pt x="8395" y="8658"/>
                  </a:lnTo>
                  <a:cubicBezTo>
                    <a:pt x="8383" y="8654"/>
                    <a:pt x="8371" y="8653"/>
                    <a:pt x="8359" y="8653"/>
                  </a:cubicBezTo>
                  <a:cubicBezTo>
                    <a:pt x="8191" y="8653"/>
                    <a:pt x="8191" y="9034"/>
                    <a:pt x="8359" y="9034"/>
                  </a:cubicBezTo>
                  <a:cubicBezTo>
                    <a:pt x="8371" y="9034"/>
                    <a:pt x="8383" y="9032"/>
                    <a:pt x="8395" y="9028"/>
                  </a:cubicBezTo>
                  <a:lnTo>
                    <a:pt x="9568" y="9028"/>
                  </a:lnTo>
                  <a:cubicBezTo>
                    <a:pt x="9661" y="9028"/>
                    <a:pt x="9753" y="9121"/>
                    <a:pt x="9753" y="9214"/>
                  </a:cubicBezTo>
                  <a:lnTo>
                    <a:pt x="9753" y="9954"/>
                  </a:lnTo>
                  <a:cubicBezTo>
                    <a:pt x="9753" y="10047"/>
                    <a:pt x="9661" y="10139"/>
                    <a:pt x="9568" y="10139"/>
                  </a:cubicBezTo>
                  <a:lnTo>
                    <a:pt x="6050" y="10139"/>
                  </a:lnTo>
                  <a:lnTo>
                    <a:pt x="5710" y="9399"/>
                  </a:lnTo>
                  <a:cubicBezTo>
                    <a:pt x="5680" y="9275"/>
                    <a:pt x="5587" y="9152"/>
                    <a:pt x="5525" y="9059"/>
                  </a:cubicBezTo>
                  <a:lnTo>
                    <a:pt x="7624" y="9059"/>
                  </a:lnTo>
                  <a:cubicBezTo>
                    <a:pt x="7636" y="9063"/>
                    <a:pt x="7647" y="9064"/>
                    <a:pt x="7658" y="9064"/>
                  </a:cubicBezTo>
                  <a:cubicBezTo>
                    <a:pt x="7828" y="9064"/>
                    <a:pt x="7828" y="8653"/>
                    <a:pt x="7658" y="8653"/>
                  </a:cubicBezTo>
                  <a:cubicBezTo>
                    <a:pt x="7647" y="8653"/>
                    <a:pt x="7636" y="8655"/>
                    <a:pt x="7624" y="8658"/>
                  </a:cubicBezTo>
                  <a:lnTo>
                    <a:pt x="5093" y="8658"/>
                  </a:lnTo>
                  <a:cubicBezTo>
                    <a:pt x="5001" y="8596"/>
                    <a:pt x="4908" y="8535"/>
                    <a:pt x="4785" y="8504"/>
                  </a:cubicBezTo>
                  <a:cubicBezTo>
                    <a:pt x="4167" y="7732"/>
                    <a:pt x="4075" y="6652"/>
                    <a:pt x="4630" y="5788"/>
                  </a:cubicBezTo>
                  <a:cubicBezTo>
                    <a:pt x="4785" y="5757"/>
                    <a:pt x="4939" y="5664"/>
                    <a:pt x="5093" y="5541"/>
                  </a:cubicBezTo>
                  <a:lnTo>
                    <a:pt x="6698" y="6961"/>
                  </a:lnTo>
                  <a:cubicBezTo>
                    <a:pt x="6828" y="7062"/>
                    <a:pt x="6985" y="7116"/>
                    <a:pt x="7141" y="7116"/>
                  </a:cubicBezTo>
                  <a:cubicBezTo>
                    <a:pt x="7318" y="7116"/>
                    <a:pt x="7493" y="7046"/>
                    <a:pt x="7624" y="6899"/>
                  </a:cubicBezTo>
                  <a:lnTo>
                    <a:pt x="7655" y="6868"/>
                  </a:lnTo>
                  <a:lnTo>
                    <a:pt x="8118" y="7269"/>
                  </a:lnTo>
                  <a:cubicBezTo>
                    <a:pt x="8087" y="7300"/>
                    <a:pt x="8087" y="7362"/>
                    <a:pt x="8118" y="7393"/>
                  </a:cubicBezTo>
                  <a:cubicBezTo>
                    <a:pt x="8118" y="7516"/>
                    <a:pt x="8179" y="7640"/>
                    <a:pt x="8272" y="7732"/>
                  </a:cubicBezTo>
                  <a:lnTo>
                    <a:pt x="8581" y="8010"/>
                  </a:lnTo>
                  <a:cubicBezTo>
                    <a:pt x="8661" y="8077"/>
                    <a:pt x="8758" y="8109"/>
                    <a:pt x="8858" y="8109"/>
                  </a:cubicBezTo>
                  <a:cubicBezTo>
                    <a:pt x="8989" y="8109"/>
                    <a:pt x="9123" y="8053"/>
                    <a:pt x="9229" y="7948"/>
                  </a:cubicBezTo>
                  <a:lnTo>
                    <a:pt x="10154" y="6868"/>
                  </a:lnTo>
                  <a:cubicBezTo>
                    <a:pt x="10309" y="6683"/>
                    <a:pt x="10309" y="6405"/>
                    <a:pt x="10124" y="6251"/>
                  </a:cubicBezTo>
                  <a:lnTo>
                    <a:pt x="9784" y="5973"/>
                  </a:lnTo>
                  <a:cubicBezTo>
                    <a:pt x="9702" y="5891"/>
                    <a:pt x="9592" y="5850"/>
                    <a:pt x="9482" y="5850"/>
                  </a:cubicBezTo>
                  <a:cubicBezTo>
                    <a:pt x="9428" y="5850"/>
                    <a:pt x="9373" y="5860"/>
                    <a:pt x="9321" y="5880"/>
                  </a:cubicBezTo>
                  <a:lnTo>
                    <a:pt x="8827" y="5448"/>
                  </a:lnTo>
                  <a:lnTo>
                    <a:pt x="8858" y="5448"/>
                  </a:lnTo>
                  <a:cubicBezTo>
                    <a:pt x="9105" y="5171"/>
                    <a:pt x="9074" y="4739"/>
                    <a:pt x="8797" y="4492"/>
                  </a:cubicBezTo>
                  <a:lnTo>
                    <a:pt x="6328" y="2362"/>
                  </a:lnTo>
                  <a:cubicBezTo>
                    <a:pt x="6287" y="2322"/>
                    <a:pt x="6242" y="2305"/>
                    <a:pt x="6199" y="2305"/>
                  </a:cubicBezTo>
                  <a:cubicBezTo>
                    <a:pt x="6044" y="2305"/>
                    <a:pt x="5912" y="2519"/>
                    <a:pt x="6081" y="2640"/>
                  </a:cubicBezTo>
                  <a:lnTo>
                    <a:pt x="8519" y="4800"/>
                  </a:lnTo>
                  <a:cubicBezTo>
                    <a:pt x="8642" y="4893"/>
                    <a:pt x="8642" y="5047"/>
                    <a:pt x="8550" y="5171"/>
                  </a:cubicBezTo>
                  <a:lnTo>
                    <a:pt x="7315" y="6590"/>
                  </a:lnTo>
                  <a:cubicBezTo>
                    <a:pt x="7266" y="6656"/>
                    <a:pt x="7189" y="6687"/>
                    <a:pt x="7115" y="6687"/>
                  </a:cubicBezTo>
                  <a:cubicBezTo>
                    <a:pt x="7051" y="6687"/>
                    <a:pt x="6988" y="6664"/>
                    <a:pt x="6945" y="6621"/>
                  </a:cubicBezTo>
                  <a:lnTo>
                    <a:pt x="5340" y="5201"/>
                  </a:lnTo>
                  <a:lnTo>
                    <a:pt x="5340" y="5171"/>
                  </a:lnTo>
                  <a:cubicBezTo>
                    <a:pt x="5951" y="4160"/>
                    <a:pt x="5130" y="3095"/>
                    <a:pt x="4172" y="3095"/>
                  </a:cubicBezTo>
                  <a:cubicBezTo>
                    <a:pt x="3872" y="3095"/>
                    <a:pt x="3559" y="3200"/>
                    <a:pt x="3272" y="3442"/>
                  </a:cubicBezTo>
                  <a:lnTo>
                    <a:pt x="3087" y="3257"/>
                  </a:lnTo>
                  <a:cubicBezTo>
                    <a:pt x="2964" y="3165"/>
                    <a:pt x="2964" y="3010"/>
                    <a:pt x="3056" y="2887"/>
                  </a:cubicBezTo>
                  <a:cubicBezTo>
                    <a:pt x="3056" y="2887"/>
                    <a:pt x="4322" y="1467"/>
                    <a:pt x="4322" y="1467"/>
                  </a:cubicBezTo>
                  <a:cubicBezTo>
                    <a:pt x="4375" y="1413"/>
                    <a:pt x="4450" y="1380"/>
                    <a:pt x="4521" y="1380"/>
                  </a:cubicBezTo>
                  <a:cubicBezTo>
                    <a:pt x="4573" y="1380"/>
                    <a:pt x="4622" y="1398"/>
                    <a:pt x="4661" y="1436"/>
                  </a:cubicBezTo>
                  <a:lnTo>
                    <a:pt x="5463" y="2146"/>
                  </a:lnTo>
                  <a:cubicBezTo>
                    <a:pt x="5510" y="2186"/>
                    <a:pt x="5559" y="2203"/>
                    <a:pt x="5604" y="2203"/>
                  </a:cubicBezTo>
                  <a:cubicBezTo>
                    <a:pt x="5766" y="2203"/>
                    <a:pt x="5886" y="1983"/>
                    <a:pt x="5741" y="1838"/>
                  </a:cubicBezTo>
                  <a:lnTo>
                    <a:pt x="4939" y="1128"/>
                  </a:lnTo>
                  <a:cubicBezTo>
                    <a:pt x="4814" y="1031"/>
                    <a:pt x="4664" y="983"/>
                    <a:pt x="4514" y="983"/>
                  </a:cubicBezTo>
                  <a:cubicBezTo>
                    <a:pt x="4331" y="983"/>
                    <a:pt x="4149" y="1054"/>
                    <a:pt x="4013" y="1189"/>
                  </a:cubicBezTo>
                  <a:lnTo>
                    <a:pt x="3890" y="1313"/>
                  </a:lnTo>
                  <a:lnTo>
                    <a:pt x="3365" y="850"/>
                  </a:lnTo>
                  <a:cubicBezTo>
                    <a:pt x="3365" y="819"/>
                    <a:pt x="3365" y="757"/>
                    <a:pt x="3365" y="696"/>
                  </a:cubicBezTo>
                  <a:cubicBezTo>
                    <a:pt x="3365" y="572"/>
                    <a:pt x="3303" y="480"/>
                    <a:pt x="3211" y="387"/>
                  </a:cubicBezTo>
                  <a:lnTo>
                    <a:pt x="2902" y="109"/>
                  </a:lnTo>
                  <a:cubicBezTo>
                    <a:pt x="2803" y="39"/>
                    <a:pt x="2691" y="0"/>
                    <a:pt x="2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10" name="Google Shape;13510;p88"/>
          <p:cNvGrpSpPr/>
          <p:nvPr/>
        </p:nvGrpSpPr>
        <p:grpSpPr>
          <a:xfrm>
            <a:off x="7746761" y="2850724"/>
            <a:ext cx="336425" cy="345675"/>
            <a:chOff x="7795463" y="2463556"/>
            <a:chExt cx="336425" cy="345675"/>
          </a:xfrm>
        </p:grpSpPr>
        <p:sp>
          <p:nvSpPr>
            <p:cNvPr id="13511" name="Google Shape;13511;p88"/>
            <p:cNvSpPr/>
            <p:nvPr/>
          </p:nvSpPr>
          <p:spPr>
            <a:xfrm>
              <a:off x="7920838" y="2708906"/>
              <a:ext cx="10850" cy="16225"/>
            </a:xfrm>
            <a:custGeom>
              <a:rect b="b" l="l" r="r" t="t"/>
              <a:pathLst>
                <a:path extrusionOk="0" h="649" w="434">
                  <a:moveTo>
                    <a:pt x="217" y="1"/>
                  </a:moveTo>
                  <a:cubicBezTo>
                    <a:pt x="109" y="1"/>
                    <a:pt x="1" y="63"/>
                    <a:pt x="16" y="186"/>
                  </a:cubicBezTo>
                  <a:lnTo>
                    <a:pt x="16" y="464"/>
                  </a:lnTo>
                  <a:cubicBezTo>
                    <a:pt x="16" y="556"/>
                    <a:pt x="109" y="649"/>
                    <a:pt x="232" y="649"/>
                  </a:cubicBezTo>
                  <a:cubicBezTo>
                    <a:pt x="325" y="649"/>
                    <a:pt x="418" y="556"/>
                    <a:pt x="418" y="464"/>
                  </a:cubicBezTo>
                  <a:lnTo>
                    <a:pt x="418" y="186"/>
                  </a:lnTo>
                  <a:cubicBezTo>
                    <a:pt x="433" y="63"/>
                    <a:pt x="325"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2" name="Google Shape;13512;p88"/>
            <p:cNvSpPr/>
            <p:nvPr/>
          </p:nvSpPr>
          <p:spPr>
            <a:xfrm>
              <a:off x="7996088" y="2708131"/>
              <a:ext cx="10050" cy="17000"/>
            </a:xfrm>
            <a:custGeom>
              <a:rect b="b" l="l" r="r" t="t"/>
              <a:pathLst>
                <a:path extrusionOk="0" h="680" w="402">
                  <a:moveTo>
                    <a:pt x="216" y="1"/>
                  </a:moveTo>
                  <a:cubicBezTo>
                    <a:pt x="93" y="1"/>
                    <a:pt x="0" y="94"/>
                    <a:pt x="0" y="217"/>
                  </a:cubicBezTo>
                  <a:lnTo>
                    <a:pt x="0" y="495"/>
                  </a:lnTo>
                  <a:cubicBezTo>
                    <a:pt x="0" y="587"/>
                    <a:pt x="93" y="680"/>
                    <a:pt x="216" y="680"/>
                  </a:cubicBezTo>
                  <a:cubicBezTo>
                    <a:pt x="309" y="680"/>
                    <a:pt x="401" y="587"/>
                    <a:pt x="401" y="495"/>
                  </a:cubicBezTo>
                  <a:lnTo>
                    <a:pt x="401" y="217"/>
                  </a:lnTo>
                  <a:cubicBezTo>
                    <a:pt x="401" y="94"/>
                    <a:pt x="309" y="1"/>
                    <a:pt x="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3" name="Google Shape;13513;p88"/>
            <p:cNvSpPr/>
            <p:nvPr/>
          </p:nvSpPr>
          <p:spPr>
            <a:xfrm>
              <a:off x="7947688" y="2714656"/>
              <a:ext cx="32550" cy="14350"/>
            </a:xfrm>
            <a:custGeom>
              <a:rect b="b" l="l" r="r" t="t"/>
              <a:pathLst>
                <a:path extrusionOk="0" h="574" w="1302">
                  <a:moveTo>
                    <a:pt x="271" y="1"/>
                  </a:moveTo>
                  <a:cubicBezTo>
                    <a:pt x="124" y="1"/>
                    <a:pt x="1" y="189"/>
                    <a:pt x="115" y="326"/>
                  </a:cubicBezTo>
                  <a:cubicBezTo>
                    <a:pt x="269" y="481"/>
                    <a:pt x="455" y="573"/>
                    <a:pt x="640" y="573"/>
                  </a:cubicBezTo>
                  <a:cubicBezTo>
                    <a:pt x="856" y="573"/>
                    <a:pt x="1041" y="481"/>
                    <a:pt x="1164" y="326"/>
                  </a:cubicBezTo>
                  <a:cubicBezTo>
                    <a:pt x="1302" y="189"/>
                    <a:pt x="1168" y="1"/>
                    <a:pt x="1013" y="1"/>
                  </a:cubicBezTo>
                  <a:cubicBezTo>
                    <a:pt x="960" y="1"/>
                    <a:pt x="904" y="24"/>
                    <a:pt x="856" y="79"/>
                  </a:cubicBezTo>
                  <a:cubicBezTo>
                    <a:pt x="794" y="141"/>
                    <a:pt x="732" y="172"/>
                    <a:pt x="640" y="172"/>
                  </a:cubicBezTo>
                  <a:cubicBezTo>
                    <a:pt x="547" y="172"/>
                    <a:pt x="486" y="141"/>
                    <a:pt x="424" y="79"/>
                  </a:cubicBezTo>
                  <a:cubicBezTo>
                    <a:pt x="376" y="24"/>
                    <a:pt x="322"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4" name="Google Shape;13514;p88"/>
            <p:cNvSpPr/>
            <p:nvPr/>
          </p:nvSpPr>
          <p:spPr>
            <a:xfrm>
              <a:off x="7891138" y="2690406"/>
              <a:ext cx="145850" cy="56350"/>
            </a:xfrm>
            <a:custGeom>
              <a:rect b="b" l="l" r="r" t="t"/>
              <a:pathLst>
                <a:path extrusionOk="0" h="2254" w="5834">
                  <a:moveTo>
                    <a:pt x="5216" y="401"/>
                  </a:moveTo>
                  <a:cubicBezTo>
                    <a:pt x="5309" y="401"/>
                    <a:pt x="5402" y="494"/>
                    <a:pt x="5402" y="587"/>
                  </a:cubicBezTo>
                  <a:lnTo>
                    <a:pt x="5402" y="1667"/>
                  </a:lnTo>
                  <a:cubicBezTo>
                    <a:pt x="5402" y="1759"/>
                    <a:pt x="5309" y="1852"/>
                    <a:pt x="5216" y="1852"/>
                  </a:cubicBezTo>
                  <a:lnTo>
                    <a:pt x="587" y="1852"/>
                  </a:lnTo>
                  <a:cubicBezTo>
                    <a:pt x="464" y="1852"/>
                    <a:pt x="402" y="1759"/>
                    <a:pt x="402" y="1667"/>
                  </a:cubicBezTo>
                  <a:lnTo>
                    <a:pt x="402" y="587"/>
                  </a:lnTo>
                  <a:cubicBezTo>
                    <a:pt x="402" y="494"/>
                    <a:pt x="464" y="401"/>
                    <a:pt x="587" y="401"/>
                  </a:cubicBezTo>
                  <a:close/>
                  <a:moveTo>
                    <a:pt x="587" y="0"/>
                  </a:moveTo>
                  <a:cubicBezTo>
                    <a:pt x="279" y="0"/>
                    <a:pt x="1" y="278"/>
                    <a:pt x="1" y="587"/>
                  </a:cubicBezTo>
                  <a:lnTo>
                    <a:pt x="1" y="1667"/>
                  </a:lnTo>
                  <a:cubicBezTo>
                    <a:pt x="1" y="2006"/>
                    <a:pt x="248" y="2253"/>
                    <a:pt x="587" y="2253"/>
                  </a:cubicBezTo>
                  <a:lnTo>
                    <a:pt x="5216" y="2253"/>
                  </a:lnTo>
                  <a:cubicBezTo>
                    <a:pt x="5525" y="2253"/>
                    <a:pt x="5803" y="2006"/>
                    <a:pt x="5834" y="1667"/>
                  </a:cubicBezTo>
                  <a:lnTo>
                    <a:pt x="5834" y="587"/>
                  </a:lnTo>
                  <a:cubicBezTo>
                    <a:pt x="5834" y="278"/>
                    <a:pt x="5556" y="0"/>
                    <a:pt x="5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5" name="Google Shape;13515;p88"/>
            <p:cNvSpPr/>
            <p:nvPr/>
          </p:nvSpPr>
          <p:spPr>
            <a:xfrm>
              <a:off x="7835688" y="2754256"/>
              <a:ext cx="51625" cy="42525"/>
            </a:xfrm>
            <a:custGeom>
              <a:rect b="b" l="l" r="r" t="t"/>
              <a:pathLst>
                <a:path extrusionOk="0" h="1701" w="2065">
                  <a:moveTo>
                    <a:pt x="923" y="409"/>
                  </a:moveTo>
                  <a:cubicBezTo>
                    <a:pt x="1170" y="409"/>
                    <a:pt x="1355" y="532"/>
                    <a:pt x="1355" y="718"/>
                  </a:cubicBezTo>
                  <a:cubicBezTo>
                    <a:pt x="1355" y="872"/>
                    <a:pt x="1170" y="1026"/>
                    <a:pt x="923" y="1026"/>
                  </a:cubicBezTo>
                  <a:cubicBezTo>
                    <a:pt x="676" y="1026"/>
                    <a:pt x="491" y="872"/>
                    <a:pt x="491" y="718"/>
                  </a:cubicBezTo>
                  <a:cubicBezTo>
                    <a:pt x="491" y="532"/>
                    <a:pt x="676" y="409"/>
                    <a:pt x="923" y="409"/>
                  </a:cubicBezTo>
                  <a:close/>
                  <a:moveTo>
                    <a:pt x="821" y="0"/>
                  </a:moveTo>
                  <a:cubicBezTo>
                    <a:pt x="434" y="0"/>
                    <a:pt x="118" y="320"/>
                    <a:pt x="89" y="718"/>
                  </a:cubicBezTo>
                  <a:cubicBezTo>
                    <a:pt x="0" y="1273"/>
                    <a:pt x="440" y="1701"/>
                    <a:pt x="923" y="1701"/>
                  </a:cubicBezTo>
                  <a:cubicBezTo>
                    <a:pt x="1111" y="1701"/>
                    <a:pt x="1305" y="1636"/>
                    <a:pt x="1478" y="1489"/>
                  </a:cubicBezTo>
                  <a:cubicBezTo>
                    <a:pt x="2065" y="995"/>
                    <a:pt x="1725" y="8"/>
                    <a:pt x="923" y="8"/>
                  </a:cubicBezTo>
                  <a:cubicBezTo>
                    <a:pt x="888" y="3"/>
                    <a:pt x="854" y="0"/>
                    <a:pt x="8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6" name="Google Shape;13516;p88"/>
            <p:cNvSpPr/>
            <p:nvPr/>
          </p:nvSpPr>
          <p:spPr>
            <a:xfrm>
              <a:off x="7908113" y="2754256"/>
              <a:ext cx="41700" cy="36175"/>
            </a:xfrm>
            <a:custGeom>
              <a:rect b="b" l="l" r="r" t="t"/>
              <a:pathLst>
                <a:path extrusionOk="0" h="1447" w="1668">
                  <a:moveTo>
                    <a:pt x="834" y="409"/>
                  </a:moveTo>
                  <a:cubicBezTo>
                    <a:pt x="1081" y="409"/>
                    <a:pt x="1266" y="532"/>
                    <a:pt x="1266" y="718"/>
                  </a:cubicBezTo>
                  <a:cubicBezTo>
                    <a:pt x="1266" y="872"/>
                    <a:pt x="1050" y="1026"/>
                    <a:pt x="834" y="1026"/>
                  </a:cubicBezTo>
                  <a:cubicBezTo>
                    <a:pt x="587" y="1026"/>
                    <a:pt x="402" y="872"/>
                    <a:pt x="402" y="718"/>
                  </a:cubicBezTo>
                  <a:cubicBezTo>
                    <a:pt x="402" y="532"/>
                    <a:pt x="587" y="409"/>
                    <a:pt x="834" y="409"/>
                  </a:cubicBezTo>
                  <a:close/>
                  <a:moveTo>
                    <a:pt x="936" y="0"/>
                  </a:moveTo>
                  <a:cubicBezTo>
                    <a:pt x="902" y="0"/>
                    <a:pt x="868" y="3"/>
                    <a:pt x="834" y="8"/>
                  </a:cubicBezTo>
                  <a:cubicBezTo>
                    <a:pt x="217" y="100"/>
                    <a:pt x="1" y="872"/>
                    <a:pt x="464" y="1273"/>
                  </a:cubicBezTo>
                  <a:cubicBezTo>
                    <a:pt x="602" y="1393"/>
                    <a:pt x="765" y="1447"/>
                    <a:pt x="926" y="1447"/>
                  </a:cubicBezTo>
                  <a:cubicBezTo>
                    <a:pt x="1303" y="1447"/>
                    <a:pt x="1667" y="1150"/>
                    <a:pt x="1667" y="718"/>
                  </a:cubicBezTo>
                  <a:cubicBezTo>
                    <a:pt x="1639" y="320"/>
                    <a:pt x="1323" y="0"/>
                    <a:pt x="9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7" name="Google Shape;13517;p88"/>
            <p:cNvSpPr/>
            <p:nvPr/>
          </p:nvSpPr>
          <p:spPr>
            <a:xfrm>
              <a:off x="7978338" y="2754256"/>
              <a:ext cx="41675" cy="36175"/>
            </a:xfrm>
            <a:custGeom>
              <a:rect b="b" l="l" r="r" t="t"/>
              <a:pathLst>
                <a:path extrusionOk="0" h="1447" w="1667">
                  <a:moveTo>
                    <a:pt x="833" y="409"/>
                  </a:moveTo>
                  <a:cubicBezTo>
                    <a:pt x="1050" y="409"/>
                    <a:pt x="1266" y="532"/>
                    <a:pt x="1266" y="718"/>
                  </a:cubicBezTo>
                  <a:cubicBezTo>
                    <a:pt x="1266" y="872"/>
                    <a:pt x="1050" y="1026"/>
                    <a:pt x="833" y="1026"/>
                  </a:cubicBezTo>
                  <a:cubicBezTo>
                    <a:pt x="587" y="1026"/>
                    <a:pt x="371" y="872"/>
                    <a:pt x="371" y="718"/>
                  </a:cubicBezTo>
                  <a:cubicBezTo>
                    <a:pt x="371" y="532"/>
                    <a:pt x="587" y="409"/>
                    <a:pt x="833" y="409"/>
                  </a:cubicBezTo>
                  <a:close/>
                  <a:moveTo>
                    <a:pt x="935" y="0"/>
                  </a:moveTo>
                  <a:cubicBezTo>
                    <a:pt x="902" y="0"/>
                    <a:pt x="868" y="3"/>
                    <a:pt x="833" y="8"/>
                  </a:cubicBezTo>
                  <a:cubicBezTo>
                    <a:pt x="216" y="100"/>
                    <a:pt x="0" y="872"/>
                    <a:pt x="463" y="1273"/>
                  </a:cubicBezTo>
                  <a:cubicBezTo>
                    <a:pt x="601" y="1393"/>
                    <a:pt x="764" y="1447"/>
                    <a:pt x="925" y="1447"/>
                  </a:cubicBezTo>
                  <a:cubicBezTo>
                    <a:pt x="1302" y="1447"/>
                    <a:pt x="1667" y="1150"/>
                    <a:pt x="1667" y="718"/>
                  </a:cubicBezTo>
                  <a:cubicBezTo>
                    <a:pt x="1638" y="320"/>
                    <a:pt x="1322" y="0"/>
                    <a:pt x="9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8" name="Google Shape;13518;p88"/>
            <p:cNvSpPr/>
            <p:nvPr/>
          </p:nvSpPr>
          <p:spPr>
            <a:xfrm>
              <a:off x="8047763" y="2753806"/>
              <a:ext cx="41700" cy="36200"/>
            </a:xfrm>
            <a:custGeom>
              <a:rect b="b" l="l" r="r" t="t"/>
              <a:pathLst>
                <a:path extrusionOk="0" h="1448" w="1668">
                  <a:moveTo>
                    <a:pt x="834" y="427"/>
                  </a:moveTo>
                  <a:cubicBezTo>
                    <a:pt x="1081" y="427"/>
                    <a:pt x="1297" y="550"/>
                    <a:pt x="1297" y="736"/>
                  </a:cubicBezTo>
                  <a:cubicBezTo>
                    <a:pt x="1297" y="890"/>
                    <a:pt x="1081" y="1044"/>
                    <a:pt x="834" y="1044"/>
                  </a:cubicBezTo>
                  <a:cubicBezTo>
                    <a:pt x="618" y="1044"/>
                    <a:pt x="402" y="890"/>
                    <a:pt x="402" y="736"/>
                  </a:cubicBezTo>
                  <a:cubicBezTo>
                    <a:pt x="402" y="550"/>
                    <a:pt x="618" y="427"/>
                    <a:pt x="834" y="427"/>
                  </a:cubicBezTo>
                  <a:close/>
                  <a:moveTo>
                    <a:pt x="729" y="0"/>
                  </a:moveTo>
                  <a:cubicBezTo>
                    <a:pt x="356" y="0"/>
                    <a:pt x="1" y="287"/>
                    <a:pt x="1" y="736"/>
                  </a:cubicBezTo>
                  <a:cubicBezTo>
                    <a:pt x="30" y="1148"/>
                    <a:pt x="369" y="1447"/>
                    <a:pt x="775" y="1447"/>
                  </a:cubicBezTo>
                  <a:cubicBezTo>
                    <a:pt x="794" y="1447"/>
                    <a:pt x="814" y="1447"/>
                    <a:pt x="834" y="1445"/>
                  </a:cubicBezTo>
                  <a:cubicBezTo>
                    <a:pt x="1451" y="1353"/>
                    <a:pt x="1667" y="581"/>
                    <a:pt x="1204" y="180"/>
                  </a:cubicBezTo>
                  <a:cubicBezTo>
                    <a:pt x="1062" y="57"/>
                    <a:pt x="894" y="0"/>
                    <a:pt x="7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9" name="Google Shape;13519;p88"/>
            <p:cNvSpPr/>
            <p:nvPr/>
          </p:nvSpPr>
          <p:spPr>
            <a:xfrm>
              <a:off x="7795463" y="2463556"/>
              <a:ext cx="336425" cy="345675"/>
            </a:xfrm>
            <a:custGeom>
              <a:rect b="b" l="l" r="r" t="t"/>
              <a:pathLst>
                <a:path extrusionOk="0" h="13827" w="13457">
                  <a:moveTo>
                    <a:pt x="11389" y="402"/>
                  </a:moveTo>
                  <a:cubicBezTo>
                    <a:pt x="11512" y="402"/>
                    <a:pt x="11574" y="495"/>
                    <a:pt x="11574" y="618"/>
                  </a:cubicBezTo>
                  <a:lnTo>
                    <a:pt x="11574" y="1266"/>
                  </a:lnTo>
                  <a:cubicBezTo>
                    <a:pt x="11574" y="1359"/>
                    <a:pt x="11512" y="1451"/>
                    <a:pt x="11389" y="1451"/>
                  </a:cubicBezTo>
                  <a:lnTo>
                    <a:pt x="2100" y="1451"/>
                  </a:lnTo>
                  <a:cubicBezTo>
                    <a:pt x="1976" y="1451"/>
                    <a:pt x="1914" y="1359"/>
                    <a:pt x="1914" y="1235"/>
                  </a:cubicBezTo>
                  <a:lnTo>
                    <a:pt x="1914" y="618"/>
                  </a:lnTo>
                  <a:cubicBezTo>
                    <a:pt x="1914" y="495"/>
                    <a:pt x="1976" y="402"/>
                    <a:pt x="2100" y="402"/>
                  </a:cubicBezTo>
                  <a:close/>
                  <a:moveTo>
                    <a:pt x="7932" y="6945"/>
                  </a:moveTo>
                  <a:cubicBezTo>
                    <a:pt x="8272" y="6976"/>
                    <a:pt x="8550" y="7161"/>
                    <a:pt x="8704" y="7439"/>
                  </a:cubicBezTo>
                  <a:lnTo>
                    <a:pt x="9136" y="8210"/>
                  </a:lnTo>
                  <a:lnTo>
                    <a:pt x="4352" y="8210"/>
                  </a:lnTo>
                  <a:lnTo>
                    <a:pt x="4723" y="7439"/>
                  </a:lnTo>
                  <a:cubicBezTo>
                    <a:pt x="4877" y="7130"/>
                    <a:pt x="5186" y="6945"/>
                    <a:pt x="5525" y="6945"/>
                  </a:cubicBezTo>
                  <a:close/>
                  <a:moveTo>
                    <a:pt x="9908" y="1822"/>
                  </a:moveTo>
                  <a:lnTo>
                    <a:pt x="9908" y="2778"/>
                  </a:lnTo>
                  <a:cubicBezTo>
                    <a:pt x="9908" y="2871"/>
                    <a:pt x="10000" y="2964"/>
                    <a:pt x="10093" y="2964"/>
                  </a:cubicBezTo>
                  <a:cubicBezTo>
                    <a:pt x="10216" y="2964"/>
                    <a:pt x="10309" y="2902"/>
                    <a:pt x="10309" y="2778"/>
                  </a:cubicBezTo>
                  <a:lnTo>
                    <a:pt x="10309" y="1883"/>
                  </a:lnTo>
                  <a:lnTo>
                    <a:pt x="11173" y="1883"/>
                  </a:lnTo>
                  <a:lnTo>
                    <a:pt x="11173" y="8241"/>
                  </a:lnTo>
                  <a:lnTo>
                    <a:pt x="10309" y="8241"/>
                  </a:lnTo>
                  <a:lnTo>
                    <a:pt x="10309" y="3612"/>
                  </a:lnTo>
                  <a:cubicBezTo>
                    <a:pt x="10309" y="3519"/>
                    <a:pt x="10216" y="3426"/>
                    <a:pt x="10093" y="3426"/>
                  </a:cubicBezTo>
                  <a:cubicBezTo>
                    <a:pt x="10000" y="3426"/>
                    <a:pt x="9908" y="3519"/>
                    <a:pt x="9908" y="3612"/>
                  </a:cubicBezTo>
                  <a:lnTo>
                    <a:pt x="9908" y="8241"/>
                  </a:lnTo>
                  <a:lnTo>
                    <a:pt x="9568" y="8241"/>
                  </a:lnTo>
                  <a:lnTo>
                    <a:pt x="9105" y="7284"/>
                  </a:lnTo>
                  <a:cubicBezTo>
                    <a:pt x="8889" y="6821"/>
                    <a:pt x="8426" y="6544"/>
                    <a:pt x="7932" y="6544"/>
                  </a:cubicBezTo>
                  <a:lnTo>
                    <a:pt x="5525" y="6544"/>
                  </a:lnTo>
                  <a:cubicBezTo>
                    <a:pt x="5031" y="6544"/>
                    <a:pt x="4599" y="6821"/>
                    <a:pt x="4383" y="7284"/>
                  </a:cubicBezTo>
                  <a:lnTo>
                    <a:pt x="3890" y="8241"/>
                  </a:lnTo>
                  <a:lnTo>
                    <a:pt x="3550" y="8241"/>
                  </a:lnTo>
                  <a:lnTo>
                    <a:pt x="3581" y="1822"/>
                  </a:lnTo>
                  <a:close/>
                  <a:moveTo>
                    <a:pt x="11358" y="8611"/>
                  </a:moveTo>
                  <a:cubicBezTo>
                    <a:pt x="11821" y="8611"/>
                    <a:pt x="12222" y="8920"/>
                    <a:pt x="12315" y="9383"/>
                  </a:cubicBezTo>
                  <a:lnTo>
                    <a:pt x="12901" y="12562"/>
                  </a:lnTo>
                  <a:cubicBezTo>
                    <a:pt x="12994" y="12994"/>
                    <a:pt x="12685" y="13395"/>
                    <a:pt x="12222" y="13395"/>
                  </a:cubicBezTo>
                  <a:lnTo>
                    <a:pt x="1235" y="13395"/>
                  </a:lnTo>
                  <a:cubicBezTo>
                    <a:pt x="772" y="13395"/>
                    <a:pt x="464" y="12994"/>
                    <a:pt x="556" y="12562"/>
                  </a:cubicBezTo>
                  <a:lnTo>
                    <a:pt x="1174" y="9383"/>
                  </a:lnTo>
                  <a:cubicBezTo>
                    <a:pt x="1262" y="8971"/>
                    <a:pt x="1631" y="8671"/>
                    <a:pt x="2040" y="8671"/>
                  </a:cubicBezTo>
                  <a:cubicBezTo>
                    <a:pt x="2060" y="8671"/>
                    <a:pt x="2080" y="8672"/>
                    <a:pt x="2100" y="8673"/>
                  </a:cubicBezTo>
                  <a:lnTo>
                    <a:pt x="11358" y="8611"/>
                  </a:lnTo>
                  <a:close/>
                  <a:moveTo>
                    <a:pt x="2100" y="1"/>
                  </a:moveTo>
                  <a:cubicBezTo>
                    <a:pt x="1760" y="32"/>
                    <a:pt x="1482" y="279"/>
                    <a:pt x="1513" y="618"/>
                  </a:cubicBezTo>
                  <a:lnTo>
                    <a:pt x="1513" y="1266"/>
                  </a:lnTo>
                  <a:cubicBezTo>
                    <a:pt x="1482" y="1513"/>
                    <a:pt x="1637" y="1729"/>
                    <a:pt x="1884" y="1822"/>
                  </a:cubicBezTo>
                  <a:lnTo>
                    <a:pt x="1884" y="6235"/>
                  </a:lnTo>
                  <a:cubicBezTo>
                    <a:pt x="1884" y="6358"/>
                    <a:pt x="1976" y="6420"/>
                    <a:pt x="2100" y="6420"/>
                  </a:cubicBezTo>
                  <a:cubicBezTo>
                    <a:pt x="2112" y="6424"/>
                    <a:pt x="2124" y="6426"/>
                    <a:pt x="2136" y="6426"/>
                  </a:cubicBezTo>
                  <a:cubicBezTo>
                    <a:pt x="2215" y="6426"/>
                    <a:pt x="2285" y="6342"/>
                    <a:pt x="2285" y="6235"/>
                  </a:cubicBezTo>
                  <a:lnTo>
                    <a:pt x="2285" y="1883"/>
                  </a:lnTo>
                  <a:lnTo>
                    <a:pt x="3149" y="1883"/>
                  </a:lnTo>
                  <a:lnTo>
                    <a:pt x="3149" y="8241"/>
                  </a:lnTo>
                  <a:lnTo>
                    <a:pt x="2285" y="8241"/>
                  </a:lnTo>
                  <a:lnTo>
                    <a:pt x="2285" y="7037"/>
                  </a:lnTo>
                  <a:cubicBezTo>
                    <a:pt x="2285" y="6945"/>
                    <a:pt x="2192" y="6852"/>
                    <a:pt x="2100" y="6852"/>
                  </a:cubicBezTo>
                  <a:cubicBezTo>
                    <a:pt x="1976" y="6852"/>
                    <a:pt x="1884" y="6945"/>
                    <a:pt x="1884" y="7037"/>
                  </a:cubicBezTo>
                  <a:lnTo>
                    <a:pt x="1884" y="8272"/>
                  </a:lnTo>
                  <a:cubicBezTo>
                    <a:pt x="1359" y="8333"/>
                    <a:pt x="896" y="8735"/>
                    <a:pt x="772" y="9290"/>
                  </a:cubicBezTo>
                  <a:cubicBezTo>
                    <a:pt x="772" y="9290"/>
                    <a:pt x="186" y="12469"/>
                    <a:pt x="186" y="12469"/>
                  </a:cubicBezTo>
                  <a:cubicBezTo>
                    <a:pt x="1" y="13148"/>
                    <a:pt x="526" y="13796"/>
                    <a:pt x="1235" y="13827"/>
                  </a:cubicBezTo>
                  <a:lnTo>
                    <a:pt x="12253" y="13827"/>
                  </a:lnTo>
                  <a:cubicBezTo>
                    <a:pt x="12932" y="13796"/>
                    <a:pt x="13457" y="13148"/>
                    <a:pt x="13302" y="12469"/>
                  </a:cubicBezTo>
                  <a:lnTo>
                    <a:pt x="12685" y="9290"/>
                  </a:lnTo>
                  <a:cubicBezTo>
                    <a:pt x="12562" y="8766"/>
                    <a:pt x="12099" y="8364"/>
                    <a:pt x="11574" y="8272"/>
                  </a:cubicBezTo>
                  <a:lnTo>
                    <a:pt x="11574" y="1822"/>
                  </a:lnTo>
                  <a:cubicBezTo>
                    <a:pt x="11821" y="1760"/>
                    <a:pt x="11975" y="1513"/>
                    <a:pt x="11975" y="1266"/>
                  </a:cubicBezTo>
                  <a:lnTo>
                    <a:pt x="11975" y="618"/>
                  </a:lnTo>
                  <a:cubicBezTo>
                    <a:pt x="11975" y="279"/>
                    <a:pt x="11698" y="1"/>
                    <a:pt x="113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20" name="Google Shape;13520;p88"/>
          <p:cNvGrpSpPr/>
          <p:nvPr/>
        </p:nvGrpSpPr>
        <p:grpSpPr>
          <a:xfrm>
            <a:off x="7734286" y="3425142"/>
            <a:ext cx="361375" cy="330675"/>
            <a:chOff x="5552838" y="1929231"/>
            <a:chExt cx="361375" cy="330675"/>
          </a:xfrm>
        </p:grpSpPr>
        <p:sp>
          <p:nvSpPr>
            <p:cNvPr id="13521" name="Google Shape;13521;p88"/>
            <p:cNvSpPr/>
            <p:nvPr/>
          </p:nvSpPr>
          <p:spPr>
            <a:xfrm>
              <a:off x="5667538" y="2137981"/>
              <a:ext cx="10075" cy="20850"/>
            </a:xfrm>
            <a:custGeom>
              <a:rect b="b" l="l" r="r" t="t"/>
              <a:pathLst>
                <a:path extrusionOk="0" h="834" w="403">
                  <a:moveTo>
                    <a:pt x="217" y="0"/>
                  </a:moveTo>
                  <a:cubicBezTo>
                    <a:pt x="93" y="0"/>
                    <a:pt x="1" y="93"/>
                    <a:pt x="1" y="185"/>
                  </a:cubicBezTo>
                  <a:lnTo>
                    <a:pt x="1" y="617"/>
                  </a:lnTo>
                  <a:cubicBezTo>
                    <a:pt x="1" y="741"/>
                    <a:pt x="93" y="834"/>
                    <a:pt x="217" y="834"/>
                  </a:cubicBezTo>
                  <a:cubicBezTo>
                    <a:pt x="310" y="834"/>
                    <a:pt x="402" y="741"/>
                    <a:pt x="402" y="617"/>
                  </a:cubicBezTo>
                  <a:lnTo>
                    <a:pt x="402" y="185"/>
                  </a:lnTo>
                  <a:cubicBezTo>
                    <a:pt x="402" y="62"/>
                    <a:pt x="310"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2" name="Google Shape;13522;p88"/>
            <p:cNvSpPr/>
            <p:nvPr/>
          </p:nvSpPr>
          <p:spPr>
            <a:xfrm>
              <a:off x="5784813" y="2137981"/>
              <a:ext cx="10075" cy="20850"/>
            </a:xfrm>
            <a:custGeom>
              <a:rect b="b" l="l" r="r" t="t"/>
              <a:pathLst>
                <a:path extrusionOk="0" h="834" w="403">
                  <a:moveTo>
                    <a:pt x="217" y="0"/>
                  </a:moveTo>
                  <a:cubicBezTo>
                    <a:pt x="93" y="0"/>
                    <a:pt x="1" y="62"/>
                    <a:pt x="1" y="185"/>
                  </a:cubicBezTo>
                  <a:lnTo>
                    <a:pt x="1" y="617"/>
                  </a:lnTo>
                  <a:cubicBezTo>
                    <a:pt x="1" y="741"/>
                    <a:pt x="93" y="834"/>
                    <a:pt x="217" y="834"/>
                  </a:cubicBezTo>
                  <a:cubicBezTo>
                    <a:pt x="310" y="834"/>
                    <a:pt x="402" y="741"/>
                    <a:pt x="402" y="617"/>
                  </a:cubicBezTo>
                  <a:lnTo>
                    <a:pt x="402" y="185"/>
                  </a:lnTo>
                  <a:cubicBezTo>
                    <a:pt x="402" y="93"/>
                    <a:pt x="310"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3" name="Google Shape;13523;p88"/>
            <p:cNvSpPr/>
            <p:nvPr/>
          </p:nvSpPr>
          <p:spPr>
            <a:xfrm>
              <a:off x="5710763" y="2147581"/>
              <a:ext cx="42025" cy="16650"/>
            </a:xfrm>
            <a:custGeom>
              <a:rect b="b" l="l" r="r" t="t"/>
              <a:pathLst>
                <a:path extrusionOk="0" h="666" w="1681">
                  <a:moveTo>
                    <a:pt x="1392" y="1"/>
                  </a:moveTo>
                  <a:cubicBezTo>
                    <a:pt x="1339" y="1"/>
                    <a:pt x="1282" y="23"/>
                    <a:pt x="1235" y="79"/>
                  </a:cubicBezTo>
                  <a:cubicBezTo>
                    <a:pt x="1142" y="203"/>
                    <a:pt x="988" y="264"/>
                    <a:pt x="803" y="264"/>
                  </a:cubicBezTo>
                  <a:cubicBezTo>
                    <a:pt x="648" y="264"/>
                    <a:pt x="494" y="203"/>
                    <a:pt x="371" y="79"/>
                  </a:cubicBezTo>
                  <a:cubicBezTo>
                    <a:pt x="337" y="28"/>
                    <a:pt x="284" y="5"/>
                    <a:pt x="228" y="5"/>
                  </a:cubicBezTo>
                  <a:cubicBezTo>
                    <a:pt x="182" y="5"/>
                    <a:pt x="134" y="21"/>
                    <a:pt x="93" y="48"/>
                  </a:cubicBezTo>
                  <a:cubicBezTo>
                    <a:pt x="0" y="110"/>
                    <a:pt x="0" y="264"/>
                    <a:pt x="93" y="326"/>
                  </a:cubicBezTo>
                  <a:cubicBezTo>
                    <a:pt x="278" y="542"/>
                    <a:pt x="525" y="666"/>
                    <a:pt x="803" y="666"/>
                  </a:cubicBezTo>
                  <a:cubicBezTo>
                    <a:pt x="1080" y="666"/>
                    <a:pt x="1358" y="542"/>
                    <a:pt x="1543" y="326"/>
                  </a:cubicBezTo>
                  <a:cubicBezTo>
                    <a:pt x="1681" y="189"/>
                    <a:pt x="1546" y="1"/>
                    <a:pt x="13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4" name="Google Shape;13524;p88"/>
            <p:cNvSpPr/>
            <p:nvPr/>
          </p:nvSpPr>
          <p:spPr>
            <a:xfrm>
              <a:off x="5552838" y="1929231"/>
              <a:ext cx="361375" cy="330675"/>
            </a:xfrm>
            <a:custGeom>
              <a:rect b="b" l="l" r="r" t="t"/>
              <a:pathLst>
                <a:path extrusionOk="0" h="13227" w="14455">
                  <a:moveTo>
                    <a:pt x="12983" y="5048"/>
                  </a:moveTo>
                  <a:cubicBezTo>
                    <a:pt x="13838" y="5048"/>
                    <a:pt x="13847" y="6345"/>
                    <a:pt x="13013" y="6345"/>
                  </a:cubicBezTo>
                  <a:cubicBezTo>
                    <a:pt x="13003" y="6345"/>
                    <a:pt x="12993" y="6345"/>
                    <a:pt x="12983" y="6344"/>
                  </a:cubicBezTo>
                  <a:lnTo>
                    <a:pt x="4033" y="6344"/>
                  </a:lnTo>
                  <a:cubicBezTo>
                    <a:pt x="4020" y="6341"/>
                    <a:pt x="4007" y="6339"/>
                    <a:pt x="3994" y="6339"/>
                  </a:cubicBezTo>
                  <a:cubicBezTo>
                    <a:pt x="3799" y="6339"/>
                    <a:pt x="3799" y="6751"/>
                    <a:pt x="3994" y="6751"/>
                  </a:cubicBezTo>
                  <a:cubicBezTo>
                    <a:pt x="4007" y="6751"/>
                    <a:pt x="4020" y="6749"/>
                    <a:pt x="4033" y="6745"/>
                  </a:cubicBezTo>
                  <a:lnTo>
                    <a:pt x="12767" y="6745"/>
                  </a:lnTo>
                  <a:cubicBezTo>
                    <a:pt x="12736" y="7363"/>
                    <a:pt x="12582" y="7980"/>
                    <a:pt x="12366" y="8566"/>
                  </a:cubicBezTo>
                  <a:cubicBezTo>
                    <a:pt x="12150" y="9153"/>
                    <a:pt x="11811" y="9677"/>
                    <a:pt x="11379" y="10109"/>
                  </a:cubicBezTo>
                  <a:cubicBezTo>
                    <a:pt x="10823" y="10634"/>
                    <a:pt x="10144" y="11004"/>
                    <a:pt x="9434" y="11190"/>
                  </a:cubicBezTo>
                  <a:lnTo>
                    <a:pt x="5052" y="11190"/>
                  </a:lnTo>
                  <a:cubicBezTo>
                    <a:pt x="4311" y="11004"/>
                    <a:pt x="3632" y="10665"/>
                    <a:pt x="3077" y="10140"/>
                  </a:cubicBezTo>
                  <a:cubicBezTo>
                    <a:pt x="2645" y="9708"/>
                    <a:pt x="2305" y="9184"/>
                    <a:pt x="2089" y="8597"/>
                  </a:cubicBezTo>
                  <a:cubicBezTo>
                    <a:pt x="1842" y="8011"/>
                    <a:pt x="1719" y="7394"/>
                    <a:pt x="1688" y="6745"/>
                  </a:cubicBezTo>
                  <a:lnTo>
                    <a:pt x="3231" y="6745"/>
                  </a:lnTo>
                  <a:cubicBezTo>
                    <a:pt x="3246" y="6749"/>
                    <a:pt x="3259" y="6751"/>
                    <a:pt x="3272" y="6751"/>
                  </a:cubicBezTo>
                  <a:cubicBezTo>
                    <a:pt x="3464" y="6751"/>
                    <a:pt x="3464" y="6370"/>
                    <a:pt x="3272" y="6370"/>
                  </a:cubicBezTo>
                  <a:cubicBezTo>
                    <a:pt x="3259" y="6370"/>
                    <a:pt x="3246" y="6371"/>
                    <a:pt x="3231" y="6375"/>
                  </a:cubicBezTo>
                  <a:lnTo>
                    <a:pt x="1503" y="6375"/>
                  </a:lnTo>
                  <a:cubicBezTo>
                    <a:pt x="608" y="6375"/>
                    <a:pt x="608" y="5048"/>
                    <a:pt x="1503" y="5048"/>
                  </a:cubicBezTo>
                  <a:close/>
                  <a:moveTo>
                    <a:pt x="9218" y="11591"/>
                  </a:moveTo>
                  <a:lnTo>
                    <a:pt x="9218" y="12331"/>
                  </a:lnTo>
                  <a:cubicBezTo>
                    <a:pt x="9218" y="12609"/>
                    <a:pt x="9033" y="12825"/>
                    <a:pt x="8755" y="12825"/>
                  </a:cubicBezTo>
                  <a:lnTo>
                    <a:pt x="5700" y="12825"/>
                  </a:lnTo>
                  <a:cubicBezTo>
                    <a:pt x="5422" y="12825"/>
                    <a:pt x="5237" y="12609"/>
                    <a:pt x="5237" y="12362"/>
                  </a:cubicBezTo>
                  <a:lnTo>
                    <a:pt x="5237" y="11591"/>
                  </a:lnTo>
                  <a:close/>
                  <a:moveTo>
                    <a:pt x="13012" y="1"/>
                  </a:moveTo>
                  <a:cubicBezTo>
                    <a:pt x="12654" y="1"/>
                    <a:pt x="12303" y="140"/>
                    <a:pt x="12057" y="419"/>
                  </a:cubicBezTo>
                  <a:lnTo>
                    <a:pt x="12057" y="450"/>
                  </a:lnTo>
                  <a:cubicBezTo>
                    <a:pt x="11965" y="511"/>
                    <a:pt x="11903" y="604"/>
                    <a:pt x="11841" y="697"/>
                  </a:cubicBezTo>
                  <a:cubicBezTo>
                    <a:pt x="11379" y="1437"/>
                    <a:pt x="10792" y="2085"/>
                    <a:pt x="10113" y="2610"/>
                  </a:cubicBezTo>
                  <a:lnTo>
                    <a:pt x="7490" y="4647"/>
                  </a:lnTo>
                  <a:lnTo>
                    <a:pt x="1472" y="4647"/>
                  </a:lnTo>
                  <a:cubicBezTo>
                    <a:pt x="1461" y="4647"/>
                    <a:pt x="1451" y="4646"/>
                    <a:pt x="1441" y="4646"/>
                  </a:cubicBezTo>
                  <a:cubicBezTo>
                    <a:pt x="173" y="4646"/>
                    <a:pt x="1" y="6531"/>
                    <a:pt x="1287" y="6745"/>
                  </a:cubicBezTo>
                  <a:cubicBezTo>
                    <a:pt x="1287" y="7424"/>
                    <a:pt x="1410" y="8103"/>
                    <a:pt x="1657" y="8721"/>
                  </a:cubicBezTo>
                  <a:cubicBezTo>
                    <a:pt x="2182" y="10140"/>
                    <a:pt x="3354" y="11190"/>
                    <a:pt x="4805" y="11529"/>
                  </a:cubicBezTo>
                  <a:lnTo>
                    <a:pt x="4805" y="12331"/>
                  </a:lnTo>
                  <a:cubicBezTo>
                    <a:pt x="4805" y="12825"/>
                    <a:pt x="5206" y="13226"/>
                    <a:pt x="5700" y="13226"/>
                  </a:cubicBezTo>
                  <a:lnTo>
                    <a:pt x="8755" y="13226"/>
                  </a:lnTo>
                  <a:cubicBezTo>
                    <a:pt x="9249" y="13226"/>
                    <a:pt x="9619" y="12825"/>
                    <a:pt x="9619" y="12331"/>
                  </a:cubicBezTo>
                  <a:lnTo>
                    <a:pt x="9619" y="11529"/>
                  </a:lnTo>
                  <a:cubicBezTo>
                    <a:pt x="11070" y="11190"/>
                    <a:pt x="12274" y="10140"/>
                    <a:pt x="12767" y="8721"/>
                  </a:cubicBezTo>
                  <a:cubicBezTo>
                    <a:pt x="13014" y="8103"/>
                    <a:pt x="13138" y="7424"/>
                    <a:pt x="13169" y="6745"/>
                  </a:cubicBezTo>
                  <a:cubicBezTo>
                    <a:pt x="14454" y="6531"/>
                    <a:pt x="14282" y="4646"/>
                    <a:pt x="13014" y="4646"/>
                  </a:cubicBezTo>
                  <a:cubicBezTo>
                    <a:pt x="13004" y="4646"/>
                    <a:pt x="12994" y="4647"/>
                    <a:pt x="12983" y="4647"/>
                  </a:cubicBezTo>
                  <a:lnTo>
                    <a:pt x="11224" y="4647"/>
                  </a:lnTo>
                  <a:lnTo>
                    <a:pt x="11625" y="4122"/>
                  </a:lnTo>
                  <a:cubicBezTo>
                    <a:pt x="11903" y="3752"/>
                    <a:pt x="12243" y="3412"/>
                    <a:pt x="12582" y="3104"/>
                  </a:cubicBezTo>
                  <a:cubicBezTo>
                    <a:pt x="12675" y="3042"/>
                    <a:pt x="12675" y="2888"/>
                    <a:pt x="12613" y="2826"/>
                  </a:cubicBezTo>
                  <a:cubicBezTo>
                    <a:pt x="12562" y="2775"/>
                    <a:pt x="12502" y="2752"/>
                    <a:pt x="12447" y="2752"/>
                  </a:cubicBezTo>
                  <a:cubicBezTo>
                    <a:pt x="12403" y="2752"/>
                    <a:pt x="12363" y="2767"/>
                    <a:pt x="12335" y="2795"/>
                  </a:cubicBezTo>
                  <a:cubicBezTo>
                    <a:pt x="11934" y="3135"/>
                    <a:pt x="11595" y="3474"/>
                    <a:pt x="11317" y="3875"/>
                  </a:cubicBezTo>
                  <a:lnTo>
                    <a:pt x="10700" y="4647"/>
                  </a:lnTo>
                  <a:lnTo>
                    <a:pt x="8169" y="4647"/>
                  </a:lnTo>
                  <a:lnTo>
                    <a:pt x="10360" y="2919"/>
                  </a:lnTo>
                  <a:cubicBezTo>
                    <a:pt x="11070" y="2363"/>
                    <a:pt x="11687" y="1684"/>
                    <a:pt x="12181" y="913"/>
                  </a:cubicBezTo>
                  <a:cubicBezTo>
                    <a:pt x="12377" y="618"/>
                    <a:pt x="12724" y="411"/>
                    <a:pt x="13062" y="411"/>
                  </a:cubicBezTo>
                  <a:cubicBezTo>
                    <a:pt x="13254" y="411"/>
                    <a:pt x="13444" y="478"/>
                    <a:pt x="13601" y="635"/>
                  </a:cubicBezTo>
                  <a:cubicBezTo>
                    <a:pt x="13940" y="1005"/>
                    <a:pt x="13878" y="1561"/>
                    <a:pt x="13508" y="1900"/>
                  </a:cubicBezTo>
                  <a:cubicBezTo>
                    <a:pt x="13323" y="2054"/>
                    <a:pt x="13138" y="2178"/>
                    <a:pt x="12952" y="2271"/>
                  </a:cubicBezTo>
                  <a:cubicBezTo>
                    <a:pt x="12860" y="2363"/>
                    <a:pt x="12860" y="2487"/>
                    <a:pt x="12922" y="2579"/>
                  </a:cubicBezTo>
                  <a:cubicBezTo>
                    <a:pt x="12956" y="2630"/>
                    <a:pt x="13008" y="2653"/>
                    <a:pt x="13064" y="2653"/>
                  </a:cubicBezTo>
                  <a:cubicBezTo>
                    <a:pt x="13110" y="2653"/>
                    <a:pt x="13158" y="2638"/>
                    <a:pt x="13199" y="2610"/>
                  </a:cubicBezTo>
                  <a:cubicBezTo>
                    <a:pt x="13415" y="2487"/>
                    <a:pt x="13601" y="2332"/>
                    <a:pt x="13786" y="2178"/>
                  </a:cubicBezTo>
                  <a:cubicBezTo>
                    <a:pt x="14341" y="1684"/>
                    <a:pt x="14372" y="882"/>
                    <a:pt x="13909" y="326"/>
                  </a:cubicBezTo>
                  <a:cubicBezTo>
                    <a:pt x="13649" y="109"/>
                    <a:pt x="13327" y="1"/>
                    <a:pt x="13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25" name="Google Shape;13525;p88"/>
          <p:cNvGrpSpPr/>
          <p:nvPr/>
        </p:nvGrpSpPr>
        <p:grpSpPr>
          <a:xfrm>
            <a:off x="7014175" y="3430742"/>
            <a:ext cx="377250" cy="319475"/>
            <a:chOff x="4784188" y="1934881"/>
            <a:chExt cx="377250" cy="319475"/>
          </a:xfrm>
        </p:grpSpPr>
        <p:sp>
          <p:nvSpPr>
            <p:cNvPr id="13526" name="Google Shape;13526;p88"/>
            <p:cNvSpPr/>
            <p:nvPr/>
          </p:nvSpPr>
          <p:spPr>
            <a:xfrm>
              <a:off x="5068838" y="2167281"/>
              <a:ext cx="10050" cy="14700"/>
            </a:xfrm>
            <a:custGeom>
              <a:rect b="b" l="l" r="r" t="t"/>
              <a:pathLst>
                <a:path extrusionOk="0" h="588" w="402">
                  <a:moveTo>
                    <a:pt x="216" y="1"/>
                  </a:moveTo>
                  <a:cubicBezTo>
                    <a:pt x="93" y="1"/>
                    <a:pt x="0" y="94"/>
                    <a:pt x="0" y="186"/>
                  </a:cubicBezTo>
                  <a:lnTo>
                    <a:pt x="0" y="402"/>
                  </a:lnTo>
                  <a:cubicBezTo>
                    <a:pt x="0" y="495"/>
                    <a:pt x="93" y="587"/>
                    <a:pt x="216" y="587"/>
                  </a:cubicBezTo>
                  <a:cubicBezTo>
                    <a:pt x="309" y="587"/>
                    <a:pt x="401" y="495"/>
                    <a:pt x="401" y="402"/>
                  </a:cubicBezTo>
                  <a:lnTo>
                    <a:pt x="401" y="186"/>
                  </a:lnTo>
                  <a:cubicBezTo>
                    <a:pt x="401" y="94"/>
                    <a:pt x="309" y="1"/>
                    <a:pt x="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7" name="Google Shape;13527;p88"/>
            <p:cNvSpPr/>
            <p:nvPr/>
          </p:nvSpPr>
          <p:spPr>
            <a:xfrm>
              <a:off x="5122463" y="2168056"/>
              <a:ext cx="10825" cy="14700"/>
            </a:xfrm>
            <a:custGeom>
              <a:rect b="b" l="l" r="r" t="t"/>
              <a:pathLst>
                <a:path extrusionOk="0" h="588" w="433">
                  <a:moveTo>
                    <a:pt x="216" y="1"/>
                  </a:moveTo>
                  <a:cubicBezTo>
                    <a:pt x="108" y="1"/>
                    <a:pt x="0" y="63"/>
                    <a:pt x="15" y="186"/>
                  </a:cubicBezTo>
                  <a:lnTo>
                    <a:pt x="15" y="371"/>
                  </a:lnTo>
                  <a:cubicBezTo>
                    <a:pt x="15" y="495"/>
                    <a:pt x="108" y="587"/>
                    <a:pt x="231" y="587"/>
                  </a:cubicBezTo>
                  <a:cubicBezTo>
                    <a:pt x="324" y="587"/>
                    <a:pt x="417" y="495"/>
                    <a:pt x="417" y="371"/>
                  </a:cubicBezTo>
                  <a:lnTo>
                    <a:pt x="417" y="186"/>
                  </a:lnTo>
                  <a:cubicBezTo>
                    <a:pt x="432" y="63"/>
                    <a:pt x="324" y="1"/>
                    <a:pt x="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8" name="Google Shape;13528;p88"/>
            <p:cNvSpPr/>
            <p:nvPr/>
          </p:nvSpPr>
          <p:spPr>
            <a:xfrm>
              <a:off x="5087538" y="2171831"/>
              <a:ext cx="26650" cy="13225"/>
            </a:xfrm>
            <a:custGeom>
              <a:rect b="b" l="l" r="r" t="t"/>
              <a:pathLst>
                <a:path extrusionOk="0" h="529" w="1066">
                  <a:moveTo>
                    <a:pt x="279" y="1"/>
                  </a:moveTo>
                  <a:cubicBezTo>
                    <a:pt x="129" y="1"/>
                    <a:pt x="0" y="181"/>
                    <a:pt x="116" y="344"/>
                  </a:cubicBezTo>
                  <a:cubicBezTo>
                    <a:pt x="209" y="436"/>
                    <a:pt x="363" y="529"/>
                    <a:pt x="517" y="529"/>
                  </a:cubicBezTo>
                  <a:cubicBezTo>
                    <a:pt x="703" y="529"/>
                    <a:pt x="826" y="436"/>
                    <a:pt x="950" y="344"/>
                  </a:cubicBezTo>
                  <a:cubicBezTo>
                    <a:pt x="1066" y="181"/>
                    <a:pt x="937" y="1"/>
                    <a:pt x="787" y="1"/>
                  </a:cubicBezTo>
                  <a:cubicBezTo>
                    <a:pt x="738" y="1"/>
                    <a:pt x="687" y="20"/>
                    <a:pt x="641" y="66"/>
                  </a:cubicBezTo>
                  <a:cubicBezTo>
                    <a:pt x="610" y="97"/>
                    <a:pt x="579" y="97"/>
                    <a:pt x="517" y="97"/>
                  </a:cubicBezTo>
                  <a:cubicBezTo>
                    <a:pt x="487" y="97"/>
                    <a:pt x="456" y="97"/>
                    <a:pt x="425" y="66"/>
                  </a:cubicBezTo>
                  <a:cubicBezTo>
                    <a:pt x="379" y="20"/>
                    <a:pt x="328"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9" name="Google Shape;13529;p88"/>
            <p:cNvSpPr/>
            <p:nvPr/>
          </p:nvSpPr>
          <p:spPr>
            <a:xfrm>
              <a:off x="4831963" y="2092831"/>
              <a:ext cx="155875" cy="134100"/>
            </a:xfrm>
            <a:custGeom>
              <a:rect b="b" l="l" r="r" t="t"/>
              <a:pathLst>
                <a:path extrusionOk="0" h="5364" w="6235">
                  <a:moveTo>
                    <a:pt x="4045" y="1"/>
                  </a:moveTo>
                  <a:cubicBezTo>
                    <a:pt x="3983" y="1"/>
                    <a:pt x="3921" y="6"/>
                    <a:pt x="3858" y="16"/>
                  </a:cubicBezTo>
                  <a:cubicBezTo>
                    <a:pt x="3797" y="16"/>
                    <a:pt x="3735" y="47"/>
                    <a:pt x="3704" y="78"/>
                  </a:cubicBezTo>
                  <a:lnTo>
                    <a:pt x="1883" y="1930"/>
                  </a:lnTo>
                  <a:cubicBezTo>
                    <a:pt x="1790" y="1991"/>
                    <a:pt x="1790" y="2146"/>
                    <a:pt x="1883" y="2207"/>
                  </a:cubicBezTo>
                  <a:cubicBezTo>
                    <a:pt x="1914" y="2254"/>
                    <a:pt x="1960" y="2277"/>
                    <a:pt x="2010" y="2277"/>
                  </a:cubicBezTo>
                  <a:cubicBezTo>
                    <a:pt x="2061" y="2277"/>
                    <a:pt x="2115" y="2254"/>
                    <a:pt x="2161" y="2207"/>
                  </a:cubicBezTo>
                  <a:lnTo>
                    <a:pt x="3951" y="417"/>
                  </a:lnTo>
                  <a:cubicBezTo>
                    <a:pt x="3986" y="412"/>
                    <a:pt x="4022" y="410"/>
                    <a:pt x="4058" y="410"/>
                  </a:cubicBezTo>
                  <a:cubicBezTo>
                    <a:pt x="4245" y="410"/>
                    <a:pt x="4439" y="478"/>
                    <a:pt x="4568" y="634"/>
                  </a:cubicBezTo>
                  <a:cubicBezTo>
                    <a:pt x="4815" y="911"/>
                    <a:pt x="5154" y="1066"/>
                    <a:pt x="5525" y="1066"/>
                  </a:cubicBezTo>
                  <a:lnTo>
                    <a:pt x="1883" y="4738"/>
                  </a:lnTo>
                  <a:cubicBezTo>
                    <a:pt x="1711" y="4910"/>
                    <a:pt x="1519" y="4982"/>
                    <a:pt x="1335" y="4982"/>
                  </a:cubicBezTo>
                  <a:cubicBezTo>
                    <a:pt x="726" y="4982"/>
                    <a:pt x="204" y="4196"/>
                    <a:pt x="772" y="3627"/>
                  </a:cubicBezTo>
                  <a:lnTo>
                    <a:pt x="1605" y="2763"/>
                  </a:lnTo>
                  <a:cubicBezTo>
                    <a:pt x="1747" y="2621"/>
                    <a:pt x="1617" y="2424"/>
                    <a:pt x="1465" y="2424"/>
                  </a:cubicBezTo>
                  <a:cubicBezTo>
                    <a:pt x="1419" y="2424"/>
                    <a:pt x="1371" y="2442"/>
                    <a:pt x="1328" y="2485"/>
                  </a:cubicBezTo>
                  <a:lnTo>
                    <a:pt x="463" y="3349"/>
                  </a:lnTo>
                  <a:cubicBezTo>
                    <a:pt x="1" y="3812"/>
                    <a:pt x="1" y="4553"/>
                    <a:pt x="463" y="5016"/>
                  </a:cubicBezTo>
                  <a:cubicBezTo>
                    <a:pt x="710" y="5247"/>
                    <a:pt x="1019" y="5363"/>
                    <a:pt x="1324" y="5363"/>
                  </a:cubicBezTo>
                  <a:cubicBezTo>
                    <a:pt x="1628" y="5363"/>
                    <a:pt x="1929" y="5247"/>
                    <a:pt x="2161" y="5016"/>
                  </a:cubicBezTo>
                  <a:lnTo>
                    <a:pt x="6173" y="1004"/>
                  </a:lnTo>
                  <a:cubicBezTo>
                    <a:pt x="6235" y="942"/>
                    <a:pt x="6235" y="850"/>
                    <a:pt x="6204" y="788"/>
                  </a:cubicBezTo>
                  <a:cubicBezTo>
                    <a:pt x="6173" y="695"/>
                    <a:pt x="6080" y="664"/>
                    <a:pt x="6019" y="664"/>
                  </a:cubicBezTo>
                  <a:cubicBezTo>
                    <a:pt x="5911" y="673"/>
                    <a:pt x="5815" y="676"/>
                    <a:pt x="5729" y="676"/>
                  </a:cubicBezTo>
                  <a:cubicBezTo>
                    <a:pt x="5174" y="676"/>
                    <a:pt x="5033" y="516"/>
                    <a:pt x="4846" y="356"/>
                  </a:cubicBezTo>
                  <a:cubicBezTo>
                    <a:pt x="4641" y="125"/>
                    <a:pt x="4350" y="1"/>
                    <a:pt x="40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0" name="Google Shape;13530;p88"/>
            <p:cNvSpPr/>
            <p:nvPr/>
          </p:nvSpPr>
          <p:spPr>
            <a:xfrm>
              <a:off x="5040288" y="2094781"/>
              <a:ext cx="121150" cy="134650"/>
            </a:xfrm>
            <a:custGeom>
              <a:rect b="b" l="l" r="r" t="t"/>
              <a:pathLst>
                <a:path extrusionOk="0" h="5386" w="4846">
                  <a:moveTo>
                    <a:pt x="2438" y="370"/>
                  </a:moveTo>
                  <a:cubicBezTo>
                    <a:pt x="2515" y="370"/>
                    <a:pt x="2593" y="401"/>
                    <a:pt x="2654" y="463"/>
                  </a:cubicBezTo>
                  <a:cubicBezTo>
                    <a:pt x="3241" y="1049"/>
                    <a:pt x="3704" y="1759"/>
                    <a:pt x="3981" y="2531"/>
                  </a:cubicBezTo>
                  <a:cubicBezTo>
                    <a:pt x="4197" y="3024"/>
                    <a:pt x="4197" y="3580"/>
                    <a:pt x="4012" y="4074"/>
                  </a:cubicBezTo>
                  <a:cubicBezTo>
                    <a:pt x="3657" y="4676"/>
                    <a:pt x="3048" y="4976"/>
                    <a:pt x="2434" y="4976"/>
                  </a:cubicBezTo>
                  <a:cubicBezTo>
                    <a:pt x="1821" y="4976"/>
                    <a:pt x="1204" y="4676"/>
                    <a:pt x="833" y="4074"/>
                  </a:cubicBezTo>
                  <a:cubicBezTo>
                    <a:pt x="648" y="3580"/>
                    <a:pt x="679" y="3024"/>
                    <a:pt x="864" y="2531"/>
                  </a:cubicBezTo>
                  <a:cubicBezTo>
                    <a:pt x="1173" y="1759"/>
                    <a:pt x="1636" y="1049"/>
                    <a:pt x="2222" y="463"/>
                  </a:cubicBezTo>
                  <a:cubicBezTo>
                    <a:pt x="2284" y="401"/>
                    <a:pt x="2361" y="370"/>
                    <a:pt x="2438" y="370"/>
                  </a:cubicBezTo>
                  <a:close/>
                  <a:moveTo>
                    <a:pt x="2438" y="0"/>
                  </a:moveTo>
                  <a:cubicBezTo>
                    <a:pt x="2253" y="0"/>
                    <a:pt x="2068" y="62"/>
                    <a:pt x="1914" y="216"/>
                  </a:cubicBezTo>
                  <a:cubicBezTo>
                    <a:pt x="556" y="1636"/>
                    <a:pt x="0" y="3148"/>
                    <a:pt x="463" y="4228"/>
                  </a:cubicBezTo>
                  <a:cubicBezTo>
                    <a:pt x="895" y="5000"/>
                    <a:pt x="1659" y="5385"/>
                    <a:pt x="2423" y="5385"/>
                  </a:cubicBezTo>
                  <a:cubicBezTo>
                    <a:pt x="3187" y="5385"/>
                    <a:pt x="3951" y="5000"/>
                    <a:pt x="4383" y="4228"/>
                  </a:cubicBezTo>
                  <a:cubicBezTo>
                    <a:pt x="4846" y="3148"/>
                    <a:pt x="4321" y="1636"/>
                    <a:pt x="2932" y="216"/>
                  </a:cubicBezTo>
                  <a:cubicBezTo>
                    <a:pt x="2809" y="62"/>
                    <a:pt x="2623" y="0"/>
                    <a:pt x="24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1" name="Google Shape;13531;p88"/>
            <p:cNvSpPr/>
            <p:nvPr/>
          </p:nvSpPr>
          <p:spPr>
            <a:xfrm>
              <a:off x="4784188" y="1934881"/>
              <a:ext cx="345625" cy="319475"/>
            </a:xfrm>
            <a:custGeom>
              <a:rect b="b" l="l" r="r" t="t"/>
              <a:pathLst>
                <a:path extrusionOk="0" h="12779" w="13825">
                  <a:moveTo>
                    <a:pt x="9365" y="417"/>
                  </a:moveTo>
                  <a:cubicBezTo>
                    <a:pt x="9627" y="417"/>
                    <a:pt x="9889" y="517"/>
                    <a:pt x="10090" y="717"/>
                  </a:cubicBezTo>
                  <a:lnTo>
                    <a:pt x="12991" y="3618"/>
                  </a:lnTo>
                  <a:cubicBezTo>
                    <a:pt x="13751" y="4379"/>
                    <a:pt x="13067" y="5413"/>
                    <a:pt x="12261" y="5413"/>
                  </a:cubicBezTo>
                  <a:cubicBezTo>
                    <a:pt x="12020" y="5413"/>
                    <a:pt x="11768" y="5320"/>
                    <a:pt x="11540" y="5100"/>
                  </a:cubicBezTo>
                  <a:lnTo>
                    <a:pt x="8639" y="2199"/>
                  </a:lnTo>
                  <a:cubicBezTo>
                    <a:pt x="8238" y="1767"/>
                    <a:pt x="8238" y="1119"/>
                    <a:pt x="8639" y="717"/>
                  </a:cubicBezTo>
                  <a:cubicBezTo>
                    <a:pt x="8840" y="517"/>
                    <a:pt x="9102" y="417"/>
                    <a:pt x="9365" y="417"/>
                  </a:cubicBezTo>
                  <a:close/>
                  <a:moveTo>
                    <a:pt x="9368" y="0"/>
                  </a:moveTo>
                  <a:cubicBezTo>
                    <a:pt x="8320" y="0"/>
                    <a:pt x="7391" y="1249"/>
                    <a:pt x="8207" y="2322"/>
                  </a:cubicBezTo>
                  <a:lnTo>
                    <a:pt x="1634" y="8896"/>
                  </a:lnTo>
                  <a:cubicBezTo>
                    <a:pt x="1" y="10529"/>
                    <a:pt x="1489" y="12779"/>
                    <a:pt x="3233" y="12779"/>
                  </a:cubicBezTo>
                  <a:cubicBezTo>
                    <a:pt x="3763" y="12779"/>
                    <a:pt x="4316" y="12571"/>
                    <a:pt x="4813" y="12075"/>
                  </a:cubicBezTo>
                  <a:lnTo>
                    <a:pt x="4843" y="12105"/>
                  </a:lnTo>
                  <a:lnTo>
                    <a:pt x="10121" y="6797"/>
                  </a:lnTo>
                  <a:cubicBezTo>
                    <a:pt x="10213" y="6705"/>
                    <a:pt x="10213" y="6581"/>
                    <a:pt x="10121" y="6489"/>
                  </a:cubicBezTo>
                  <a:cubicBezTo>
                    <a:pt x="10090" y="6458"/>
                    <a:pt x="10044" y="6442"/>
                    <a:pt x="9993" y="6442"/>
                  </a:cubicBezTo>
                  <a:cubicBezTo>
                    <a:pt x="9943" y="6442"/>
                    <a:pt x="9889" y="6458"/>
                    <a:pt x="9843" y="6489"/>
                  </a:cubicBezTo>
                  <a:lnTo>
                    <a:pt x="4535" y="11797"/>
                  </a:lnTo>
                  <a:cubicBezTo>
                    <a:pt x="4132" y="12207"/>
                    <a:pt x="3680" y="12379"/>
                    <a:pt x="3246" y="12379"/>
                  </a:cubicBezTo>
                  <a:cubicBezTo>
                    <a:pt x="1819" y="12379"/>
                    <a:pt x="586" y="10522"/>
                    <a:pt x="1912" y="9174"/>
                  </a:cubicBezTo>
                  <a:lnTo>
                    <a:pt x="8485" y="2631"/>
                  </a:lnTo>
                  <a:lnTo>
                    <a:pt x="11108" y="5254"/>
                  </a:lnTo>
                  <a:lnTo>
                    <a:pt x="10399" y="5933"/>
                  </a:lnTo>
                  <a:cubicBezTo>
                    <a:pt x="10337" y="6026"/>
                    <a:pt x="10337" y="6149"/>
                    <a:pt x="10399" y="6211"/>
                  </a:cubicBezTo>
                  <a:cubicBezTo>
                    <a:pt x="10445" y="6257"/>
                    <a:pt x="10499" y="6280"/>
                    <a:pt x="10553" y="6280"/>
                  </a:cubicBezTo>
                  <a:cubicBezTo>
                    <a:pt x="10607" y="6280"/>
                    <a:pt x="10661" y="6257"/>
                    <a:pt x="10707" y="6211"/>
                  </a:cubicBezTo>
                  <a:lnTo>
                    <a:pt x="11386" y="5532"/>
                  </a:lnTo>
                  <a:cubicBezTo>
                    <a:pt x="11633" y="5717"/>
                    <a:pt x="11942" y="5810"/>
                    <a:pt x="12250" y="5810"/>
                  </a:cubicBezTo>
                  <a:cubicBezTo>
                    <a:pt x="12651" y="5810"/>
                    <a:pt x="13022" y="5655"/>
                    <a:pt x="13269" y="5378"/>
                  </a:cubicBezTo>
                  <a:cubicBezTo>
                    <a:pt x="13824" y="4822"/>
                    <a:pt x="13824" y="3927"/>
                    <a:pt x="13269" y="3341"/>
                  </a:cubicBezTo>
                  <a:lnTo>
                    <a:pt x="10368" y="440"/>
                  </a:lnTo>
                  <a:cubicBezTo>
                    <a:pt x="10059" y="131"/>
                    <a:pt x="9707" y="0"/>
                    <a:pt x="93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32" name="Google Shape;13532;p88"/>
          <p:cNvGrpSpPr/>
          <p:nvPr/>
        </p:nvGrpSpPr>
        <p:grpSpPr>
          <a:xfrm>
            <a:off x="6259925" y="3417642"/>
            <a:ext cx="326375" cy="345675"/>
            <a:chOff x="1784363" y="3581531"/>
            <a:chExt cx="326375" cy="345675"/>
          </a:xfrm>
        </p:grpSpPr>
        <p:sp>
          <p:nvSpPr>
            <p:cNvPr id="13533" name="Google Shape;13533;p88"/>
            <p:cNvSpPr/>
            <p:nvPr/>
          </p:nvSpPr>
          <p:spPr>
            <a:xfrm>
              <a:off x="1869213" y="3606981"/>
              <a:ext cx="42475" cy="75650"/>
            </a:xfrm>
            <a:custGeom>
              <a:rect b="b" l="l" r="r" t="t"/>
              <a:pathLst>
                <a:path extrusionOk="0" h="3026" w="1699">
                  <a:moveTo>
                    <a:pt x="248" y="1"/>
                  </a:moveTo>
                  <a:cubicBezTo>
                    <a:pt x="124" y="1"/>
                    <a:pt x="1" y="62"/>
                    <a:pt x="1" y="186"/>
                  </a:cubicBezTo>
                  <a:lnTo>
                    <a:pt x="1" y="2840"/>
                  </a:lnTo>
                  <a:cubicBezTo>
                    <a:pt x="1" y="2963"/>
                    <a:pt x="94" y="3025"/>
                    <a:pt x="217" y="3025"/>
                  </a:cubicBezTo>
                  <a:lnTo>
                    <a:pt x="1544" y="3025"/>
                  </a:lnTo>
                  <a:cubicBezTo>
                    <a:pt x="1637" y="3025"/>
                    <a:pt x="1698" y="2902"/>
                    <a:pt x="1698" y="2778"/>
                  </a:cubicBezTo>
                  <a:cubicBezTo>
                    <a:pt x="1698" y="2655"/>
                    <a:pt x="1637" y="2531"/>
                    <a:pt x="1544" y="2531"/>
                  </a:cubicBezTo>
                  <a:lnTo>
                    <a:pt x="526" y="2531"/>
                  </a:lnTo>
                  <a:lnTo>
                    <a:pt x="526" y="186"/>
                  </a:lnTo>
                  <a:cubicBezTo>
                    <a:pt x="526" y="62"/>
                    <a:pt x="402" y="1"/>
                    <a:pt x="2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4" name="Google Shape;13534;p88"/>
            <p:cNvSpPr/>
            <p:nvPr/>
          </p:nvSpPr>
          <p:spPr>
            <a:xfrm>
              <a:off x="1916288" y="3606206"/>
              <a:ext cx="57125" cy="75650"/>
            </a:xfrm>
            <a:custGeom>
              <a:rect b="b" l="l" r="r" t="t"/>
              <a:pathLst>
                <a:path extrusionOk="0" h="3026" w="2285">
                  <a:moveTo>
                    <a:pt x="1112" y="711"/>
                  </a:moveTo>
                  <a:lnTo>
                    <a:pt x="1482" y="1976"/>
                  </a:lnTo>
                  <a:lnTo>
                    <a:pt x="772" y="1976"/>
                  </a:lnTo>
                  <a:lnTo>
                    <a:pt x="1112" y="711"/>
                  </a:lnTo>
                  <a:close/>
                  <a:moveTo>
                    <a:pt x="1112" y="1"/>
                  </a:moveTo>
                  <a:cubicBezTo>
                    <a:pt x="957" y="1"/>
                    <a:pt x="803" y="63"/>
                    <a:pt x="772" y="186"/>
                  </a:cubicBezTo>
                  <a:lnTo>
                    <a:pt x="1" y="2778"/>
                  </a:lnTo>
                  <a:cubicBezTo>
                    <a:pt x="1" y="2778"/>
                    <a:pt x="1" y="2809"/>
                    <a:pt x="1" y="2809"/>
                  </a:cubicBezTo>
                  <a:cubicBezTo>
                    <a:pt x="1" y="2964"/>
                    <a:pt x="186" y="3025"/>
                    <a:pt x="340" y="3025"/>
                  </a:cubicBezTo>
                  <a:cubicBezTo>
                    <a:pt x="463" y="3025"/>
                    <a:pt x="494" y="3025"/>
                    <a:pt x="494" y="2933"/>
                  </a:cubicBezTo>
                  <a:lnTo>
                    <a:pt x="679" y="2377"/>
                  </a:lnTo>
                  <a:lnTo>
                    <a:pt x="1605" y="2377"/>
                  </a:lnTo>
                  <a:lnTo>
                    <a:pt x="1760" y="2933"/>
                  </a:lnTo>
                  <a:cubicBezTo>
                    <a:pt x="1760" y="2994"/>
                    <a:pt x="1852" y="3025"/>
                    <a:pt x="1945" y="3025"/>
                  </a:cubicBezTo>
                  <a:cubicBezTo>
                    <a:pt x="2068" y="3025"/>
                    <a:pt x="2284" y="2933"/>
                    <a:pt x="2284" y="2809"/>
                  </a:cubicBezTo>
                  <a:cubicBezTo>
                    <a:pt x="2284" y="2809"/>
                    <a:pt x="2284" y="2778"/>
                    <a:pt x="2284" y="2778"/>
                  </a:cubicBezTo>
                  <a:lnTo>
                    <a:pt x="1482" y="186"/>
                  </a:lnTo>
                  <a:cubicBezTo>
                    <a:pt x="1420" y="63"/>
                    <a:pt x="1266" y="1"/>
                    <a:pt x="11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5" name="Google Shape;13535;p88"/>
            <p:cNvSpPr/>
            <p:nvPr/>
          </p:nvSpPr>
          <p:spPr>
            <a:xfrm>
              <a:off x="1978788" y="3606981"/>
              <a:ext cx="49350" cy="74925"/>
            </a:xfrm>
            <a:custGeom>
              <a:rect b="b" l="l" r="r" t="t"/>
              <a:pathLst>
                <a:path extrusionOk="0" h="2997" w="1974">
                  <a:moveTo>
                    <a:pt x="957" y="495"/>
                  </a:moveTo>
                  <a:cubicBezTo>
                    <a:pt x="1389" y="525"/>
                    <a:pt x="1389" y="1143"/>
                    <a:pt x="957" y="1204"/>
                  </a:cubicBezTo>
                  <a:lnTo>
                    <a:pt x="494" y="1204"/>
                  </a:lnTo>
                  <a:lnTo>
                    <a:pt x="494" y="495"/>
                  </a:lnTo>
                  <a:close/>
                  <a:moveTo>
                    <a:pt x="988" y="1606"/>
                  </a:moveTo>
                  <a:cubicBezTo>
                    <a:pt x="1235" y="1606"/>
                    <a:pt x="1358" y="1729"/>
                    <a:pt x="1358" y="2038"/>
                  </a:cubicBezTo>
                  <a:lnTo>
                    <a:pt x="1358" y="2099"/>
                  </a:lnTo>
                  <a:cubicBezTo>
                    <a:pt x="1358" y="2439"/>
                    <a:pt x="1204" y="2562"/>
                    <a:pt x="988" y="2562"/>
                  </a:cubicBezTo>
                  <a:lnTo>
                    <a:pt x="525" y="2562"/>
                  </a:lnTo>
                  <a:lnTo>
                    <a:pt x="525" y="1606"/>
                  </a:lnTo>
                  <a:close/>
                  <a:moveTo>
                    <a:pt x="216" y="1"/>
                  </a:moveTo>
                  <a:cubicBezTo>
                    <a:pt x="93" y="1"/>
                    <a:pt x="0" y="62"/>
                    <a:pt x="0" y="186"/>
                  </a:cubicBezTo>
                  <a:lnTo>
                    <a:pt x="0" y="2840"/>
                  </a:lnTo>
                  <a:cubicBezTo>
                    <a:pt x="0" y="2933"/>
                    <a:pt x="93" y="2994"/>
                    <a:pt x="216" y="2994"/>
                  </a:cubicBezTo>
                  <a:lnTo>
                    <a:pt x="1111" y="2994"/>
                  </a:lnTo>
                  <a:cubicBezTo>
                    <a:pt x="1128" y="2995"/>
                    <a:pt x="1145" y="2996"/>
                    <a:pt x="1161" y="2996"/>
                  </a:cubicBezTo>
                  <a:cubicBezTo>
                    <a:pt x="1603" y="2996"/>
                    <a:pt x="1973" y="2606"/>
                    <a:pt x="1914" y="2130"/>
                  </a:cubicBezTo>
                  <a:lnTo>
                    <a:pt x="1914" y="2038"/>
                  </a:lnTo>
                  <a:cubicBezTo>
                    <a:pt x="1943" y="1741"/>
                    <a:pt x="1802" y="1473"/>
                    <a:pt x="1517" y="1370"/>
                  </a:cubicBezTo>
                  <a:lnTo>
                    <a:pt x="1517" y="1370"/>
                  </a:lnTo>
                  <a:cubicBezTo>
                    <a:pt x="1740" y="1239"/>
                    <a:pt x="1851" y="976"/>
                    <a:pt x="1821" y="741"/>
                  </a:cubicBezTo>
                  <a:cubicBezTo>
                    <a:pt x="1821" y="155"/>
                    <a:pt x="1451" y="1"/>
                    <a:pt x="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6" name="Google Shape;13536;p88"/>
            <p:cNvSpPr/>
            <p:nvPr/>
          </p:nvSpPr>
          <p:spPr>
            <a:xfrm>
              <a:off x="1811363" y="3819156"/>
              <a:ext cx="54800" cy="54050"/>
            </a:xfrm>
            <a:custGeom>
              <a:rect b="b" l="l" r="r" t="t"/>
              <a:pathLst>
                <a:path extrusionOk="0" h="2162" w="2192">
                  <a:moveTo>
                    <a:pt x="1574" y="402"/>
                  </a:moveTo>
                  <a:cubicBezTo>
                    <a:pt x="1698" y="402"/>
                    <a:pt x="1790" y="495"/>
                    <a:pt x="1790" y="618"/>
                  </a:cubicBezTo>
                  <a:lnTo>
                    <a:pt x="1790" y="1544"/>
                  </a:lnTo>
                  <a:cubicBezTo>
                    <a:pt x="1790" y="1636"/>
                    <a:pt x="1698" y="1760"/>
                    <a:pt x="1574" y="1760"/>
                  </a:cubicBezTo>
                  <a:lnTo>
                    <a:pt x="618" y="1760"/>
                  </a:lnTo>
                  <a:cubicBezTo>
                    <a:pt x="525" y="1760"/>
                    <a:pt x="402" y="1636"/>
                    <a:pt x="432" y="1544"/>
                  </a:cubicBezTo>
                  <a:lnTo>
                    <a:pt x="402" y="618"/>
                  </a:lnTo>
                  <a:cubicBezTo>
                    <a:pt x="402" y="495"/>
                    <a:pt x="494" y="402"/>
                    <a:pt x="618" y="402"/>
                  </a:cubicBezTo>
                  <a:close/>
                  <a:moveTo>
                    <a:pt x="618" y="1"/>
                  </a:moveTo>
                  <a:cubicBezTo>
                    <a:pt x="278" y="1"/>
                    <a:pt x="0" y="278"/>
                    <a:pt x="0" y="618"/>
                  </a:cubicBezTo>
                  <a:lnTo>
                    <a:pt x="0" y="1544"/>
                  </a:lnTo>
                  <a:cubicBezTo>
                    <a:pt x="0" y="1883"/>
                    <a:pt x="278" y="2161"/>
                    <a:pt x="618" y="2161"/>
                  </a:cubicBezTo>
                  <a:lnTo>
                    <a:pt x="1574" y="2161"/>
                  </a:lnTo>
                  <a:cubicBezTo>
                    <a:pt x="1914" y="2161"/>
                    <a:pt x="2191" y="1883"/>
                    <a:pt x="2191" y="1544"/>
                  </a:cubicBezTo>
                  <a:lnTo>
                    <a:pt x="2191" y="618"/>
                  </a:lnTo>
                  <a:cubicBezTo>
                    <a:pt x="2191" y="278"/>
                    <a:pt x="1914" y="1"/>
                    <a:pt x="15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7" name="Google Shape;13537;p88"/>
            <p:cNvSpPr/>
            <p:nvPr/>
          </p:nvSpPr>
          <p:spPr>
            <a:xfrm>
              <a:off x="1811363" y="3731206"/>
              <a:ext cx="54800" cy="54025"/>
            </a:xfrm>
            <a:custGeom>
              <a:rect b="b" l="l" r="r" t="t"/>
              <a:pathLst>
                <a:path extrusionOk="0" h="2161" w="2192">
                  <a:moveTo>
                    <a:pt x="1574" y="402"/>
                  </a:moveTo>
                  <a:cubicBezTo>
                    <a:pt x="1698" y="402"/>
                    <a:pt x="1790" y="494"/>
                    <a:pt x="1790" y="618"/>
                  </a:cubicBezTo>
                  <a:lnTo>
                    <a:pt x="1790" y="1544"/>
                  </a:lnTo>
                  <a:cubicBezTo>
                    <a:pt x="1790" y="1636"/>
                    <a:pt x="1698" y="1760"/>
                    <a:pt x="1574" y="1760"/>
                  </a:cubicBezTo>
                  <a:lnTo>
                    <a:pt x="618" y="1760"/>
                  </a:lnTo>
                  <a:cubicBezTo>
                    <a:pt x="525" y="1760"/>
                    <a:pt x="432" y="1636"/>
                    <a:pt x="432" y="1544"/>
                  </a:cubicBezTo>
                  <a:lnTo>
                    <a:pt x="432" y="618"/>
                  </a:lnTo>
                  <a:cubicBezTo>
                    <a:pt x="432" y="494"/>
                    <a:pt x="525" y="402"/>
                    <a:pt x="618" y="402"/>
                  </a:cubicBezTo>
                  <a:close/>
                  <a:moveTo>
                    <a:pt x="618" y="0"/>
                  </a:moveTo>
                  <a:cubicBezTo>
                    <a:pt x="278" y="0"/>
                    <a:pt x="0" y="278"/>
                    <a:pt x="0" y="618"/>
                  </a:cubicBezTo>
                  <a:lnTo>
                    <a:pt x="0" y="1544"/>
                  </a:lnTo>
                  <a:cubicBezTo>
                    <a:pt x="0" y="1883"/>
                    <a:pt x="278" y="2161"/>
                    <a:pt x="618" y="2161"/>
                  </a:cubicBezTo>
                  <a:lnTo>
                    <a:pt x="1574" y="2161"/>
                  </a:lnTo>
                  <a:cubicBezTo>
                    <a:pt x="1914" y="2161"/>
                    <a:pt x="2191" y="1883"/>
                    <a:pt x="2191" y="1544"/>
                  </a:cubicBezTo>
                  <a:lnTo>
                    <a:pt x="2191" y="618"/>
                  </a:lnTo>
                  <a:cubicBezTo>
                    <a:pt x="2191" y="278"/>
                    <a:pt x="1914" y="0"/>
                    <a:pt x="15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8" name="Google Shape;13538;p88"/>
            <p:cNvSpPr/>
            <p:nvPr/>
          </p:nvSpPr>
          <p:spPr>
            <a:xfrm>
              <a:off x="2029713" y="3819156"/>
              <a:ext cx="54025" cy="54050"/>
            </a:xfrm>
            <a:custGeom>
              <a:rect b="b" l="l" r="r" t="t"/>
              <a:pathLst>
                <a:path extrusionOk="0" h="2162" w="2161">
                  <a:moveTo>
                    <a:pt x="1543" y="402"/>
                  </a:moveTo>
                  <a:cubicBezTo>
                    <a:pt x="1636" y="402"/>
                    <a:pt x="1759" y="495"/>
                    <a:pt x="1759" y="618"/>
                  </a:cubicBezTo>
                  <a:lnTo>
                    <a:pt x="1759" y="1544"/>
                  </a:lnTo>
                  <a:cubicBezTo>
                    <a:pt x="1759" y="1636"/>
                    <a:pt x="1636" y="1760"/>
                    <a:pt x="1543" y="1760"/>
                  </a:cubicBezTo>
                  <a:lnTo>
                    <a:pt x="587" y="1760"/>
                  </a:lnTo>
                  <a:cubicBezTo>
                    <a:pt x="463" y="1760"/>
                    <a:pt x="371" y="1636"/>
                    <a:pt x="371" y="1544"/>
                  </a:cubicBezTo>
                  <a:lnTo>
                    <a:pt x="371" y="618"/>
                  </a:lnTo>
                  <a:cubicBezTo>
                    <a:pt x="371" y="495"/>
                    <a:pt x="463" y="402"/>
                    <a:pt x="587" y="402"/>
                  </a:cubicBezTo>
                  <a:close/>
                  <a:moveTo>
                    <a:pt x="617" y="1"/>
                  </a:moveTo>
                  <a:cubicBezTo>
                    <a:pt x="278" y="1"/>
                    <a:pt x="0" y="278"/>
                    <a:pt x="0" y="618"/>
                  </a:cubicBezTo>
                  <a:lnTo>
                    <a:pt x="0" y="1544"/>
                  </a:lnTo>
                  <a:cubicBezTo>
                    <a:pt x="0" y="1883"/>
                    <a:pt x="278" y="2161"/>
                    <a:pt x="617" y="2161"/>
                  </a:cubicBezTo>
                  <a:lnTo>
                    <a:pt x="1543" y="2161"/>
                  </a:lnTo>
                  <a:cubicBezTo>
                    <a:pt x="1883" y="2161"/>
                    <a:pt x="2161" y="1883"/>
                    <a:pt x="2161" y="1544"/>
                  </a:cubicBezTo>
                  <a:lnTo>
                    <a:pt x="2161" y="618"/>
                  </a:lnTo>
                  <a:cubicBezTo>
                    <a:pt x="2161" y="278"/>
                    <a:pt x="1883" y="1"/>
                    <a:pt x="15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9" name="Google Shape;13539;p88"/>
            <p:cNvSpPr/>
            <p:nvPr/>
          </p:nvSpPr>
          <p:spPr>
            <a:xfrm>
              <a:off x="2029713" y="3731206"/>
              <a:ext cx="54025" cy="54025"/>
            </a:xfrm>
            <a:custGeom>
              <a:rect b="b" l="l" r="r" t="t"/>
              <a:pathLst>
                <a:path extrusionOk="0" h="2161" w="2161">
                  <a:moveTo>
                    <a:pt x="1543" y="402"/>
                  </a:moveTo>
                  <a:cubicBezTo>
                    <a:pt x="1667" y="402"/>
                    <a:pt x="1759" y="494"/>
                    <a:pt x="1759" y="618"/>
                  </a:cubicBezTo>
                  <a:lnTo>
                    <a:pt x="1759" y="1544"/>
                  </a:lnTo>
                  <a:cubicBezTo>
                    <a:pt x="1759" y="1636"/>
                    <a:pt x="1667" y="1760"/>
                    <a:pt x="1543" y="1760"/>
                  </a:cubicBezTo>
                  <a:lnTo>
                    <a:pt x="617" y="1760"/>
                  </a:lnTo>
                  <a:cubicBezTo>
                    <a:pt x="494" y="1760"/>
                    <a:pt x="401" y="1636"/>
                    <a:pt x="401" y="1544"/>
                  </a:cubicBezTo>
                  <a:lnTo>
                    <a:pt x="401" y="618"/>
                  </a:lnTo>
                  <a:cubicBezTo>
                    <a:pt x="401" y="494"/>
                    <a:pt x="494" y="402"/>
                    <a:pt x="617" y="402"/>
                  </a:cubicBezTo>
                  <a:close/>
                  <a:moveTo>
                    <a:pt x="617" y="0"/>
                  </a:moveTo>
                  <a:cubicBezTo>
                    <a:pt x="278" y="0"/>
                    <a:pt x="0" y="278"/>
                    <a:pt x="0" y="618"/>
                  </a:cubicBezTo>
                  <a:lnTo>
                    <a:pt x="0" y="1544"/>
                  </a:lnTo>
                  <a:cubicBezTo>
                    <a:pt x="0" y="1883"/>
                    <a:pt x="278" y="2161"/>
                    <a:pt x="617" y="2161"/>
                  </a:cubicBezTo>
                  <a:lnTo>
                    <a:pt x="1543" y="2161"/>
                  </a:lnTo>
                  <a:cubicBezTo>
                    <a:pt x="1883" y="2161"/>
                    <a:pt x="2161" y="1883"/>
                    <a:pt x="2161" y="1544"/>
                  </a:cubicBezTo>
                  <a:lnTo>
                    <a:pt x="2161" y="618"/>
                  </a:lnTo>
                  <a:cubicBezTo>
                    <a:pt x="2161" y="278"/>
                    <a:pt x="1883" y="0"/>
                    <a:pt x="1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0" name="Google Shape;13540;p88"/>
            <p:cNvSpPr/>
            <p:nvPr/>
          </p:nvSpPr>
          <p:spPr>
            <a:xfrm>
              <a:off x="1920913" y="3731206"/>
              <a:ext cx="54050" cy="54025"/>
            </a:xfrm>
            <a:custGeom>
              <a:rect b="b" l="l" r="r" t="t"/>
              <a:pathLst>
                <a:path extrusionOk="0" h="2161" w="2162">
                  <a:moveTo>
                    <a:pt x="1544" y="402"/>
                  </a:moveTo>
                  <a:cubicBezTo>
                    <a:pt x="1667" y="402"/>
                    <a:pt x="1760" y="494"/>
                    <a:pt x="1760" y="618"/>
                  </a:cubicBezTo>
                  <a:lnTo>
                    <a:pt x="1760" y="1544"/>
                  </a:lnTo>
                  <a:cubicBezTo>
                    <a:pt x="1760" y="1667"/>
                    <a:pt x="1667" y="1760"/>
                    <a:pt x="1544" y="1760"/>
                  </a:cubicBezTo>
                  <a:lnTo>
                    <a:pt x="618" y="1760"/>
                  </a:lnTo>
                  <a:cubicBezTo>
                    <a:pt x="494" y="1760"/>
                    <a:pt x="402" y="1667"/>
                    <a:pt x="402" y="1544"/>
                  </a:cubicBezTo>
                  <a:lnTo>
                    <a:pt x="402" y="618"/>
                  </a:lnTo>
                  <a:cubicBezTo>
                    <a:pt x="402" y="494"/>
                    <a:pt x="494" y="402"/>
                    <a:pt x="587" y="402"/>
                  </a:cubicBezTo>
                  <a:close/>
                  <a:moveTo>
                    <a:pt x="618" y="0"/>
                  </a:moveTo>
                  <a:cubicBezTo>
                    <a:pt x="278" y="0"/>
                    <a:pt x="1" y="278"/>
                    <a:pt x="1" y="618"/>
                  </a:cubicBezTo>
                  <a:lnTo>
                    <a:pt x="1" y="1544"/>
                  </a:lnTo>
                  <a:cubicBezTo>
                    <a:pt x="1" y="1883"/>
                    <a:pt x="278" y="2161"/>
                    <a:pt x="618" y="2161"/>
                  </a:cubicBezTo>
                  <a:lnTo>
                    <a:pt x="1544" y="2161"/>
                  </a:lnTo>
                  <a:cubicBezTo>
                    <a:pt x="1883" y="2161"/>
                    <a:pt x="2161" y="1883"/>
                    <a:pt x="2161" y="1544"/>
                  </a:cubicBezTo>
                  <a:lnTo>
                    <a:pt x="2161" y="618"/>
                  </a:lnTo>
                  <a:cubicBezTo>
                    <a:pt x="2161" y="278"/>
                    <a:pt x="1883" y="0"/>
                    <a:pt x="15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1" name="Google Shape;13541;p88"/>
            <p:cNvSpPr/>
            <p:nvPr/>
          </p:nvSpPr>
          <p:spPr>
            <a:xfrm>
              <a:off x="1918613" y="3861606"/>
              <a:ext cx="15450" cy="13050"/>
            </a:xfrm>
            <a:custGeom>
              <a:rect b="b" l="l" r="r" t="t"/>
              <a:pathLst>
                <a:path extrusionOk="0" h="522" w="618">
                  <a:moveTo>
                    <a:pt x="370" y="0"/>
                  </a:moveTo>
                  <a:cubicBezTo>
                    <a:pt x="124" y="0"/>
                    <a:pt x="0" y="278"/>
                    <a:pt x="185" y="432"/>
                  </a:cubicBezTo>
                  <a:cubicBezTo>
                    <a:pt x="237" y="494"/>
                    <a:pt x="302" y="521"/>
                    <a:pt x="366" y="521"/>
                  </a:cubicBezTo>
                  <a:cubicBezTo>
                    <a:pt x="494" y="521"/>
                    <a:pt x="617" y="412"/>
                    <a:pt x="617" y="247"/>
                  </a:cubicBezTo>
                  <a:cubicBezTo>
                    <a:pt x="617" y="124"/>
                    <a:pt x="525" y="0"/>
                    <a:pt x="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2" name="Google Shape;13542;p88"/>
            <p:cNvSpPr/>
            <p:nvPr/>
          </p:nvSpPr>
          <p:spPr>
            <a:xfrm>
              <a:off x="1958713" y="3861606"/>
              <a:ext cx="15475" cy="13050"/>
            </a:xfrm>
            <a:custGeom>
              <a:rect b="b" l="l" r="r" t="t"/>
              <a:pathLst>
                <a:path extrusionOk="0" h="522" w="619">
                  <a:moveTo>
                    <a:pt x="371" y="0"/>
                  </a:moveTo>
                  <a:cubicBezTo>
                    <a:pt x="124" y="0"/>
                    <a:pt x="1" y="278"/>
                    <a:pt x="186" y="432"/>
                  </a:cubicBezTo>
                  <a:cubicBezTo>
                    <a:pt x="238" y="494"/>
                    <a:pt x="303" y="521"/>
                    <a:pt x="367" y="521"/>
                  </a:cubicBezTo>
                  <a:cubicBezTo>
                    <a:pt x="495" y="521"/>
                    <a:pt x="618" y="412"/>
                    <a:pt x="618" y="247"/>
                  </a:cubicBezTo>
                  <a:cubicBezTo>
                    <a:pt x="618" y="124"/>
                    <a:pt x="495" y="0"/>
                    <a:pt x="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3" name="Google Shape;13543;p88"/>
            <p:cNvSpPr/>
            <p:nvPr/>
          </p:nvSpPr>
          <p:spPr>
            <a:xfrm>
              <a:off x="1784363" y="3581531"/>
              <a:ext cx="326375" cy="290125"/>
            </a:xfrm>
            <a:custGeom>
              <a:rect b="b" l="l" r="r" t="t"/>
              <a:pathLst>
                <a:path extrusionOk="0" h="11605" w="13055">
                  <a:moveTo>
                    <a:pt x="10215" y="402"/>
                  </a:moveTo>
                  <a:cubicBezTo>
                    <a:pt x="10524" y="402"/>
                    <a:pt x="10802" y="648"/>
                    <a:pt x="10802" y="957"/>
                  </a:cubicBezTo>
                  <a:lnTo>
                    <a:pt x="10802" y="4043"/>
                  </a:lnTo>
                  <a:cubicBezTo>
                    <a:pt x="10802" y="4352"/>
                    <a:pt x="10524" y="4630"/>
                    <a:pt x="10215" y="4630"/>
                  </a:cubicBezTo>
                  <a:lnTo>
                    <a:pt x="2839" y="4630"/>
                  </a:lnTo>
                  <a:cubicBezTo>
                    <a:pt x="2531" y="4630"/>
                    <a:pt x="2284" y="4352"/>
                    <a:pt x="2284" y="4043"/>
                  </a:cubicBezTo>
                  <a:lnTo>
                    <a:pt x="2284" y="957"/>
                  </a:lnTo>
                  <a:cubicBezTo>
                    <a:pt x="2284" y="648"/>
                    <a:pt x="2531" y="402"/>
                    <a:pt x="2839" y="402"/>
                  </a:cubicBezTo>
                  <a:close/>
                  <a:moveTo>
                    <a:pt x="2839" y="0"/>
                  </a:moveTo>
                  <a:cubicBezTo>
                    <a:pt x="2315" y="0"/>
                    <a:pt x="1883" y="432"/>
                    <a:pt x="1883" y="957"/>
                  </a:cubicBezTo>
                  <a:lnTo>
                    <a:pt x="1883" y="2963"/>
                  </a:lnTo>
                  <a:lnTo>
                    <a:pt x="1142" y="2963"/>
                  </a:lnTo>
                  <a:cubicBezTo>
                    <a:pt x="525" y="2963"/>
                    <a:pt x="0" y="3457"/>
                    <a:pt x="0" y="4074"/>
                  </a:cubicBezTo>
                  <a:lnTo>
                    <a:pt x="0" y="5309"/>
                  </a:lnTo>
                  <a:cubicBezTo>
                    <a:pt x="0" y="5432"/>
                    <a:pt x="93" y="5525"/>
                    <a:pt x="216" y="5525"/>
                  </a:cubicBezTo>
                  <a:cubicBezTo>
                    <a:pt x="340" y="5525"/>
                    <a:pt x="432" y="5432"/>
                    <a:pt x="401" y="5309"/>
                  </a:cubicBezTo>
                  <a:lnTo>
                    <a:pt x="401" y="4074"/>
                  </a:lnTo>
                  <a:cubicBezTo>
                    <a:pt x="401" y="3673"/>
                    <a:pt x="741" y="3364"/>
                    <a:pt x="1142" y="3364"/>
                  </a:cubicBezTo>
                  <a:lnTo>
                    <a:pt x="1883" y="3364"/>
                  </a:lnTo>
                  <a:lnTo>
                    <a:pt x="1883" y="4043"/>
                  </a:lnTo>
                  <a:cubicBezTo>
                    <a:pt x="1883" y="4599"/>
                    <a:pt x="2315" y="5031"/>
                    <a:pt x="2839" y="5031"/>
                  </a:cubicBezTo>
                  <a:lnTo>
                    <a:pt x="10215" y="5031"/>
                  </a:lnTo>
                  <a:cubicBezTo>
                    <a:pt x="10771" y="5031"/>
                    <a:pt x="11203" y="4599"/>
                    <a:pt x="11203" y="4043"/>
                  </a:cubicBezTo>
                  <a:lnTo>
                    <a:pt x="11203" y="3364"/>
                  </a:lnTo>
                  <a:lnTo>
                    <a:pt x="11944" y="3364"/>
                  </a:lnTo>
                  <a:cubicBezTo>
                    <a:pt x="12345" y="3364"/>
                    <a:pt x="12654" y="3673"/>
                    <a:pt x="12654" y="4074"/>
                  </a:cubicBezTo>
                  <a:lnTo>
                    <a:pt x="12654" y="11388"/>
                  </a:lnTo>
                  <a:cubicBezTo>
                    <a:pt x="12654" y="11512"/>
                    <a:pt x="12746" y="11604"/>
                    <a:pt x="12870" y="11604"/>
                  </a:cubicBezTo>
                  <a:cubicBezTo>
                    <a:pt x="12962" y="11604"/>
                    <a:pt x="13055" y="11512"/>
                    <a:pt x="13055" y="11388"/>
                  </a:cubicBezTo>
                  <a:lnTo>
                    <a:pt x="13055" y="4074"/>
                  </a:lnTo>
                  <a:cubicBezTo>
                    <a:pt x="13055" y="3457"/>
                    <a:pt x="12561" y="2963"/>
                    <a:pt x="11944" y="2963"/>
                  </a:cubicBezTo>
                  <a:lnTo>
                    <a:pt x="11203" y="2963"/>
                  </a:lnTo>
                  <a:lnTo>
                    <a:pt x="11203" y="957"/>
                  </a:lnTo>
                  <a:cubicBezTo>
                    <a:pt x="11203" y="432"/>
                    <a:pt x="10771" y="0"/>
                    <a:pt x="10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4" name="Google Shape;13544;p88"/>
            <p:cNvSpPr/>
            <p:nvPr/>
          </p:nvSpPr>
          <p:spPr>
            <a:xfrm>
              <a:off x="1784363" y="3729656"/>
              <a:ext cx="326375" cy="197550"/>
            </a:xfrm>
            <a:custGeom>
              <a:rect b="b" l="l" r="r" t="t"/>
              <a:pathLst>
                <a:path extrusionOk="0" h="7902" w="13055">
                  <a:moveTo>
                    <a:pt x="6327" y="3581"/>
                  </a:moveTo>
                  <a:lnTo>
                    <a:pt x="6327" y="7500"/>
                  </a:lnTo>
                  <a:lnTo>
                    <a:pt x="4352" y="7500"/>
                  </a:lnTo>
                  <a:lnTo>
                    <a:pt x="4352" y="4105"/>
                  </a:lnTo>
                  <a:cubicBezTo>
                    <a:pt x="4352" y="3828"/>
                    <a:pt x="4568" y="3581"/>
                    <a:pt x="4876" y="3581"/>
                  </a:cubicBezTo>
                  <a:close/>
                  <a:moveTo>
                    <a:pt x="8209" y="3581"/>
                  </a:moveTo>
                  <a:cubicBezTo>
                    <a:pt x="8487" y="3581"/>
                    <a:pt x="8734" y="3828"/>
                    <a:pt x="8734" y="4105"/>
                  </a:cubicBezTo>
                  <a:lnTo>
                    <a:pt x="8734" y="7500"/>
                  </a:lnTo>
                  <a:lnTo>
                    <a:pt x="6728" y="7500"/>
                  </a:lnTo>
                  <a:lnTo>
                    <a:pt x="6728" y="3581"/>
                  </a:lnTo>
                  <a:close/>
                  <a:moveTo>
                    <a:pt x="216" y="1"/>
                  </a:moveTo>
                  <a:cubicBezTo>
                    <a:pt x="93" y="1"/>
                    <a:pt x="0" y="93"/>
                    <a:pt x="0" y="217"/>
                  </a:cubicBezTo>
                  <a:lnTo>
                    <a:pt x="0" y="7716"/>
                  </a:lnTo>
                  <a:cubicBezTo>
                    <a:pt x="0" y="7809"/>
                    <a:pt x="93" y="7901"/>
                    <a:pt x="216" y="7901"/>
                  </a:cubicBezTo>
                  <a:lnTo>
                    <a:pt x="12870" y="7901"/>
                  </a:lnTo>
                  <a:cubicBezTo>
                    <a:pt x="12962" y="7901"/>
                    <a:pt x="13055" y="7809"/>
                    <a:pt x="13055" y="7685"/>
                  </a:cubicBezTo>
                  <a:lnTo>
                    <a:pt x="13055" y="6297"/>
                  </a:lnTo>
                  <a:cubicBezTo>
                    <a:pt x="13055" y="6173"/>
                    <a:pt x="12962" y="6081"/>
                    <a:pt x="12870" y="6081"/>
                  </a:cubicBezTo>
                  <a:cubicBezTo>
                    <a:pt x="12746" y="6081"/>
                    <a:pt x="12654" y="6173"/>
                    <a:pt x="12654" y="6297"/>
                  </a:cubicBezTo>
                  <a:lnTo>
                    <a:pt x="12654" y="7469"/>
                  </a:lnTo>
                  <a:lnTo>
                    <a:pt x="9135" y="7469"/>
                  </a:lnTo>
                  <a:lnTo>
                    <a:pt x="9135" y="4105"/>
                  </a:lnTo>
                  <a:cubicBezTo>
                    <a:pt x="9135" y="3581"/>
                    <a:pt x="8703" y="3180"/>
                    <a:pt x="8209" y="3180"/>
                  </a:cubicBezTo>
                  <a:lnTo>
                    <a:pt x="4876" y="3180"/>
                  </a:lnTo>
                  <a:cubicBezTo>
                    <a:pt x="4352" y="3180"/>
                    <a:pt x="3920" y="3581"/>
                    <a:pt x="3920" y="4105"/>
                  </a:cubicBezTo>
                  <a:lnTo>
                    <a:pt x="3920" y="7500"/>
                  </a:lnTo>
                  <a:lnTo>
                    <a:pt x="432" y="7500"/>
                  </a:lnTo>
                  <a:lnTo>
                    <a:pt x="432" y="217"/>
                  </a:lnTo>
                  <a:cubicBezTo>
                    <a:pt x="432" y="93"/>
                    <a:pt x="340" y="1"/>
                    <a:pt x="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45" name="Google Shape;13545;p88"/>
          <p:cNvGrpSpPr/>
          <p:nvPr/>
        </p:nvGrpSpPr>
        <p:grpSpPr>
          <a:xfrm>
            <a:off x="5521919" y="3417642"/>
            <a:ext cx="296300" cy="345675"/>
            <a:chOff x="1039038" y="4141656"/>
            <a:chExt cx="296300" cy="345675"/>
          </a:xfrm>
        </p:grpSpPr>
        <p:sp>
          <p:nvSpPr>
            <p:cNvPr id="13546" name="Google Shape;13546;p88"/>
            <p:cNvSpPr/>
            <p:nvPr/>
          </p:nvSpPr>
          <p:spPr>
            <a:xfrm>
              <a:off x="1120813" y="4177156"/>
              <a:ext cx="10075" cy="21625"/>
            </a:xfrm>
            <a:custGeom>
              <a:rect b="b" l="l" r="r" t="t"/>
              <a:pathLst>
                <a:path extrusionOk="0" h="865" w="403">
                  <a:moveTo>
                    <a:pt x="186" y="1"/>
                  </a:moveTo>
                  <a:cubicBezTo>
                    <a:pt x="94" y="1"/>
                    <a:pt x="1" y="93"/>
                    <a:pt x="1" y="217"/>
                  </a:cubicBezTo>
                  <a:lnTo>
                    <a:pt x="1" y="649"/>
                  </a:lnTo>
                  <a:cubicBezTo>
                    <a:pt x="1" y="772"/>
                    <a:pt x="94" y="865"/>
                    <a:pt x="186" y="865"/>
                  </a:cubicBezTo>
                  <a:cubicBezTo>
                    <a:pt x="310" y="865"/>
                    <a:pt x="402" y="772"/>
                    <a:pt x="402" y="649"/>
                  </a:cubicBezTo>
                  <a:lnTo>
                    <a:pt x="402" y="217"/>
                  </a:lnTo>
                  <a:cubicBezTo>
                    <a:pt x="402" y="93"/>
                    <a:pt x="310"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7" name="Google Shape;13547;p88"/>
            <p:cNvSpPr/>
            <p:nvPr/>
          </p:nvSpPr>
          <p:spPr>
            <a:xfrm>
              <a:off x="1242738" y="4177156"/>
              <a:ext cx="10050" cy="21625"/>
            </a:xfrm>
            <a:custGeom>
              <a:rect b="b" l="l" r="r" t="t"/>
              <a:pathLst>
                <a:path extrusionOk="0" h="865" w="402">
                  <a:moveTo>
                    <a:pt x="216" y="1"/>
                  </a:moveTo>
                  <a:cubicBezTo>
                    <a:pt x="93" y="1"/>
                    <a:pt x="0" y="93"/>
                    <a:pt x="0" y="217"/>
                  </a:cubicBezTo>
                  <a:lnTo>
                    <a:pt x="0" y="649"/>
                  </a:lnTo>
                  <a:cubicBezTo>
                    <a:pt x="0" y="772"/>
                    <a:pt x="93" y="865"/>
                    <a:pt x="216" y="865"/>
                  </a:cubicBezTo>
                  <a:cubicBezTo>
                    <a:pt x="309" y="865"/>
                    <a:pt x="401" y="772"/>
                    <a:pt x="401" y="649"/>
                  </a:cubicBezTo>
                  <a:lnTo>
                    <a:pt x="401" y="217"/>
                  </a:lnTo>
                  <a:cubicBezTo>
                    <a:pt x="401" y="93"/>
                    <a:pt x="309" y="1"/>
                    <a:pt x="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8" name="Google Shape;13548;p88"/>
            <p:cNvSpPr/>
            <p:nvPr/>
          </p:nvSpPr>
          <p:spPr>
            <a:xfrm>
              <a:off x="1165213" y="4187556"/>
              <a:ext cx="44150" cy="16750"/>
            </a:xfrm>
            <a:custGeom>
              <a:rect b="b" l="l" r="r" t="t"/>
              <a:pathLst>
                <a:path extrusionOk="0" h="670" w="1766">
                  <a:moveTo>
                    <a:pt x="278" y="0"/>
                  </a:moveTo>
                  <a:cubicBezTo>
                    <a:pt x="136" y="0"/>
                    <a:pt x="1" y="195"/>
                    <a:pt x="138" y="356"/>
                  </a:cubicBezTo>
                  <a:cubicBezTo>
                    <a:pt x="305" y="550"/>
                    <a:pt x="546" y="669"/>
                    <a:pt x="816" y="669"/>
                  </a:cubicBezTo>
                  <a:cubicBezTo>
                    <a:pt x="842" y="669"/>
                    <a:pt x="868" y="668"/>
                    <a:pt x="894" y="666"/>
                  </a:cubicBezTo>
                  <a:lnTo>
                    <a:pt x="894" y="666"/>
                  </a:lnTo>
                  <a:cubicBezTo>
                    <a:pt x="917" y="668"/>
                    <a:pt x="941" y="669"/>
                    <a:pt x="964" y="669"/>
                  </a:cubicBezTo>
                  <a:cubicBezTo>
                    <a:pt x="1213" y="669"/>
                    <a:pt x="1457" y="550"/>
                    <a:pt x="1651" y="356"/>
                  </a:cubicBezTo>
                  <a:cubicBezTo>
                    <a:pt x="1765" y="195"/>
                    <a:pt x="1624" y="0"/>
                    <a:pt x="1480" y="0"/>
                  </a:cubicBezTo>
                  <a:cubicBezTo>
                    <a:pt x="1431" y="0"/>
                    <a:pt x="1381" y="23"/>
                    <a:pt x="1342" y="78"/>
                  </a:cubicBezTo>
                  <a:cubicBezTo>
                    <a:pt x="1219" y="202"/>
                    <a:pt x="1049" y="263"/>
                    <a:pt x="879" y="263"/>
                  </a:cubicBezTo>
                  <a:cubicBezTo>
                    <a:pt x="709" y="263"/>
                    <a:pt x="540" y="202"/>
                    <a:pt x="416" y="78"/>
                  </a:cubicBezTo>
                  <a:cubicBezTo>
                    <a:pt x="377" y="23"/>
                    <a:pt x="327"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9" name="Google Shape;13549;p88"/>
            <p:cNvSpPr/>
            <p:nvPr/>
          </p:nvSpPr>
          <p:spPr>
            <a:xfrm>
              <a:off x="1039038" y="4141656"/>
              <a:ext cx="296300" cy="345675"/>
            </a:xfrm>
            <a:custGeom>
              <a:rect b="b" l="l" r="r" t="t"/>
              <a:pathLst>
                <a:path extrusionOk="0" h="13827" w="11852">
                  <a:moveTo>
                    <a:pt x="1976" y="3951"/>
                  </a:moveTo>
                  <a:lnTo>
                    <a:pt x="2192" y="5649"/>
                  </a:lnTo>
                  <a:lnTo>
                    <a:pt x="1420" y="5649"/>
                  </a:lnTo>
                  <a:lnTo>
                    <a:pt x="1173" y="3951"/>
                  </a:lnTo>
                  <a:close/>
                  <a:moveTo>
                    <a:pt x="10895" y="402"/>
                  </a:moveTo>
                  <a:cubicBezTo>
                    <a:pt x="11203" y="402"/>
                    <a:pt x="11419" y="649"/>
                    <a:pt x="11450" y="958"/>
                  </a:cubicBezTo>
                  <a:lnTo>
                    <a:pt x="11450" y="2994"/>
                  </a:lnTo>
                  <a:cubicBezTo>
                    <a:pt x="11419" y="3272"/>
                    <a:pt x="11203" y="3519"/>
                    <a:pt x="10895" y="3519"/>
                  </a:cubicBezTo>
                  <a:lnTo>
                    <a:pt x="3889" y="3519"/>
                  </a:lnTo>
                  <a:cubicBezTo>
                    <a:pt x="3797" y="3519"/>
                    <a:pt x="3704" y="3612"/>
                    <a:pt x="3704" y="3735"/>
                  </a:cubicBezTo>
                  <a:cubicBezTo>
                    <a:pt x="3704" y="3859"/>
                    <a:pt x="3797" y="3951"/>
                    <a:pt x="3889" y="3951"/>
                  </a:cubicBezTo>
                  <a:lnTo>
                    <a:pt x="9444" y="3951"/>
                  </a:lnTo>
                  <a:lnTo>
                    <a:pt x="9228" y="5649"/>
                  </a:lnTo>
                  <a:lnTo>
                    <a:pt x="2593" y="5649"/>
                  </a:lnTo>
                  <a:lnTo>
                    <a:pt x="2377" y="3951"/>
                  </a:lnTo>
                  <a:lnTo>
                    <a:pt x="3087" y="3951"/>
                  </a:lnTo>
                  <a:cubicBezTo>
                    <a:pt x="3210" y="3951"/>
                    <a:pt x="3303" y="3859"/>
                    <a:pt x="3303" y="3735"/>
                  </a:cubicBezTo>
                  <a:cubicBezTo>
                    <a:pt x="3303" y="3612"/>
                    <a:pt x="3210" y="3519"/>
                    <a:pt x="3087" y="3519"/>
                  </a:cubicBezTo>
                  <a:lnTo>
                    <a:pt x="957" y="3519"/>
                  </a:lnTo>
                  <a:cubicBezTo>
                    <a:pt x="649" y="3519"/>
                    <a:pt x="402" y="3272"/>
                    <a:pt x="402" y="2994"/>
                  </a:cubicBezTo>
                  <a:lnTo>
                    <a:pt x="402" y="958"/>
                  </a:lnTo>
                  <a:cubicBezTo>
                    <a:pt x="402" y="649"/>
                    <a:pt x="649" y="402"/>
                    <a:pt x="957" y="402"/>
                  </a:cubicBezTo>
                  <a:close/>
                  <a:moveTo>
                    <a:pt x="10648" y="3951"/>
                  </a:moveTo>
                  <a:lnTo>
                    <a:pt x="10432" y="5649"/>
                  </a:lnTo>
                  <a:lnTo>
                    <a:pt x="9660" y="5649"/>
                  </a:lnTo>
                  <a:lnTo>
                    <a:pt x="9846" y="3951"/>
                  </a:lnTo>
                  <a:close/>
                  <a:moveTo>
                    <a:pt x="10370" y="6081"/>
                  </a:moveTo>
                  <a:lnTo>
                    <a:pt x="9784" y="10710"/>
                  </a:lnTo>
                  <a:lnTo>
                    <a:pt x="2068" y="10710"/>
                  </a:lnTo>
                  <a:lnTo>
                    <a:pt x="1451" y="6081"/>
                  </a:lnTo>
                  <a:close/>
                  <a:moveTo>
                    <a:pt x="9722" y="11111"/>
                  </a:moveTo>
                  <a:lnTo>
                    <a:pt x="9537" y="12654"/>
                  </a:lnTo>
                  <a:cubicBezTo>
                    <a:pt x="9444" y="13086"/>
                    <a:pt x="9074" y="13426"/>
                    <a:pt x="8642" y="13426"/>
                  </a:cubicBezTo>
                  <a:lnTo>
                    <a:pt x="3179" y="13426"/>
                  </a:lnTo>
                  <a:cubicBezTo>
                    <a:pt x="2747" y="13426"/>
                    <a:pt x="2377" y="13086"/>
                    <a:pt x="2315" y="12654"/>
                  </a:cubicBezTo>
                  <a:lnTo>
                    <a:pt x="2099" y="11111"/>
                  </a:lnTo>
                  <a:lnTo>
                    <a:pt x="2809" y="11111"/>
                  </a:lnTo>
                  <a:lnTo>
                    <a:pt x="2963" y="12562"/>
                  </a:lnTo>
                  <a:cubicBezTo>
                    <a:pt x="2994" y="12654"/>
                    <a:pt x="3087" y="12747"/>
                    <a:pt x="3179" y="12747"/>
                  </a:cubicBezTo>
                  <a:lnTo>
                    <a:pt x="7037" y="12747"/>
                  </a:lnTo>
                  <a:cubicBezTo>
                    <a:pt x="7161" y="12747"/>
                    <a:pt x="7253" y="12654"/>
                    <a:pt x="7253" y="12562"/>
                  </a:cubicBezTo>
                  <a:cubicBezTo>
                    <a:pt x="7253" y="12438"/>
                    <a:pt x="7161" y="12346"/>
                    <a:pt x="7037" y="12346"/>
                  </a:cubicBezTo>
                  <a:lnTo>
                    <a:pt x="3365" y="12346"/>
                  </a:lnTo>
                  <a:lnTo>
                    <a:pt x="3210" y="11111"/>
                  </a:lnTo>
                  <a:lnTo>
                    <a:pt x="8611" y="11111"/>
                  </a:lnTo>
                  <a:lnTo>
                    <a:pt x="8457" y="12346"/>
                  </a:lnTo>
                  <a:lnTo>
                    <a:pt x="7839" y="12346"/>
                  </a:lnTo>
                  <a:cubicBezTo>
                    <a:pt x="7716" y="12346"/>
                    <a:pt x="7623" y="12438"/>
                    <a:pt x="7623" y="12562"/>
                  </a:cubicBezTo>
                  <a:cubicBezTo>
                    <a:pt x="7623" y="12654"/>
                    <a:pt x="7716" y="12747"/>
                    <a:pt x="7839" y="12747"/>
                  </a:cubicBezTo>
                  <a:lnTo>
                    <a:pt x="8642" y="12747"/>
                  </a:lnTo>
                  <a:cubicBezTo>
                    <a:pt x="8734" y="12747"/>
                    <a:pt x="8827" y="12654"/>
                    <a:pt x="8858" y="12562"/>
                  </a:cubicBezTo>
                  <a:lnTo>
                    <a:pt x="9012" y="11111"/>
                  </a:lnTo>
                  <a:close/>
                  <a:moveTo>
                    <a:pt x="957" y="1"/>
                  </a:moveTo>
                  <a:cubicBezTo>
                    <a:pt x="402" y="1"/>
                    <a:pt x="1" y="433"/>
                    <a:pt x="1" y="958"/>
                  </a:cubicBezTo>
                  <a:lnTo>
                    <a:pt x="1" y="2994"/>
                  </a:lnTo>
                  <a:cubicBezTo>
                    <a:pt x="1" y="3427"/>
                    <a:pt x="309" y="3828"/>
                    <a:pt x="772" y="3920"/>
                  </a:cubicBezTo>
                  <a:lnTo>
                    <a:pt x="1914" y="12685"/>
                  </a:lnTo>
                  <a:cubicBezTo>
                    <a:pt x="2007" y="13333"/>
                    <a:pt x="2531" y="13827"/>
                    <a:pt x="3179" y="13827"/>
                  </a:cubicBezTo>
                  <a:lnTo>
                    <a:pt x="8642" y="13827"/>
                  </a:lnTo>
                  <a:cubicBezTo>
                    <a:pt x="9290" y="13827"/>
                    <a:pt x="9846" y="13333"/>
                    <a:pt x="9938" y="12685"/>
                  </a:cubicBezTo>
                  <a:lnTo>
                    <a:pt x="11080" y="3920"/>
                  </a:lnTo>
                  <a:cubicBezTo>
                    <a:pt x="11512" y="3828"/>
                    <a:pt x="11852" y="3427"/>
                    <a:pt x="11852" y="2994"/>
                  </a:cubicBezTo>
                  <a:lnTo>
                    <a:pt x="11852" y="958"/>
                  </a:lnTo>
                  <a:cubicBezTo>
                    <a:pt x="11852" y="433"/>
                    <a:pt x="11419" y="1"/>
                    <a:pt x="10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0" name="Google Shape;13550;p88"/>
            <p:cNvSpPr/>
            <p:nvPr/>
          </p:nvSpPr>
          <p:spPr>
            <a:xfrm>
              <a:off x="1129313" y="4316806"/>
              <a:ext cx="114975" cy="10050"/>
            </a:xfrm>
            <a:custGeom>
              <a:rect b="b" l="l" r="r" t="t"/>
              <a:pathLst>
                <a:path extrusionOk="0" h="402" w="4599">
                  <a:moveTo>
                    <a:pt x="0" y="0"/>
                  </a:moveTo>
                  <a:lnTo>
                    <a:pt x="0" y="402"/>
                  </a:lnTo>
                  <a:lnTo>
                    <a:pt x="4599" y="402"/>
                  </a:lnTo>
                  <a:lnTo>
                    <a:pt x="459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1" name="Google Shape;13551;p88"/>
            <p:cNvSpPr/>
            <p:nvPr/>
          </p:nvSpPr>
          <p:spPr>
            <a:xfrm>
              <a:off x="1129313" y="4346131"/>
              <a:ext cx="114975" cy="10050"/>
            </a:xfrm>
            <a:custGeom>
              <a:rect b="b" l="l" r="r" t="t"/>
              <a:pathLst>
                <a:path extrusionOk="0" h="402" w="4599">
                  <a:moveTo>
                    <a:pt x="0" y="0"/>
                  </a:moveTo>
                  <a:lnTo>
                    <a:pt x="0" y="401"/>
                  </a:lnTo>
                  <a:lnTo>
                    <a:pt x="4599" y="401"/>
                  </a:lnTo>
                  <a:lnTo>
                    <a:pt x="459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2" name="Google Shape;13552;p88"/>
            <p:cNvSpPr/>
            <p:nvPr/>
          </p:nvSpPr>
          <p:spPr>
            <a:xfrm>
              <a:off x="1129313" y="4375431"/>
              <a:ext cx="114975" cy="10075"/>
            </a:xfrm>
            <a:custGeom>
              <a:rect b="b" l="l" r="r" t="t"/>
              <a:pathLst>
                <a:path extrusionOk="0" h="403" w="4599">
                  <a:moveTo>
                    <a:pt x="0" y="1"/>
                  </a:moveTo>
                  <a:lnTo>
                    <a:pt x="0" y="402"/>
                  </a:lnTo>
                  <a:lnTo>
                    <a:pt x="4599" y="402"/>
                  </a:lnTo>
                  <a:lnTo>
                    <a:pt x="459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53" name="Google Shape;13553;p88"/>
          <p:cNvGrpSpPr/>
          <p:nvPr/>
        </p:nvGrpSpPr>
        <p:grpSpPr>
          <a:xfrm>
            <a:off x="4805338" y="3417642"/>
            <a:ext cx="342600" cy="345675"/>
            <a:chOff x="5564163" y="2463556"/>
            <a:chExt cx="342600" cy="345675"/>
          </a:xfrm>
        </p:grpSpPr>
        <p:sp>
          <p:nvSpPr>
            <p:cNvPr id="13554" name="Google Shape;13554;p88"/>
            <p:cNvSpPr/>
            <p:nvPr/>
          </p:nvSpPr>
          <p:spPr>
            <a:xfrm>
              <a:off x="5743938" y="2580056"/>
              <a:ext cx="43225" cy="37025"/>
            </a:xfrm>
            <a:custGeom>
              <a:rect b="b" l="l" r="r" t="t"/>
              <a:pathLst>
                <a:path extrusionOk="0" h="1481" w="1729">
                  <a:moveTo>
                    <a:pt x="741" y="402"/>
                  </a:moveTo>
                  <a:cubicBezTo>
                    <a:pt x="926" y="402"/>
                    <a:pt x="1050" y="556"/>
                    <a:pt x="1050" y="742"/>
                  </a:cubicBezTo>
                  <a:cubicBezTo>
                    <a:pt x="1050" y="928"/>
                    <a:pt x="896" y="1059"/>
                    <a:pt x="730" y="1059"/>
                  </a:cubicBezTo>
                  <a:cubicBezTo>
                    <a:pt x="649" y="1059"/>
                    <a:pt x="565" y="1028"/>
                    <a:pt x="494" y="958"/>
                  </a:cubicBezTo>
                  <a:cubicBezTo>
                    <a:pt x="278" y="773"/>
                    <a:pt x="432" y="402"/>
                    <a:pt x="741" y="402"/>
                  </a:cubicBezTo>
                  <a:close/>
                  <a:moveTo>
                    <a:pt x="741" y="1"/>
                  </a:moveTo>
                  <a:cubicBezTo>
                    <a:pt x="309" y="1"/>
                    <a:pt x="0" y="310"/>
                    <a:pt x="0" y="742"/>
                  </a:cubicBezTo>
                  <a:cubicBezTo>
                    <a:pt x="0" y="1182"/>
                    <a:pt x="357" y="1480"/>
                    <a:pt x="731" y="1480"/>
                  </a:cubicBezTo>
                  <a:cubicBezTo>
                    <a:pt x="907" y="1480"/>
                    <a:pt x="1087" y="1414"/>
                    <a:pt x="1235" y="1266"/>
                  </a:cubicBezTo>
                  <a:cubicBezTo>
                    <a:pt x="1728" y="803"/>
                    <a:pt x="1389" y="1"/>
                    <a:pt x="7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88"/>
            <p:cNvSpPr/>
            <p:nvPr/>
          </p:nvSpPr>
          <p:spPr>
            <a:xfrm>
              <a:off x="5705588" y="2566181"/>
              <a:ext cx="34500" cy="29725"/>
            </a:xfrm>
            <a:custGeom>
              <a:rect b="b" l="l" r="r" t="t"/>
              <a:pathLst>
                <a:path extrusionOk="0" h="1189" w="1380">
                  <a:moveTo>
                    <a:pt x="608" y="402"/>
                  </a:moveTo>
                  <a:cubicBezTo>
                    <a:pt x="701" y="402"/>
                    <a:pt x="794" y="463"/>
                    <a:pt x="794" y="587"/>
                  </a:cubicBezTo>
                  <a:cubicBezTo>
                    <a:pt x="794" y="679"/>
                    <a:pt x="701" y="772"/>
                    <a:pt x="608" y="772"/>
                  </a:cubicBezTo>
                  <a:cubicBezTo>
                    <a:pt x="331" y="772"/>
                    <a:pt x="331" y="402"/>
                    <a:pt x="608" y="402"/>
                  </a:cubicBezTo>
                  <a:close/>
                  <a:moveTo>
                    <a:pt x="608" y="0"/>
                  </a:moveTo>
                  <a:cubicBezTo>
                    <a:pt x="269" y="0"/>
                    <a:pt x="22" y="247"/>
                    <a:pt x="22" y="587"/>
                  </a:cubicBezTo>
                  <a:cubicBezTo>
                    <a:pt x="1" y="945"/>
                    <a:pt x="297" y="1188"/>
                    <a:pt x="604" y="1188"/>
                  </a:cubicBezTo>
                  <a:cubicBezTo>
                    <a:pt x="747" y="1188"/>
                    <a:pt x="892" y="1136"/>
                    <a:pt x="1010" y="1019"/>
                  </a:cubicBezTo>
                  <a:cubicBezTo>
                    <a:pt x="1380" y="649"/>
                    <a:pt x="113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6" name="Google Shape;13556;p88"/>
            <p:cNvSpPr/>
            <p:nvPr/>
          </p:nvSpPr>
          <p:spPr>
            <a:xfrm>
              <a:off x="5564163" y="2463556"/>
              <a:ext cx="342600" cy="345675"/>
            </a:xfrm>
            <a:custGeom>
              <a:rect b="b" l="l" r="r" t="t"/>
              <a:pathLst>
                <a:path extrusionOk="0" h="13827" w="13704">
                  <a:moveTo>
                    <a:pt x="7531" y="402"/>
                  </a:moveTo>
                  <a:cubicBezTo>
                    <a:pt x="8117" y="402"/>
                    <a:pt x="8117" y="1266"/>
                    <a:pt x="7531" y="1266"/>
                  </a:cubicBezTo>
                  <a:lnTo>
                    <a:pt x="6173" y="1266"/>
                  </a:lnTo>
                  <a:cubicBezTo>
                    <a:pt x="5926" y="1266"/>
                    <a:pt x="5741" y="1081"/>
                    <a:pt x="5741" y="834"/>
                  </a:cubicBezTo>
                  <a:cubicBezTo>
                    <a:pt x="5741" y="618"/>
                    <a:pt x="5926" y="402"/>
                    <a:pt x="6173" y="402"/>
                  </a:cubicBezTo>
                  <a:close/>
                  <a:moveTo>
                    <a:pt x="5586" y="6358"/>
                  </a:moveTo>
                  <a:cubicBezTo>
                    <a:pt x="5833" y="6358"/>
                    <a:pt x="6080" y="6420"/>
                    <a:pt x="6296" y="6544"/>
                  </a:cubicBezTo>
                  <a:cubicBezTo>
                    <a:pt x="6728" y="6760"/>
                    <a:pt x="7222" y="6852"/>
                    <a:pt x="7716" y="6852"/>
                  </a:cubicBezTo>
                  <a:cubicBezTo>
                    <a:pt x="8179" y="6852"/>
                    <a:pt x="8673" y="6790"/>
                    <a:pt x="9136" y="6698"/>
                  </a:cubicBezTo>
                  <a:cubicBezTo>
                    <a:pt x="9166" y="6698"/>
                    <a:pt x="9197" y="6729"/>
                    <a:pt x="9197" y="6760"/>
                  </a:cubicBezTo>
                  <a:cubicBezTo>
                    <a:pt x="9197" y="6883"/>
                    <a:pt x="9197" y="6976"/>
                    <a:pt x="9197" y="7068"/>
                  </a:cubicBezTo>
                  <a:cubicBezTo>
                    <a:pt x="9197" y="7192"/>
                    <a:pt x="9166" y="7284"/>
                    <a:pt x="9166" y="7408"/>
                  </a:cubicBezTo>
                  <a:lnTo>
                    <a:pt x="4537" y="7408"/>
                  </a:lnTo>
                  <a:cubicBezTo>
                    <a:pt x="4506" y="7253"/>
                    <a:pt x="4475" y="7099"/>
                    <a:pt x="4475" y="6976"/>
                  </a:cubicBezTo>
                  <a:lnTo>
                    <a:pt x="4475" y="6945"/>
                  </a:lnTo>
                  <a:cubicBezTo>
                    <a:pt x="4475" y="6420"/>
                    <a:pt x="5185" y="6358"/>
                    <a:pt x="5586" y="6358"/>
                  </a:cubicBezTo>
                  <a:close/>
                  <a:moveTo>
                    <a:pt x="7808" y="9136"/>
                  </a:moveTo>
                  <a:cubicBezTo>
                    <a:pt x="7531" y="9259"/>
                    <a:pt x="7253" y="9321"/>
                    <a:pt x="6944" y="9321"/>
                  </a:cubicBezTo>
                  <a:lnTo>
                    <a:pt x="6852" y="9321"/>
                  </a:lnTo>
                  <a:cubicBezTo>
                    <a:pt x="6512" y="9321"/>
                    <a:pt x="6204" y="9259"/>
                    <a:pt x="5895" y="9136"/>
                  </a:cubicBezTo>
                  <a:close/>
                  <a:moveTo>
                    <a:pt x="9506" y="9136"/>
                  </a:moveTo>
                  <a:cubicBezTo>
                    <a:pt x="8981" y="9784"/>
                    <a:pt x="8210" y="10247"/>
                    <a:pt x="7346" y="10370"/>
                  </a:cubicBezTo>
                  <a:lnTo>
                    <a:pt x="7160" y="10216"/>
                  </a:lnTo>
                  <a:cubicBezTo>
                    <a:pt x="7099" y="10185"/>
                    <a:pt x="7037" y="10123"/>
                    <a:pt x="6944" y="10093"/>
                  </a:cubicBezTo>
                  <a:cubicBezTo>
                    <a:pt x="6913" y="10077"/>
                    <a:pt x="6883" y="10069"/>
                    <a:pt x="6852" y="10069"/>
                  </a:cubicBezTo>
                  <a:cubicBezTo>
                    <a:pt x="6821" y="10069"/>
                    <a:pt x="6790" y="10077"/>
                    <a:pt x="6759" y="10093"/>
                  </a:cubicBezTo>
                  <a:cubicBezTo>
                    <a:pt x="6697" y="10123"/>
                    <a:pt x="6605" y="10185"/>
                    <a:pt x="6543" y="10216"/>
                  </a:cubicBezTo>
                  <a:cubicBezTo>
                    <a:pt x="6481" y="10247"/>
                    <a:pt x="6420" y="10309"/>
                    <a:pt x="6358" y="10370"/>
                  </a:cubicBezTo>
                  <a:cubicBezTo>
                    <a:pt x="5494" y="10247"/>
                    <a:pt x="4722" y="9784"/>
                    <a:pt x="4198" y="9136"/>
                  </a:cubicBezTo>
                  <a:lnTo>
                    <a:pt x="5123" y="9136"/>
                  </a:lnTo>
                  <a:cubicBezTo>
                    <a:pt x="5617" y="9537"/>
                    <a:pt x="6235" y="9722"/>
                    <a:pt x="6852" y="9722"/>
                  </a:cubicBezTo>
                  <a:lnTo>
                    <a:pt x="6944" y="9722"/>
                  </a:lnTo>
                  <a:cubicBezTo>
                    <a:pt x="7562" y="9722"/>
                    <a:pt x="8117" y="9506"/>
                    <a:pt x="8580" y="9136"/>
                  </a:cubicBezTo>
                  <a:close/>
                  <a:moveTo>
                    <a:pt x="6852" y="11913"/>
                  </a:moveTo>
                  <a:cubicBezTo>
                    <a:pt x="7068" y="12253"/>
                    <a:pt x="7191" y="12623"/>
                    <a:pt x="7191" y="13024"/>
                  </a:cubicBezTo>
                  <a:cubicBezTo>
                    <a:pt x="7191" y="13148"/>
                    <a:pt x="7191" y="13302"/>
                    <a:pt x="7160" y="13426"/>
                  </a:cubicBezTo>
                  <a:lnTo>
                    <a:pt x="6574" y="13426"/>
                  </a:lnTo>
                  <a:cubicBezTo>
                    <a:pt x="6543" y="13302"/>
                    <a:pt x="6512" y="13148"/>
                    <a:pt x="6512" y="13024"/>
                  </a:cubicBezTo>
                  <a:cubicBezTo>
                    <a:pt x="6512" y="12623"/>
                    <a:pt x="6636" y="12253"/>
                    <a:pt x="6852" y="11913"/>
                  </a:cubicBezTo>
                  <a:close/>
                  <a:moveTo>
                    <a:pt x="6852" y="10494"/>
                  </a:moveTo>
                  <a:cubicBezTo>
                    <a:pt x="6883" y="10494"/>
                    <a:pt x="7160" y="10710"/>
                    <a:pt x="7160" y="10710"/>
                  </a:cubicBezTo>
                  <a:cubicBezTo>
                    <a:pt x="7932" y="11389"/>
                    <a:pt x="8148" y="12500"/>
                    <a:pt x="7654" y="13426"/>
                  </a:cubicBezTo>
                  <a:lnTo>
                    <a:pt x="7562" y="13426"/>
                  </a:lnTo>
                  <a:cubicBezTo>
                    <a:pt x="7592" y="13302"/>
                    <a:pt x="7592" y="13148"/>
                    <a:pt x="7592" y="13024"/>
                  </a:cubicBezTo>
                  <a:cubicBezTo>
                    <a:pt x="7592" y="12469"/>
                    <a:pt x="7376" y="11883"/>
                    <a:pt x="7006" y="11481"/>
                  </a:cubicBezTo>
                  <a:cubicBezTo>
                    <a:pt x="6960" y="11435"/>
                    <a:pt x="6906" y="11412"/>
                    <a:pt x="6852" y="11412"/>
                  </a:cubicBezTo>
                  <a:cubicBezTo>
                    <a:pt x="6798" y="11412"/>
                    <a:pt x="6744" y="11435"/>
                    <a:pt x="6697" y="11481"/>
                  </a:cubicBezTo>
                  <a:cubicBezTo>
                    <a:pt x="6327" y="11883"/>
                    <a:pt x="6111" y="12469"/>
                    <a:pt x="6111" y="13024"/>
                  </a:cubicBezTo>
                  <a:cubicBezTo>
                    <a:pt x="6111" y="13148"/>
                    <a:pt x="6111" y="13302"/>
                    <a:pt x="6142" y="13426"/>
                  </a:cubicBezTo>
                  <a:lnTo>
                    <a:pt x="6049" y="13426"/>
                  </a:lnTo>
                  <a:cubicBezTo>
                    <a:pt x="5556" y="12500"/>
                    <a:pt x="5772" y="11389"/>
                    <a:pt x="6543" y="10710"/>
                  </a:cubicBezTo>
                  <a:cubicBezTo>
                    <a:pt x="6543" y="10710"/>
                    <a:pt x="6759" y="10556"/>
                    <a:pt x="6852" y="10494"/>
                  </a:cubicBezTo>
                  <a:close/>
                  <a:moveTo>
                    <a:pt x="6173" y="1"/>
                  </a:moveTo>
                  <a:cubicBezTo>
                    <a:pt x="5185" y="1"/>
                    <a:pt x="5000" y="1420"/>
                    <a:pt x="5957" y="1667"/>
                  </a:cubicBezTo>
                  <a:lnTo>
                    <a:pt x="5957" y="3241"/>
                  </a:lnTo>
                  <a:cubicBezTo>
                    <a:pt x="4259" y="3643"/>
                    <a:pt x="3025" y="5186"/>
                    <a:pt x="3025" y="6976"/>
                  </a:cubicBezTo>
                  <a:cubicBezTo>
                    <a:pt x="3025" y="7099"/>
                    <a:pt x="3025" y="7253"/>
                    <a:pt x="3056" y="7408"/>
                  </a:cubicBezTo>
                  <a:cubicBezTo>
                    <a:pt x="2685" y="7408"/>
                    <a:pt x="2408" y="7624"/>
                    <a:pt x="2284" y="7963"/>
                  </a:cubicBezTo>
                  <a:lnTo>
                    <a:pt x="62" y="13549"/>
                  </a:lnTo>
                  <a:cubicBezTo>
                    <a:pt x="0" y="13673"/>
                    <a:pt x="93" y="13827"/>
                    <a:pt x="247" y="13827"/>
                  </a:cubicBezTo>
                  <a:lnTo>
                    <a:pt x="1667" y="13827"/>
                  </a:lnTo>
                  <a:cubicBezTo>
                    <a:pt x="1760" y="13827"/>
                    <a:pt x="1821" y="13765"/>
                    <a:pt x="1852" y="13703"/>
                  </a:cubicBezTo>
                  <a:lnTo>
                    <a:pt x="2439" y="12191"/>
                  </a:lnTo>
                  <a:cubicBezTo>
                    <a:pt x="2498" y="12032"/>
                    <a:pt x="2366" y="11912"/>
                    <a:pt x="2240" y="11912"/>
                  </a:cubicBezTo>
                  <a:cubicBezTo>
                    <a:pt x="2170" y="11912"/>
                    <a:pt x="2101" y="11949"/>
                    <a:pt x="2068" y="12037"/>
                  </a:cubicBezTo>
                  <a:lnTo>
                    <a:pt x="1513" y="13426"/>
                  </a:lnTo>
                  <a:lnTo>
                    <a:pt x="525" y="13426"/>
                  </a:lnTo>
                  <a:lnTo>
                    <a:pt x="2624" y="8117"/>
                  </a:lnTo>
                  <a:cubicBezTo>
                    <a:pt x="2716" y="7932"/>
                    <a:pt x="2871" y="7809"/>
                    <a:pt x="3056" y="7809"/>
                  </a:cubicBezTo>
                  <a:lnTo>
                    <a:pt x="10648" y="7809"/>
                  </a:lnTo>
                  <a:cubicBezTo>
                    <a:pt x="10833" y="7809"/>
                    <a:pt x="10987" y="7932"/>
                    <a:pt x="11049" y="8117"/>
                  </a:cubicBezTo>
                  <a:lnTo>
                    <a:pt x="13178" y="13426"/>
                  </a:lnTo>
                  <a:lnTo>
                    <a:pt x="12191" y="13426"/>
                  </a:lnTo>
                  <a:lnTo>
                    <a:pt x="10370" y="8858"/>
                  </a:lnTo>
                  <a:cubicBezTo>
                    <a:pt x="10339" y="8766"/>
                    <a:pt x="10277" y="8735"/>
                    <a:pt x="10185" y="8735"/>
                  </a:cubicBezTo>
                  <a:lnTo>
                    <a:pt x="3519" y="8735"/>
                  </a:lnTo>
                  <a:cubicBezTo>
                    <a:pt x="3426" y="8735"/>
                    <a:pt x="3364" y="8796"/>
                    <a:pt x="3334" y="8858"/>
                  </a:cubicBezTo>
                  <a:lnTo>
                    <a:pt x="2377" y="11296"/>
                  </a:lnTo>
                  <a:cubicBezTo>
                    <a:pt x="2315" y="11420"/>
                    <a:pt x="2377" y="11543"/>
                    <a:pt x="2469" y="11574"/>
                  </a:cubicBezTo>
                  <a:cubicBezTo>
                    <a:pt x="2499" y="11581"/>
                    <a:pt x="2526" y="11585"/>
                    <a:pt x="2552" y="11585"/>
                  </a:cubicBezTo>
                  <a:cubicBezTo>
                    <a:pt x="2635" y="11585"/>
                    <a:pt x="2700" y="11545"/>
                    <a:pt x="2747" y="11451"/>
                  </a:cubicBezTo>
                  <a:lnTo>
                    <a:pt x="3673" y="9136"/>
                  </a:lnTo>
                  <a:lnTo>
                    <a:pt x="3704" y="9136"/>
                  </a:lnTo>
                  <a:cubicBezTo>
                    <a:pt x="4228" y="9938"/>
                    <a:pt x="5062" y="10494"/>
                    <a:pt x="6018" y="10710"/>
                  </a:cubicBezTo>
                  <a:cubicBezTo>
                    <a:pt x="5278" y="11574"/>
                    <a:pt x="5185" y="12778"/>
                    <a:pt x="5772" y="13734"/>
                  </a:cubicBezTo>
                  <a:cubicBezTo>
                    <a:pt x="5802" y="13796"/>
                    <a:pt x="5864" y="13827"/>
                    <a:pt x="5926" y="13827"/>
                  </a:cubicBezTo>
                  <a:lnTo>
                    <a:pt x="7808" y="13827"/>
                  </a:lnTo>
                  <a:cubicBezTo>
                    <a:pt x="7870" y="13827"/>
                    <a:pt x="7932" y="13796"/>
                    <a:pt x="7994" y="13734"/>
                  </a:cubicBezTo>
                  <a:cubicBezTo>
                    <a:pt x="8549" y="12778"/>
                    <a:pt x="8457" y="11574"/>
                    <a:pt x="7747" y="10710"/>
                  </a:cubicBezTo>
                  <a:cubicBezTo>
                    <a:pt x="8673" y="10494"/>
                    <a:pt x="9506" y="9938"/>
                    <a:pt x="10061" y="9136"/>
                  </a:cubicBezTo>
                  <a:lnTo>
                    <a:pt x="10092" y="9136"/>
                  </a:lnTo>
                  <a:lnTo>
                    <a:pt x="11882" y="13703"/>
                  </a:lnTo>
                  <a:cubicBezTo>
                    <a:pt x="11913" y="13765"/>
                    <a:pt x="11975" y="13827"/>
                    <a:pt x="12067" y="13827"/>
                  </a:cubicBezTo>
                  <a:lnTo>
                    <a:pt x="13456" y="13827"/>
                  </a:lnTo>
                  <a:cubicBezTo>
                    <a:pt x="13611" y="13827"/>
                    <a:pt x="13703" y="13673"/>
                    <a:pt x="13672" y="13549"/>
                  </a:cubicBezTo>
                  <a:lnTo>
                    <a:pt x="11450" y="7963"/>
                  </a:lnTo>
                  <a:cubicBezTo>
                    <a:pt x="11327" y="7624"/>
                    <a:pt x="11018" y="7439"/>
                    <a:pt x="10679" y="7408"/>
                  </a:cubicBezTo>
                  <a:cubicBezTo>
                    <a:pt x="10679" y="7253"/>
                    <a:pt x="10709" y="7130"/>
                    <a:pt x="10709" y="6976"/>
                  </a:cubicBezTo>
                  <a:cubicBezTo>
                    <a:pt x="10709" y="6266"/>
                    <a:pt x="10493" y="5556"/>
                    <a:pt x="10123" y="4970"/>
                  </a:cubicBezTo>
                  <a:cubicBezTo>
                    <a:pt x="10084" y="4891"/>
                    <a:pt x="10020" y="4860"/>
                    <a:pt x="9956" y="4860"/>
                  </a:cubicBezTo>
                  <a:cubicBezTo>
                    <a:pt x="9818" y="4860"/>
                    <a:pt x="9678" y="5007"/>
                    <a:pt x="9784" y="5155"/>
                  </a:cubicBezTo>
                  <a:cubicBezTo>
                    <a:pt x="10185" y="5834"/>
                    <a:pt x="10339" y="6605"/>
                    <a:pt x="10247" y="7408"/>
                  </a:cubicBezTo>
                  <a:lnTo>
                    <a:pt x="9598" y="7408"/>
                  </a:lnTo>
                  <a:cubicBezTo>
                    <a:pt x="9629" y="7161"/>
                    <a:pt x="9629" y="6945"/>
                    <a:pt x="9598" y="6729"/>
                  </a:cubicBezTo>
                  <a:cubicBezTo>
                    <a:pt x="9572" y="6460"/>
                    <a:pt x="9381" y="6285"/>
                    <a:pt x="9149" y="6285"/>
                  </a:cubicBezTo>
                  <a:cubicBezTo>
                    <a:pt x="9114" y="6285"/>
                    <a:pt x="9079" y="6289"/>
                    <a:pt x="9043" y="6297"/>
                  </a:cubicBezTo>
                  <a:cubicBezTo>
                    <a:pt x="8580" y="6389"/>
                    <a:pt x="8148" y="6420"/>
                    <a:pt x="7716" y="6451"/>
                  </a:cubicBezTo>
                  <a:cubicBezTo>
                    <a:pt x="7284" y="6451"/>
                    <a:pt x="6852" y="6358"/>
                    <a:pt x="6451" y="6173"/>
                  </a:cubicBezTo>
                  <a:cubicBezTo>
                    <a:pt x="6173" y="6019"/>
                    <a:pt x="5864" y="5926"/>
                    <a:pt x="5586" y="5926"/>
                  </a:cubicBezTo>
                  <a:cubicBezTo>
                    <a:pt x="4938" y="5926"/>
                    <a:pt x="4074" y="6173"/>
                    <a:pt x="4074" y="6945"/>
                  </a:cubicBezTo>
                  <a:cubicBezTo>
                    <a:pt x="4074" y="7099"/>
                    <a:pt x="4074" y="7253"/>
                    <a:pt x="4105" y="7408"/>
                  </a:cubicBezTo>
                  <a:lnTo>
                    <a:pt x="3426" y="7408"/>
                  </a:lnTo>
                  <a:cubicBezTo>
                    <a:pt x="3179" y="5587"/>
                    <a:pt x="4414" y="3920"/>
                    <a:pt x="6204" y="3581"/>
                  </a:cubicBezTo>
                  <a:cubicBezTo>
                    <a:pt x="6296" y="3550"/>
                    <a:pt x="6358" y="3488"/>
                    <a:pt x="6358" y="3365"/>
                  </a:cubicBezTo>
                  <a:lnTo>
                    <a:pt x="6358" y="1698"/>
                  </a:lnTo>
                  <a:lnTo>
                    <a:pt x="7315" y="1698"/>
                  </a:lnTo>
                  <a:lnTo>
                    <a:pt x="7315" y="3396"/>
                  </a:lnTo>
                  <a:cubicBezTo>
                    <a:pt x="7315" y="3488"/>
                    <a:pt x="7407" y="3581"/>
                    <a:pt x="7500" y="3581"/>
                  </a:cubicBezTo>
                  <a:cubicBezTo>
                    <a:pt x="8179" y="3704"/>
                    <a:pt x="8827" y="4044"/>
                    <a:pt x="9321" y="4568"/>
                  </a:cubicBezTo>
                  <a:cubicBezTo>
                    <a:pt x="9361" y="4602"/>
                    <a:pt x="9407" y="4617"/>
                    <a:pt x="9451" y="4617"/>
                  </a:cubicBezTo>
                  <a:cubicBezTo>
                    <a:pt x="9607" y="4617"/>
                    <a:pt x="9750" y="4435"/>
                    <a:pt x="9629" y="4291"/>
                  </a:cubicBezTo>
                  <a:cubicBezTo>
                    <a:pt x="9105" y="3766"/>
                    <a:pt x="8457" y="3396"/>
                    <a:pt x="7747" y="3210"/>
                  </a:cubicBezTo>
                  <a:lnTo>
                    <a:pt x="7747" y="1667"/>
                  </a:lnTo>
                  <a:cubicBezTo>
                    <a:pt x="8703" y="1420"/>
                    <a:pt x="8549" y="1"/>
                    <a:pt x="75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57" name="Google Shape;13557;p88"/>
          <p:cNvGrpSpPr/>
          <p:nvPr/>
        </p:nvGrpSpPr>
        <p:grpSpPr>
          <a:xfrm>
            <a:off x="4794650" y="3991542"/>
            <a:ext cx="363975" cy="330250"/>
            <a:chOff x="2526038" y="1929656"/>
            <a:chExt cx="363975" cy="330250"/>
          </a:xfrm>
        </p:grpSpPr>
        <p:sp>
          <p:nvSpPr>
            <p:cNvPr id="13558" name="Google Shape;13558;p88"/>
            <p:cNvSpPr/>
            <p:nvPr/>
          </p:nvSpPr>
          <p:spPr>
            <a:xfrm>
              <a:off x="2633838" y="1962831"/>
              <a:ext cx="10825" cy="23175"/>
            </a:xfrm>
            <a:custGeom>
              <a:rect b="b" l="l" r="r" t="t"/>
              <a:pathLst>
                <a:path extrusionOk="0" h="927" w="433">
                  <a:moveTo>
                    <a:pt x="216" y="1"/>
                  </a:moveTo>
                  <a:cubicBezTo>
                    <a:pt x="93" y="1"/>
                    <a:pt x="0" y="93"/>
                    <a:pt x="0" y="217"/>
                  </a:cubicBezTo>
                  <a:lnTo>
                    <a:pt x="0" y="710"/>
                  </a:lnTo>
                  <a:cubicBezTo>
                    <a:pt x="0" y="834"/>
                    <a:pt x="93" y="927"/>
                    <a:pt x="216" y="927"/>
                  </a:cubicBezTo>
                  <a:cubicBezTo>
                    <a:pt x="340" y="927"/>
                    <a:pt x="432" y="834"/>
                    <a:pt x="432" y="710"/>
                  </a:cubicBezTo>
                  <a:lnTo>
                    <a:pt x="432" y="217"/>
                  </a:lnTo>
                  <a:cubicBezTo>
                    <a:pt x="401" y="93"/>
                    <a:pt x="309" y="1"/>
                    <a:pt x="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9" name="Google Shape;13559;p88"/>
            <p:cNvSpPr/>
            <p:nvPr/>
          </p:nvSpPr>
          <p:spPr>
            <a:xfrm>
              <a:off x="2772713" y="1962831"/>
              <a:ext cx="10050" cy="23175"/>
            </a:xfrm>
            <a:custGeom>
              <a:rect b="b" l="l" r="r" t="t"/>
              <a:pathLst>
                <a:path extrusionOk="0" h="927" w="402">
                  <a:moveTo>
                    <a:pt x="185" y="1"/>
                  </a:moveTo>
                  <a:cubicBezTo>
                    <a:pt x="93" y="1"/>
                    <a:pt x="0" y="93"/>
                    <a:pt x="0" y="217"/>
                  </a:cubicBezTo>
                  <a:lnTo>
                    <a:pt x="0" y="710"/>
                  </a:lnTo>
                  <a:cubicBezTo>
                    <a:pt x="0" y="834"/>
                    <a:pt x="62" y="927"/>
                    <a:pt x="185" y="927"/>
                  </a:cubicBezTo>
                  <a:cubicBezTo>
                    <a:pt x="309" y="927"/>
                    <a:pt x="401" y="834"/>
                    <a:pt x="401" y="710"/>
                  </a:cubicBezTo>
                  <a:lnTo>
                    <a:pt x="401" y="217"/>
                  </a:lnTo>
                  <a:cubicBezTo>
                    <a:pt x="401" y="93"/>
                    <a:pt x="309"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0" name="Google Shape;13560;p88"/>
            <p:cNvSpPr/>
            <p:nvPr/>
          </p:nvSpPr>
          <p:spPr>
            <a:xfrm>
              <a:off x="2684163" y="1974331"/>
              <a:ext cx="48275" cy="18625"/>
            </a:xfrm>
            <a:custGeom>
              <a:rect b="b" l="l" r="r" t="t"/>
              <a:pathLst>
                <a:path extrusionOk="0" h="745" w="1931">
                  <a:moveTo>
                    <a:pt x="292" y="0"/>
                  </a:moveTo>
                  <a:cubicBezTo>
                    <a:pt x="147" y="0"/>
                    <a:pt x="0" y="180"/>
                    <a:pt x="117" y="343"/>
                  </a:cubicBezTo>
                  <a:cubicBezTo>
                    <a:pt x="333" y="590"/>
                    <a:pt x="641" y="713"/>
                    <a:pt x="981" y="744"/>
                  </a:cubicBezTo>
                  <a:cubicBezTo>
                    <a:pt x="1289" y="713"/>
                    <a:pt x="1598" y="590"/>
                    <a:pt x="1814" y="343"/>
                  </a:cubicBezTo>
                  <a:cubicBezTo>
                    <a:pt x="1930" y="180"/>
                    <a:pt x="1784" y="0"/>
                    <a:pt x="1639" y="0"/>
                  </a:cubicBezTo>
                  <a:cubicBezTo>
                    <a:pt x="1591" y="0"/>
                    <a:pt x="1543" y="20"/>
                    <a:pt x="1505" y="65"/>
                  </a:cubicBezTo>
                  <a:cubicBezTo>
                    <a:pt x="1351" y="220"/>
                    <a:pt x="1166" y="312"/>
                    <a:pt x="981" y="312"/>
                  </a:cubicBezTo>
                  <a:cubicBezTo>
                    <a:pt x="765" y="312"/>
                    <a:pt x="579" y="220"/>
                    <a:pt x="425" y="65"/>
                  </a:cubicBezTo>
                  <a:cubicBezTo>
                    <a:pt x="387" y="20"/>
                    <a:pt x="340" y="0"/>
                    <a:pt x="2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1" name="Google Shape;13561;p88"/>
            <p:cNvSpPr/>
            <p:nvPr/>
          </p:nvSpPr>
          <p:spPr>
            <a:xfrm>
              <a:off x="2526038" y="1929656"/>
              <a:ext cx="363975" cy="330250"/>
            </a:xfrm>
            <a:custGeom>
              <a:rect b="b" l="l" r="r" t="t"/>
              <a:pathLst>
                <a:path extrusionOk="0" h="13210" w="14559">
                  <a:moveTo>
                    <a:pt x="13046" y="1"/>
                  </a:moveTo>
                  <a:lnTo>
                    <a:pt x="13046" y="31"/>
                  </a:lnTo>
                  <a:lnTo>
                    <a:pt x="1534" y="31"/>
                  </a:lnTo>
                  <a:cubicBezTo>
                    <a:pt x="1522" y="31"/>
                    <a:pt x="1510" y="31"/>
                    <a:pt x="1497" y="31"/>
                  </a:cubicBezTo>
                  <a:cubicBezTo>
                    <a:pt x="503" y="31"/>
                    <a:pt x="0" y="1244"/>
                    <a:pt x="701" y="1945"/>
                  </a:cubicBezTo>
                  <a:cubicBezTo>
                    <a:pt x="856" y="2099"/>
                    <a:pt x="948" y="2284"/>
                    <a:pt x="948" y="2500"/>
                  </a:cubicBezTo>
                  <a:lnTo>
                    <a:pt x="948" y="5340"/>
                  </a:lnTo>
                  <a:cubicBezTo>
                    <a:pt x="917" y="5463"/>
                    <a:pt x="1033" y="5525"/>
                    <a:pt x="1149" y="5525"/>
                  </a:cubicBezTo>
                  <a:cubicBezTo>
                    <a:pt x="1264" y="5525"/>
                    <a:pt x="1380" y="5463"/>
                    <a:pt x="1349" y="5340"/>
                  </a:cubicBezTo>
                  <a:lnTo>
                    <a:pt x="1349" y="2500"/>
                  </a:lnTo>
                  <a:cubicBezTo>
                    <a:pt x="1349" y="2161"/>
                    <a:pt x="1226" y="1883"/>
                    <a:pt x="979" y="1667"/>
                  </a:cubicBezTo>
                  <a:cubicBezTo>
                    <a:pt x="794" y="1451"/>
                    <a:pt x="732" y="1112"/>
                    <a:pt x="886" y="865"/>
                  </a:cubicBezTo>
                  <a:cubicBezTo>
                    <a:pt x="979" y="587"/>
                    <a:pt x="1257" y="402"/>
                    <a:pt x="1534" y="402"/>
                  </a:cubicBezTo>
                  <a:lnTo>
                    <a:pt x="13046" y="402"/>
                  </a:lnTo>
                  <a:cubicBezTo>
                    <a:pt x="13694" y="402"/>
                    <a:pt x="14034" y="1173"/>
                    <a:pt x="13571" y="1636"/>
                  </a:cubicBezTo>
                  <a:cubicBezTo>
                    <a:pt x="13355" y="1852"/>
                    <a:pt x="13231" y="2161"/>
                    <a:pt x="13231" y="2500"/>
                  </a:cubicBezTo>
                  <a:lnTo>
                    <a:pt x="13231" y="11173"/>
                  </a:lnTo>
                  <a:cubicBezTo>
                    <a:pt x="13200" y="12068"/>
                    <a:pt x="12490" y="12777"/>
                    <a:pt x="11626" y="12777"/>
                  </a:cubicBezTo>
                  <a:lnTo>
                    <a:pt x="2954" y="12777"/>
                  </a:lnTo>
                  <a:cubicBezTo>
                    <a:pt x="2059" y="12777"/>
                    <a:pt x="1349" y="12068"/>
                    <a:pt x="1349" y="11173"/>
                  </a:cubicBezTo>
                  <a:lnTo>
                    <a:pt x="1349" y="6173"/>
                  </a:lnTo>
                  <a:cubicBezTo>
                    <a:pt x="1318" y="6080"/>
                    <a:pt x="1241" y="6034"/>
                    <a:pt x="1164" y="6034"/>
                  </a:cubicBezTo>
                  <a:cubicBezTo>
                    <a:pt x="1087" y="6034"/>
                    <a:pt x="1010" y="6080"/>
                    <a:pt x="979" y="6173"/>
                  </a:cubicBezTo>
                  <a:lnTo>
                    <a:pt x="979" y="11173"/>
                  </a:lnTo>
                  <a:cubicBezTo>
                    <a:pt x="979" y="12284"/>
                    <a:pt x="1843" y="13179"/>
                    <a:pt x="2954" y="13209"/>
                  </a:cubicBezTo>
                  <a:lnTo>
                    <a:pt x="11626" y="13209"/>
                  </a:lnTo>
                  <a:cubicBezTo>
                    <a:pt x="12737" y="13179"/>
                    <a:pt x="13632" y="12284"/>
                    <a:pt x="13632" y="11203"/>
                  </a:cubicBezTo>
                  <a:lnTo>
                    <a:pt x="13632" y="2500"/>
                  </a:lnTo>
                  <a:cubicBezTo>
                    <a:pt x="13632" y="2284"/>
                    <a:pt x="13725" y="2068"/>
                    <a:pt x="13848" y="1945"/>
                  </a:cubicBezTo>
                  <a:cubicBezTo>
                    <a:pt x="14558" y="1204"/>
                    <a:pt x="14064" y="1"/>
                    <a:pt x="130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2" name="Google Shape;13562;p88"/>
            <p:cNvSpPr/>
            <p:nvPr/>
          </p:nvSpPr>
          <p:spPr>
            <a:xfrm>
              <a:off x="2577513" y="2013431"/>
              <a:ext cx="260800" cy="217150"/>
            </a:xfrm>
            <a:custGeom>
              <a:rect b="b" l="l" r="r" t="t"/>
              <a:pathLst>
                <a:path extrusionOk="0" h="8686" w="10432">
                  <a:moveTo>
                    <a:pt x="3050" y="1"/>
                  </a:moveTo>
                  <a:cubicBezTo>
                    <a:pt x="2175" y="1"/>
                    <a:pt x="1299" y="110"/>
                    <a:pt x="432" y="322"/>
                  </a:cubicBezTo>
                  <a:cubicBezTo>
                    <a:pt x="185" y="384"/>
                    <a:pt x="31" y="600"/>
                    <a:pt x="0" y="847"/>
                  </a:cubicBezTo>
                  <a:lnTo>
                    <a:pt x="31" y="878"/>
                  </a:lnTo>
                  <a:lnTo>
                    <a:pt x="31" y="7822"/>
                  </a:lnTo>
                  <a:cubicBezTo>
                    <a:pt x="31" y="8315"/>
                    <a:pt x="432" y="8686"/>
                    <a:pt x="895" y="8686"/>
                  </a:cubicBezTo>
                  <a:lnTo>
                    <a:pt x="9567" y="8686"/>
                  </a:lnTo>
                  <a:cubicBezTo>
                    <a:pt x="10030" y="8686"/>
                    <a:pt x="10431" y="8284"/>
                    <a:pt x="10431" y="7822"/>
                  </a:cubicBezTo>
                  <a:lnTo>
                    <a:pt x="10431" y="6155"/>
                  </a:lnTo>
                  <a:cubicBezTo>
                    <a:pt x="10401" y="6062"/>
                    <a:pt x="10316" y="6016"/>
                    <a:pt x="10231" y="6016"/>
                  </a:cubicBezTo>
                  <a:cubicBezTo>
                    <a:pt x="10146" y="6016"/>
                    <a:pt x="10061" y="6062"/>
                    <a:pt x="10030" y="6155"/>
                  </a:cubicBezTo>
                  <a:lnTo>
                    <a:pt x="10030" y="7822"/>
                  </a:lnTo>
                  <a:cubicBezTo>
                    <a:pt x="10061" y="8099"/>
                    <a:pt x="9845" y="8315"/>
                    <a:pt x="9567" y="8315"/>
                  </a:cubicBezTo>
                  <a:lnTo>
                    <a:pt x="895" y="8315"/>
                  </a:lnTo>
                  <a:cubicBezTo>
                    <a:pt x="648" y="8315"/>
                    <a:pt x="432" y="8099"/>
                    <a:pt x="432" y="7852"/>
                  </a:cubicBezTo>
                  <a:lnTo>
                    <a:pt x="432" y="878"/>
                  </a:lnTo>
                  <a:cubicBezTo>
                    <a:pt x="432" y="785"/>
                    <a:pt x="494" y="723"/>
                    <a:pt x="556" y="723"/>
                  </a:cubicBezTo>
                  <a:cubicBezTo>
                    <a:pt x="1359" y="514"/>
                    <a:pt x="2188" y="414"/>
                    <a:pt x="3020" y="414"/>
                  </a:cubicBezTo>
                  <a:cubicBezTo>
                    <a:pt x="3786" y="414"/>
                    <a:pt x="4554" y="499"/>
                    <a:pt x="5308" y="662"/>
                  </a:cubicBezTo>
                  <a:cubicBezTo>
                    <a:pt x="6254" y="855"/>
                    <a:pt x="7211" y="951"/>
                    <a:pt x="8165" y="951"/>
                  </a:cubicBezTo>
                  <a:cubicBezTo>
                    <a:pt x="8737" y="951"/>
                    <a:pt x="9309" y="916"/>
                    <a:pt x="9876" y="847"/>
                  </a:cubicBezTo>
                  <a:cubicBezTo>
                    <a:pt x="9887" y="841"/>
                    <a:pt x="9899" y="839"/>
                    <a:pt x="9911" y="839"/>
                  </a:cubicBezTo>
                  <a:cubicBezTo>
                    <a:pt x="9968" y="839"/>
                    <a:pt x="10030" y="894"/>
                    <a:pt x="10030" y="970"/>
                  </a:cubicBezTo>
                  <a:lnTo>
                    <a:pt x="10030" y="5353"/>
                  </a:lnTo>
                  <a:cubicBezTo>
                    <a:pt x="10061" y="5445"/>
                    <a:pt x="10146" y="5491"/>
                    <a:pt x="10227" y="5491"/>
                  </a:cubicBezTo>
                  <a:cubicBezTo>
                    <a:pt x="10308" y="5491"/>
                    <a:pt x="10385" y="5445"/>
                    <a:pt x="10401" y="5353"/>
                  </a:cubicBezTo>
                  <a:lnTo>
                    <a:pt x="10401" y="970"/>
                  </a:lnTo>
                  <a:cubicBezTo>
                    <a:pt x="10401" y="650"/>
                    <a:pt x="10153" y="412"/>
                    <a:pt x="9866" y="412"/>
                  </a:cubicBezTo>
                  <a:cubicBezTo>
                    <a:pt x="9849" y="412"/>
                    <a:pt x="9832" y="413"/>
                    <a:pt x="9814" y="415"/>
                  </a:cubicBezTo>
                  <a:cubicBezTo>
                    <a:pt x="9225" y="501"/>
                    <a:pt x="8631" y="543"/>
                    <a:pt x="8038" y="543"/>
                  </a:cubicBezTo>
                  <a:cubicBezTo>
                    <a:pt x="7140" y="543"/>
                    <a:pt x="6244" y="446"/>
                    <a:pt x="5370" y="260"/>
                  </a:cubicBezTo>
                  <a:cubicBezTo>
                    <a:pt x="4601" y="86"/>
                    <a:pt x="3826" y="1"/>
                    <a:pt x="3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3" name="Google Shape;13563;p88"/>
            <p:cNvSpPr/>
            <p:nvPr/>
          </p:nvSpPr>
          <p:spPr>
            <a:xfrm>
              <a:off x="2689388" y="2199706"/>
              <a:ext cx="37050" cy="9275"/>
            </a:xfrm>
            <a:custGeom>
              <a:rect b="b" l="l" r="r" t="t"/>
              <a:pathLst>
                <a:path extrusionOk="0" h="371" w="1482">
                  <a:moveTo>
                    <a:pt x="185" y="0"/>
                  </a:moveTo>
                  <a:cubicBezTo>
                    <a:pt x="0" y="62"/>
                    <a:pt x="0" y="309"/>
                    <a:pt x="185" y="371"/>
                  </a:cubicBezTo>
                  <a:lnTo>
                    <a:pt x="1327" y="371"/>
                  </a:lnTo>
                  <a:cubicBezTo>
                    <a:pt x="1481" y="309"/>
                    <a:pt x="1481" y="62"/>
                    <a:pt x="13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4" name="Google Shape;13564;p88"/>
            <p:cNvSpPr/>
            <p:nvPr/>
          </p:nvSpPr>
          <p:spPr>
            <a:xfrm>
              <a:off x="2688888" y="2177831"/>
              <a:ext cx="38325" cy="9675"/>
            </a:xfrm>
            <a:custGeom>
              <a:rect b="b" l="l" r="r" t="t"/>
              <a:pathLst>
                <a:path extrusionOk="0" h="387" w="1533">
                  <a:moveTo>
                    <a:pt x="157" y="0"/>
                  </a:moveTo>
                  <a:cubicBezTo>
                    <a:pt x="1" y="0"/>
                    <a:pt x="6" y="386"/>
                    <a:pt x="171" y="386"/>
                  </a:cubicBezTo>
                  <a:cubicBezTo>
                    <a:pt x="182" y="386"/>
                    <a:pt x="193" y="385"/>
                    <a:pt x="205" y="381"/>
                  </a:cubicBezTo>
                  <a:lnTo>
                    <a:pt x="1347" y="381"/>
                  </a:lnTo>
                  <a:cubicBezTo>
                    <a:pt x="1532" y="320"/>
                    <a:pt x="1532" y="42"/>
                    <a:pt x="1347" y="11"/>
                  </a:cubicBezTo>
                  <a:lnTo>
                    <a:pt x="205" y="11"/>
                  </a:lnTo>
                  <a:cubicBezTo>
                    <a:pt x="188" y="4"/>
                    <a:pt x="172" y="0"/>
                    <a:pt x="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5" name="Google Shape;13565;p88"/>
            <p:cNvSpPr/>
            <p:nvPr/>
          </p:nvSpPr>
          <p:spPr>
            <a:xfrm>
              <a:off x="2689388" y="2155731"/>
              <a:ext cx="37825" cy="10825"/>
            </a:xfrm>
            <a:custGeom>
              <a:rect b="b" l="l" r="r" t="t"/>
              <a:pathLst>
                <a:path extrusionOk="0" h="433" w="1513">
                  <a:moveTo>
                    <a:pt x="185" y="0"/>
                  </a:moveTo>
                  <a:cubicBezTo>
                    <a:pt x="93" y="0"/>
                    <a:pt x="0" y="93"/>
                    <a:pt x="0" y="216"/>
                  </a:cubicBezTo>
                  <a:cubicBezTo>
                    <a:pt x="0" y="340"/>
                    <a:pt x="93" y="432"/>
                    <a:pt x="185" y="432"/>
                  </a:cubicBezTo>
                  <a:lnTo>
                    <a:pt x="1327" y="432"/>
                  </a:lnTo>
                  <a:cubicBezTo>
                    <a:pt x="1420" y="432"/>
                    <a:pt x="1512" y="340"/>
                    <a:pt x="1512" y="216"/>
                  </a:cubicBezTo>
                  <a:cubicBezTo>
                    <a:pt x="1512" y="93"/>
                    <a:pt x="1420" y="0"/>
                    <a:pt x="13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88"/>
            <p:cNvSpPr/>
            <p:nvPr/>
          </p:nvSpPr>
          <p:spPr>
            <a:xfrm>
              <a:off x="2680888" y="2134106"/>
              <a:ext cx="54800" cy="10075"/>
            </a:xfrm>
            <a:custGeom>
              <a:rect b="b" l="l" r="r" t="t"/>
              <a:pathLst>
                <a:path extrusionOk="0" h="403" w="2192">
                  <a:moveTo>
                    <a:pt x="217" y="1"/>
                  </a:moveTo>
                  <a:cubicBezTo>
                    <a:pt x="93" y="1"/>
                    <a:pt x="1" y="94"/>
                    <a:pt x="1" y="217"/>
                  </a:cubicBezTo>
                  <a:cubicBezTo>
                    <a:pt x="1" y="310"/>
                    <a:pt x="93" y="402"/>
                    <a:pt x="217" y="402"/>
                  </a:cubicBezTo>
                  <a:lnTo>
                    <a:pt x="1976" y="402"/>
                  </a:lnTo>
                  <a:cubicBezTo>
                    <a:pt x="2099" y="402"/>
                    <a:pt x="2192" y="310"/>
                    <a:pt x="2192" y="217"/>
                  </a:cubicBezTo>
                  <a:cubicBezTo>
                    <a:pt x="2192" y="94"/>
                    <a:pt x="2099" y="1"/>
                    <a:pt x="19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7" name="Google Shape;13567;p88"/>
            <p:cNvSpPr/>
            <p:nvPr/>
          </p:nvSpPr>
          <p:spPr>
            <a:xfrm>
              <a:off x="2689388" y="2112506"/>
              <a:ext cx="37825" cy="10075"/>
            </a:xfrm>
            <a:custGeom>
              <a:rect b="b" l="l" r="r" t="t"/>
              <a:pathLst>
                <a:path extrusionOk="0" h="403" w="1513">
                  <a:moveTo>
                    <a:pt x="185" y="1"/>
                  </a:moveTo>
                  <a:cubicBezTo>
                    <a:pt x="93" y="1"/>
                    <a:pt x="0" y="93"/>
                    <a:pt x="0" y="217"/>
                  </a:cubicBezTo>
                  <a:cubicBezTo>
                    <a:pt x="0" y="309"/>
                    <a:pt x="93" y="402"/>
                    <a:pt x="185" y="402"/>
                  </a:cubicBezTo>
                  <a:lnTo>
                    <a:pt x="1327" y="402"/>
                  </a:lnTo>
                  <a:cubicBezTo>
                    <a:pt x="1420" y="402"/>
                    <a:pt x="1512" y="309"/>
                    <a:pt x="1512" y="217"/>
                  </a:cubicBezTo>
                  <a:cubicBezTo>
                    <a:pt x="1512" y="93"/>
                    <a:pt x="1420" y="1"/>
                    <a:pt x="1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8" name="Google Shape;13568;p88"/>
            <p:cNvSpPr/>
            <p:nvPr/>
          </p:nvSpPr>
          <p:spPr>
            <a:xfrm>
              <a:off x="2689388" y="2090906"/>
              <a:ext cx="37825" cy="10050"/>
            </a:xfrm>
            <a:custGeom>
              <a:rect b="b" l="l" r="r" t="t"/>
              <a:pathLst>
                <a:path extrusionOk="0" h="402" w="1513">
                  <a:moveTo>
                    <a:pt x="185" y="1"/>
                  </a:moveTo>
                  <a:cubicBezTo>
                    <a:pt x="93" y="1"/>
                    <a:pt x="0" y="93"/>
                    <a:pt x="0" y="186"/>
                  </a:cubicBezTo>
                  <a:cubicBezTo>
                    <a:pt x="0" y="309"/>
                    <a:pt x="93" y="402"/>
                    <a:pt x="185" y="402"/>
                  </a:cubicBezTo>
                  <a:lnTo>
                    <a:pt x="1327" y="402"/>
                  </a:lnTo>
                  <a:cubicBezTo>
                    <a:pt x="1420" y="402"/>
                    <a:pt x="1512" y="309"/>
                    <a:pt x="1512" y="186"/>
                  </a:cubicBezTo>
                  <a:cubicBezTo>
                    <a:pt x="1512" y="93"/>
                    <a:pt x="1420" y="1"/>
                    <a:pt x="1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9" name="Google Shape;13569;p88"/>
            <p:cNvSpPr/>
            <p:nvPr/>
          </p:nvSpPr>
          <p:spPr>
            <a:xfrm>
              <a:off x="2688888" y="2069181"/>
              <a:ext cx="38325" cy="10300"/>
            </a:xfrm>
            <a:custGeom>
              <a:rect b="b" l="l" r="r" t="t"/>
              <a:pathLst>
                <a:path extrusionOk="0" h="412" w="1533">
                  <a:moveTo>
                    <a:pt x="171" y="1"/>
                  </a:moveTo>
                  <a:cubicBezTo>
                    <a:pt x="1" y="1"/>
                    <a:pt x="1" y="412"/>
                    <a:pt x="171" y="412"/>
                  </a:cubicBezTo>
                  <a:cubicBezTo>
                    <a:pt x="182" y="412"/>
                    <a:pt x="193" y="410"/>
                    <a:pt x="205" y="407"/>
                  </a:cubicBezTo>
                  <a:lnTo>
                    <a:pt x="1347" y="407"/>
                  </a:lnTo>
                  <a:cubicBezTo>
                    <a:pt x="1532" y="345"/>
                    <a:pt x="1532" y="67"/>
                    <a:pt x="1347" y="6"/>
                  </a:cubicBezTo>
                  <a:lnTo>
                    <a:pt x="205" y="6"/>
                  </a:lnTo>
                  <a:cubicBezTo>
                    <a:pt x="193" y="2"/>
                    <a:pt x="182"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88"/>
            <p:cNvSpPr/>
            <p:nvPr/>
          </p:nvSpPr>
          <p:spPr>
            <a:xfrm>
              <a:off x="2681063" y="2047581"/>
              <a:ext cx="54475" cy="10225"/>
            </a:xfrm>
            <a:custGeom>
              <a:rect b="b" l="l" r="r" t="t"/>
              <a:pathLst>
                <a:path extrusionOk="0" h="409" w="2179">
                  <a:moveTo>
                    <a:pt x="174" y="0"/>
                  </a:moveTo>
                  <a:cubicBezTo>
                    <a:pt x="0" y="0"/>
                    <a:pt x="6" y="408"/>
                    <a:pt x="191" y="408"/>
                  </a:cubicBezTo>
                  <a:cubicBezTo>
                    <a:pt x="197" y="408"/>
                    <a:pt x="203" y="408"/>
                    <a:pt x="210" y="407"/>
                  </a:cubicBezTo>
                  <a:lnTo>
                    <a:pt x="1969" y="407"/>
                  </a:lnTo>
                  <a:cubicBezTo>
                    <a:pt x="1975" y="408"/>
                    <a:pt x="1982" y="408"/>
                    <a:pt x="1988" y="408"/>
                  </a:cubicBezTo>
                  <a:cubicBezTo>
                    <a:pt x="2173" y="408"/>
                    <a:pt x="2178" y="0"/>
                    <a:pt x="2005" y="0"/>
                  </a:cubicBezTo>
                  <a:cubicBezTo>
                    <a:pt x="1994" y="0"/>
                    <a:pt x="1982" y="2"/>
                    <a:pt x="1969" y="5"/>
                  </a:cubicBezTo>
                  <a:lnTo>
                    <a:pt x="210" y="5"/>
                  </a:lnTo>
                  <a:cubicBezTo>
                    <a:pt x="197" y="2"/>
                    <a:pt x="18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71" name="Google Shape;13571;p88"/>
          <p:cNvGrpSpPr/>
          <p:nvPr/>
        </p:nvGrpSpPr>
        <p:grpSpPr>
          <a:xfrm>
            <a:off x="5497169" y="4000230"/>
            <a:ext cx="345800" cy="312875"/>
            <a:chOff x="1774963" y="1938531"/>
            <a:chExt cx="345800" cy="312875"/>
          </a:xfrm>
        </p:grpSpPr>
        <p:sp>
          <p:nvSpPr>
            <p:cNvPr id="13572" name="Google Shape;13572;p88"/>
            <p:cNvSpPr/>
            <p:nvPr/>
          </p:nvSpPr>
          <p:spPr>
            <a:xfrm>
              <a:off x="1918613" y="2072406"/>
              <a:ext cx="68675" cy="58825"/>
            </a:xfrm>
            <a:custGeom>
              <a:rect b="b" l="l" r="r" t="t"/>
              <a:pathLst>
                <a:path extrusionOk="0" h="2353" w="2747">
                  <a:moveTo>
                    <a:pt x="1173" y="401"/>
                  </a:moveTo>
                  <a:cubicBezTo>
                    <a:pt x="1605" y="401"/>
                    <a:pt x="1944" y="741"/>
                    <a:pt x="1944" y="1173"/>
                  </a:cubicBezTo>
                  <a:cubicBezTo>
                    <a:pt x="1944" y="1636"/>
                    <a:pt x="1557" y="1955"/>
                    <a:pt x="1154" y="1955"/>
                  </a:cubicBezTo>
                  <a:cubicBezTo>
                    <a:pt x="966" y="1955"/>
                    <a:pt x="775" y="1885"/>
                    <a:pt x="617" y="1728"/>
                  </a:cubicBezTo>
                  <a:cubicBezTo>
                    <a:pt x="154" y="1234"/>
                    <a:pt x="494" y="401"/>
                    <a:pt x="1173" y="401"/>
                  </a:cubicBezTo>
                  <a:close/>
                  <a:moveTo>
                    <a:pt x="1173" y="0"/>
                  </a:moveTo>
                  <a:cubicBezTo>
                    <a:pt x="525" y="0"/>
                    <a:pt x="0" y="525"/>
                    <a:pt x="0" y="1173"/>
                  </a:cubicBezTo>
                  <a:cubicBezTo>
                    <a:pt x="0" y="1883"/>
                    <a:pt x="580" y="2353"/>
                    <a:pt x="1184" y="2353"/>
                  </a:cubicBezTo>
                  <a:cubicBezTo>
                    <a:pt x="1472" y="2353"/>
                    <a:pt x="1767" y="2245"/>
                    <a:pt x="2006" y="2006"/>
                  </a:cubicBezTo>
                  <a:cubicBezTo>
                    <a:pt x="2747" y="1265"/>
                    <a:pt x="2222" y="0"/>
                    <a:pt x="1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3" name="Google Shape;13573;p88"/>
            <p:cNvSpPr/>
            <p:nvPr/>
          </p:nvSpPr>
          <p:spPr>
            <a:xfrm>
              <a:off x="1774963" y="1938531"/>
              <a:ext cx="345800" cy="312875"/>
            </a:xfrm>
            <a:custGeom>
              <a:rect b="b" l="l" r="r" t="t"/>
              <a:pathLst>
                <a:path extrusionOk="0" h="12515" w="13832">
                  <a:moveTo>
                    <a:pt x="6788" y="2205"/>
                  </a:moveTo>
                  <a:cubicBezTo>
                    <a:pt x="6832" y="2205"/>
                    <a:pt x="6875" y="2206"/>
                    <a:pt x="6919" y="2207"/>
                  </a:cubicBezTo>
                  <a:lnTo>
                    <a:pt x="6888" y="2207"/>
                  </a:lnTo>
                  <a:cubicBezTo>
                    <a:pt x="7752" y="2207"/>
                    <a:pt x="8585" y="2454"/>
                    <a:pt x="9326" y="2917"/>
                  </a:cubicBezTo>
                  <a:cubicBezTo>
                    <a:pt x="9264" y="3040"/>
                    <a:pt x="9203" y="3164"/>
                    <a:pt x="9141" y="3287"/>
                  </a:cubicBezTo>
                  <a:cubicBezTo>
                    <a:pt x="9110" y="3318"/>
                    <a:pt x="9079" y="3380"/>
                    <a:pt x="9048" y="3442"/>
                  </a:cubicBezTo>
                  <a:cubicBezTo>
                    <a:pt x="8400" y="2994"/>
                    <a:pt x="7644" y="2770"/>
                    <a:pt x="6888" y="2770"/>
                  </a:cubicBezTo>
                  <a:cubicBezTo>
                    <a:pt x="6132" y="2770"/>
                    <a:pt x="5376" y="2994"/>
                    <a:pt x="4728" y="3442"/>
                  </a:cubicBezTo>
                  <a:cubicBezTo>
                    <a:pt x="4697" y="3380"/>
                    <a:pt x="4666" y="3318"/>
                    <a:pt x="4635" y="3287"/>
                  </a:cubicBezTo>
                  <a:cubicBezTo>
                    <a:pt x="4573" y="3164"/>
                    <a:pt x="4512" y="3040"/>
                    <a:pt x="4481" y="2917"/>
                  </a:cubicBezTo>
                  <a:cubicBezTo>
                    <a:pt x="5155" y="2477"/>
                    <a:pt x="5968" y="2205"/>
                    <a:pt x="6788" y="2205"/>
                  </a:cubicBezTo>
                  <a:close/>
                  <a:moveTo>
                    <a:pt x="6903" y="3148"/>
                  </a:moveTo>
                  <a:cubicBezTo>
                    <a:pt x="7575" y="3148"/>
                    <a:pt x="8246" y="3349"/>
                    <a:pt x="8832" y="3750"/>
                  </a:cubicBezTo>
                  <a:cubicBezTo>
                    <a:pt x="8339" y="4306"/>
                    <a:pt x="7629" y="4614"/>
                    <a:pt x="6888" y="4614"/>
                  </a:cubicBezTo>
                  <a:cubicBezTo>
                    <a:pt x="6147" y="4614"/>
                    <a:pt x="5468" y="4306"/>
                    <a:pt x="4975" y="3750"/>
                  </a:cubicBezTo>
                  <a:cubicBezTo>
                    <a:pt x="5561" y="3349"/>
                    <a:pt x="6232" y="3148"/>
                    <a:pt x="6903" y="3148"/>
                  </a:cubicBezTo>
                  <a:close/>
                  <a:moveTo>
                    <a:pt x="10314" y="6343"/>
                  </a:moveTo>
                  <a:lnTo>
                    <a:pt x="10314" y="6589"/>
                  </a:lnTo>
                  <a:cubicBezTo>
                    <a:pt x="10345" y="7886"/>
                    <a:pt x="9573" y="9089"/>
                    <a:pt x="8400" y="9676"/>
                  </a:cubicBezTo>
                  <a:cubicBezTo>
                    <a:pt x="8153" y="8966"/>
                    <a:pt x="8246" y="8225"/>
                    <a:pt x="8585" y="7577"/>
                  </a:cubicBezTo>
                  <a:cubicBezTo>
                    <a:pt x="8925" y="6991"/>
                    <a:pt x="9480" y="6559"/>
                    <a:pt x="10159" y="6373"/>
                  </a:cubicBezTo>
                  <a:lnTo>
                    <a:pt x="10314" y="6343"/>
                  </a:lnTo>
                  <a:close/>
                  <a:moveTo>
                    <a:pt x="2929" y="6299"/>
                  </a:moveTo>
                  <a:cubicBezTo>
                    <a:pt x="2984" y="6299"/>
                    <a:pt x="3038" y="6303"/>
                    <a:pt x="3092" y="6312"/>
                  </a:cubicBezTo>
                  <a:lnTo>
                    <a:pt x="3092" y="6589"/>
                  </a:lnTo>
                  <a:cubicBezTo>
                    <a:pt x="3092" y="7299"/>
                    <a:pt x="3308" y="7978"/>
                    <a:pt x="3678" y="8595"/>
                  </a:cubicBezTo>
                  <a:cubicBezTo>
                    <a:pt x="3704" y="8655"/>
                    <a:pt x="3753" y="8680"/>
                    <a:pt x="3808" y="8680"/>
                  </a:cubicBezTo>
                  <a:cubicBezTo>
                    <a:pt x="3950" y="8680"/>
                    <a:pt x="4129" y="8513"/>
                    <a:pt x="4018" y="8379"/>
                  </a:cubicBezTo>
                  <a:cubicBezTo>
                    <a:pt x="3678" y="7824"/>
                    <a:pt x="3493" y="7207"/>
                    <a:pt x="3493" y="6559"/>
                  </a:cubicBezTo>
                  <a:lnTo>
                    <a:pt x="3493" y="6343"/>
                  </a:lnTo>
                  <a:cubicBezTo>
                    <a:pt x="4975" y="6589"/>
                    <a:pt x="5870" y="8071"/>
                    <a:pt x="5468" y="9490"/>
                  </a:cubicBezTo>
                  <a:cubicBezTo>
                    <a:pt x="5468" y="9552"/>
                    <a:pt x="5437" y="9614"/>
                    <a:pt x="5437" y="9645"/>
                  </a:cubicBezTo>
                  <a:cubicBezTo>
                    <a:pt x="5067" y="9490"/>
                    <a:pt x="4759" y="9244"/>
                    <a:pt x="4481" y="8997"/>
                  </a:cubicBezTo>
                  <a:cubicBezTo>
                    <a:pt x="4433" y="8942"/>
                    <a:pt x="4378" y="8919"/>
                    <a:pt x="4325" y="8919"/>
                  </a:cubicBezTo>
                  <a:cubicBezTo>
                    <a:pt x="4172" y="8919"/>
                    <a:pt x="4042" y="9114"/>
                    <a:pt x="4203" y="9274"/>
                  </a:cubicBezTo>
                  <a:cubicBezTo>
                    <a:pt x="4512" y="9583"/>
                    <a:pt x="4882" y="9830"/>
                    <a:pt x="5283" y="10046"/>
                  </a:cubicBezTo>
                  <a:cubicBezTo>
                    <a:pt x="5191" y="10200"/>
                    <a:pt x="5098" y="10385"/>
                    <a:pt x="4975" y="10540"/>
                  </a:cubicBezTo>
                  <a:cubicBezTo>
                    <a:pt x="3462" y="9768"/>
                    <a:pt x="2536" y="8256"/>
                    <a:pt x="2536" y="6589"/>
                  </a:cubicBezTo>
                  <a:lnTo>
                    <a:pt x="2536" y="6343"/>
                  </a:lnTo>
                  <a:cubicBezTo>
                    <a:pt x="2667" y="6321"/>
                    <a:pt x="2798" y="6299"/>
                    <a:pt x="2929" y="6299"/>
                  </a:cubicBezTo>
                  <a:close/>
                  <a:moveTo>
                    <a:pt x="10746" y="6281"/>
                  </a:moveTo>
                  <a:cubicBezTo>
                    <a:pt x="10931" y="6281"/>
                    <a:pt x="11116" y="6281"/>
                    <a:pt x="11332" y="6343"/>
                  </a:cubicBezTo>
                  <a:lnTo>
                    <a:pt x="11332" y="6589"/>
                  </a:lnTo>
                  <a:cubicBezTo>
                    <a:pt x="11301" y="8256"/>
                    <a:pt x="10375" y="9768"/>
                    <a:pt x="8863" y="10540"/>
                  </a:cubicBezTo>
                  <a:lnTo>
                    <a:pt x="8863" y="10509"/>
                  </a:lnTo>
                  <a:cubicBezTo>
                    <a:pt x="8740" y="10385"/>
                    <a:pt x="8647" y="10231"/>
                    <a:pt x="8555" y="10046"/>
                  </a:cubicBezTo>
                  <a:cubicBezTo>
                    <a:pt x="9912" y="9429"/>
                    <a:pt x="10746" y="8071"/>
                    <a:pt x="10746" y="6589"/>
                  </a:cubicBezTo>
                  <a:lnTo>
                    <a:pt x="10746" y="6281"/>
                  </a:lnTo>
                  <a:close/>
                  <a:moveTo>
                    <a:pt x="4577" y="1"/>
                  </a:moveTo>
                  <a:cubicBezTo>
                    <a:pt x="4506" y="1"/>
                    <a:pt x="4431" y="24"/>
                    <a:pt x="4357" y="78"/>
                  </a:cubicBezTo>
                  <a:cubicBezTo>
                    <a:pt x="3123" y="911"/>
                    <a:pt x="2351" y="2331"/>
                    <a:pt x="2382" y="3843"/>
                  </a:cubicBezTo>
                  <a:lnTo>
                    <a:pt x="2382" y="3966"/>
                  </a:lnTo>
                  <a:lnTo>
                    <a:pt x="2290" y="3997"/>
                  </a:lnTo>
                  <a:cubicBezTo>
                    <a:pt x="963" y="4769"/>
                    <a:pt x="129" y="6127"/>
                    <a:pt x="37" y="7639"/>
                  </a:cubicBezTo>
                  <a:cubicBezTo>
                    <a:pt x="0" y="7875"/>
                    <a:pt x="177" y="8014"/>
                    <a:pt x="361" y="8014"/>
                  </a:cubicBezTo>
                  <a:cubicBezTo>
                    <a:pt x="489" y="8014"/>
                    <a:pt x="621" y="7946"/>
                    <a:pt x="685" y="7793"/>
                  </a:cubicBezTo>
                  <a:cubicBezTo>
                    <a:pt x="963" y="7176"/>
                    <a:pt x="1487" y="6682"/>
                    <a:pt x="2135" y="6435"/>
                  </a:cubicBezTo>
                  <a:lnTo>
                    <a:pt x="2135" y="6589"/>
                  </a:lnTo>
                  <a:cubicBezTo>
                    <a:pt x="2104" y="7855"/>
                    <a:pt x="2629" y="9058"/>
                    <a:pt x="3524" y="9984"/>
                  </a:cubicBezTo>
                  <a:cubicBezTo>
                    <a:pt x="3864" y="10324"/>
                    <a:pt x="4265" y="10601"/>
                    <a:pt x="4697" y="10818"/>
                  </a:cubicBezTo>
                  <a:cubicBezTo>
                    <a:pt x="4210" y="11223"/>
                    <a:pt x="3629" y="11415"/>
                    <a:pt x="3015" y="11415"/>
                  </a:cubicBezTo>
                  <a:cubicBezTo>
                    <a:pt x="2928" y="11415"/>
                    <a:pt x="2841" y="11412"/>
                    <a:pt x="2753" y="11404"/>
                  </a:cubicBezTo>
                  <a:cubicBezTo>
                    <a:pt x="2730" y="11400"/>
                    <a:pt x="2709" y="11399"/>
                    <a:pt x="2689" y="11399"/>
                  </a:cubicBezTo>
                  <a:cubicBezTo>
                    <a:pt x="2336" y="11399"/>
                    <a:pt x="2217" y="11877"/>
                    <a:pt x="2567" y="12052"/>
                  </a:cubicBezTo>
                  <a:cubicBezTo>
                    <a:pt x="3185" y="12361"/>
                    <a:pt x="3864" y="12515"/>
                    <a:pt x="4573" y="12515"/>
                  </a:cubicBezTo>
                  <a:cubicBezTo>
                    <a:pt x="5376" y="12515"/>
                    <a:pt x="6147" y="12299"/>
                    <a:pt x="6857" y="11898"/>
                  </a:cubicBezTo>
                  <a:lnTo>
                    <a:pt x="6919" y="11836"/>
                  </a:lnTo>
                  <a:cubicBezTo>
                    <a:pt x="6950" y="11867"/>
                    <a:pt x="6981" y="11867"/>
                    <a:pt x="7011" y="11898"/>
                  </a:cubicBezTo>
                  <a:cubicBezTo>
                    <a:pt x="7690" y="12299"/>
                    <a:pt x="8493" y="12515"/>
                    <a:pt x="9264" y="12515"/>
                  </a:cubicBezTo>
                  <a:cubicBezTo>
                    <a:pt x="9974" y="12515"/>
                    <a:pt x="10653" y="12361"/>
                    <a:pt x="11270" y="12052"/>
                  </a:cubicBezTo>
                  <a:cubicBezTo>
                    <a:pt x="11620" y="11877"/>
                    <a:pt x="11502" y="11399"/>
                    <a:pt x="11149" y="11399"/>
                  </a:cubicBezTo>
                  <a:cubicBezTo>
                    <a:pt x="11129" y="11399"/>
                    <a:pt x="11107" y="11400"/>
                    <a:pt x="11085" y="11404"/>
                  </a:cubicBezTo>
                  <a:cubicBezTo>
                    <a:pt x="10997" y="11414"/>
                    <a:pt x="10907" y="11419"/>
                    <a:pt x="10817" y="11419"/>
                  </a:cubicBezTo>
                  <a:cubicBezTo>
                    <a:pt x="10375" y="11419"/>
                    <a:pt x="9927" y="11295"/>
                    <a:pt x="9542" y="11064"/>
                  </a:cubicBezTo>
                  <a:cubicBezTo>
                    <a:pt x="9419" y="11003"/>
                    <a:pt x="9295" y="10910"/>
                    <a:pt x="9172" y="10818"/>
                  </a:cubicBezTo>
                  <a:cubicBezTo>
                    <a:pt x="10746" y="9984"/>
                    <a:pt x="11733" y="8349"/>
                    <a:pt x="11702" y="6559"/>
                  </a:cubicBezTo>
                  <a:lnTo>
                    <a:pt x="11702" y="6435"/>
                  </a:lnTo>
                  <a:cubicBezTo>
                    <a:pt x="11857" y="6466"/>
                    <a:pt x="11980" y="6528"/>
                    <a:pt x="12104" y="6620"/>
                  </a:cubicBezTo>
                  <a:cubicBezTo>
                    <a:pt x="12567" y="6898"/>
                    <a:pt x="12968" y="7330"/>
                    <a:pt x="13184" y="7824"/>
                  </a:cubicBezTo>
                  <a:cubicBezTo>
                    <a:pt x="13246" y="7961"/>
                    <a:pt x="13364" y="8023"/>
                    <a:pt x="13483" y="8023"/>
                  </a:cubicBezTo>
                  <a:cubicBezTo>
                    <a:pt x="13657" y="8023"/>
                    <a:pt x="13832" y="7890"/>
                    <a:pt x="13832" y="7670"/>
                  </a:cubicBezTo>
                  <a:cubicBezTo>
                    <a:pt x="13770" y="6867"/>
                    <a:pt x="13523" y="6127"/>
                    <a:pt x="13091" y="5478"/>
                  </a:cubicBezTo>
                  <a:lnTo>
                    <a:pt x="13060" y="5448"/>
                  </a:lnTo>
                  <a:cubicBezTo>
                    <a:pt x="13026" y="5397"/>
                    <a:pt x="12974" y="5374"/>
                    <a:pt x="12918" y="5374"/>
                  </a:cubicBezTo>
                  <a:cubicBezTo>
                    <a:pt x="12872" y="5374"/>
                    <a:pt x="12824" y="5389"/>
                    <a:pt x="12783" y="5417"/>
                  </a:cubicBezTo>
                  <a:cubicBezTo>
                    <a:pt x="12690" y="5448"/>
                    <a:pt x="12659" y="5571"/>
                    <a:pt x="12721" y="5664"/>
                  </a:cubicBezTo>
                  <a:cubicBezTo>
                    <a:pt x="13060" y="6188"/>
                    <a:pt x="13276" y="6744"/>
                    <a:pt x="13369" y="7330"/>
                  </a:cubicBezTo>
                  <a:cubicBezTo>
                    <a:pt x="12787" y="6366"/>
                    <a:pt x="11803" y="5887"/>
                    <a:pt x="10819" y="5887"/>
                  </a:cubicBezTo>
                  <a:cubicBezTo>
                    <a:pt x="9820" y="5887"/>
                    <a:pt x="8821" y="6381"/>
                    <a:pt x="8246" y="7361"/>
                  </a:cubicBezTo>
                  <a:cubicBezTo>
                    <a:pt x="7104" y="9336"/>
                    <a:pt x="8524" y="11805"/>
                    <a:pt x="10777" y="11805"/>
                  </a:cubicBezTo>
                  <a:cubicBezTo>
                    <a:pt x="10282" y="12000"/>
                    <a:pt x="9760" y="12097"/>
                    <a:pt x="9241" y="12097"/>
                  </a:cubicBezTo>
                  <a:cubicBezTo>
                    <a:pt x="8529" y="12097"/>
                    <a:pt x="7821" y="11915"/>
                    <a:pt x="7197" y="11558"/>
                  </a:cubicBezTo>
                  <a:cubicBezTo>
                    <a:pt x="7135" y="11527"/>
                    <a:pt x="7104" y="11466"/>
                    <a:pt x="7042" y="11435"/>
                  </a:cubicBezTo>
                  <a:cubicBezTo>
                    <a:pt x="6996" y="11419"/>
                    <a:pt x="6957" y="11412"/>
                    <a:pt x="6919" y="11412"/>
                  </a:cubicBezTo>
                  <a:cubicBezTo>
                    <a:pt x="6880" y="11412"/>
                    <a:pt x="6842" y="11419"/>
                    <a:pt x="6795" y="11435"/>
                  </a:cubicBezTo>
                  <a:cubicBezTo>
                    <a:pt x="6765" y="11466"/>
                    <a:pt x="6703" y="11527"/>
                    <a:pt x="6641" y="11558"/>
                  </a:cubicBezTo>
                  <a:cubicBezTo>
                    <a:pt x="5998" y="11915"/>
                    <a:pt x="5294" y="12097"/>
                    <a:pt x="4587" y="12097"/>
                  </a:cubicBezTo>
                  <a:cubicBezTo>
                    <a:pt x="4072" y="12097"/>
                    <a:pt x="3556" y="12000"/>
                    <a:pt x="3061" y="11805"/>
                  </a:cubicBezTo>
                  <a:cubicBezTo>
                    <a:pt x="5314" y="11774"/>
                    <a:pt x="6703" y="9336"/>
                    <a:pt x="5592" y="7361"/>
                  </a:cubicBezTo>
                  <a:cubicBezTo>
                    <a:pt x="5129" y="6559"/>
                    <a:pt x="4296" y="6034"/>
                    <a:pt x="3370" y="5911"/>
                  </a:cubicBezTo>
                  <a:cubicBezTo>
                    <a:pt x="3245" y="5894"/>
                    <a:pt x="3120" y="5886"/>
                    <a:pt x="2996" y="5886"/>
                  </a:cubicBezTo>
                  <a:cubicBezTo>
                    <a:pt x="1959" y="5886"/>
                    <a:pt x="992" y="6448"/>
                    <a:pt x="469" y="7330"/>
                  </a:cubicBezTo>
                  <a:cubicBezTo>
                    <a:pt x="654" y="6096"/>
                    <a:pt x="1395" y="5016"/>
                    <a:pt x="2506" y="4367"/>
                  </a:cubicBezTo>
                  <a:lnTo>
                    <a:pt x="2660" y="4275"/>
                  </a:lnTo>
                  <a:cubicBezTo>
                    <a:pt x="2753" y="4244"/>
                    <a:pt x="2783" y="4151"/>
                    <a:pt x="2783" y="4090"/>
                  </a:cubicBezTo>
                  <a:lnTo>
                    <a:pt x="2783" y="3843"/>
                  </a:lnTo>
                  <a:cubicBezTo>
                    <a:pt x="2783" y="2577"/>
                    <a:pt x="3339" y="1374"/>
                    <a:pt x="4326" y="602"/>
                  </a:cubicBezTo>
                  <a:lnTo>
                    <a:pt x="4326" y="602"/>
                  </a:lnTo>
                  <a:cubicBezTo>
                    <a:pt x="4080" y="1034"/>
                    <a:pt x="3925" y="1559"/>
                    <a:pt x="3925" y="2053"/>
                  </a:cubicBezTo>
                  <a:cubicBezTo>
                    <a:pt x="3925" y="2547"/>
                    <a:pt x="4049" y="3040"/>
                    <a:pt x="4296" y="3472"/>
                  </a:cubicBezTo>
                  <a:cubicBezTo>
                    <a:pt x="4820" y="4429"/>
                    <a:pt x="5808" y="5016"/>
                    <a:pt x="6888" y="5016"/>
                  </a:cubicBezTo>
                  <a:cubicBezTo>
                    <a:pt x="7937" y="5016"/>
                    <a:pt x="8925" y="4491"/>
                    <a:pt x="9480" y="3596"/>
                  </a:cubicBezTo>
                  <a:cubicBezTo>
                    <a:pt x="10005" y="2670"/>
                    <a:pt x="10005" y="1528"/>
                    <a:pt x="9480" y="602"/>
                  </a:cubicBezTo>
                  <a:lnTo>
                    <a:pt x="9480" y="602"/>
                  </a:lnTo>
                  <a:cubicBezTo>
                    <a:pt x="10468" y="1405"/>
                    <a:pt x="11054" y="2577"/>
                    <a:pt x="11023" y="3843"/>
                  </a:cubicBezTo>
                  <a:lnTo>
                    <a:pt x="11023" y="4090"/>
                  </a:lnTo>
                  <a:cubicBezTo>
                    <a:pt x="11023" y="4182"/>
                    <a:pt x="11085" y="4244"/>
                    <a:pt x="11147" y="4275"/>
                  </a:cubicBezTo>
                  <a:lnTo>
                    <a:pt x="11332" y="4398"/>
                  </a:lnTo>
                  <a:cubicBezTo>
                    <a:pt x="11672" y="4583"/>
                    <a:pt x="11980" y="4830"/>
                    <a:pt x="12258" y="5108"/>
                  </a:cubicBezTo>
                  <a:cubicBezTo>
                    <a:pt x="12301" y="5151"/>
                    <a:pt x="12351" y="5169"/>
                    <a:pt x="12399" y="5169"/>
                  </a:cubicBezTo>
                  <a:cubicBezTo>
                    <a:pt x="12560" y="5169"/>
                    <a:pt x="12709" y="4973"/>
                    <a:pt x="12567" y="4830"/>
                  </a:cubicBezTo>
                  <a:cubicBezTo>
                    <a:pt x="12258" y="4522"/>
                    <a:pt x="11918" y="4244"/>
                    <a:pt x="11548" y="4028"/>
                  </a:cubicBezTo>
                  <a:lnTo>
                    <a:pt x="11456" y="3997"/>
                  </a:lnTo>
                  <a:lnTo>
                    <a:pt x="11456" y="3843"/>
                  </a:lnTo>
                  <a:cubicBezTo>
                    <a:pt x="11456" y="2331"/>
                    <a:pt x="10684" y="911"/>
                    <a:pt x="9419" y="78"/>
                  </a:cubicBezTo>
                  <a:cubicBezTo>
                    <a:pt x="9357" y="35"/>
                    <a:pt x="9294" y="16"/>
                    <a:pt x="9232" y="16"/>
                  </a:cubicBezTo>
                  <a:cubicBezTo>
                    <a:pt x="8986" y="16"/>
                    <a:pt x="8783" y="318"/>
                    <a:pt x="8956" y="541"/>
                  </a:cubicBezTo>
                  <a:cubicBezTo>
                    <a:pt x="9295" y="1004"/>
                    <a:pt x="9480" y="1528"/>
                    <a:pt x="9480" y="2084"/>
                  </a:cubicBezTo>
                  <a:cubicBezTo>
                    <a:pt x="9450" y="2238"/>
                    <a:pt x="9450" y="2361"/>
                    <a:pt x="9419" y="2516"/>
                  </a:cubicBezTo>
                  <a:cubicBezTo>
                    <a:pt x="8647" y="2037"/>
                    <a:pt x="7775" y="1798"/>
                    <a:pt x="6903" y="1798"/>
                  </a:cubicBezTo>
                  <a:cubicBezTo>
                    <a:pt x="6032" y="1798"/>
                    <a:pt x="5160" y="2037"/>
                    <a:pt x="4388" y="2516"/>
                  </a:cubicBezTo>
                  <a:cubicBezTo>
                    <a:pt x="4357" y="2361"/>
                    <a:pt x="4326" y="2207"/>
                    <a:pt x="4326" y="2053"/>
                  </a:cubicBezTo>
                  <a:cubicBezTo>
                    <a:pt x="4326" y="1528"/>
                    <a:pt x="4512" y="1004"/>
                    <a:pt x="4820" y="541"/>
                  </a:cubicBezTo>
                  <a:cubicBezTo>
                    <a:pt x="5013" y="299"/>
                    <a:pt x="4829" y="1"/>
                    <a:pt x="45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74" name="Google Shape;13574;p88"/>
          <p:cNvGrpSpPr/>
          <p:nvPr/>
        </p:nvGrpSpPr>
        <p:grpSpPr>
          <a:xfrm>
            <a:off x="6245650" y="3984005"/>
            <a:ext cx="354925" cy="345325"/>
            <a:chOff x="7786988" y="3022331"/>
            <a:chExt cx="354925" cy="345325"/>
          </a:xfrm>
        </p:grpSpPr>
        <p:sp>
          <p:nvSpPr>
            <p:cNvPr id="13575" name="Google Shape;13575;p88"/>
            <p:cNvSpPr/>
            <p:nvPr/>
          </p:nvSpPr>
          <p:spPr>
            <a:xfrm>
              <a:off x="7912738" y="3183406"/>
              <a:ext cx="10075" cy="18550"/>
            </a:xfrm>
            <a:custGeom>
              <a:rect b="b" l="l" r="r" t="t"/>
              <a:pathLst>
                <a:path extrusionOk="0" h="742" w="403">
                  <a:moveTo>
                    <a:pt x="186" y="1"/>
                  </a:moveTo>
                  <a:cubicBezTo>
                    <a:pt x="94" y="1"/>
                    <a:pt x="1" y="93"/>
                    <a:pt x="1" y="217"/>
                  </a:cubicBezTo>
                  <a:lnTo>
                    <a:pt x="1" y="525"/>
                  </a:lnTo>
                  <a:cubicBezTo>
                    <a:pt x="1" y="649"/>
                    <a:pt x="94" y="741"/>
                    <a:pt x="186" y="741"/>
                  </a:cubicBezTo>
                  <a:cubicBezTo>
                    <a:pt x="310" y="741"/>
                    <a:pt x="402" y="649"/>
                    <a:pt x="402" y="525"/>
                  </a:cubicBezTo>
                  <a:lnTo>
                    <a:pt x="402" y="217"/>
                  </a:lnTo>
                  <a:cubicBezTo>
                    <a:pt x="402" y="93"/>
                    <a:pt x="310"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6" name="Google Shape;13576;p88"/>
            <p:cNvSpPr/>
            <p:nvPr/>
          </p:nvSpPr>
          <p:spPr>
            <a:xfrm>
              <a:off x="8005338" y="3183406"/>
              <a:ext cx="10050" cy="18550"/>
            </a:xfrm>
            <a:custGeom>
              <a:rect b="b" l="l" r="r" t="t"/>
              <a:pathLst>
                <a:path extrusionOk="0" h="742" w="402">
                  <a:moveTo>
                    <a:pt x="216" y="1"/>
                  </a:moveTo>
                  <a:cubicBezTo>
                    <a:pt x="93" y="1"/>
                    <a:pt x="0" y="93"/>
                    <a:pt x="0" y="217"/>
                  </a:cubicBezTo>
                  <a:lnTo>
                    <a:pt x="0" y="525"/>
                  </a:lnTo>
                  <a:cubicBezTo>
                    <a:pt x="0" y="649"/>
                    <a:pt x="93" y="741"/>
                    <a:pt x="216" y="741"/>
                  </a:cubicBezTo>
                  <a:cubicBezTo>
                    <a:pt x="309" y="741"/>
                    <a:pt x="402" y="649"/>
                    <a:pt x="402" y="525"/>
                  </a:cubicBezTo>
                  <a:lnTo>
                    <a:pt x="402" y="217"/>
                  </a:lnTo>
                  <a:cubicBezTo>
                    <a:pt x="402" y="93"/>
                    <a:pt x="309" y="1"/>
                    <a:pt x="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7" name="Google Shape;13577;p88"/>
            <p:cNvSpPr/>
            <p:nvPr/>
          </p:nvSpPr>
          <p:spPr>
            <a:xfrm>
              <a:off x="7945538" y="3191031"/>
              <a:ext cx="37075" cy="15550"/>
            </a:xfrm>
            <a:custGeom>
              <a:rect b="b" l="l" r="r" t="t"/>
              <a:pathLst>
                <a:path extrusionOk="0" h="622" w="1483">
                  <a:moveTo>
                    <a:pt x="298" y="1"/>
                  </a:moveTo>
                  <a:cubicBezTo>
                    <a:pt x="141" y="1"/>
                    <a:pt x="0" y="181"/>
                    <a:pt x="139" y="344"/>
                  </a:cubicBezTo>
                  <a:cubicBezTo>
                    <a:pt x="294" y="529"/>
                    <a:pt x="510" y="622"/>
                    <a:pt x="757" y="622"/>
                  </a:cubicBezTo>
                  <a:cubicBezTo>
                    <a:pt x="973" y="622"/>
                    <a:pt x="1189" y="529"/>
                    <a:pt x="1343" y="344"/>
                  </a:cubicBezTo>
                  <a:cubicBezTo>
                    <a:pt x="1483" y="181"/>
                    <a:pt x="1342" y="1"/>
                    <a:pt x="1185" y="1"/>
                  </a:cubicBezTo>
                  <a:cubicBezTo>
                    <a:pt x="1133" y="1"/>
                    <a:pt x="1080" y="20"/>
                    <a:pt x="1034" y="66"/>
                  </a:cubicBezTo>
                  <a:cubicBezTo>
                    <a:pt x="957" y="159"/>
                    <a:pt x="849" y="205"/>
                    <a:pt x="741" y="205"/>
                  </a:cubicBezTo>
                  <a:cubicBezTo>
                    <a:pt x="633" y="205"/>
                    <a:pt x="525" y="159"/>
                    <a:pt x="448" y="66"/>
                  </a:cubicBezTo>
                  <a:cubicBezTo>
                    <a:pt x="402" y="20"/>
                    <a:pt x="349"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8" name="Google Shape;13578;p88"/>
            <p:cNvSpPr/>
            <p:nvPr/>
          </p:nvSpPr>
          <p:spPr>
            <a:xfrm>
              <a:off x="7899638" y="3100856"/>
              <a:ext cx="182100" cy="145875"/>
            </a:xfrm>
            <a:custGeom>
              <a:rect b="b" l="l" r="r" t="t"/>
              <a:pathLst>
                <a:path extrusionOk="0" h="5835" w="7284">
                  <a:moveTo>
                    <a:pt x="2562" y="1"/>
                  </a:moveTo>
                  <a:lnTo>
                    <a:pt x="2593" y="31"/>
                  </a:lnTo>
                  <a:cubicBezTo>
                    <a:pt x="1667" y="31"/>
                    <a:pt x="772" y="371"/>
                    <a:pt x="93" y="988"/>
                  </a:cubicBezTo>
                  <a:cubicBezTo>
                    <a:pt x="0" y="1081"/>
                    <a:pt x="0" y="1204"/>
                    <a:pt x="93" y="1266"/>
                  </a:cubicBezTo>
                  <a:cubicBezTo>
                    <a:pt x="124" y="1312"/>
                    <a:pt x="170" y="1335"/>
                    <a:pt x="220" y="1335"/>
                  </a:cubicBezTo>
                  <a:cubicBezTo>
                    <a:pt x="270" y="1335"/>
                    <a:pt x="324" y="1312"/>
                    <a:pt x="371" y="1266"/>
                  </a:cubicBezTo>
                  <a:cubicBezTo>
                    <a:pt x="1049" y="682"/>
                    <a:pt x="1796" y="432"/>
                    <a:pt x="2516" y="432"/>
                  </a:cubicBezTo>
                  <a:cubicBezTo>
                    <a:pt x="4841" y="432"/>
                    <a:pt x="6879" y="3050"/>
                    <a:pt x="5370" y="5525"/>
                  </a:cubicBezTo>
                  <a:cubicBezTo>
                    <a:pt x="5309" y="5617"/>
                    <a:pt x="5339" y="5741"/>
                    <a:pt x="5432" y="5803"/>
                  </a:cubicBezTo>
                  <a:cubicBezTo>
                    <a:pt x="5465" y="5824"/>
                    <a:pt x="5501" y="5835"/>
                    <a:pt x="5538" y="5835"/>
                  </a:cubicBezTo>
                  <a:cubicBezTo>
                    <a:pt x="5604" y="5835"/>
                    <a:pt x="5670" y="5801"/>
                    <a:pt x="5710" y="5741"/>
                  </a:cubicBezTo>
                  <a:cubicBezTo>
                    <a:pt x="7284" y="3272"/>
                    <a:pt x="5525" y="1"/>
                    <a:pt x="25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9" name="Google Shape;13579;p88"/>
            <p:cNvSpPr/>
            <p:nvPr/>
          </p:nvSpPr>
          <p:spPr>
            <a:xfrm>
              <a:off x="7859513" y="3138631"/>
              <a:ext cx="172075" cy="149700"/>
            </a:xfrm>
            <a:custGeom>
              <a:rect b="b" l="l" r="r" t="t"/>
              <a:pathLst>
                <a:path extrusionOk="0" h="5988" w="6883">
                  <a:moveTo>
                    <a:pt x="1314" y="1"/>
                  </a:moveTo>
                  <a:cubicBezTo>
                    <a:pt x="1248" y="1"/>
                    <a:pt x="1182" y="35"/>
                    <a:pt x="1142" y="94"/>
                  </a:cubicBezTo>
                  <a:cubicBezTo>
                    <a:pt x="0" y="1668"/>
                    <a:pt x="278" y="3829"/>
                    <a:pt x="1760" y="5094"/>
                  </a:cubicBezTo>
                  <a:cubicBezTo>
                    <a:pt x="2446" y="5693"/>
                    <a:pt x="3299" y="5988"/>
                    <a:pt x="4155" y="5988"/>
                  </a:cubicBezTo>
                  <a:cubicBezTo>
                    <a:pt x="5105" y="5988"/>
                    <a:pt x="6059" y="5624"/>
                    <a:pt x="6790" y="4909"/>
                  </a:cubicBezTo>
                  <a:cubicBezTo>
                    <a:pt x="6883" y="4847"/>
                    <a:pt x="6883" y="4693"/>
                    <a:pt x="6790" y="4631"/>
                  </a:cubicBezTo>
                  <a:cubicBezTo>
                    <a:pt x="6744" y="4585"/>
                    <a:pt x="6690" y="4562"/>
                    <a:pt x="6640" y="4562"/>
                  </a:cubicBezTo>
                  <a:cubicBezTo>
                    <a:pt x="6589" y="4562"/>
                    <a:pt x="6543" y="4585"/>
                    <a:pt x="6512" y="4631"/>
                  </a:cubicBezTo>
                  <a:cubicBezTo>
                    <a:pt x="5866" y="5261"/>
                    <a:pt x="5026" y="5578"/>
                    <a:pt x="4181" y="5578"/>
                  </a:cubicBezTo>
                  <a:cubicBezTo>
                    <a:pt x="3412" y="5578"/>
                    <a:pt x="2639" y="5315"/>
                    <a:pt x="2006" y="4785"/>
                  </a:cubicBezTo>
                  <a:cubicBezTo>
                    <a:pt x="710" y="3674"/>
                    <a:pt x="463" y="1730"/>
                    <a:pt x="1482" y="341"/>
                  </a:cubicBezTo>
                  <a:cubicBezTo>
                    <a:pt x="1544" y="249"/>
                    <a:pt x="1513" y="94"/>
                    <a:pt x="1420" y="33"/>
                  </a:cubicBezTo>
                  <a:cubicBezTo>
                    <a:pt x="1387" y="11"/>
                    <a:pt x="1351" y="1"/>
                    <a:pt x="13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88"/>
            <p:cNvSpPr/>
            <p:nvPr/>
          </p:nvSpPr>
          <p:spPr>
            <a:xfrm>
              <a:off x="7786988" y="3022331"/>
              <a:ext cx="354925" cy="345325"/>
            </a:xfrm>
            <a:custGeom>
              <a:rect b="b" l="l" r="r" t="t"/>
              <a:pathLst>
                <a:path extrusionOk="0" h="13813" w="14197">
                  <a:moveTo>
                    <a:pt x="7099" y="395"/>
                  </a:moveTo>
                  <a:cubicBezTo>
                    <a:pt x="7376" y="395"/>
                    <a:pt x="7592" y="642"/>
                    <a:pt x="7592" y="920"/>
                  </a:cubicBezTo>
                  <a:cubicBezTo>
                    <a:pt x="7623" y="1305"/>
                    <a:pt x="7353" y="1498"/>
                    <a:pt x="7083" y="1498"/>
                  </a:cubicBezTo>
                  <a:cubicBezTo>
                    <a:pt x="6813" y="1498"/>
                    <a:pt x="6543" y="1305"/>
                    <a:pt x="6574" y="920"/>
                  </a:cubicBezTo>
                  <a:cubicBezTo>
                    <a:pt x="6574" y="642"/>
                    <a:pt x="6790" y="395"/>
                    <a:pt x="7099" y="395"/>
                  </a:cubicBezTo>
                  <a:close/>
                  <a:moveTo>
                    <a:pt x="7284" y="1815"/>
                  </a:moveTo>
                  <a:lnTo>
                    <a:pt x="7284" y="2092"/>
                  </a:lnTo>
                  <a:lnTo>
                    <a:pt x="6883" y="2092"/>
                  </a:lnTo>
                  <a:lnTo>
                    <a:pt x="6883" y="1815"/>
                  </a:lnTo>
                  <a:cubicBezTo>
                    <a:pt x="6944" y="1845"/>
                    <a:pt x="7006" y="1845"/>
                    <a:pt x="7099" y="1845"/>
                  </a:cubicBezTo>
                  <a:cubicBezTo>
                    <a:pt x="7160" y="1845"/>
                    <a:pt x="7222" y="1845"/>
                    <a:pt x="7284" y="1815"/>
                  </a:cubicBezTo>
                  <a:close/>
                  <a:moveTo>
                    <a:pt x="4024" y="1246"/>
                  </a:moveTo>
                  <a:cubicBezTo>
                    <a:pt x="4203" y="1246"/>
                    <a:pt x="4380" y="1335"/>
                    <a:pt x="4475" y="1506"/>
                  </a:cubicBezTo>
                  <a:cubicBezTo>
                    <a:pt x="4661" y="1845"/>
                    <a:pt x="4414" y="2247"/>
                    <a:pt x="4043" y="2277"/>
                  </a:cubicBezTo>
                  <a:cubicBezTo>
                    <a:pt x="3858" y="2277"/>
                    <a:pt x="3704" y="2185"/>
                    <a:pt x="3611" y="2031"/>
                  </a:cubicBezTo>
                  <a:lnTo>
                    <a:pt x="3580" y="2031"/>
                  </a:lnTo>
                  <a:cubicBezTo>
                    <a:pt x="3457" y="1815"/>
                    <a:pt x="3519" y="1506"/>
                    <a:pt x="3704" y="1352"/>
                  </a:cubicBezTo>
                  <a:cubicBezTo>
                    <a:pt x="3799" y="1280"/>
                    <a:pt x="3912" y="1246"/>
                    <a:pt x="4024" y="1246"/>
                  </a:cubicBezTo>
                  <a:close/>
                  <a:moveTo>
                    <a:pt x="10154" y="1228"/>
                  </a:moveTo>
                  <a:cubicBezTo>
                    <a:pt x="10679" y="1228"/>
                    <a:pt x="10864" y="1938"/>
                    <a:pt x="10401" y="2216"/>
                  </a:cubicBezTo>
                  <a:cubicBezTo>
                    <a:pt x="10319" y="2259"/>
                    <a:pt x="10235" y="2279"/>
                    <a:pt x="10154" y="2279"/>
                  </a:cubicBezTo>
                  <a:cubicBezTo>
                    <a:pt x="9777" y="2279"/>
                    <a:pt x="9462" y="1856"/>
                    <a:pt x="9691" y="1475"/>
                  </a:cubicBezTo>
                  <a:cubicBezTo>
                    <a:pt x="9784" y="1321"/>
                    <a:pt x="9969" y="1228"/>
                    <a:pt x="10154" y="1228"/>
                  </a:cubicBezTo>
                  <a:close/>
                  <a:moveTo>
                    <a:pt x="4661" y="2432"/>
                  </a:moveTo>
                  <a:lnTo>
                    <a:pt x="4784" y="2679"/>
                  </a:lnTo>
                  <a:cubicBezTo>
                    <a:pt x="4691" y="2740"/>
                    <a:pt x="4568" y="2802"/>
                    <a:pt x="4445" y="2864"/>
                  </a:cubicBezTo>
                  <a:lnTo>
                    <a:pt x="4321" y="2648"/>
                  </a:lnTo>
                  <a:cubicBezTo>
                    <a:pt x="4445" y="2586"/>
                    <a:pt x="4568" y="2524"/>
                    <a:pt x="4661" y="2432"/>
                  </a:cubicBezTo>
                  <a:close/>
                  <a:moveTo>
                    <a:pt x="9506" y="2432"/>
                  </a:moveTo>
                  <a:cubicBezTo>
                    <a:pt x="9598" y="2524"/>
                    <a:pt x="9722" y="2586"/>
                    <a:pt x="9845" y="2617"/>
                  </a:cubicBezTo>
                  <a:lnTo>
                    <a:pt x="9722" y="2864"/>
                  </a:lnTo>
                  <a:cubicBezTo>
                    <a:pt x="9598" y="2771"/>
                    <a:pt x="9475" y="2709"/>
                    <a:pt x="9382" y="2648"/>
                  </a:cubicBezTo>
                  <a:lnTo>
                    <a:pt x="9506" y="2432"/>
                  </a:lnTo>
                  <a:close/>
                  <a:moveTo>
                    <a:pt x="2007" y="3393"/>
                  </a:moveTo>
                  <a:cubicBezTo>
                    <a:pt x="2065" y="3393"/>
                    <a:pt x="2127" y="3411"/>
                    <a:pt x="2192" y="3450"/>
                  </a:cubicBezTo>
                  <a:cubicBezTo>
                    <a:pt x="2284" y="3512"/>
                    <a:pt x="2377" y="3635"/>
                    <a:pt x="2408" y="3759"/>
                  </a:cubicBezTo>
                  <a:cubicBezTo>
                    <a:pt x="2500" y="4098"/>
                    <a:pt x="2253" y="4407"/>
                    <a:pt x="1914" y="4407"/>
                  </a:cubicBezTo>
                  <a:cubicBezTo>
                    <a:pt x="1341" y="4407"/>
                    <a:pt x="1564" y="3393"/>
                    <a:pt x="2007" y="3393"/>
                  </a:cubicBezTo>
                  <a:close/>
                  <a:moveTo>
                    <a:pt x="12253" y="3358"/>
                  </a:moveTo>
                  <a:cubicBezTo>
                    <a:pt x="12777" y="3388"/>
                    <a:pt x="12962" y="4067"/>
                    <a:pt x="12530" y="4345"/>
                  </a:cubicBezTo>
                  <a:cubicBezTo>
                    <a:pt x="12435" y="4398"/>
                    <a:pt x="12341" y="4421"/>
                    <a:pt x="12254" y="4421"/>
                  </a:cubicBezTo>
                  <a:cubicBezTo>
                    <a:pt x="11778" y="4421"/>
                    <a:pt x="11484" y="3737"/>
                    <a:pt x="12006" y="3450"/>
                  </a:cubicBezTo>
                  <a:cubicBezTo>
                    <a:pt x="12067" y="3388"/>
                    <a:pt x="12160" y="3358"/>
                    <a:pt x="12253" y="3358"/>
                  </a:cubicBezTo>
                  <a:close/>
                  <a:moveTo>
                    <a:pt x="11358" y="4160"/>
                  </a:moveTo>
                  <a:cubicBezTo>
                    <a:pt x="11419" y="4283"/>
                    <a:pt x="11481" y="4407"/>
                    <a:pt x="11574" y="4499"/>
                  </a:cubicBezTo>
                  <a:lnTo>
                    <a:pt x="11327" y="4623"/>
                  </a:lnTo>
                  <a:cubicBezTo>
                    <a:pt x="11265" y="4530"/>
                    <a:pt x="11203" y="4407"/>
                    <a:pt x="11142" y="4283"/>
                  </a:cubicBezTo>
                  <a:lnTo>
                    <a:pt x="11358" y="4160"/>
                  </a:lnTo>
                  <a:close/>
                  <a:moveTo>
                    <a:pt x="2809" y="4160"/>
                  </a:moveTo>
                  <a:lnTo>
                    <a:pt x="3025" y="4314"/>
                  </a:lnTo>
                  <a:cubicBezTo>
                    <a:pt x="2963" y="4438"/>
                    <a:pt x="2871" y="4530"/>
                    <a:pt x="2840" y="4654"/>
                  </a:cubicBezTo>
                  <a:lnTo>
                    <a:pt x="2593" y="4530"/>
                  </a:lnTo>
                  <a:cubicBezTo>
                    <a:pt x="2593" y="4530"/>
                    <a:pt x="2685" y="4407"/>
                    <a:pt x="2716" y="4376"/>
                  </a:cubicBezTo>
                  <a:cubicBezTo>
                    <a:pt x="2747" y="4314"/>
                    <a:pt x="2778" y="4253"/>
                    <a:pt x="2809" y="4160"/>
                  </a:cubicBezTo>
                  <a:close/>
                  <a:moveTo>
                    <a:pt x="2253" y="6691"/>
                  </a:moveTo>
                  <a:lnTo>
                    <a:pt x="2253" y="6907"/>
                  </a:lnTo>
                  <a:lnTo>
                    <a:pt x="2253" y="7123"/>
                  </a:lnTo>
                  <a:lnTo>
                    <a:pt x="1976" y="7123"/>
                  </a:lnTo>
                  <a:cubicBezTo>
                    <a:pt x="2006" y="7123"/>
                    <a:pt x="2006" y="6907"/>
                    <a:pt x="2006" y="6876"/>
                  </a:cubicBezTo>
                  <a:cubicBezTo>
                    <a:pt x="2006" y="6814"/>
                    <a:pt x="2006" y="6752"/>
                    <a:pt x="1976" y="6691"/>
                  </a:cubicBezTo>
                  <a:close/>
                  <a:moveTo>
                    <a:pt x="12129" y="6691"/>
                  </a:moveTo>
                  <a:cubicBezTo>
                    <a:pt x="12129" y="6814"/>
                    <a:pt x="12129" y="6938"/>
                    <a:pt x="12129" y="7061"/>
                  </a:cubicBezTo>
                  <a:lnTo>
                    <a:pt x="12129" y="7123"/>
                  </a:lnTo>
                  <a:lnTo>
                    <a:pt x="11882" y="7123"/>
                  </a:lnTo>
                  <a:lnTo>
                    <a:pt x="11882" y="7061"/>
                  </a:lnTo>
                  <a:lnTo>
                    <a:pt x="11882" y="6691"/>
                  </a:lnTo>
                  <a:close/>
                  <a:moveTo>
                    <a:pt x="13051" y="6378"/>
                  </a:moveTo>
                  <a:cubicBezTo>
                    <a:pt x="13225" y="6378"/>
                    <a:pt x="13397" y="6463"/>
                    <a:pt x="13487" y="6629"/>
                  </a:cubicBezTo>
                  <a:cubicBezTo>
                    <a:pt x="13703" y="6999"/>
                    <a:pt x="13456" y="7431"/>
                    <a:pt x="13055" y="7431"/>
                  </a:cubicBezTo>
                  <a:cubicBezTo>
                    <a:pt x="12654" y="7431"/>
                    <a:pt x="12407" y="6999"/>
                    <a:pt x="12592" y="6660"/>
                  </a:cubicBezTo>
                  <a:cubicBezTo>
                    <a:pt x="12687" y="6471"/>
                    <a:pt x="12870" y="6378"/>
                    <a:pt x="13051" y="6378"/>
                  </a:cubicBezTo>
                  <a:close/>
                  <a:moveTo>
                    <a:pt x="1167" y="6380"/>
                  </a:moveTo>
                  <a:cubicBezTo>
                    <a:pt x="1834" y="6380"/>
                    <a:pt x="1834" y="7434"/>
                    <a:pt x="1167" y="7434"/>
                  </a:cubicBezTo>
                  <a:cubicBezTo>
                    <a:pt x="1149" y="7434"/>
                    <a:pt x="1130" y="7433"/>
                    <a:pt x="1111" y="7431"/>
                  </a:cubicBezTo>
                  <a:cubicBezTo>
                    <a:pt x="1092" y="7433"/>
                    <a:pt x="1072" y="7434"/>
                    <a:pt x="1054" y="7434"/>
                  </a:cubicBezTo>
                  <a:cubicBezTo>
                    <a:pt x="359" y="7434"/>
                    <a:pt x="359" y="6380"/>
                    <a:pt x="1054" y="6380"/>
                  </a:cubicBezTo>
                  <a:cubicBezTo>
                    <a:pt x="1072" y="6380"/>
                    <a:pt x="1092" y="6380"/>
                    <a:pt x="1111" y="6382"/>
                  </a:cubicBezTo>
                  <a:cubicBezTo>
                    <a:pt x="1130" y="6380"/>
                    <a:pt x="1149" y="6380"/>
                    <a:pt x="1167" y="6380"/>
                  </a:cubicBezTo>
                  <a:close/>
                  <a:moveTo>
                    <a:pt x="11358" y="9160"/>
                  </a:moveTo>
                  <a:lnTo>
                    <a:pt x="11574" y="9283"/>
                  </a:lnTo>
                  <a:lnTo>
                    <a:pt x="11574" y="9314"/>
                  </a:lnTo>
                  <a:cubicBezTo>
                    <a:pt x="11481" y="9406"/>
                    <a:pt x="11419" y="9499"/>
                    <a:pt x="11388" y="9622"/>
                  </a:cubicBezTo>
                  <a:lnTo>
                    <a:pt x="11142" y="9499"/>
                  </a:lnTo>
                  <a:cubicBezTo>
                    <a:pt x="11234" y="9376"/>
                    <a:pt x="11296" y="9252"/>
                    <a:pt x="11358" y="9160"/>
                  </a:cubicBezTo>
                  <a:close/>
                  <a:moveTo>
                    <a:pt x="2840" y="9160"/>
                  </a:moveTo>
                  <a:cubicBezTo>
                    <a:pt x="2871" y="9283"/>
                    <a:pt x="2963" y="9406"/>
                    <a:pt x="3025" y="9530"/>
                  </a:cubicBezTo>
                  <a:lnTo>
                    <a:pt x="2809" y="9653"/>
                  </a:lnTo>
                  <a:cubicBezTo>
                    <a:pt x="2747" y="9530"/>
                    <a:pt x="2685" y="9406"/>
                    <a:pt x="2593" y="9314"/>
                  </a:cubicBezTo>
                  <a:lnTo>
                    <a:pt x="2840" y="9160"/>
                  </a:lnTo>
                  <a:close/>
                  <a:moveTo>
                    <a:pt x="12357" y="9420"/>
                  </a:moveTo>
                  <a:cubicBezTo>
                    <a:pt x="12412" y="9420"/>
                    <a:pt x="12470" y="9435"/>
                    <a:pt x="12530" y="9468"/>
                  </a:cubicBezTo>
                  <a:cubicBezTo>
                    <a:pt x="12993" y="9746"/>
                    <a:pt x="12777" y="10425"/>
                    <a:pt x="12253" y="10425"/>
                  </a:cubicBezTo>
                  <a:cubicBezTo>
                    <a:pt x="11675" y="10425"/>
                    <a:pt x="11906" y="9420"/>
                    <a:pt x="12357" y="9420"/>
                  </a:cubicBezTo>
                  <a:close/>
                  <a:moveTo>
                    <a:pt x="1914" y="9406"/>
                  </a:moveTo>
                  <a:cubicBezTo>
                    <a:pt x="2408" y="9437"/>
                    <a:pt x="2593" y="10085"/>
                    <a:pt x="2192" y="10394"/>
                  </a:cubicBezTo>
                  <a:cubicBezTo>
                    <a:pt x="2133" y="10427"/>
                    <a:pt x="2076" y="10442"/>
                    <a:pt x="2022" y="10442"/>
                  </a:cubicBezTo>
                  <a:cubicBezTo>
                    <a:pt x="1569" y="10442"/>
                    <a:pt x="1335" y="9406"/>
                    <a:pt x="1914" y="9406"/>
                  </a:cubicBezTo>
                  <a:close/>
                  <a:moveTo>
                    <a:pt x="7083" y="2501"/>
                  </a:moveTo>
                  <a:cubicBezTo>
                    <a:pt x="7214" y="2501"/>
                    <a:pt x="7346" y="2509"/>
                    <a:pt x="7469" y="2524"/>
                  </a:cubicBezTo>
                  <a:cubicBezTo>
                    <a:pt x="9598" y="2709"/>
                    <a:pt x="11296" y="4376"/>
                    <a:pt x="11481" y="6536"/>
                  </a:cubicBezTo>
                  <a:cubicBezTo>
                    <a:pt x="11512" y="6783"/>
                    <a:pt x="11512" y="7030"/>
                    <a:pt x="11481" y="7308"/>
                  </a:cubicBezTo>
                  <a:cubicBezTo>
                    <a:pt x="11296" y="9437"/>
                    <a:pt x="9598" y="11104"/>
                    <a:pt x="7469" y="11320"/>
                  </a:cubicBezTo>
                  <a:lnTo>
                    <a:pt x="7438" y="11289"/>
                  </a:lnTo>
                  <a:cubicBezTo>
                    <a:pt x="7315" y="11304"/>
                    <a:pt x="7184" y="11312"/>
                    <a:pt x="7052" y="11312"/>
                  </a:cubicBezTo>
                  <a:cubicBezTo>
                    <a:pt x="6921" y="11312"/>
                    <a:pt x="6790" y="11304"/>
                    <a:pt x="6667" y="11289"/>
                  </a:cubicBezTo>
                  <a:cubicBezTo>
                    <a:pt x="4537" y="11104"/>
                    <a:pt x="2871" y="9406"/>
                    <a:pt x="2685" y="7308"/>
                  </a:cubicBezTo>
                  <a:cubicBezTo>
                    <a:pt x="2655" y="7030"/>
                    <a:pt x="2655" y="6783"/>
                    <a:pt x="2685" y="6536"/>
                  </a:cubicBezTo>
                  <a:cubicBezTo>
                    <a:pt x="2871" y="4376"/>
                    <a:pt x="4568" y="2709"/>
                    <a:pt x="6697" y="2524"/>
                  </a:cubicBezTo>
                  <a:cubicBezTo>
                    <a:pt x="6821" y="2509"/>
                    <a:pt x="6952" y="2501"/>
                    <a:pt x="7083" y="2501"/>
                  </a:cubicBezTo>
                  <a:close/>
                  <a:moveTo>
                    <a:pt x="4445" y="10950"/>
                  </a:moveTo>
                  <a:cubicBezTo>
                    <a:pt x="4568" y="11042"/>
                    <a:pt x="4691" y="11104"/>
                    <a:pt x="4784" y="11166"/>
                  </a:cubicBezTo>
                  <a:lnTo>
                    <a:pt x="4661" y="11382"/>
                  </a:lnTo>
                  <a:cubicBezTo>
                    <a:pt x="4568" y="11289"/>
                    <a:pt x="4445" y="11227"/>
                    <a:pt x="4321" y="11196"/>
                  </a:cubicBezTo>
                  <a:lnTo>
                    <a:pt x="4445" y="10950"/>
                  </a:lnTo>
                  <a:close/>
                  <a:moveTo>
                    <a:pt x="9722" y="10950"/>
                  </a:moveTo>
                  <a:lnTo>
                    <a:pt x="9845" y="11166"/>
                  </a:lnTo>
                  <a:cubicBezTo>
                    <a:pt x="9722" y="11227"/>
                    <a:pt x="9598" y="11289"/>
                    <a:pt x="9506" y="11382"/>
                  </a:cubicBezTo>
                  <a:lnTo>
                    <a:pt x="9382" y="11135"/>
                  </a:lnTo>
                  <a:cubicBezTo>
                    <a:pt x="9475" y="11073"/>
                    <a:pt x="9598" y="11011"/>
                    <a:pt x="9722" y="10950"/>
                  </a:cubicBezTo>
                  <a:close/>
                  <a:moveTo>
                    <a:pt x="7253" y="11721"/>
                  </a:moveTo>
                  <a:lnTo>
                    <a:pt x="7253" y="11999"/>
                  </a:lnTo>
                  <a:cubicBezTo>
                    <a:pt x="7222" y="11983"/>
                    <a:pt x="7191" y="11976"/>
                    <a:pt x="7160" y="11976"/>
                  </a:cubicBezTo>
                  <a:cubicBezTo>
                    <a:pt x="7130" y="11976"/>
                    <a:pt x="7099" y="11983"/>
                    <a:pt x="7068" y="11999"/>
                  </a:cubicBezTo>
                  <a:cubicBezTo>
                    <a:pt x="7037" y="11983"/>
                    <a:pt x="7006" y="11976"/>
                    <a:pt x="6971" y="11976"/>
                  </a:cubicBezTo>
                  <a:cubicBezTo>
                    <a:pt x="6937" y="11976"/>
                    <a:pt x="6898" y="11983"/>
                    <a:pt x="6852" y="11999"/>
                  </a:cubicBezTo>
                  <a:lnTo>
                    <a:pt x="6852" y="11721"/>
                  </a:lnTo>
                  <a:close/>
                  <a:moveTo>
                    <a:pt x="10145" y="11456"/>
                  </a:moveTo>
                  <a:cubicBezTo>
                    <a:pt x="10313" y="11456"/>
                    <a:pt x="10481" y="11542"/>
                    <a:pt x="10586" y="11752"/>
                  </a:cubicBezTo>
                  <a:lnTo>
                    <a:pt x="10586" y="11783"/>
                  </a:lnTo>
                  <a:cubicBezTo>
                    <a:pt x="10771" y="12122"/>
                    <a:pt x="10524" y="12523"/>
                    <a:pt x="10154" y="12554"/>
                  </a:cubicBezTo>
                  <a:cubicBezTo>
                    <a:pt x="9969" y="12554"/>
                    <a:pt x="9784" y="12462"/>
                    <a:pt x="9691" y="12307"/>
                  </a:cubicBezTo>
                  <a:cubicBezTo>
                    <a:pt x="9393" y="11882"/>
                    <a:pt x="9771" y="11456"/>
                    <a:pt x="10145" y="11456"/>
                  </a:cubicBezTo>
                  <a:close/>
                  <a:moveTo>
                    <a:pt x="3994" y="11534"/>
                  </a:moveTo>
                  <a:cubicBezTo>
                    <a:pt x="4401" y="11534"/>
                    <a:pt x="4654" y="11950"/>
                    <a:pt x="4475" y="12307"/>
                  </a:cubicBezTo>
                  <a:lnTo>
                    <a:pt x="4475" y="12338"/>
                  </a:lnTo>
                  <a:cubicBezTo>
                    <a:pt x="4383" y="12493"/>
                    <a:pt x="4198" y="12585"/>
                    <a:pt x="4013" y="12585"/>
                  </a:cubicBezTo>
                  <a:cubicBezTo>
                    <a:pt x="3395" y="12554"/>
                    <a:pt x="3334" y="11659"/>
                    <a:pt x="3951" y="11536"/>
                  </a:cubicBezTo>
                  <a:cubicBezTo>
                    <a:pt x="3965" y="11535"/>
                    <a:pt x="3980" y="11534"/>
                    <a:pt x="3994" y="11534"/>
                  </a:cubicBezTo>
                  <a:close/>
                  <a:moveTo>
                    <a:pt x="7068" y="12315"/>
                  </a:moveTo>
                  <a:cubicBezTo>
                    <a:pt x="7346" y="12315"/>
                    <a:pt x="7623" y="12508"/>
                    <a:pt x="7592" y="12894"/>
                  </a:cubicBezTo>
                  <a:cubicBezTo>
                    <a:pt x="7592" y="13172"/>
                    <a:pt x="7346" y="13418"/>
                    <a:pt x="7068" y="13418"/>
                  </a:cubicBezTo>
                  <a:cubicBezTo>
                    <a:pt x="6790" y="13418"/>
                    <a:pt x="6543" y="13172"/>
                    <a:pt x="6543" y="12894"/>
                  </a:cubicBezTo>
                  <a:cubicBezTo>
                    <a:pt x="6512" y="12508"/>
                    <a:pt x="6790" y="12315"/>
                    <a:pt x="7068" y="12315"/>
                  </a:cubicBezTo>
                  <a:close/>
                  <a:moveTo>
                    <a:pt x="7079" y="1"/>
                  </a:moveTo>
                  <a:cubicBezTo>
                    <a:pt x="6597" y="1"/>
                    <a:pt x="6173" y="383"/>
                    <a:pt x="6173" y="920"/>
                  </a:cubicBezTo>
                  <a:cubicBezTo>
                    <a:pt x="6173" y="1197"/>
                    <a:pt x="6296" y="1444"/>
                    <a:pt x="6481" y="1629"/>
                  </a:cubicBezTo>
                  <a:lnTo>
                    <a:pt x="6481" y="2123"/>
                  </a:lnTo>
                  <a:cubicBezTo>
                    <a:pt x="6019" y="2185"/>
                    <a:pt x="5586" y="2308"/>
                    <a:pt x="5185" y="2493"/>
                  </a:cubicBezTo>
                  <a:lnTo>
                    <a:pt x="4907" y="2061"/>
                  </a:lnTo>
                  <a:cubicBezTo>
                    <a:pt x="5110" y="1455"/>
                    <a:pt x="4664" y="849"/>
                    <a:pt x="4049" y="849"/>
                  </a:cubicBezTo>
                  <a:cubicBezTo>
                    <a:pt x="4007" y="849"/>
                    <a:pt x="3964" y="852"/>
                    <a:pt x="3920" y="858"/>
                  </a:cubicBezTo>
                  <a:cubicBezTo>
                    <a:pt x="3272" y="920"/>
                    <a:pt x="2901" y="1660"/>
                    <a:pt x="3241" y="2247"/>
                  </a:cubicBezTo>
                  <a:cubicBezTo>
                    <a:pt x="3364" y="2463"/>
                    <a:pt x="3611" y="2617"/>
                    <a:pt x="3858" y="2679"/>
                  </a:cubicBezTo>
                  <a:lnTo>
                    <a:pt x="4136" y="3111"/>
                  </a:lnTo>
                  <a:cubicBezTo>
                    <a:pt x="3796" y="3358"/>
                    <a:pt x="3519" y="3666"/>
                    <a:pt x="3272" y="3975"/>
                  </a:cubicBezTo>
                  <a:lnTo>
                    <a:pt x="2840" y="3728"/>
                  </a:lnTo>
                  <a:cubicBezTo>
                    <a:pt x="2840" y="3697"/>
                    <a:pt x="2840" y="3666"/>
                    <a:pt x="2840" y="3666"/>
                  </a:cubicBezTo>
                  <a:cubicBezTo>
                    <a:pt x="2701" y="3215"/>
                    <a:pt x="2318" y="2979"/>
                    <a:pt x="1933" y="2979"/>
                  </a:cubicBezTo>
                  <a:cubicBezTo>
                    <a:pt x="1633" y="2979"/>
                    <a:pt x="1332" y="3122"/>
                    <a:pt x="1142" y="3419"/>
                  </a:cubicBezTo>
                  <a:cubicBezTo>
                    <a:pt x="895" y="3882"/>
                    <a:pt x="1019" y="4438"/>
                    <a:pt x="1482" y="4685"/>
                  </a:cubicBezTo>
                  <a:cubicBezTo>
                    <a:pt x="1605" y="4777"/>
                    <a:pt x="1760" y="4808"/>
                    <a:pt x="1945" y="4808"/>
                  </a:cubicBezTo>
                  <a:cubicBezTo>
                    <a:pt x="2037" y="4808"/>
                    <a:pt x="2130" y="4808"/>
                    <a:pt x="2223" y="4777"/>
                  </a:cubicBezTo>
                  <a:lnTo>
                    <a:pt x="2685" y="5024"/>
                  </a:lnTo>
                  <a:cubicBezTo>
                    <a:pt x="2500" y="5425"/>
                    <a:pt x="2377" y="5857"/>
                    <a:pt x="2315" y="6289"/>
                  </a:cubicBezTo>
                  <a:lnTo>
                    <a:pt x="1790" y="6289"/>
                  </a:lnTo>
                  <a:cubicBezTo>
                    <a:pt x="1612" y="6098"/>
                    <a:pt x="1371" y="6007"/>
                    <a:pt x="1129" y="6007"/>
                  </a:cubicBezTo>
                  <a:cubicBezTo>
                    <a:pt x="785" y="6007"/>
                    <a:pt x="441" y="6192"/>
                    <a:pt x="278" y="6536"/>
                  </a:cubicBezTo>
                  <a:cubicBezTo>
                    <a:pt x="0" y="7154"/>
                    <a:pt x="433" y="7833"/>
                    <a:pt x="1111" y="7833"/>
                  </a:cubicBezTo>
                  <a:cubicBezTo>
                    <a:pt x="1358" y="7833"/>
                    <a:pt x="1636" y="7740"/>
                    <a:pt x="1790" y="7524"/>
                  </a:cubicBezTo>
                  <a:lnTo>
                    <a:pt x="2315" y="7524"/>
                  </a:lnTo>
                  <a:cubicBezTo>
                    <a:pt x="2346" y="7956"/>
                    <a:pt x="2469" y="8388"/>
                    <a:pt x="2655" y="8789"/>
                  </a:cubicBezTo>
                  <a:lnTo>
                    <a:pt x="2223" y="9067"/>
                  </a:lnTo>
                  <a:cubicBezTo>
                    <a:pt x="2130" y="9036"/>
                    <a:pt x="2006" y="9005"/>
                    <a:pt x="1914" y="9005"/>
                  </a:cubicBezTo>
                  <a:cubicBezTo>
                    <a:pt x="1204" y="9005"/>
                    <a:pt x="772" y="9777"/>
                    <a:pt x="1111" y="10394"/>
                  </a:cubicBezTo>
                  <a:cubicBezTo>
                    <a:pt x="1266" y="10672"/>
                    <a:pt x="1574" y="10857"/>
                    <a:pt x="1914" y="10857"/>
                  </a:cubicBezTo>
                  <a:cubicBezTo>
                    <a:pt x="2346" y="10857"/>
                    <a:pt x="2747" y="10548"/>
                    <a:pt x="2809" y="10116"/>
                  </a:cubicBezTo>
                  <a:lnTo>
                    <a:pt x="3272" y="9839"/>
                  </a:lnTo>
                  <a:cubicBezTo>
                    <a:pt x="3519" y="10178"/>
                    <a:pt x="3796" y="10456"/>
                    <a:pt x="4136" y="10703"/>
                  </a:cubicBezTo>
                  <a:lnTo>
                    <a:pt x="3858" y="11166"/>
                  </a:lnTo>
                  <a:cubicBezTo>
                    <a:pt x="3611" y="11196"/>
                    <a:pt x="3364" y="11351"/>
                    <a:pt x="3241" y="11598"/>
                  </a:cubicBezTo>
                  <a:cubicBezTo>
                    <a:pt x="3118" y="11814"/>
                    <a:pt x="3056" y="12061"/>
                    <a:pt x="3118" y="12277"/>
                  </a:cubicBezTo>
                  <a:cubicBezTo>
                    <a:pt x="3179" y="12523"/>
                    <a:pt x="3334" y="12740"/>
                    <a:pt x="3550" y="12863"/>
                  </a:cubicBezTo>
                  <a:cubicBezTo>
                    <a:pt x="3704" y="12925"/>
                    <a:pt x="3858" y="12986"/>
                    <a:pt x="4013" y="12986"/>
                  </a:cubicBezTo>
                  <a:cubicBezTo>
                    <a:pt x="4352" y="12986"/>
                    <a:pt x="4661" y="12801"/>
                    <a:pt x="4815" y="12523"/>
                  </a:cubicBezTo>
                  <a:cubicBezTo>
                    <a:pt x="4938" y="12338"/>
                    <a:pt x="4969" y="12061"/>
                    <a:pt x="4907" y="11845"/>
                  </a:cubicBezTo>
                  <a:cubicBezTo>
                    <a:pt x="4907" y="11814"/>
                    <a:pt x="4907" y="11783"/>
                    <a:pt x="4907" y="11783"/>
                  </a:cubicBezTo>
                  <a:lnTo>
                    <a:pt x="5185" y="11351"/>
                  </a:lnTo>
                  <a:cubicBezTo>
                    <a:pt x="5586" y="11505"/>
                    <a:pt x="6049" y="11628"/>
                    <a:pt x="6512" y="11690"/>
                  </a:cubicBezTo>
                  <a:lnTo>
                    <a:pt x="6512" y="12215"/>
                  </a:lnTo>
                  <a:cubicBezTo>
                    <a:pt x="5988" y="12647"/>
                    <a:pt x="6111" y="13449"/>
                    <a:pt x="6728" y="13727"/>
                  </a:cubicBezTo>
                  <a:cubicBezTo>
                    <a:pt x="6858" y="13785"/>
                    <a:pt x="6990" y="13812"/>
                    <a:pt x="7119" y="13812"/>
                  </a:cubicBezTo>
                  <a:cubicBezTo>
                    <a:pt x="7602" y="13812"/>
                    <a:pt x="8031" y="13430"/>
                    <a:pt x="8055" y="12894"/>
                  </a:cubicBezTo>
                  <a:cubicBezTo>
                    <a:pt x="8025" y="12647"/>
                    <a:pt x="7932" y="12369"/>
                    <a:pt x="7716" y="12215"/>
                  </a:cubicBezTo>
                  <a:lnTo>
                    <a:pt x="7716" y="11690"/>
                  </a:lnTo>
                  <a:cubicBezTo>
                    <a:pt x="8179" y="11628"/>
                    <a:pt x="8611" y="11505"/>
                    <a:pt x="9043" y="11351"/>
                  </a:cubicBezTo>
                  <a:lnTo>
                    <a:pt x="9290" y="11783"/>
                  </a:lnTo>
                  <a:lnTo>
                    <a:pt x="9290" y="11845"/>
                  </a:lnTo>
                  <a:cubicBezTo>
                    <a:pt x="9136" y="12431"/>
                    <a:pt x="9598" y="12986"/>
                    <a:pt x="10185" y="12986"/>
                  </a:cubicBezTo>
                  <a:cubicBezTo>
                    <a:pt x="10617" y="12986"/>
                    <a:pt x="10987" y="12709"/>
                    <a:pt x="11080" y="12307"/>
                  </a:cubicBezTo>
                  <a:cubicBezTo>
                    <a:pt x="11142" y="12061"/>
                    <a:pt x="11111" y="11814"/>
                    <a:pt x="10987" y="11598"/>
                  </a:cubicBezTo>
                  <a:cubicBezTo>
                    <a:pt x="10833" y="11351"/>
                    <a:pt x="10586" y="11196"/>
                    <a:pt x="10339" y="11166"/>
                  </a:cubicBezTo>
                  <a:lnTo>
                    <a:pt x="10061" y="10703"/>
                  </a:lnTo>
                  <a:cubicBezTo>
                    <a:pt x="10370" y="10456"/>
                    <a:pt x="10679" y="10178"/>
                    <a:pt x="10926" y="9839"/>
                  </a:cubicBezTo>
                  <a:lnTo>
                    <a:pt x="11358" y="10085"/>
                  </a:lnTo>
                  <a:cubicBezTo>
                    <a:pt x="11358" y="10116"/>
                    <a:pt x="11358" y="10147"/>
                    <a:pt x="11358" y="10178"/>
                  </a:cubicBezTo>
                  <a:cubicBezTo>
                    <a:pt x="11419" y="10394"/>
                    <a:pt x="11574" y="10610"/>
                    <a:pt x="11790" y="10734"/>
                  </a:cubicBezTo>
                  <a:cubicBezTo>
                    <a:pt x="11944" y="10795"/>
                    <a:pt x="12098" y="10857"/>
                    <a:pt x="12253" y="10857"/>
                  </a:cubicBezTo>
                  <a:cubicBezTo>
                    <a:pt x="13209" y="10857"/>
                    <a:pt x="13549" y="9592"/>
                    <a:pt x="12716" y="9129"/>
                  </a:cubicBezTo>
                  <a:cubicBezTo>
                    <a:pt x="12592" y="9036"/>
                    <a:pt x="12407" y="9005"/>
                    <a:pt x="12253" y="9005"/>
                  </a:cubicBezTo>
                  <a:cubicBezTo>
                    <a:pt x="12160" y="9005"/>
                    <a:pt x="12067" y="9005"/>
                    <a:pt x="11944" y="9036"/>
                  </a:cubicBezTo>
                  <a:lnTo>
                    <a:pt x="11512" y="8789"/>
                  </a:lnTo>
                  <a:cubicBezTo>
                    <a:pt x="11697" y="8388"/>
                    <a:pt x="11821" y="7956"/>
                    <a:pt x="11851" y="7524"/>
                  </a:cubicBezTo>
                  <a:lnTo>
                    <a:pt x="12376" y="7524"/>
                  </a:lnTo>
                  <a:cubicBezTo>
                    <a:pt x="12556" y="7730"/>
                    <a:pt x="12807" y="7829"/>
                    <a:pt x="13057" y="7829"/>
                  </a:cubicBezTo>
                  <a:cubicBezTo>
                    <a:pt x="13407" y="7829"/>
                    <a:pt x="13757" y="7637"/>
                    <a:pt x="13919" y="7277"/>
                  </a:cubicBezTo>
                  <a:cubicBezTo>
                    <a:pt x="14197" y="6691"/>
                    <a:pt x="13734" y="5981"/>
                    <a:pt x="13055" y="5981"/>
                  </a:cubicBezTo>
                  <a:cubicBezTo>
                    <a:pt x="12808" y="5981"/>
                    <a:pt x="12530" y="6104"/>
                    <a:pt x="12376" y="6289"/>
                  </a:cubicBezTo>
                  <a:lnTo>
                    <a:pt x="11882" y="6289"/>
                  </a:lnTo>
                  <a:cubicBezTo>
                    <a:pt x="11821" y="5857"/>
                    <a:pt x="11697" y="5425"/>
                    <a:pt x="11512" y="5024"/>
                  </a:cubicBezTo>
                  <a:lnTo>
                    <a:pt x="11975" y="4777"/>
                  </a:lnTo>
                  <a:cubicBezTo>
                    <a:pt x="12067" y="4808"/>
                    <a:pt x="12160" y="4808"/>
                    <a:pt x="12253" y="4808"/>
                  </a:cubicBezTo>
                  <a:cubicBezTo>
                    <a:pt x="13055" y="4808"/>
                    <a:pt x="13487" y="3913"/>
                    <a:pt x="12962" y="3296"/>
                  </a:cubicBezTo>
                  <a:cubicBezTo>
                    <a:pt x="12776" y="3074"/>
                    <a:pt x="12518" y="2971"/>
                    <a:pt x="12263" y="2971"/>
                  </a:cubicBezTo>
                  <a:cubicBezTo>
                    <a:pt x="11845" y="2971"/>
                    <a:pt x="11434" y="3248"/>
                    <a:pt x="11358" y="3728"/>
                  </a:cubicBezTo>
                  <a:lnTo>
                    <a:pt x="10926" y="3975"/>
                  </a:lnTo>
                  <a:cubicBezTo>
                    <a:pt x="10648" y="3666"/>
                    <a:pt x="10370" y="3358"/>
                    <a:pt x="10061" y="3111"/>
                  </a:cubicBezTo>
                  <a:lnTo>
                    <a:pt x="10339" y="2679"/>
                  </a:lnTo>
                  <a:cubicBezTo>
                    <a:pt x="11172" y="2524"/>
                    <a:pt x="11358" y="1382"/>
                    <a:pt x="10648" y="950"/>
                  </a:cubicBezTo>
                  <a:cubicBezTo>
                    <a:pt x="10493" y="860"/>
                    <a:pt x="10331" y="820"/>
                    <a:pt x="10175" y="820"/>
                  </a:cubicBezTo>
                  <a:cubicBezTo>
                    <a:pt x="9584" y="820"/>
                    <a:pt x="9070" y="1396"/>
                    <a:pt x="9290" y="2031"/>
                  </a:cubicBezTo>
                  <a:lnTo>
                    <a:pt x="9012" y="2493"/>
                  </a:lnTo>
                  <a:cubicBezTo>
                    <a:pt x="8611" y="2308"/>
                    <a:pt x="8148" y="2185"/>
                    <a:pt x="7716" y="2123"/>
                  </a:cubicBezTo>
                  <a:lnTo>
                    <a:pt x="7716" y="1629"/>
                  </a:lnTo>
                  <a:cubicBezTo>
                    <a:pt x="8210" y="1166"/>
                    <a:pt x="8086" y="364"/>
                    <a:pt x="7469" y="86"/>
                  </a:cubicBezTo>
                  <a:cubicBezTo>
                    <a:pt x="7339" y="28"/>
                    <a:pt x="7207" y="1"/>
                    <a:pt x="70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81" name="Google Shape;13581;p88"/>
          <p:cNvSpPr/>
          <p:nvPr/>
        </p:nvSpPr>
        <p:spPr>
          <a:xfrm>
            <a:off x="7039988" y="3986142"/>
            <a:ext cx="325625" cy="341050"/>
          </a:xfrm>
          <a:custGeom>
            <a:rect b="b" l="l" r="r" t="t"/>
            <a:pathLst>
              <a:path extrusionOk="0" h="13642" w="13025">
                <a:moveTo>
                  <a:pt x="6513" y="310"/>
                </a:moveTo>
                <a:cubicBezTo>
                  <a:pt x="7161" y="310"/>
                  <a:pt x="7500" y="1081"/>
                  <a:pt x="7068" y="1575"/>
                </a:cubicBezTo>
                <a:cubicBezTo>
                  <a:pt x="6921" y="1733"/>
                  <a:pt x="6730" y="1805"/>
                  <a:pt x="6540" y="1805"/>
                </a:cubicBezTo>
                <a:cubicBezTo>
                  <a:pt x="6174" y="1805"/>
                  <a:pt x="5813" y="1539"/>
                  <a:pt x="5772" y="1112"/>
                </a:cubicBezTo>
                <a:cubicBezTo>
                  <a:pt x="5772" y="680"/>
                  <a:pt x="6112" y="340"/>
                  <a:pt x="6513" y="310"/>
                </a:cubicBezTo>
                <a:close/>
                <a:moveTo>
                  <a:pt x="5433" y="1390"/>
                </a:moveTo>
                <a:cubicBezTo>
                  <a:pt x="5464" y="1544"/>
                  <a:pt x="5556" y="1667"/>
                  <a:pt x="5649" y="1791"/>
                </a:cubicBezTo>
                <a:lnTo>
                  <a:pt x="5710" y="1853"/>
                </a:lnTo>
                <a:lnTo>
                  <a:pt x="2624" y="3612"/>
                </a:lnTo>
                <a:cubicBezTo>
                  <a:pt x="2563" y="3457"/>
                  <a:pt x="2501" y="3334"/>
                  <a:pt x="2377" y="3211"/>
                </a:cubicBezTo>
                <a:lnTo>
                  <a:pt x="2346" y="3149"/>
                </a:lnTo>
                <a:lnTo>
                  <a:pt x="5433" y="1390"/>
                </a:lnTo>
                <a:close/>
                <a:moveTo>
                  <a:pt x="7624" y="1359"/>
                </a:moveTo>
                <a:lnTo>
                  <a:pt x="10710" y="3149"/>
                </a:lnTo>
                <a:lnTo>
                  <a:pt x="10679" y="3149"/>
                </a:lnTo>
                <a:cubicBezTo>
                  <a:pt x="10679" y="3180"/>
                  <a:pt x="10648" y="3180"/>
                  <a:pt x="10648" y="3180"/>
                </a:cubicBezTo>
                <a:cubicBezTo>
                  <a:pt x="10556" y="3303"/>
                  <a:pt x="10463" y="3457"/>
                  <a:pt x="10432" y="3612"/>
                </a:cubicBezTo>
                <a:lnTo>
                  <a:pt x="7346" y="1822"/>
                </a:lnTo>
                <a:lnTo>
                  <a:pt x="7377" y="1791"/>
                </a:lnTo>
                <a:cubicBezTo>
                  <a:pt x="7500" y="1667"/>
                  <a:pt x="7562" y="1513"/>
                  <a:pt x="7624" y="1359"/>
                </a:cubicBezTo>
                <a:close/>
                <a:moveTo>
                  <a:pt x="11543" y="3206"/>
                </a:moveTo>
                <a:cubicBezTo>
                  <a:pt x="11922" y="3206"/>
                  <a:pt x="12284" y="3495"/>
                  <a:pt x="12284" y="3951"/>
                </a:cubicBezTo>
                <a:cubicBezTo>
                  <a:pt x="12253" y="4352"/>
                  <a:pt x="11945" y="4661"/>
                  <a:pt x="11543" y="4661"/>
                </a:cubicBezTo>
                <a:cubicBezTo>
                  <a:pt x="10864" y="4661"/>
                  <a:pt x="10556" y="3889"/>
                  <a:pt x="11019" y="3427"/>
                </a:cubicBezTo>
                <a:cubicBezTo>
                  <a:pt x="11170" y="3275"/>
                  <a:pt x="11359" y="3206"/>
                  <a:pt x="11543" y="3206"/>
                </a:cubicBezTo>
                <a:close/>
                <a:moveTo>
                  <a:pt x="1544" y="3211"/>
                </a:moveTo>
                <a:cubicBezTo>
                  <a:pt x="2192" y="3211"/>
                  <a:pt x="2532" y="3982"/>
                  <a:pt x="2069" y="4476"/>
                </a:cubicBezTo>
                <a:cubicBezTo>
                  <a:pt x="1911" y="4624"/>
                  <a:pt x="1724" y="4690"/>
                  <a:pt x="1544" y="4690"/>
                </a:cubicBezTo>
                <a:cubicBezTo>
                  <a:pt x="1160" y="4690"/>
                  <a:pt x="803" y="4392"/>
                  <a:pt x="803" y="3951"/>
                </a:cubicBezTo>
                <a:cubicBezTo>
                  <a:pt x="803" y="3519"/>
                  <a:pt x="1112" y="3211"/>
                  <a:pt x="1544" y="3211"/>
                </a:cubicBezTo>
                <a:close/>
                <a:moveTo>
                  <a:pt x="6791" y="2161"/>
                </a:moveTo>
                <a:lnTo>
                  <a:pt x="6791" y="5217"/>
                </a:lnTo>
                <a:cubicBezTo>
                  <a:pt x="6698" y="5186"/>
                  <a:pt x="6605" y="5186"/>
                  <a:pt x="6513" y="5186"/>
                </a:cubicBezTo>
                <a:cubicBezTo>
                  <a:pt x="6420" y="5186"/>
                  <a:pt x="6359" y="5186"/>
                  <a:pt x="6266" y="5217"/>
                </a:cubicBezTo>
                <a:lnTo>
                  <a:pt x="6266" y="2161"/>
                </a:lnTo>
                <a:cubicBezTo>
                  <a:pt x="6359" y="2161"/>
                  <a:pt x="6420" y="2192"/>
                  <a:pt x="6513" y="2192"/>
                </a:cubicBezTo>
                <a:cubicBezTo>
                  <a:pt x="6605" y="2192"/>
                  <a:pt x="6698" y="2192"/>
                  <a:pt x="6791" y="2161"/>
                </a:cubicBezTo>
                <a:close/>
                <a:moveTo>
                  <a:pt x="7192" y="2223"/>
                </a:moveTo>
                <a:lnTo>
                  <a:pt x="10155" y="3951"/>
                </a:lnTo>
                <a:lnTo>
                  <a:pt x="7470" y="5494"/>
                </a:lnTo>
                <a:cubicBezTo>
                  <a:pt x="7377" y="5433"/>
                  <a:pt x="7284" y="5371"/>
                  <a:pt x="7192" y="5340"/>
                </a:cubicBezTo>
                <a:lnTo>
                  <a:pt x="7192" y="2223"/>
                </a:lnTo>
                <a:close/>
                <a:moveTo>
                  <a:pt x="10432" y="4229"/>
                </a:moveTo>
                <a:cubicBezTo>
                  <a:pt x="10463" y="4414"/>
                  <a:pt x="10556" y="4568"/>
                  <a:pt x="10679" y="4692"/>
                </a:cubicBezTo>
                <a:lnTo>
                  <a:pt x="10679" y="4723"/>
                </a:lnTo>
                <a:lnTo>
                  <a:pt x="8056" y="6235"/>
                </a:lnTo>
                <a:cubicBezTo>
                  <a:pt x="8025" y="6173"/>
                  <a:pt x="7994" y="6081"/>
                  <a:pt x="7932" y="6019"/>
                </a:cubicBezTo>
                <a:cubicBezTo>
                  <a:pt x="7902" y="5926"/>
                  <a:pt x="7840" y="5834"/>
                  <a:pt x="7778" y="5772"/>
                </a:cubicBezTo>
                <a:lnTo>
                  <a:pt x="10432" y="4229"/>
                </a:lnTo>
                <a:close/>
                <a:moveTo>
                  <a:pt x="5834" y="2223"/>
                </a:moveTo>
                <a:lnTo>
                  <a:pt x="5834" y="5340"/>
                </a:lnTo>
                <a:cubicBezTo>
                  <a:pt x="5741" y="5371"/>
                  <a:pt x="5649" y="5433"/>
                  <a:pt x="5587" y="5494"/>
                </a:cubicBezTo>
                <a:lnTo>
                  <a:pt x="4476" y="4877"/>
                </a:lnTo>
                <a:cubicBezTo>
                  <a:pt x="4443" y="4855"/>
                  <a:pt x="4406" y="4845"/>
                  <a:pt x="4370" y="4845"/>
                </a:cubicBezTo>
                <a:cubicBezTo>
                  <a:pt x="4304" y="4845"/>
                  <a:pt x="4238" y="4879"/>
                  <a:pt x="4198" y="4939"/>
                </a:cubicBezTo>
                <a:cubicBezTo>
                  <a:pt x="4136" y="5031"/>
                  <a:pt x="4167" y="5155"/>
                  <a:pt x="4291" y="5217"/>
                </a:cubicBezTo>
                <a:lnTo>
                  <a:pt x="5278" y="5772"/>
                </a:lnTo>
                <a:cubicBezTo>
                  <a:pt x="5247" y="5803"/>
                  <a:pt x="5247" y="5834"/>
                  <a:pt x="5217" y="5834"/>
                </a:cubicBezTo>
                <a:cubicBezTo>
                  <a:pt x="5124" y="5957"/>
                  <a:pt x="5062" y="6112"/>
                  <a:pt x="5001" y="6266"/>
                </a:cubicBezTo>
                <a:lnTo>
                  <a:pt x="2346" y="4723"/>
                </a:lnTo>
                <a:cubicBezTo>
                  <a:pt x="2377" y="4723"/>
                  <a:pt x="2377" y="4692"/>
                  <a:pt x="2408" y="4661"/>
                </a:cubicBezTo>
                <a:cubicBezTo>
                  <a:pt x="2501" y="4538"/>
                  <a:pt x="2593" y="4414"/>
                  <a:pt x="2624" y="4260"/>
                </a:cubicBezTo>
                <a:lnTo>
                  <a:pt x="3581" y="4815"/>
                </a:lnTo>
                <a:cubicBezTo>
                  <a:pt x="3618" y="4834"/>
                  <a:pt x="3654" y="4842"/>
                  <a:pt x="3686" y="4842"/>
                </a:cubicBezTo>
                <a:cubicBezTo>
                  <a:pt x="3874" y="4842"/>
                  <a:pt x="3976" y="4581"/>
                  <a:pt x="3766" y="4476"/>
                </a:cubicBezTo>
                <a:lnTo>
                  <a:pt x="2871" y="3951"/>
                </a:lnTo>
                <a:lnTo>
                  <a:pt x="5834" y="2223"/>
                </a:lnTo>
                <a:close/>
                <a:moveTo>
                  <a:pt x="6477" y="5586"/>
                </a:moveTo>
                <a:cubicBezTo>
                  <a:pt x="7162" y="5586"/>
                  <a:pt x="7747" y="6130"/>
                  <a:pt x="7747" y="6821"/>
                </a:cubicBezTo>
                <a:cubicBezTo>
                  <a:pt x="7747" y="6976"/>
                  <a:pt x="7716" y="7099"/>
                  <a:pt x="7655" y="7253"/>
                </a:cubicBezTo>
                <a:lnTo>
                  <a:pt x="7686" y="7253"/>
                </a:lnTo>
                <a:cubicBezTo>
                  <a:pt x="7500" y="7685"/>
                  <a:pt x="7099" y="7994"/>
                  <a:pt x="6636" y="8025"/>
                </a:cubicBezTo>
                <a:cubicBezTo>
                  <a:pt x="6590" y="8040"/>
                  <a:pt x="6544" y="8048"/>
                  <a:pt x="6497" y="8048"/>
                </a:cubicBezTo>
                <a:cubicBezTo>
                  <a:pt x="6451" y="8048"/>
                  <a:pt x="6405" y="8040"/>
                  <a:pt x="6359" y="8025"/>
                </a:cubicBezTo>
                <a:cubicBezTo>
                  <a:pt x="4908" y="7840"/>
                  <a:pt x="4970" y="5741"/>
                  <a:pt x="6420" y="5587"/>
                </a:cubicBezTo>
                <a:cubicBezTo>
                  <a:pt x="6439" y="5586"/>
                  <a:pt x="6458" y="5586"/>
                  <a:pt x="6477" y="5586"/>
                </a:cubicBezTo>
                <a:close/>
                <a:moveTo>
                  <a:pt x="1822" y="5031"/>
                </a:moveTo>
                <a:lnTo>
                  <a:pt x="1822" y="8364"/>
                </a:lnTo>
                <a:cubicBezTo>
                  <a:pt x="1729" y="8349"/>
                  <a:pt x="1644" y="8341"/>
                  <a:pt x="1559" y="8341"/>
                </a:cubicBezTo>
                <a:cubicBezTo>
                  <a:pt x="1475" y="8341"/>
                  <a:pt x="1390" y="8349"/>
                  <a:pt x="1297" y="8364"/>
                </a:cubicBezTo>
                <a:lnTo>
                  <a:pt x="1297" y="5031"/>
                </a:lnTo>
                <a:cubicBezTo>
                  <a:pt x="1359" y="5031"/>
                  <a:pt x="1451" y="5062"/>
                  <a:pt x="1544" y="5062"/>
                </a:cubicBezTo>
                <a:cubicBezTo>
                  <a:pt x="1637" y="5062"/>
                  <a:pt x="1729" y="5062"/>
                  <a:pt x="1822" y="5031"/>
                </a:cubicBezTo>
                <a:close/>
                <a:moveTo>
                  <a:pt x="2192" y="5124"/>
                </a:moveTo>
                <a:lnTo>
                  <a:pt x="4908" y="6667"/>
                </a:lnTo>
                <a:lnTo>
                  <a:pt x="4908" y="6821"/>
                </a:lnTo>
                <a:cubicBezTo>
                  <a:pt x="4908" y="6852"/>
                  <a:pt x="4908" y="6883"/>
                  <a:pt x="4908" y="6914"/>
                </a:cubicBezTo>
                <a:lnTo>
                  <a:pt x="2192" y="8364"/>
                </a:lnTo>
                <a:lnTo>
                  <a:pt x="2192" y="5124"/>
                </a:lnTo>
                <a:close/>
                <a:moveTo>
                  <a:pt x="10864" y="5124"/>
                </a:moveTo>
                <a:lnTo>
                  <a:pt x="10864" y="8364"/>
                </a:lnTo>
                <a:lnTo>
                  <a:pt x="8149" y="6914"/>
                </a:lnTo>
                <a:cubicBezTo>
                  <a:pt x="8149" y="6883"/>
                  <a:pt x="8149" y="6852"/>
                  <a:pt x="8149" y="6821"/>
                </a:cubicBezTo>
                <a:lnTo>
                  <a:pt x="8149" y="6667"/>
                </a:lnTo>
                <a:lnTo>
                  <a:pt x="10864" y="5124"/>
                </a:lnTo>
                <a:close/>
                <a:moveTo>
                  <a:pt x="11821" y="5031"/>
                </a:moveTo>
                <a:lnTo>
                  <a:pt x="11821" y="8364"/>
                </a:lnTo>
                <a:cubicBezTo>
                  <a:pt x="11728" y="8334"/>
                  <a:pt x="11636" y="8334"/>
                  <a:pt x="11543" y="8334"/>
                </a:cubicBezTo>
                <a:cubicBezTo>
                  <a:pt x="11451" y="8334"/>
                  <a:pt x="11358" y="8334"/>
                  <a:pt x="11266" y="8364"/>
                </a:cubicBezTo>
                <a:lnTo>
                  <a:pt x="11266" y="5031"/>
                </a:lnTo>
                <a:cubicBezTo>
                  <a:pt x="11358" y="5062"/>
                  <a:pt x="11451" y="5062"/>
                  <a:pt x="11543" y="5062"/>
                </a:cubicBezTo>
                <a:cubicBezTo>
                  <a:pt x="11636" y="5062"/>
                  <a:pt x="11728" y="5062"/>
                  <a:pt x="11821" y="5031"/>
                </a:cubicBezTo>
                <a:close/>
                <a:moveTo>
                  <a:pt x="4970" y="7346"/>
                </a:moveTo>
                <a:cubicBezTo>
                  <a:pt x="5031" y="7500"/>
                  <a:pt x="5124" y="7655"/>
                  <a:pt x="5217" y="7778"/>
                </a:cubicBezTo>
                <a:lnTo>
                  <a:pt x="5217" y="7809"/>
                </a:lnTo>
                <a:lnTo>
                  <a:pt x="2624" y="9198"/>
                </a:lnTo>
                <a:cubicBezTo>
                  <a:pt x="2593" y="9013"/>
                  <a:pt x="2501" y="8858"/>
                  <a:pt x="2377" y="8735"/>
                </a:cubicBezTo>
                <a:lnTo>
                  <a:pt x="4970" y="7346"/>
                </a:lnTo>
                <a:close/>
                <a:moveTo>
                  <a:pt x="1558" y="8737"/>
                </a:moveTo>
                <a:cubicBezTo>
                  <a:pt x="1738" y="8737"/>
                  <a:pt x="1921" y="8803"/>
                  <a:pt x="2069" y="8951"/>
                </a:cubicBezTo>
                <a:cubicBezTo>
                  <a:pt x="2532" y="9414"/>
                  <a:pt x="2223" y="10216"/>
                  <a:pt x="1544" y="10216"/>
                </a:cubicBezTo>
                <a:cubicBezTo>
                  <a:pt x="1143" y="10216"/>
                  <a:pt x="803" y="9877"/>
                  <a:pt x="803" y="9475"/>
                </a:cubicBezTo>
                <a:cubicBezTo>
                  <a:pt x="803" y="9035"/>
                  <a:pt x="1174" y="8737"/>
                  <a:pt x="1558" y="8737"/>
                </a:cubicBezTo>
                <a:close/>
                <a:moveTo>
                  <a:pt x="11557" y="8737"/>
                </a:moveTo>
                <a:cubicBezTo>
                  <a:pt x="11737" y="8737"/>
                  <a:pt x="11920" y="8803"/>
                  <a:pt x="12068" y="8951"/>
                </a:cubicBezTo>
                <a:cubicBezTo>
                  <a:pt x="12531" y="9414"/>
                  <a:pt x="12191" y="10216"/>
                  <a:pt x="11543" y="10216"/>
                </a:cubicBezTo>
                <a:cubicBezTo>
                  <a:pt x="11142" y="10185"/>
                  <a:pt x="10803" y="9877"/>
                  <a:pt x="10803" y="9475"/>
                </a:cubicBezTo>
                <a:cubicBezTo>
                  <a:pt x="10803" y="9035"/>
                  <a:pt x="11174" y="8737"/>
                  <a:pt x="11557" y="8737"/>
                </a:cubicBezTo>
                <a:close/>
                <a:moveTo>
                  <a:pt x="5525" y="8118"/>
                </a:moveTo>
                <a:cubicBezTo>
                  <a:pt x="5618" y="8179"/>
                  <a:pt x="5741" y="8241"/>
                  <a:pt x="5834" y="8303"/>
                </a:cubicBezTo>
                <a:lnTo>
                  <a:pt x="5834" y="11420"/>
                </a:lnTo>
                <a:lnTo>
                  <a:pt x="2717" y="9630"/>
                </a:lnTo>
                <a:lnTo>
                  <a:pt x="5525" y="8118"/>
                </a:lnTo>
                <a:close/>
                <a:moveTo>
                  <a:pt x="8056" y="7377"/>
                </a:moveTo>
                <a:lnTo>
                  <a:pt x="10648" y="8766"/>
                </a:lnTo>
                <a:cubicBezTo>
                  <a:pt x="10525" y="8889"/>
                  <a:pt x="10432" y="9043"/>
                  <a:pt x="10401" y="9229"/>
                </a:cubicBezTo>
                <a:lnTo>
                  <a:pt x="9753" y="8889"/>
                </a:lnTo>
                <a:cubicBezTo>
                  <a:pt x="9723" y="8872"/>
                  <a:pt x="9694" y="8864"/>
                  <a:pt x="9666" y="8864"/>
                </a:cubicBezTo>
                <a:cubicBezTo>
                  <a:pt x="9493" y="8864"/>
                  <a:pt x="9382" y="9153"/>
                  <a:pt x="9568" y="9259"/>
                </a:cubicBezTo>
                <a:lnTo>
                  <a:pt x="10309" y="9630"/>
                </a:lnTo>
                <a:lnTo>
                  <a:pt x="7192" y="11420"/>
                </a:lnTo>
                <a:lnTo>
                  <a:pt x="7192" y="8303"/>
                </a:lnTo>
                <a:cubicBezTo>
                  <a:pt x="7315" y="8241"/>
                  <a:pt x="7408" y="8179"/>
                  <a:pt x="7500" y="8118"/>
                </a:cubicBezTo>
                <a:lnTo>
                  <a:pt x="8889" y="8858"/>
                </a:lnTo>
                <a:cubicBezTo>
                  <a:pt x="8919" y="8875"/>
                  <a:pt x="8950" y="8883"/>
                  <a:pt x="8978" y="8883"/>
                </a:cubicBezTo>
                <a:cubicBezTo>
                  <a:pt x="9157" y="8883"/>
                  <a:pt x="9287" y="8594"/>
                  <a:pt x="9074" y="8488"/>
                </a:cubicBezTo>
                <a:lnTo>
                  <a:pt x="7809" y="7809"/>
                </a:lnTo>
                <a:cubicBezTo>
                  <a:pt x="7932" y="7685"/>
                  <a:pt x="7994" y="7531"/>
                  <a:pt x="8056" y="7377"/>
                </a:cubicBezTo>
                <a:close/>
                <a:moveTo>
                  <a:pt x="6791" y="8426"/>
                </a:moveTo>
                <a:lnTo>
                  <a:pt x="6791" y="11481"/>
                </a:lnTo>
                <a:lnTo>
                  <a:pt x="6729" y="11481"/>
                </a:lnTo>
                <a:lnTo>
                  <a:pt x="6729" y="11451"/>
                </a:lnTo>
                <a:cubicBezTo>
                  <a:pt x="6667" y="11451"/>
                  <a:pt x="6605" y="11420"/>
                  <a:pt x="6513" y="11420"/>
                </a:cubicBezTo>
                <a:cubicBezTo>
                  <a:pt x="6420" y="11420"/>
                  <a:pt x="6328" y="11451"/>
                  <a:pt x="6266" y="11481"/>
                </a:cubicBezTo>
                <a:lnTo>
                  <a:pt x="6266" y="8426"/>
                </a:lnTo>
                <a:cubicBezTo>
                  <a:pt x="6343" y="8442"/>
                  <a:pt x="6420" y="8449"/>
                  <a:pt x="6501" y="8449"/>
                </a:cubicBezTo>
                <a:cubicBezTo>
                  <a:pt x="6582" y="8449"/>
                  <a:pt x="6667" y="8442"/>
                  <a:pt x="6760" y="8426"/>
                </a:cubicBezTo>
                <a:close/>
                <a:moveTo>
                  <a:pt x="2593" y="9969"/>
                </a:moveTo>
                <a:lnTo>
                  <a:pt x="5710" y="11790"/>
                </a:lnTo>
                <a:lnTo>
                  <a:pt x="5680" y="11821"/>
                </a:lnTo>
                <a:cubicBezTo>
                  <a:pt x="5556" y="11944"/>
                  <a:pt x="5494" y="12099"/>
                  <a:pt x="5464" y="12253"/>
                </a:cubicBezTo>
                <a:lnTo>
                  <a:pt x="2223" y="10401"/>
                </a:lnTo>
                <a:cubicBezTo>
                  <a:pt x="2377" y="10278"/>
                  <a:pt x="2501" y="10124"/>
                  <a:pt x="2593" y="9969"/>
                </a:cubicBezTo>
                <a:close/>
                <a:moveTo>
                  <a:pt x="10494" y="9969"/>
                </a:moveTo>
                <a:cubicBezTo>
                  <a:pt x="10587" y="10124"/>
                  <a:pt x="10710" y="10278"/>
                  <a:pt x="10864" y="10401"/>
                </a:cubicBezTo>
                <a:lnTo>
                  <a:pt x="7655" y="12253"/>
                </a:lnTo>
                <a:cubicBezTo>
                  <a:pt x="7593" y="12099"/>
                  <a:pt x="7531" y="11944"/>
                  <a:pt x="7408" y="11821"/>
                </a:cubicBezTo>
                <a:lnTo>
                  <a:pt x="7377" y="11790"/>
                </a:lnTo>
                <a:lnTo>
                  <a:pt x="10494" y="9969"/>
                </a:lnTo>
                <a:close/>
                <a:moveTo>
                  <a:pt x="6544" y="11821"/>
                </a:moveTo>
                <a:cubicBezTo>
                  <a:pt x="6914" y="11852"/>
                  <a:pt x="7223" y="12099"/>
                  <a:pt x="7254" y="12469"/>
                </a:cubicBezTo>
                <a:cubicBezTo>
                  <a:pt x="7315" y="12901"/>
                  <a:pt x="6976" y="13302"/>
                  <a:pt x="6544" y="13302"/>
                </a:cubicBezTo>
                <a:cubicBezTo>
                  <a:pt x="6112" y="13271"/>
                  <a:pt x="5772" y="12901"/>
                  <a:pt x="5803" y="12469"/>
                </a:cubicBezTo>
                <a:cubicBezTo>
                  <a:pt x="5865" y="12099"/>
                  <a:pt x="6173" y="11852"/>
                  <a:pt x="6544" y="11821"/>
                </a:cubicBezTo>
                <a:close/>
                <a:moveTo>
                  <a:pt x="6528" y="1"/>
                </a:moveTo>
                <a:cubicBezTo>
                  <a:pt x="6027" y="1"/>
                  <a:pt x="5525" y="310"/>
                  <a:pt x="5402" y="927"/>
                </a:cubicBezTo>
                <a:lnTo>
                  <a:pt x="2007" y="2902"/>
                </a:lnTo>
                <a:cubicBezTo>
                  <a:pt x="1870" y="2856"/>
                  <a:pt x="1738" y="2835"/>
                  <a:pt x="1611" y="2835"/>
                </a:cubicBezTo>
                <a:cubicBezTo>
                  <a:pt x="624" y="2835"/>
                  <a:pt x="17" y="4108"/>
                  <a:pt x="865" y="4846"/>
                </a:cubicBezTo>
                <a:lnTo>
                  <a:pt x="865" y="8580"/>
                </a:lnTo>
                <a:cubicBezTo>
                  <a:pt x="1" y="9229"/>
                  <a:pt x="464" y="10586"/>
                  <a:pt x="1544" y="10648"/>
                </a:cubicBezTo>
                <a:cubicBezTo>
                  <a:pt x="1606" y="10648"/>
                  <a:pt x="1668" y="10617"/>
                  <a:pt x="1760" y="10617"/>
                </a:cubicBezTo>
                <a:lnTo>
                  <a:pt x="5402" y="12716"/>
                </a:lnTo>
                <a:cubicBezTo>
                  <a:pt x="5525" y="13333"/>
                  <a:pt x="6027" y="13642"/>
                  <a:pt x="6528" y="13642"/>
                </a:cubicBezTo>
                <a:cubicBezTo>
                  <a:pt x="7030" y="13642"/>
                  <a:pt x="7531" y="13333"/>
                  <a:pt x="7655" y="12716"/>
                </a:cubicBezTo>
                <a:lnTo>
                  <a:pt x="11296" y="10617"/>
                </a:lnTo>
                <a:cubicBezTo>
                  <a:pt x="11358" y="10617"/>
                  <a:pt x="11451" y="10648"/>
                  <a:pt x="11512" y="10648"/>
                </a:cubicBezTo>
                <a:cubicBezTo>
                  <a:pt x="12593" y="10586"/>
                  <a:pt x="13025" y="9229"/>
                  <a:pt x="12191" y="8580"/>
                </a:cubicBezTo>
                <a:lnTo>
                  <a:pt x="12191" y="4846"/>
                </a:lnTo>
                <a:cubicBezTo>
                  <a:pt x="12469" y="4630"/>
                  <a:pt x="12654" y="4291"/>
                  <a:pt x="12654" y="3951"/>
                </a:cubicBezTo>
                <a:cubicBezTo>
                  <a:pt x="12654" y="3288"/>
                  <a:pt x="12126" y="2801"/>
                  <a:pt x="11522" y="2801"/>
                </a:cubicBezTo>
                <a:cubicBezTo>
                  <a:pt x="11367" y="2801"/>
                  <a:pt x="11207" y="2833"/>
                  <a:pt x="11050" y="2902"/>
                </a:cubicBezTo>
                <a:lnTo>
                  <a:pt x="7655" y="927"/>
                </a:lnTo>
                <a:cubicBezTo>
                  <a:pt x="7531" y="310"/>
                  <a:pt x="7030" y="1"/>
                  <a:pt x="65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82" name="Google Shape;13582;p88"/>
          <p:cNvGrpSpPr/>
          <p:nvPr/>
        </p:nvGrpSpPr>
        <p:grpSpPr>
          <a:xfrm>
            <a:off x="7735586" y="3984217"/>
            <a:ext cx="358775" cy="344900"/>
            <a:chOff x="1008188" y="1921956"/>
            <a:chExt cx="358775" cy="344900"/>
          </a:xfrm>
        </p:grpSpPr>
        <p:sp>
          <p:nvSpPr>
            <p:cNvPr id="13583" name="Google Shape;13583;p88"/>
            <p:cNvSpPr/>
            <p:nvPr/>
          </p:nvSpPr>
          <p:spPr>
            <a:xfrm>
              <a:off x="1118513" y="1960531"/>
              <a:ext cx="10050" cy="21625"/>
            </a:xfrm>
            <a:custGeom>
              <a:rect b="b" l="l" r="r" t="t"/>
              <a:pathLst>
                <a:path extrusionOk="0" h="865" w="402">
                  <a:moveTo>
                    <a:pt x="186" y="0"/>
                  </a:moveTo>
                  <a:cubicBezTo>
                    <a:pt x="93" y="0"/>
                    <a:pt x="0" y="93"/>
                    <a:pt x="0" y="185"/>
                  </a:cubicBezTo>
                  <a:lnTo>
                    <a:pt x="0" y="648"/>
                  </a:lnTo>
                  <a:cubicBezTo>
                    <a:pt x="0" y="772"/>
                    <a:pt x="93" y="864"/>
                    <a:pt x="186" y="864"/>
                  </a:cubicBezTo>
                  <a:cubicBezTo>
                    <a:pt x="309" y="864"/>
                    <a:pt x="402" y="772"/>
                    <a:pt x="402" y="648"/>
                  </a:cubicBezTo>
                  <a:lnTo>
                    <a:pt x="402" y="185"/>
                  </a:lnTo>
                  <a:cubicBezTo>
                    <a:pt x="402" y="93"/>
                    <a:pt x="309" y="0"/>
                    <a:pt x="1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4" name="Google Shape;13584;p88"/>
            <p:cNvSpPr/>
            <p:nvPr/>
          </p:nvSpPr>
          <p:spPr>
            <a:xfrm>
              <a:off x="1245813" y="1960531"/>
              <a:ext cx="10050" cy="21625"/>
            </a:xfrm>
            <a:custGeom>
              <a:rect b="b" l="l" r="r" t="t"/>
              <a:pathLst>
                <a:path extrusionOk="0" h="865" w="402">
                  <a:moveTo>
                    <a:pt x="186" y="0"/>
                  </a:moveTo>
                  <a:cubicBezTo>
                    <a:pt x="93" y="0"/>
                    <a:pt x="1" y="93"/>
                    <a:pt x="1" y="185"/>
                  </a:cubicBezTo>
                  <a:lnTo>
                    <a:pt x="1" y="648"/>
                  </a:lnTo>
                  <a:cubicBezTo>
                    <a:pt x="1" y="772"/>
                    <a:pt x="62" y="864"/>
                    <a:pt x="186" y="864"/>
                  </a:cubicBezTo>
                  <a:cubicBezTo>
                    <a:pt x="309" y="864"/>
                    <a:pt x="402" y="772"/>
                    <a:pt x="402" y="648"/>
                  </a:cubicBezTo>
                  <a:lnTo>
                    <a:pt x="402" y="185"/>
                  </a:lnTo>
                  <a:cubicBezTo>
                    <a:pt x="371" y="93"/>
                    <a:pt x="309" y="0"/>
                    <a:pt x="1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5" name="Google Shape;13585;p88"/>
            <p:cNvSpPr/>
            <p:nvPr/>
          </p:nvSpPr>
          <p:spPr>
            <a:xfrm>
              <a:off x="1164438" y="1970906"/>
              <a:ext cx="44925" cy="17025"/>
            </a:xfrm>
            <a:custGeom>
              <a:rect b="b" l="l" r="r" t="t"/>
              <a:pathLst>
                <a:path extrusionOk="0" h="681" w="1797">
                  <a:moveTo>
                    <a:pt x="279" y="1"/>
                  </a:moveTo>
                  <a:cubicBezTo>
                    <a:pt x="137" y="1"/>
                    <a:pt x="1" y="196"/>
                    <a:pt x="139" y="357"/>
                  </a:cubicBezTo>
                  <a:cubicBezTo>
                    <a:pt x="339" y="573"/>
                    <a:pt x="617" y="681"/>
                    <a:pt x="898" y="681"/>
                  </a:cubicBezTo>
                  <a:cubicBezTo>
                    <a:pt x="1180" y="681"/>
                    <a:pt x="1466" y="573"/>
                    <a:pt x="1682" y="357"/>
                  </a:cubicBezTo>
                  <a:cubicBezTo>
                    <a:pt x="1796" y="196"/>
                    <a:pt x="1655" y="1"/>
                    <a:pt x="1511" y="1"/>
                  </a:cubicBezTo>
                  <a:cubicBezTo>
                    <a:pt x="1462" y="1"/>
                    <a:pt x="1412" y="24"/>
                    <a:pt x="1373" y="79"/>
                  </a:cubicBezTo>
                  <a:cubicBezTo>
                    <a:pt x="1250" y="218"/>
                    <a:pt x="1080" y="287"/>
                    <a:pt x="906" y="287"/>
                  </a:cubicBezTo>
                  <a:cubicBezTo>
                    <a:pt x="733" y="287"/>
                    <a:pt x="555" y="218"/>
                    <a:pt x="416" y="79"/>
                  </a:cubicBezTo>
                  <a:cubicBezTo>
                    <a:pt x="377" y="24"/>
                    <a:pt x="327"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6" name="Google Shape;13586;p88"/>
            <p:cNvSpPr/>
            <p:nvPr/>
          </p:nvSpPr>
          <p:spPr>
            <a:xfrm>
              <a:off x="1179463" y="2155331"/>
              <a:ext cx="15450" cy="15650"/>
            </a:xfrm>
            <a:custGeom>
              <a:rect b="b" l="l" r="r" t="t"/>
              <a:pathLst>
                <a:path extrusionOk="0" h="626" w="618">
                  <a:moveTo>
                    <a:pt x="309" y="1"/>
                  </a:moveTo>
                  <a:cubicBezTo>
                    <a:pt x="155" y="1"/>
                    <a:pt x="0" y="109"/>
                    <a:pt x="0" y="325"/>
                  </a:cubicBezTo>
                  <a:cubicBezTo>
                    <a:pt x="0" y="525"/>
                    <a:pt x="155" y="626"/>
                    <a:pt x="309" y="626"/>
                  </a:cubicBezTo>
                  <a:cubicBezTo>
                    <a:pt x="463" y="626"/>
                    <a:pt x="618" y="525"/>
                    <a:pt x="618" y="325"/>
                  </a:cubicBezTo>
                  <a:cubicBezTo>
                    <a:pt x="618" y="109"/>
                    <a:pt x="463" y="1"/>
                    <a:pt x="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7" name="Google Shape;13587;p88"/>
            <p:cNvSpPr/>
            <p:nvPr/>
          </p:nvSpPr>
          <p:spPr>
            <a:xfrm>
              <a:off x="1008188" y="1921956"/>
              <a:ext cx="358775" cy="344900"/>
            </a:xfrm>
            <a:custGeom>
              <a:rect b="b" l="l" r="r" t="t"/>
              <a:pathLst>
                <a:path extrusionOk="0" h="13796" w="14351">
                  <a:moveTo>
                    <a:pt x="12959" y="3856"/>
                  </a:moveTo>
                  <a:cubicBezTo>
                    <a:pt x="13952" y="3856"/>
                    <a:pt x="13961" y="5343"/>
                    <a:pt x="12987" y="5343"/>
                  </a:cubicBezTo>
                  <a:cubicBezTo>
                    <a:pt x="12959" y="5343"/>
                    <a:pt x="12930" y="5342"/>
                    <a:pt x="12900" y="5339"/>
                  </a:cubicBezTo>
                  <a:lnTo>
                    <a:pt x="4506" y="5339"/>
                  </a:lnTo>
                  <a:cubicBezTo>
                    <a:pt x="4492" y="5336"/>
                    <a:pt x="4479" y="5334"/>
                    <a:pt x="4467" y="5334"/>
                  </a:cubicBezTo>
                  <a:cubicBezTo>
                    <a:pt x="4272" y="5334"/>
                    <a:pt x="4272" y="5745"/>
                    <a:pt x="4467" y="5745"/>
                  </a:cubicBezTo>
                  <a:cubicBezTo>
                    <a:pt x="4479" y="5745"/>
                    <a:pt x="4492" y="5744"/>
                    <a:pt x="4506" y="5740"/>
                  </a:cubicBezTo>
                  <a:lnTo>
                    <a:pt x="12684" y="5740"/>
                  </a:lnTo>
                  <a:lnTo>
                    <a:pt x="11666" y="12437"/>
                  </a:lnTo>
                  <a:cubicBezTo>
                    <a:pt x="11573" y="12993"/>
                    <a:pt x="11080" y="13363"/>
                    <a:pt x="10555" y="13363"/>
                  </a:cubicBezTo>
                  <a:lnTo>
                    <a:pt x="3765" y="13363"/>
                  </a:lnTo>
                  <a:cubicBezTo>
                    <a:pt x="3210" y="13363"/>
                    <a:pt x="2747" y="12993"/>
                    <a:pt x="2654" y="12437"/>
                  </a:cubicBezTo>
                  <a:lnTo>
                    <a:pt x="1636" y="5771"/>
                  </a:lnTo>
                  <a:lnTo>
                    <a:pt x="3673" y="5771"/>
                  </a:lnTo>
                  <a:cubicBezTo>
                    <a:pt x="3858" y="5709"/>
                    <a:pt x="3858" y="5432"/>
                    <a:pt x="3673" y="5370"/>
                  </a:cubicBezTo>
                  <a:lnTo>
                    <a:pt x="1420" y="5370"/>
                  </a:lnTo>
                  <a:cubicBezTo>
                    <a:pt x="401" y="5370"/>
                    <a:pt x="401" y="3858"/>
                    <a:pt x="1420" y="3858"/>
                  </a:cubicBezTo>
                  <a:lnTo>
                    <a:pt x="12900" y="3858"/>
                  </a:lnTo>
                  <a:cubicBezTo>
                    <a:pt x="12920" y="3857"/>
                    <a:pt x="12940" y="3856"/>
                    <a:pt x="12959" y="3856"/>
                  </a:cubicBezTo>
                  <a:close/>
                  <a:moveTo>
                    <a:pt x="3642" y="0"/>
                  </a:moveTo>
                  <a:cubicBezTo>
                    <a:pt x="2963" y="0"/>
                    <a:pt x="2376" y="432"/>
                    <a:pt x="2130" y="1049"/>
                  </a:cubicBezTo>
                  <a:lnTo>
                    <a:pt x="1265" y="3487"/>
                  </a:lnTo>
                  <a:cubicBezTo>
                    <a:pt x="0" y="3703"/>
                    <a:pt x="0" y="5463"/>
                    <a:pt x="1235" y="5740"/>
                  </a:cubicBezTo>
                  <a:lnTo>
                    <a:pt x="2253" y="12499"/>
                  </a:lnTo>
                  <a:cubicBezTo>
                    <a:pt x="2376" y="13240"/>
                    <a:pt x="3025" y="13764"/>
                    <a:pt x="3765" y="13795"/>
                  </a:cubicBezTo>
                  <a:lnTo>
                    <a:pt x="10555" y="13795"/>
                  </a:lnTo>
                  <a:cubicBezTo>
                    <a:pt x="11296" y="13764"/>
                    <a:pt x="11913" y="13240"/>
                    <a:pt x="12067" y="12530"/>
                  </a:cubicBezTo>
                  <a:lnTo>
                    <a:pt x="13086" y="5740"/>
                  </a:lnTo>
                  <a:cubicBezTo>
                    <a:pt x="14351" y="5493"/>
                    <a:pt x="14320" y="3703"/>
                    <a:pt x="13055" y="3487"/>
                  </a:cubicBezTo>
                  <a:lnTo>
                    <a:pt x="12160" y="1049"/>
                  </a:lnTo>
                  <a:cubicBezTo>
                    <a:pt x="11944" y="432"/>
                    <a:pt x="11326" y="0"/>
                    <a:pt x="10678" y="0"/>
                  </a:cubicBezTo>
                  <a:lnTo>
                    <a:pt x="9567" y="0"/>
                  </a:lnTo>
                  <a:cubicBezTo>
                    <a:pt x="9475" y="0"/>
                    <a:pt x="9382" y="93"/>
                    <a:pt x="9382" y="216"/>
                  </a:cubicBezTo>
                  <a:cubicBezTo>
                    <a:pt x="9382" y="309"/>
                    <a:pt x="9475" y="401"/>
                    <a:pt x="9567" y="401"/>
                  </a:cubicBezTo>
                  <a:lnTo>
                    <a:pt x="10678" y="401"/>
                  </a:lnTo>
                  <a:cubicBezTo>
                    <a:pt x="11172" y="401"/>
                    <a:pt x="11604" y="710"/>
                    <a:pt x="11789" y="1173"/>
                  </a:cubicBezTo>
                  <a:lnTo>
                    <a:pt x="12623" y="3487"/>
                  </a:lnTo>
                  <a:lnTo>
                    <a:pt x="1698" y="3487"/>
                  </a:lnTo>
                  <a:lnTo>
                    <a:pt x="2531" y="1204"/>
                  </a:lnTo>
                  <a:cubicBezTo>
                    <a:pt x="2685" y="741"/>
                    <a:pt x="3148" y="432"/>
                    <a:pt x="3642" y="432"/>
                  </a:cubicBezTo>
                  <a:lnTo>
                    <a:pt x="8765" y="432"/>
                  </a:lnTo>
                  <a:cubicBezTo>
                    <a:pt x="8888" y="432"/>
                    <a:pt x="8981" y="339"/>
                    <a:pt x="8981" y="216"/>
                  </a:cubicBezTo>
                  <a:cubicBezTo>
                    <a:pt x="8981" y="93"/>
                    <a:pt x="8888" y="0"/>
                    <a:pt x="87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8" name="Google Shape;13588;p88"/>
            <p:cNvSpPr/>
            <p:nvPr/>
          </p:nvSpPr>
          <p:spPr>
            <a:xfrm>
              <a:off x="1100763" y="2081306"/>
              <a:ext cx="172850" cy="156725"/>
            </a:xfrm>
            <a:custGeom>
              <a:rect b="b" l="l" r="r" t="t"/>
              <a:pathLst>
                <a:path extrusionOk="0" h="6269" w="6914">
                  <a:moveTo>
                    <a:pt x="3566" y="1737"/>
                  </a:moveTo>
                  <a:cubicBezTo>
                    <a:pt x="3807" y="1737"/>
                    <a:pt x="4041" y="1821"/>
                    <a:pt x="4229" y="1928"/>
                  </a:cubicBezTo>
                  <a:lnTo>
                    <a:pt x="4259" y="1928"/>
                  </a:lnTo>
                  <a:cubicBezTo>
                    <a:pt x="4043" y="2144"/>
                    <a:pt x="3766" y="2267"/>
                    <a:pt x="3457" y="2267"/>
                  </a:cubicBezTo>
                  <a:cubicBezTo>
                    <a:pt x="3179" y="2267"/>
                    <a:pt x="2902" y="2144"/>
                    <a:pt x="2686" y="1928"/>
                  </a:cubicBezTo>
                  <a:cubicBezTo>
                    <a:pt x="2902" y="1804"/>
                    <a:pt x="3179" y="1743"/>
                    <a:pt x="3457" y="1743"/>
                  </a:cubicBezTo>
                  <a:cubicBezTo>
                    <a:pt x="3494" y="1739"/>
                    <a:pt x="3530" y="1737"/>
                    <a:pt x="3566" y="1737"/>
                  </a:cubicBezTo>
                  <a:close/>
                  <a:moveTo>
                    <a:pt x="1853" y="3348"/>
                  </a:moveTo>
                  <a:cubicBezTo>
                    <a:pt x="2470" y="3502"/>
                    <a:pt x="2809" y="4119"/>
                    <a:pt x="2655" y="4705"/>
                  </a:cubicBezTo>
                  <a:cubicBezTo>
                    <a:pt x="2531" y="4613"/>
                    <a:pt x="2439" y="4520"/>
                    <a:pt x="2346" y="4428"/>
                  </a:cubicBezTo>
                  <a:cubicBezTo>
                    <a:pt x="2045" y="4127"/>
                    <a:pt x="1862" y="3738"/>
                    <a:pt x="1853" y="3348"/>
                  </a:cubicBezTo>
                  <a:close/>
                  <a:moveTo>
                    <a:pt x="5031" y="3317"/>
                  </a:moveTo>
                  <a:lnTo>
                    <a:pt x="5031" y="3317"/>
                  </a:lnTo>
                  <a:cubicBezTo>
                    <a:pt x="5062" y="3872"/>
                    <a:pt x="4753" y="4397"/>
                    <a:pt x="4259" y="4705"/>
                  </a:cubicBezTo>
                  <a:cubicBezTo>
                    <a:pt x="4167" y="4335"/>
                    <a:pt x="4259" y="3934"/>
                    <a:pt x="4476" y="3656"/>
                  </a:cubicBezTo>
                  <a:cubicBezTo>
                    <a:pt x="4599" y="3502"/>
                    <a:pt x="4753" y="3409"/>
                    <a:pt x="4938" y="3347"/>
                  </a:cubicBezTo>
                  <a:lnTo>
                    <a:pt x="5031" y="3317"/>
                  </a:lnTo>
                  <a:close/>
                  <a:moveTo>
                    <a:pt x="4969" y="848"/>
                  </a:moveTo>
                  <a:lnTo>
                    <a:pt x="4969" y="848"/>
                  </a:lnTo>
                  <a:cubicBezTo>
                    <a:pt x="5216" y="1187"/>
                    <a:pt x="5340" y="1588"/>
                    <a:pt x="5340" y="1990"/>
                  </a:cubicBezTo>
                  <a:lnTo>
                    <a:pt x="5340" y="2113"/>
                  </a:lnTo>
                  <a:cubicBezTo>
                    <a:pt x="5340" y="2206"/>
                    <a:pt x="5370" y="2267"/>
                    <a:pt x="5463" y="2298"/>
                  </a:cubicBezTo>
                  <a:lnTo>
                    <a:pt x="5556" y="2360"/>
                  </a:lnTo>
                  <a:cubicBezTo>
                    <a:pt x="5895" y="2545"/>
                    <a:pt x="6173" y="2884"/>
                    <a:pt x="6358" y="3255"/>
                  </a:cubicBezTo>
                  <a:cubicBezTo>
                    <a:pt x="6265" y="3193"/>
                    <a:pt x="6204" y="3131"/>
                    <a:pt x="6111" y="3101"/>
                  </a:cubicBezTo>
                  <a:cubicBezTo>
                    <a:pt x="5816" y="2930"/>
                    <a:pt x="5532" y="2856"/>
                    <a:pt x="5270" y="2856"/>
                  </a:cubicBezTo>
                  <a:cubicBezTo>
                    <a:pt x="3783" y="2856"/>
                    <a:pt x="3009" y="5248"/>
                    <a:pt x="4846" y="5878"/>
                  </a:cubicBezTo>
                  <a:cubicBezTo>
                    <a:pt x="4756" y="5891"/>
                    <a:pt x="4667" y="5897"/>
                    <a:pt x="4579" y="5897"/>
                  </a:cubicBezTo>
                  <a:cubicBezTo>
                    <a:pt x="4248" y="5897"/>
                    <a:pt x="3935" y="5809"/>
                    <a:pt x="3642" y="5662"/>
                  </a:cubicBezTo>
                  <a:lnTo>
                    <a:pt x="3550" y="5600"/>
                  </a:lnTo>
                  <a:cubicBezTo>
                    <a:pt x="3519" y="5569"/>
                    <a:pt x="3480" y="5554"/>
                    <a:pt x="3442" y="5554"/>
                  </a:cubicBezTo>
                  <a:cubicBezTo>
                    <a:pt x="3403" y="5554"/>
                    <a:pt x="3364" y="5569"/>
                    <a:pt x="3334" y="5600"/>
                  </a:cubicBezTo>
                  <a:lnTo>
                    <a:pt x="3272" y="5662"/>
                  </a:lnTo>
                  <a:cubicBezTo>
                    <a:pt x="2979" y="5809"/>
                    <a:pt x="2647" y="5897"/>
                    <a:pt x="2323" y="5897"/>
                  </a:cubicBezTo>
                  <a:cubicBezTo>
                    <a:pt x="2237" y="5897"/>
                    <a:pt x="2152" y="5891"/>
                    <a:pt x="2068" y="5878"/>
                  </a:cubicBezTo>
                  <a:cubicBezTo>
                    <a:pt x="2161" y="5847"/>
                    <a:pt x="2253" y="5816"/>
                    <a:pt x="2346" y="5755"/>
                  </a:cubicBezTo>
                  <a:cubicBezTo>
                    <a:pt x="3704" y="4983"/>
                    <a:pt x="3148" y="2884"/>
                    <a:pt x="1574" y="2884"/>
                  </a:cubicBezTo>
                  <a:cubicBezTo>
                    <a:pt x="1204" y="2884"/>
                    <a:pt x="834" y="3039"/>
                    <a:pt x="556" y="3286"/>
                  </a:cubicBezTo>
                  <a:cubicBezTo>
                    <a:pt x="710" y="2884"/>
                    <a:pt x="1019" y="2576"/>
                    <a:pt x="1358" y="2360"/>
                  </a:cubicBezTo>
                  <a:lnTo>
                    <a:pt x="1389" y="2329"/>
                  </a:lnTo>
                  <a:lnTo>
                    <a:pt x="1451" y="2267"/>
                  </a:lnTo>
                  <a:cubicBezTo>
                    <a:pt x="1513" y="2236"/>
                    <a:pt x="1544" y="2175"/>
                    <a:pt x="1574" y="2113"/>
                  </a:cubicBezTo>
                  <a:lnTo>
                    <a:pt x="1574" y="1990"/>
                  </a:lnTo>
                  <a:cubicBezTo>
                    <a:pt x="1544" y="1588"/>
                    <a:pt x="1698" y="1187"/>
                    <a:pt x="1945" y="848"/>
                  </a:cubicBezTo>
                  <a:lnTo>
                    <a:pt x="1945" y="848"/>
                  </a:lnTo>
                  <a:cubicBezTo>
                    <a:pt x="1914" y="940"/>
                    <a:pt x="1914" y="1033"/>
                    <a:pt x="1914" y="1125"/>
                  </a:cubicBezTo>
                  <a:cubicBezTo>
                    <a:pt x="1914" y="1372"/>
                    <a:pt x="1976" y="1650"/>
                    <a:pt x="2099" y="1866"/>
                  </a:cubicBezTo>
                  <a:cubicBezTo>
                    <a:pt x="2346" y="2298"/>
                    <a:pt x="2778" y="2607"/>
                    <a:pt x="3272" y="2668"/>
                  </a:cubicBezTo>
                  <a:lnTo>
                    <a:pt x="3642" y="2668"/>
                  </a:lnTo>
                  <a:cubicBezTo>
                    <a:pt x="4136" y="2607"/>
                    <a:pt x="4568" y="2298"/>
                    <a:pt x="4815" y="1866"/>
                  </a:cubicBezTo>
                  <a:cubicBezTo>
                    <a:pt x="4938" y="1650"/>
                    <a:pt x="5000" y="1372"/>
                    <a:pt x="5000" y="1125"/>
                  </a:cubicBezTo>
                  <a:cubicBezTo>
                    <a:pt x="5000" y="1033"/>
                    <a:pt x="4969" y="940"/>
                    <a:pt x="4969" y="848"/>
                  </a:cubicBezTo>
                  <a:close/>
                  <a:moveTo>
                    <a:pt x="2329" y="1"/>
                  </a:moveTo>
                  <a:cubicBezTo>
                    <a:pt x="2281" y="1"/>
                    <a:pt x="2233" y="14"/>
                    <a:pt x="2192" y="45"/>
                  </a:cubicBezTo>
                  <a:cubicBezTo>
                    <a:pt x="1544" y="477"/>
                    <a:pt x="1142" y="1187"/>
                    <a:pt x="1142" y="1990"/>
                  </a:cubicBezTo>
                  <a:cubicBezTo>
                    <a:pt x="494" y="2360"/>
                    <a:pt x="62" y="3070"/>
                    <a:pt x="31" y="3841"/>
                  </a:cubicBezTo>
                  <a:cubicBezTo>
                    <a:pt x="1" y="3903"/>
                    <a:pt x="31" y="3965"/>
                    <a:pt x="93" y="4026"/>
                  </a:cubicBezTo>
                  <a:lnTo>
                    <a:pt x="93" y="4057"/>
                  </a:lnTo>
                  <a:cubicBezTo>
                    <a:pt x="124" y="4088"/>
                    <a:pt x="186" y="4119"/>
                    <a:pt x="278" y="4119"/>
                  </a:cubicBezTo>
                  <a:cubicBezTo>
                    <a:pt x="371" y="4119"/>
                    <a:pt x="494" y="4057"/>
                    <a:pt x="525" y="3965"/>
                  </a:cubicBezTo>
                  <a:cubicBezTo>
                    <a:pt x="618" y="3749"/>
                    <a:pt x="772" y="3563"/>
                    <a:pt x="988" y="3440"/>
                  </a:cubicBezTo>
                  <a:cubicBezTo>
                    <a:pt x="1142" y="3347"/>
                    <a:pt x="1297" y="3286"/>
                    <a:pt x="1451" y="3286"/>
                  </a:cubicBezTo>
                  <a:lnTo>
                    <a:pt x="1451" y="3317"/>
                  </a:lnTo>
                  <a:cubicBezTo>
                    <a:pt x="1451" y="3841"/>
                    <a:pt x="1667" y="4335"/>
                    <a:pt x="2037" y="4705"/>
                  </a:cubicBezTo>
                  <a:cubicBezTo>
                    <a:pt x="2161" y="4860"/>
                    <a:pt x="2315" y="4952"/>
                    <a:pt x="2500" y="5045"/>
                  </a:cubicBezTo>
                  <a:cubicBezTo>
                    <a:pt x="2408" y="5199"/>
                    <a:pt x="2284" y="5292"/>
                    <a:pt x="2130" y="5384"/>
                  </a:cubicBezTo>
                  <a:cubicBezTo>
                    <a:pt x="1914" y="5508"/>
                    <a:pt x="1667" y="5539"/>
                    <a:pt x="1451" y="5539"/>
                  </a:cubicBezTo>
                  <a:cubicBezTo>
                    <a:pt x="1431" y="5535"/>
                    <a:pt x="1411" y="5533"/>
                    <a:pt x="1392" y="5533"/>
                  </a:cubicBezTo>
                  <a:cubicBezTo>
                    <a:pt x="1266" y="5533"/>
                    <a:pt x="1169" y="5617"/>
                    <a:pt x="1142" y="5724"/>
                  </a:cubicBezTo>
                  <a:cubicBezTo>
                    <a:pt x="1112" y="5847"/>
                    <a:pt x="1173" y="5971"/>
                    <a:pt x="1297" y="6032"/>
                  </a:cubicBezTo>
                  <a:cubicBezTo>
                    <a:pt x="1614" y="6191"/>
                    <a:pt x="1958" y="6269"/>
                    <a:pt x="2305" y="6269"/>
                  </a:cubicBezTo>
                  <a:cubicBezTo>
                    <a:pt x="2699" y="6269"/>
                    <a:pt x="3095" y="6168"/>
                    <a:pt x="3457" y="5971"/>
                  </a:cubicBezTo>
                  <a:cubicBezTo>
                    <a:pt x="3802" y="6168"/>
                    <a:pt x="4200" y="6269"/>
                    <a:pt x="4599" y="6269"/>
                  </a:cubicBezTo>
                  <a:cubicBezTo>
                    <a:pt x="4949" y="6269"/>
                    <a:pt x="5300" y="6191"/>
                    <a:pt x="5617" y="6032"/>
                  </a:cubicBezTo>
                  <a:cubicBezTo>
                    <a:pt x="5710" y="5971"/>
                    <a:pt x="5772" y="5847"/>
                    <a:pt x="5741" y="5724"/>
                  </a:cubicBezTo>
                  <a:cubicBezTo>
                    <a:pt x="5714" y="5617"/>
                    <a:pt x="5617" y="5533"/>
                    <a:pt x="5512" y="5533"/>
                  </a:cubicBezTo>
                  <a:cubicBezTo>
                    <a:pt x="5496" y="5533"/>
                    <a:pt x="5479" y="5535"/>
                    <a:pt x="5463" y="5539"/>
                  </a:cubicBezTo>
                  <a:cubicBezTo>
                    <a:pt x="5216" y="5539"/>
                    <a:pt x="4969" y="5508"/>
                    <a:pt x="4784" y="5384"/>
                  </a:cubicBezTo>
                  <a:cubicBezTo>
                    <a:pt x="4630" y="5292"/>
                    <a:pt x="4506" y="5199"/>
                    <a:pt x="4414" y="5045"/>
                  </a:cubicBezTo>
                  <a:cubicBezTo>
                    <a:pt x="5062" y="4705"/>
                    <a:pt x="5463" y="4026"/>
                    <a:pt x="5463" y="3317"/>
                  </a:cubicBezTo>
                  <a:lnTo>
                    <a:pt x="5463" y="3255"/>
                  </a:lnTo>
                  <a:cubicBezTo>
                    <a:pt x="5617" y="3286"/>
                    <a:pt x="5772" y="3317"/>
                    <a:pt x="5926" y="3409"/>
                  </a:cubicBezTo>
                  <a:cubicBezTo>
                    <a:pt x="6111" y="3533"/>
                    <a:pt x="6296" y="3718"/>
                    <a:pt x="6389" y="3934"/>
                  </a:cubicBezTo>
                  <a:cubicBezTo>
                    <a:pt x="6420" y="4026"/>
                    <a:pt x="6512" y="4088"/>
                    <a:pt x="6636" y="4088"/>
                  </a:cubicBezTo>
                  <a:cubicBezTo>
                    <a:pt x="6698" y="4088"/>
                    <a:pt x="6759" y="4057"/>
                    <a:pt x="6821" y="4026"/>
                  </a:cubicBezTo>
                  <a:cubicBezTo>
                    <a:pt x="6883" y="3965"/>
                    <a:pt x="6914" y="3903"/>
                    <a:pt x="6914" y="3810"/>
                  </a:cubicBezTo>
                  <a:cubicBezTo>
                    <a:pt x="6852" y="3039"/>
                    <a:pt x="6420" y="2360"/>
                    <a:pt x="5772" y="1990"/>
                  </a:cubicBezTo>
                  <a:cubicBezTo>
                    <a:pt x="5772" y="1187"/>
                    <a:pt x="5370" y="477"/>
                    <a:pt x="4722" y="45"/>
                  </a:cubicBezTo>
                  <a:cubicBezTo>
                    <a:pt x="4681" y="14"/>
                    <a:pt x="4633" y="1"/>
                    <a:pt x="4585" y="1"/>
                  </a:cubicBezTo>
                  <a:cubicBezTo>
                    <a:pt x="4489" y="1"/>
                    <a:pt x="4393" y="56"/>
                    <a:pt x="4352" y="138"/>
                  </a:cubicBezTo>
                  <a:cubicBezTo>
                    <a:pt x="4290" y="230"/>
                    <a:pt x="4321" y="354"/>
                    <a:pt x="4383" y="416"/>
                  </a:cubicBezTo>
                  <a:cubicBezTo>
                    <a:pt x="4506" y="632"/>
                    <a:pt x="4599" y="848"/>
                    <a:pt x="4599" y="1095"/>
                  </a:cubicBezTo>
                  <a:cubicBezTo>
                    <a:pt x="4599" y="1280"/>
                    <a:pt x="4568" y="1434"/>
                    <a:pt x="4476" y="1588"/>
                  </a:cubicBezTo>
                  <a:cubicBezTo>
                    <a:pt x="4167" y="1403"/>
                    <a:pt x="3827" y="1311"/>
                    <a:pt x="3457" y="1311"/>
                  </a:cubicBezTo>
                  <a:cubicBezTo>
                    <a:pt x="3087" y="1311"/>
                    <a:pt x="2747" y="1403"/>
                    <a:pt x="2439" y="1588"/>
                  </a:cubicBezTo>
                  <a:cubicBezTo>
                    <a:pt x="2253" y="1218"/>
                    <a:pt x="2284" y="755"/>
                    <a:pt x="2531" y="416"/>
                  </a:cubicBezTo>
                  <a:cubicBezTo>
                    <a:pt x="2593" y="354"/>
                    <a:pt x="2593" y="230"/>
                    <a:pt x="2562" y="138"/>
                  </a:cubicBezTo>
                  <a:cubicBezTo>
                    <a:pt x="2521" y="56"/>
                    <a:pt x="2425" y="1"/>
                    <a:pt x="23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89" name="Google Shape;13589;p88"/>
          <p:cNvSpPr txBox="1"/>
          <p:nvPr/>
        </p:nvSpPr>
        <p:spPr>
          <a:xfrm>
            <a:off x="1048350" y="1158650"/>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rgbClr val="FFFFFF"/>
                </a:solidFill>
              </a:rPr>
              <a:t>Laboratory</a:t>
            </a:r>
            <a:endParaRPr sz="1600">
              <a:solidFill>
                <a:srgbClr val="FFFFFF"/>
              </a:solidFill>
            </a:endParaRPr>
          </a:p>
        </p:txBody>
      </p:sp>
      <p:grpSp>
        <p:nvGrpSpPr>
          <p:cNvPr id="13590" name="Google Shape;13590;p88"/>
          <p:cNvGrpSpPr/>
          <p:nvPr/>
        </p:nvGrpSpPr>
        <p:grpSpPr>
          <a:xfrm>
            <a:off x="1744350" y="1765786"/>
            <a:ext cx="432875" cy="345275"/>
            <a:chOff x="2480288" y="2463956"/>
            <a:chExt cx="432875" cy="345275"/>
          </a:xfrm>
        </p:grpSpPr>
        <p:sp>
          <p:nvSpPr>
            <p:cNvPr id="13591" name="Google Shape;13591;p88"/>
            <p:cNvSpPr/>
            <p:nvPr/>
          </p:nvSpPr>
          <p:spPr>
            <a:xfrm>
              <a:off x="2673188" y="2611856"/>
              <a:ext cx="60975" cy="52325"/>
            </a:xfrm>
            <a:custGeom>
              <a:rect b="b" l="l" r="r" t="t"/>
              <a:pathLst>
                <a:path extrusionOk="0" h="2093" w="2439">
                  <a:moveTo>
                    <a:pt x="1402" y="422"/>
                  </a:moveTo>
                  <a:cubicBezTo>
                    <a:pt x="1560" y="422"/>
                    <a:pt x="1721" y="480"/>
                    <a:pt x="1852" y="612"/>
                  </a:cubicBezTo>
                  <a:cubicBezTo>
                    <a:pt x="2253" y="1013"/>
                    <a:pt x="1975" y="1692"/>
                    <a:pt x="1420" y="1692"/>
                  </a:cubicBezTo>
                  <a:cubicBezTo>
                    <a:pt x="1049" y="1692"/>
                    <a:pt x="772" y="1414"/>
                    <a:pt x="772" y="1044"/>
                  </a:cubicBezTo>
                  <a:cubicBezTo>
                    <a:pt x="772" y="670"/>
                    <a:pt x="1079" y="422"/>
                    <a:pt x="1402" y="422"/>
                  </a:cubicBezTo>
                  <a:close/>
                  <a:moveTo>
                    <a:pt x="1387" y="1"/>
                  </a:moveTo>
                  <a:cubicBezTo>
                    <a:pt x="1130" y="1"/>
                    <a:pt x="867" y="94"/>
                    <a:pt x="648" y="303"/>
                  </a:cubicBezTo>
                  <a:cubicBezTo>
                    <a:pt x="0" y="982"/>
                    <a:pt x="463" y="2093"/>
                    <a:pt x="1420" y="2093"/>
                  </a:cubicBezTo>
                  <a:cubicBezTo>
                    <a:pt x="1975" y="2093"/>
                    <a:pt x="2438" y="1630"/>
                    <a:pt x="2438" y="1044"/>
                  </a:cubicBezTo>
                  <a:cubicBezTo>
                    <a:pt x="2438" y="416"/>
                    <a:pt x="1927" y="1"/>
                    <a:pt x="13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2" name="Google Shape;13592;p88"/>
            <p:cNvSpPr/>
            <p:nvPr/>
          </p:nvSpPr>
          <p:spPr>
            <a:xfrm>
              <a:off x="2653113" y="2527031"/>
              <a:ext cx="110350" cy="75425"/>
            </a:xfrm>
            <a:custGeom>
              <a:rect b="b" l="l" r="r" t="t"/>
              <a:pathLst>
                <a:path extrusionOk="0" h="3017" w="4414">
                  <a:moveTo>
                    <a:pt x="2192" y="394"/>
                  </a:moveTo>
                  <a:cubicBezTo>
                    <a:pt x="2693" y="394"/>
                    <a:pt x="3195" y="486"/>
                    <a:pt x="3673" y="671"/>
                  </a:cubicBezTo>
                  <a:cubicBezTo>
                    <a:pt x="3858" y="764"/>
                    <a:pt x="3951" y="980"/>
                    <a:pt x="3889" y="1165"/>
                  </a:cubicBezTo>
                  <a:lnTo>
                    <a:pt x="3334" y="2492"/>
                  </a:lnTo>
                  <a:cubicBezTo>
                    <a:pt x="2979" y="2292"/>
                    <a:pt x="2578" y="2191"/>
                    <a:pt x="2176" y="2191"/>
                  </a:cubicBezTo>
                  <a:cubicBezTo>
                    <a:pt x="1775" y="2191"/>
                    <a:pt x="1374" y="2292"/>
                    <a:pt x="1019" y="2492"/>
                  </a:cubicBezTo>
                  <a:lnTo>
                    <a:pt x="494" y="1165"/>
                  </a:lnTo>
                  <a:cubicBezTo>
                    <a:pt x="464" y="1073"/>
                    <a:pt x="464" y="949"/>
                    <a:pt x="494" y="887"/>
                  </a:cubicBezTo>
                  <a:lnTo>
                    <a:pt x="525" y="887"/>
                  </a:lnTo>
                  <a:cubicBezTo>
                    <a:pt x="556" y="795"/>
                    <a:pt x="618" y="702"/>
                    <a:pt x="710" y="671"/>
                  </a:cubicBezTo>
                  <a:cubicBezTo>
                    <a:pt x="1189" y="486"/>
                    <a:pt x="1690" y="394"/>
                    <a:pt x="2192" y="394"/>
                  </a:cubicBezTo>
                  <a:close/>
                  <a:moveTo>
                    <a:pt x="2207" y="0"/>
                  </a:moveTo>
                  <a:cubicBezTo>
                    <a:pt x="1659" y="0"/>
                    <a:pt x="1112" y="101"/>
                    <a:pt x="587" y="301"/>
                  </a:cubicBezTo>
                  <a:cubicBezTo>
                    <a:pt x="186" y="455"/>
                    <a:pt x="1" y="918"/>
                    <a:pt x="155" y="1289"/>
                  </a:cubicBezTo>
                  <a:lnTo>
                    <a:pt x="772" y="2894"/>
                  </a:lnTo>
                  <a:cubicBezTo>
                    <a:pt x="803" y="2955"/>
                    <a:pt x="834" y="2986"/>
                    <a:pt x="896" y="3017"/>
                  </a:cubicBezTo>
                  <a:cubicBezTo>
                    <a:pt x="957" y="3017"/>
                    <a:pt x="1019" y="3017"/>
                    <a:pt x="1081" y="2986"/>
                  </a:cubicBezTo>
                  <a:cubicBezTo>
                    <a:pt x="1420" y="2724"/>
                    <a:pt x="1814" y="2593"/>
                    <a:pt x="2207" y="2593"/>
                  </a:cubicBezTo>
                  <a:cubicBezTo>
                    <a:pt x="2601" y="2593"/>
                    <a:pt x="2994" y="2724"/>
                    <a:pt x="3334" y="2986"/>
                  </a:cubicBezTo>
                  <a:cubicBezTo>
                    <a:pt x="3365" y="3007"/>
                    <a:pt x="3402" y="3017"/>
                    <a:pt x="3441" y="3017"/>
                  </a:cubicBezTo>
                  <a:cubicBezTo>
                    <a:pt x="3519" y="3017"/>
                    <a:pt x="3601" y="2976"/>
                    <a:pt x="3642" y="2894"/>
                  </a:cubicBezTo>
                  <a:lnTo>
                    <a:pt x="4260" y="1289"/>
                  </a:lnTo>
                  <a:cubicBezTo>
                    <a:pt x="4414" y="918"/>
                    <a:pt x="4229" y="455"/>
                    <a:pt x="3827" y="301"/>
                  </a:cubicBezTo>
                  <a:cubicBezTo>
                    <a:pt x="3303" y="101"/>
                    <a:pt x="2755" y="0"/>
                    <a:pt x="22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3" name="Google Shape;13593;p88"/>
            <p:cNvSpPr/>
            <p:nvPr/>
          </p:nvSpPr>
          <p:spPr>
            <a:xfrm>
              <a:off x="2596788" y="2623281"/>
              <a:ext cx="94925" cy="102350"/>
            </a:xfrm>
            <a:custGeom>
              <a:rect b="b" l="l" r="r" t="t"/>
              <a:pathLst>
                <a:path extrusionOk="0" h="4094" w="3797">
                  <a:moveTo>
                    <a:pt x="2192" y="432"/>
                  </a:moveTo>
                  <a:cubicBezTo>
                    <a:pt x="2192" y="833"/>
                    <a:pt x="2254" y="1235"/>
                    <a:pt x="2439" y="1605"/>
                  </a:cubicBezTo>
                  <a:cubicBezTo>
                    <a:pt x="2624" y="1975"/>
                    <a:pt x="2902" y="2284"/>
                    <a:pt x="3241" y="2500"/>
                  </a:cubicBezTo>
                  <a:lnTo>
                    <a:pt x="2284" y="3580"/>
                  </a:lnTo>
                  <a:cubicBezTo>
                    <a:pt x="2198" y="3649"/>
                    <a:pt x="2092" y="3690"/>
                    <a:pt x="1988" y="3690"/>
                  </a:cubicBezTo>
                  <a:cubicBezTo>
                    <a:pt x="1907" y="3690"/>
                    <a:pt x="1827" y="3665"/>
                    <a:pt x="1760" y="3611"/>
                  </a:cubicBezTo>
                  <a:cubicBezTo>
                    <a:pt x="1019" y="2932"/>
                    <a:pt x="556" y="1975"/>
                    <a:pt x="464" y="988"/>
                  </a:cubicBezTo>
                  <a:cubicBezTo>
                    <a:pt x="464" y="772"/>
                    <a:pt x="587" y="617"/>
                    <a:pt x="772" y="587"/>
                  </a:cubicBezTo>
                  <a:lnTo>
                    <a:pt x="2192" y="432"/>
                  </a:lnTo>
                  <a:close/>
                  <a:moveTo>
                    <a:pt x="2439" y="0"/>
                  </a:moveTo>
                  <a:lnTo>
                    <a:pt x="741" y="185"/>
                  </a:lnTo>
                  <a:cubicBezTo>
                    <a:pt x="556" y="185"/>
                    <a:pt x="371" y="278"/>
                    <a:pt x="217" y="432"/>
                  </a:cubicBezTo>
                  <a:cubicBezTo>
                    <a:pt x="93" y="587"/>
                    <a:pt x="1" y="803"/>
                    <a:pt x="32" y="1019"/>
                  </a:cubicBezTo>
                  <a:cubicBezTo>
                    <a:pt x="93" y="1543"/>
                    <a:pt x="248" y="2099"/>
                    <a:pt x="494" y="2593"/>
                  </a:cubicBezTo>
                  <a:cubicBezTo>
                    <a:pt x="741" y="3086"/>
                    <a:pt x="1081" y="3518"/>
                    <a:pt x="1482" y="3889"/>
                  </a:cubicBezTo>
                  <a:cubicBezTo>
                    <a:pt x="1632" y="4024"/>
                    <a:pt x="1826" y="4093"/>
                    <a:pt x="2018" y="4093"/>
                  </a:cubicBezTo>
                  <a:cubicBezTo>
                    <a:pt x="2220" y="4093"/>
                    <a:pt x="2420" y="4016"/>
                    <a:pt x="2562" y="3858"/>
                  </a:cubicBezTo>
                  <a:lnTo>
                    <a:pt x="3735" y="2562"/>
                  </a:lnTo>
                  <a:cubicBezTo>
                    <a:pt x="3797" y="2469"/>
                    <a:pt x="3766" y="2315"/>
                    <a:pt x="3673" y="2253"/>
                  </a:cubicBezTo>
                  <a:cubicBezTo>
                    <a:pt x="2902" y="1883"/>
                    <a:pt x="2500" y="1080"/>
                    <a:pt x="2655" y="247"/>
                  </a:cubicBezTo>
                  <a:cubicBezTo>
                    <a:pt x="2686" y="124"/>
                    <a:pt x="2562" y="0"/>
                    <a:pt x="24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4" name="Google Shape;13594;p88"/>
            <p:cNvSpPr/>
            <p:nvPr/>
          </p:nvSpPr>
          <p:spPr>
            <a:xfrm>
              <a:off x="2724863" y="2623931"/>
              <a:ext cx="94925" cy="102000"/>
            </a:xfrm>
            <a:custGeom>
              <a:rect b="b" l="l" r="r" t="t"/>
              <a:pathLst>
                <a:path extrusionOk="0" h="4080" w="3797">
                  <a:moveTo>
                    <a:pt x="1606" y="437"/>
                  </a:moveTo>
                  <a:lnTo>
                    <a:pt x="3025" y="561"/>
                  </a:lnTo>
                  <a:cubicBezTo>
                    <a:pt x="3210" y="591"/>
                    <a:pt x="3365" y="746"/>
                    <a:pt x="3365" y="931"/>
                  </a:cubicBezTo>
                  <a:cubicBezTo>
                    <a:pt x="3272" y="1949"/>
                    <a:pt x="2809" y="2875"/>
                    <a:pt x="2038" y="3585"/>
                  </a:cubicBezTo>
                  <a:cubicBezTo>
                    <a:pt x="1966" y="3628"/>
                    <a:pt x="1881" y="3651"/>
                    <a:pt x="1798" y="3651"/>
                  </a:cubicBezTo>
                  <a:cubicBezTo>
                    <a:pt x="1703" y="3651"/>
                    <a:pt x="1610" y="3620"/>
                    <a:pt x="1544" y="3554"/>
                  </a:cubicBezTo>
                  <a:lnTo>
                    <a:pt x="556" y="2474"/>
                  </a:lnTo>
                  <a:cubicBezTo>
                    <a:pt x="896" y="2258"/>
                    <a:pt x="1174" y="1949"/>
                    <a:pt x="1359" y="1579"/>
                  </a:cubicBezTo>
                  <a:cubicBezTo>
                    <a:pt x="1544" y="1240"/>
                    <a:pt x="1606" y="838"/>
                    <a:pt x="1606" y="437"/>
                  </a:cubicBezTo>
                  <a:close/>
                  <a:moveTo>
                    <a:pt x="1343" y="0"/>
                  </a:moveTo>
                  <a:cubicBezTo>
                    <a:pt x="1217" y="0"/>
                    <a:pt x="1146" y="111"/>
                    <a:pt x="1174" y="221"/>
                  </a:cubicBezTo>
                  <a:cubicBezTo>
                    <a:pt x="1235" y="622"/>
                    <a:pt x="1174" y="1024"/>
                    <a:pt x="988" y="1394"/>
                  </a:cubicBezTo>
                  <a:cubicBezTo>
                    <a:pt x="803" y="1733"/>
                    <a:pt x="525" y="2042"/>
                    <a:pt x="155" y="2227"/>
                  </a:cubicBezTo>
                  <a:cubicBezTo>
                    <a:pt x="32" y="2289"/>
                    <a:pt x="1" y="2443"/>
                    <a:pt x="93" y="2536"/>
                  </a:cubicBezTo>
                  <a:lnTo>
                    <a:pt x="1235" y="3801"/>
                  </a:lnTo>
                  <a:lnTo>
                    <a:pt x="1235" y="3832"/>
                  </a:lnTo>
                  <a:cubicBezTo>
                    <a:pt x="1381" y="3994"/>
                    <a:pt x="1586" y="4079"/>
                    <a:pt x="1793" y="4079"/>
                  </a:cubicBezTo>
                  <a:cubicBezTo>
                    <a:pt x="1980" y="4079"/>
                    <a:pt x="2169" y="4009"/>
                    <a:pt x="2315" y="3863"/>
                  </a:cubicBezTo>
                  <a:cubicBezTo>
                    <a:pt x="2717" y="3492"/>
                    <a:pt x="3056" y="3060"/>
                    <a:pt x="3303" y="2567"/>
                  </a:cubicBezTo>
                  <a:cubicBezTo>
                    <a:pt x="3550" y="2073"/>
                    <a:pt x="3704" y="1517"/>
                    <a:pt x="3766" y="993"/>
                  </a:cubicBezTo>
                  <a:cubicBezTo>
                    <a:pt x="3797" y="561"/>
                    <a:pt x="3488" y="190"/>
                    <a:pt x="3056" y="159"/>
                  </a:cubicBezTo>
                  <a:lnTo>
                    <a:pt x="1390" y="5"/>
                  </a:lnTo>
                  <a:cubicBezTo>
                    <a:pt x="1373" y="2"/>
                    <a:pt x="1358" y="0"/>
                    <a:pt x="13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5" name="Google Shape;13595;p88"/>
            <p:cNvSpPr/>
            <p:nvPr/>
          </p:nvSpPr>
          <p:spPr>
            <a:xfrm>
              <a:off x="2480288" y="2463956"/>
              <a:ext cx="432875" cy="345275"/>
            </a:xfrm>
            <a:custGeom>
              <a:rect b="b" l="l" r="r" t="t"/>
              <a:pathLst>
                <a:path extrusionOk="0" h="13811" w="17315">
                  <a:moveTo>
                    <a:pt x="9095" y="0"/>
                  </a:moveTo>
                  <a:cubicBezTo>
                    <a:pt x="7461" y="0"/>
                    <a:pt x="5802" y="576"/>
                    <a:pt x="4445" y="1806"/>
                  </a:cubicBezTo>
                  <a:cubicBezTo>
                    <a:pt x="4300" y="1951"/>
                    <a:pt x="4439" y="2171"/>
                    <a:pt x="4595" y="2171"/>
                  </a:cubicBezTo>
                  <a:cubicBezTo>
                    <a:pt x="4638" y="2171"/>
                    <a:pt x="4682" y="2154"/>
                    <a:pt x="4722" y="2114"/>
                  </a:cubicBezTo>
                  <a:cubicBezTo>
                    <a:pt x="5975" y="993"/>
                    <a:pt x="7537" y="442"/>
                    <a:pt x="9093" y="442"/>
                  </a:cubicBezTo>
                  <a:cubicBezTo>
                    <a:pt x="10835" y="442"/>
                    <a:pt x="12570" y="1132"/>
                    <a:pt x="13858" y="2485"/>
                  </a:cubicBezTo>
                  <a:cubicBezTo>
                    <a:pt x="16296" y="5077"/>
                    <a:pt x="16234" y="9120"/>
                    <a:pt x="13734" y="11620"/>
                  </a:cubicBezTo>
                  <a:cubicBezTo>
                    <a:pt x="12465" y="12905"/>
                    <a:pt x="10798" y="13545"/>
                    <a:pt x="9124" y="13545"/>
                  </a:cubicBezTo>
                  <a:cubicBezTo>
                    <a:pt x="7503" y="13545"/>
                    <a:pt x="5875" y="12943"/>
                    <a:pt x="4599" y="11743"/>
                  </a:cubicBezTo>
                  <a:cubicBezTo>
                    <a:pt x="2007" y="9305"/>
                    <a:pt x="1852" y="5262"/>
                    <a:pt x="4198" y="2639"/>
                  </a:cubicBezTo>
                  <a:cubicBezTo>
                    <a:pt x="4336" y="2478"/>
                    <a:pt x="4200" y="2283"/>
                    <a:pt x="4058" y="2283"/>
                  </a:cubicBezTo>
                  <a:cubicBezTo>
                    <a:pt x="4009" y="2283"/>
                    <a:pt x="3959" y="2306"/>
                    <a:pt x="3920" y="2361"/>
                  </a:cubicBezTo>
                  <a:cubicBezTo>
                    <a:pt x="1" y="6836"/>
                    <a:pt x="3179" y="13811"/>
                    <a:pt x="9136" y="13811"/>
                  </a:cubicBezTo>
                  <a:cubicBezTo>
                    <a:pt x="13981" y="13811"/>
                    <a:pt x="17314" y="8935"/>
                    <a:pt x="15555" y="4398"/>
                  </a:cubicBezTo>
                  <a:cubicBezTo>
                    <a:pt x="14457" y="1586"/>
                    <a:pt x="11809" y="0"/>
                    <a:pt x="90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6" name="Google Shape;13596;p88"/>
            <p:cNvSpPr/>
            <p:nvPr/>
          </p:nvSpPr>
          <p:spPr>
            <a:xfrm>
              <a:off x="2545863" y="2492756"/>
              <a:ext cx="327175" cy="289200"/>
            </a:xfrm>
            <a:custGeom>
              <a:rect b="b" l="l" r="r" t="t"/>
              <a:pathLst>
                <a:path extrusionOk="0" h="11568" w="13087">
                  <a:moveTo>
                    <a:pt x="6529" y="0"/>
                  </a:moveTo>
                  <a:cubicBezTo>
                    <a:pt x="4734" y="0"/>
                    <a:pt x="2966" y="838"/>
                    <a:pt x="1822" y="2382"/>
                  </a:cubicBezTo>
                  <a:cubicBezTo>
                    <a:pt x="1" y="4913"/>
                    <a:pt x="495" y="8431"/>
                    <a:pt x="2964" y="10344"/>
                  </a:cubicBezTo>
                  <a:cubicBezTo>
                    <a:pt x="4012" y="11167"/>
                    <a:pt x="5261" y="11568"/>
                    <a:pt x="6506" y="11568"/>
                  </a:cubicBezTo>
                  <a:cubicBezTo>
                    <a:pt x="8154" y="11568"/>
                    <a:pt x="9796" y="10865"/>
                    <a:pt x="10957" y="9511"/>
                  </a:cubicBezTo>
                  <a:cubicBezTo>
                    <a:pt x="11018" y="9418"/>
                    <a:pt x="10988" y="9295"/>
                    <a:pt x="10926" y="9233"/>
                  </a:cubicBezTo>
                  <a:cubicBezTo>
                    <a:pt x="10887" y="9194"/>
                    <a:pt x="10843" y="9177"/>
                    <a:pt x="10800" y="9177"/>
                  </a:cubicBezTo>
                  <a:cubicBezTo>
                    <a:pt x="10741" y="9177"/>
                    <a:pt x="10684" y="9210"/>
                    <a:pt x="10648" y="9264"/>
                  </a:cubicBezTo>
                  <a:cubicBezTo>
                    <a:pt x="9557" y="10531"/>
                    <a:pt x="8005" y="11196"/>
                    <a:pt x="6442" y="11196"/>
                  </a:cubicBezTo>
                  <a:cubicBezTo>
                    <a:pt x="5265" y="11196"/>
                    <a:pt x="4082" y="10818"/>
                    <a:pt x="3087" y="10036"/>
                  </a:cubicBezTo>
                  <a:cubicBezTo>
                    <a:pt x="772" y="8215"/>
                    <a:pt x="340" y="4913"/>
                    <a:pt x="2069" y="2536"/>
                  </a:cubicBezTo>
                  <a:cubicBezTo>
                    <a:pt x="3136" y="1068"/>
                    <a:pt x="4793" y="283"/>
                    <a:pt x="6478" y="283"/>
                  </a:cubicBezTo>
                  <a:cubicBezTo>
                    <a:pt x="7521" y="283"/>
                    <a:pt x="8574" y="584"/>
                    <a:pt x="9506" y="1209"/>
                  </a:cubicBezTo>
                  <a:cubicBezTo>
                    <a:pt x="11944" y="2845"/>
                    <a:pt x="12654" y="6147"/>
                    <a:pt x="11080" y="8616"/>
                  </a:cubicBezTo>
                  <a:cubicBezTo>
                    <a:pt x="11018" y="8709"/>
                    <a:pt x="11049" y="8832"/>
                    <a:pt x="11142" y="8894"/>
                  </a:cubicBezTo>
                  <a:cubicBezTo>
                    <a:pt x="11175" y="8916"/>
                    <a:pt x="11211" y="8926"/>
                    <a:pt x="11248" y="8926"/>
                  </a:cubicBezTo>
                  <a:cubicBezTo>
                    <a:pt x="11314" y="8926"/>
                    <a:pt x="11380" y="8892"/>
                    <a:pt x="11420" y="8832"/>
                  </a:cubicBezTo>
                  <a:cubicBezTo>
                    <a:pt x="13086" y="6209"/>
                    <a:pt x="12315" y="2721"/>
                    <a:pt x="9753" y="993"/>
                  </a:cubicBezTo>
                  <a:cubicBezTo>
                    <a:pt x="8762" y="321"/>
                    <a:pt x="7641" y="0"/>
                    <a:pt x="6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97" name="Google Shape;13597;p88"/>
          <p:cNvGrpSpPr/>
          <p:nvPr/>
        </p:nvGrpSpPr>
        <p:grpSpPr>
          <a:xfrm>
            <a:off x="2525719" y="1766361"/>
            <a:ext cx="362650" cy="344125"/>
            <a:chOff x="1766613" y="2464331"/>
            <a:chExt cx="362650" cy="344125"/>
          </a:xfrm>
        </p:grpSpPr>
        <p:sp>
          <p:nvSpPr>
            <p:cNvPr id="13598" name="Google Shape;13598;p88"/>
            <p:cNvSpPr/>
            <p:nvPr/>
          </p:nvSpPr>
          <p:spPr>
            <a:xfrm>
              <a:off x="1885438" y="2722806"/>
              <a:ext cx="10050" cy="20850"/>
            </a:xfrm>
            <a:custGeom>
              <a:rect b="b" l="l" r="r" t="t"/>
              <a:pathLst>
                <a:path extrusionOk="0" h="834" w="402">
                  <a:moveTo>
                    <a:pt x="185" y="0"/>
                  </a:moveTo>
                  <a:cubicBezTo>
                    <a:pt x="93" y="0"/>
                    <a:pt x="0" y="93"/>
                    <a:pt x="0" y="216"/>
                  </a:cubicBezTo>
                  <a:lnTo>
                    <a:pt x="0" y="618"/>
                  </a:lnTo>
                  <a:cubicBezTo>
                    <a:pt x="0" y="741"/>
                    <a:pt x="93" y="834"/>
                    <a:pt x="185" y="834"/>
                  </a:cubicBezTo>
                  <a:cubicBezTo>
                    <a:pt x="309" y="834"/>
                    <a:pt x="401" y="741"/>
                    <a:pt x="401" y="618"/>
                  </a:cubicBezTo>
                  <a:lnTo>
                    <a:pt x="401" y="216"/>
                  </a:lnTo>
                  <a:cubicBezTo>
                    <a:pt x="401" y="93"/>
                    <a:pt x="309"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9" name="Google Shape;13599;p88"/>
            <p:cNvSpPr/>
            <p:nvPr/>
          </p:nvSpPr>
          <p:spPr>
            <a:xfrm>
              <a:off x="2000388" y="2722806"/>
              <a:ext cx="10050" cy="20850"/>
            </a:xfrm>
            <a:custGeom>
              <a:rect b="b" l="l" r="r" t="t"/>
              <a:pathLst>
                <a:path extrusionOk="0" h="834" w="402">
                  <a:moveTo>
                    <a:pt x="216" y="0"/>
                  </a:moveTo>
                  <a:cubicBezTo>
                    <a:pt x="93" y="0"/>
                    <a:pt x="0" y="93"/>
                    <a:pt x="0" y="216"/>
                  </a:cubicBezTo>
                  <a:lnTo>
                    <a:pt x="0" y="618"/>
                  </a:lnTo>
                  <a:cubicBezTo>
                    <a:pt x="0" y="741"/>
                    <a:pt x="93" y="834"/>
                    <a:pt x="216" y="834"/>
                  </a:cubicBezTo>
                  <a:cubicBezTo>
                    <a:pt x="309" y="834"/>
                    <a:pt x="402" y="741"/>
                    <a:pt x="402" y="618"/>
                  </a:cubicBezTo>
                  <a:lnTo>
                    <a:pt x="402" y="216"/>
                  </a:lnTo>
                  <a:cubicBezTo>
                    <a:pt x="402" y="93"/>
                    <a:pt x="309" y="0"/>
                    <a:pt x="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0" name="Google Shape;13600;p88"/>
            <p:cNvSpPr/>
            <p:nvPr/>
          </p:nvSpPr>
          <p:spPr>
            <a:xfrm>
              <a:off x="1928638" y="2732456"/>
              <a:ext cx="40150" cy="16400"/>
            </a:xfrm>
            <a:custGeom>
              <a:rect b="b" l="l" r="r" t="t"/>
              <a:pathLst>
                <a:path extrusionOk="0" h="656" w="1606">
                  <a:moveTo>
                    <a:pt x="216" y="0"/>
                  </a:moveTo>
                  <a:cubicBezTo>
                    <a:pt x="162" y="0"/>
                    <a:pt x="108" y="16"/>
                    <a:pt x="62" y="46"/>
                  </a:cubicBezTo>
                  <a:cubicBezTo>
                    <a:pt x="0" y="139"/>
                    <a:pt x="0" y="262"/>
                    <a:pt x="62" y="355"/>
                  </a:cubicBezTo>
                  <a:cubicBezTo>
                    <a:pt x="263" y="556"/>
                    <a:pt x="525" y="656"/>
                    <a:pt x="787" y="656"/>
                  </a:cubicBezTo>
                  <a:cubicBezTo>
                    <a:pt x="1050" y="656"/>
                    <a:pt x="1312" y="556"/>
                    <a:pt x="1513" y="355"/>
                  </a:cubicBezTo>
                  <a:cubicBezTo>
                    <a:pt x="1605" y="262"/>
                    <a:pt x="1605" y="139"/>
                    <a:pt x="1513" y="46"/>
                  </a:cubicBezTo>
                  <a:lnTo>
                    <a:pt x="1482" y="46"/>
                  </a:lnTo>
                  <a:cubicBezTo>
                    <a:pt x="1435" y="16"/>
                    <a:pt x="1381" y="0"/>
                    <a:pt x="1331" y="0"/>
                  </a:cubicBezTo>
                  <a:cubicBezTo>
                    <a:pt x="1281" y="0"/>
                    <a:pt x="1235" y="16"/>
                    <a:pt x="1204" y="46"/>
                  </a:cubicBezTo>
                  <a:cubicBezTo>
                    <a:pt x="1080" y="170"/>
                    <a:pt x="926" y="232"/>
                    <a:pt x="772" y="232"/>
                  </a:cubicBezTo>
                  <a:cubicBezTo>
                    <a:pt x="618" y="232"/>
                    <a:pt x="463" y="170"/>
                    <a:pt x="371" y="46"/>
                  </a:cubicBezTo>
                  <a:cubicBezTo>
                    <a:pt x="324" y="16"/>
                    <a:pt x="270" y="0"/>
                    <a:pt x="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1" name="Google Shape;13601;p88"/>
            <p:cNvSpPr/>
            <p:nvPr/>
          </p:nvSpPr>
          <p:spPr>
            <a:xfrm>
              <a:off x="1766613" y="2464331"/>
              <a:ext cx="362650" cy="344125"/>
            </a:xfrm>
            <a:custGeom>
              <a:rect b="b" l="l" r="r" t="t"/>
              <a:pathLst>
                <a:path extrusionOk="0" h="13765" w="14506">
                  <a:moveTo>
                    <a:pt x="7253" y="402"/>
                  </a:moveTo>
                  <a:cubicBezTo>
                    <a:pt x="7531" y="402"/>
                    <a:pt x="7994" y="402"/>
                    <a:pt x="8148" y="711"/>
                  </a:cubicBezTo>
                  <a:cubicBezTo>
                    <a:pt x="8333" y="1112"/>
                    <a:pt x="7932" y="1791"/>
                    <a:pt x="7716" y="2130"/>
                  </a:cubicBezTo>
                  <a:lnTo>
                    <a:pt x="6790" y="2130"/>
                  </a:lnTo>
                  <a:cubicBezTo>
                    <a:pt x="6574" y="1791"/>
                    <a:pt x="6173" y="1081"/>
                    <a:pt x="6358" y="711"/>
                  </a:cubicBezTo>
                  <a:cubicBezTo>
                    <a:pt x="6512" y="433"/>
                    <a:pt x="6975" y="402"/>
                    <a:pt x="7253" y="402"/>
                  </a:cubicBezTo>
                  <a:close/>
                  <a:moveTo>
                    <a:pt x="5586" y="2747"/>
                  </a:moveTo>
                  <a:cubicBezTo>
                    <a:pt x="5617" y="2747"/>
                    <a:pt x="5648" y="2778"/>
                    <a:pt x="5648" y="2809"/>
                  </a:cubicBezTo>
                  <a:cubicBezTo>
                    <a:pt x="5339" y="3612"/>
                    <a:pt x="4383" y="3889"/>
                    <a:pt x="4228" y="3951"/>
                  </a:cubicBezTo>
                  <a:lnTo>
                    <a:pt x="3148" y="3951"/>
                  </a:lnTo>
                  <a:cubicBezTo>
                    <a:pt x="2963" y="3889"/>
                    <a:pt x="2747" y="3797"/>
                    <a:pt x="2562" y="3704"/>
                  </a:cubicBezTo>
                  <a:cubicBezTo>
                    <a:pt x="2192" y="3519"/>
                    <a:pt x="1914" y="3210"/>
                    <a:pt x="1729" y="2809"/>
                  </a:cubicBezTo>
                  <a:cubicBezTo>
                    <a:pt x="1729" y="2778"/>
                    <a:pt x="1759" y="2747"/>
                    <a:pt x="1790" y="2747"/>
                  </a:cubicBezTo>
                  <a:close/>
                  <a:moveTo>
                    <a:pt x="4043" y="4321"/>
                  </a:moveTo>
                  <a:lnTo>
                    <a:pt x="4043" y="5216"/>
                  </a:lnTo>
                  <a:lnTo>
                    <a:pt x="3333" y="5031"/>
                  </a:lnTo>
                  <a:lnTo>
                    <a:pt x="3333" y="4321"/>
                  </a:lnTo>
                  <a:close/>
                  <a:moveTo>
                    <a:pt x="12746" y="4599"/>
                  </a:moveTo>
                  <a:cubicBezTo>
                    <a:pt x="12777" y="4599"/>
                    <a:pt x="12808" y="4661"/>
                    <a:pt x="12777" y="4692"/>
                  </a:cubicBezTo>
                  <a:cubicBezTo>
                    <a:pt x="12469" y="5463"/>
                    <a:pt x="11512" y="5772"/>
                    <a:pt x="11357" y="5803"/>
                  </a:cubicBezTo>
                  <a:lnTo>
                    <a:pt x="10308" y="5803"/>
                  </a:lnTo>
                  <a:cubicBezTo>
                    <a:pt x="10123" y="5741"/>
                    <a:pt x="9907" y="5679"/>
                    <a:pt x="9722" y="5556"/>
                  </a:cubicBezTo>
                  <a:cubicBezTo>
                    <a:pt x="9351" y="5371"/>
                    <a:pt x="9043" y="5062"/>
                    <a:pt x="8889" y="4692"/>
                  </a:cubicBezTo>
                  <a:cubicBezTo>
                    <a:pt x="8858" y="4661"/>
                    <a:pt x="8889" y="4599"/>
                    <a:pt x="8919" y="4599"/>
                  </a:cubicBezTo>
                  <a:close/>
                  <a:moveTo>
                    <a:pt x="7592" y="2531"/>
                  </a:moveTo>
                  <a:lnTo>
                    <a:pt x="7592" y="6173"/>
                  </a:lnTo>
                  <a:lnTo>
                    <a:pt x="6913" y="5988"/>
                  </a:lnTo>
                  <a:lnTo>
                    <a:pt x="6913" y="2531"/>
                  </a:lnTo>
                  <a:close/>
                  <a:moveTo>
                    <a:pt x="11203" y="6235"/>
                  </a:moveTo>
                  <a:lnTo>
                    <a:pt x="11203" y="7161"/>
                  </a:lnTo>
                  <a:lnTo>
                    <a:pt x="10493" y="6975"/>
                  </a:lnTo>
                  <a:lnTo>
                    <a:pt x="10462" y="6235"/>
                  </a:lnTo>
                  <a:close/>
                  <a:moveTo>
                    <a:pt x="3333" y="6543"/>
                  </a:moveTo>
                  <a:lnTo>
                    <a:pt x="4043" y="6759"/>
                  </a:lnTo>
                  <a:lnTo>
                    <a:pt x="4043" y="8981"/>
                  </a:lnTo>
                  <a:lnTo>
                    <a:pt x="3333" y="8981"/>
                  </a:lnTo>
                  <a:lnTo>
                    <a:pt x="3333" y="6543"/>
                  </a:lnTo>
                  <a:close/>
                  <a:moveTo>
                    <a:pt x="4444" y="6852"/>
                  </a:moveTo>
                  <a:lnTo>
                    <a:pt x="6512" y="7438"/>
                  </a:lnTo>
                  <a:lnTo>
                    <a:pt x="6512" y="8981"/>
                  </a:lnTo>
                  <a:lnTo>
                    <a:pt x="4444" y="8981"/>
                  </a:lnTo>
                  <a:lnTo>
                    <a:pt x="4444" y="6852"/>
                  </a:lnTo>
                  <a:close/>
                  <a:moveTo>
                    <a:pt x="6913" y="7562"/>
                  </a:moveTo>
                  <a:lnTo>
                    <a:pt x="7592" y="7747"/>
                  </a:lnTo>
                  <a:lnTo>
                    <a:pt x="7592" y="8981"/>
                  </a:lnTo>
                  <a:lnTo>
                    <a:pt x="6913" y="8981"/>
                  </a:lnTo>
                  <a:lnTo>
                    <a:pt x="6913" y="7562"/>
                  </a:lnTo>
                  <a:close/>
                  <a:moveTo>
                    <a:pt x="10462" y="8519"/>
                  </a:moveTo>
                  <a:lnTo>
                    <a:pt x="11172" y="8704"/>
                  </a:lnTo>
                  <a:lnTo>
                    <a:pt x="11172" y="8981"/>
                  </a:lnTo>
                  <a:lnTo>
                    <a:pt x="10462" y="8981"/>
                  </a:lnTo>
                  <a:lnTo>
                    <a:pt x="10462" y="8519"/>
                  </a:lnTo>
                  <a:close/>
                  <a:moveTo>
                    <a:pt x="8024" y="7840"/>
                  </a:moveTo>
                  <a:lnTo>
                    <a:pt x="10061" y="8395"/>
                  </a:lnTo>
                  <a:lnTo>
                    <a:pt x="10061" y="8981"/>
                  </a:lnTo>
                  <a:lnTo>
                    <a:pt x="8024" y="9012"/>
                  </a:lnTo>
                  <a:lnTo>
                    <a:pt x="8024" y="7840"/>
                  </a:lnTo>
                  <a:close/>
                  <a:moveTo>
                    <a:pt x="11388" y="9383"/>
                  </a:moveTo>
                  <a:cubicBezTo>
                    <a:pt x="11666" y="9383"/>
                    <a:pt x="11944" y="9568"/>
                    <a:pt x="12067" y="9846"/>
                  </a:cubicBezTo>
                  <a:lnTo>
                    <a:pt x="12901" y="11882"/>
                  </a:lnTo>
                  <a:lnTo>
                    <a:pt x="11512" y="11882"/>
                  </a:lnTo>
                  <a:cubicBezTo>
                    <a:pt x="11500" y="11878"/>
                    <a:pt x="11487" y="11876"/>
                    <a:pt x="11475" y="11876"/>
                  </a:cubicBezTo>
                  <a:cubicBezTo>
                    <a:pt x="11396" y="11876"/>
                    <a:pt x="11327" y="11960"/>
                    <a:pt x="11327" y="12068"/>
                  </a:cubicBezTo>
                  <a:cubicBezTo>
                    <a:pt x="11327" y="12191"/>
                    <a:pt x="11419" y="12284"/>
                    <a:pt x="11512" y="12284"/>
                  </a:cubicBezTo>
                  <a:lnTo>
                    <a:pt x="13209" y="12284"/>
                  </a:lnTo>
                  <a:cubicBezTo>
                    <a:pt x="13237" y="12280"/>
                    <a:pt x="13264" y="12279"/>
                    <a:pt x="13290" y="12279"/>
                  </a:cubicBezTo>
                  <a:cubicBezTo>
                    <a:pt x="13962" y="12279"/>
                    <a:pt x="13954" y="13366"/>
                    <a:pt x="13264" y="13366"/>
                  </a:cubicBezTo>
                  <a:cubicBezTo>
                    <a:pt x="13246" y="13366"/>
                    <a:pt x="13228" y="13365"/>
                    <a:pt x="13209" y="13364"/>
                  </a:cubicBezTo>
                  <a:lnTo>
                    <a:pt x="13209" y="13395"/>
                  </a:lnTo>
                  <a:lnTo>
                    <a:pt x="1297" y="13395"/>
                  </a:lnTo>
                  <a:cubicBezTo>
                    <a:pt x="1277" y="13396"/>
                    <a:pt x="1258" y="13397"/>
                    <a:pt x="1239" y="13397"/>
                  </a:cubicBezTo>
                  <a:cubicBezTo>
                    <a:pt x="513" y="13397"/>
                    <a:pt x="513" y="12281"/>
                    <a:pt x="1239" y="12281"/>
                  </a:cubicBezTo>
                  <a:cubicBezTo>
                    <a:pt x="1258" y="12281"/>
                    <a:pt x="1277" y="12282"/>
                    <a:pt x="1297" y="12284"/>
                  </a:cubicBezTo>
                  <a:lnTo>
                    <a:pt x="10740" y="12284"/>
                  </a:lnTo>
                  <a:cubicBezTo>
                    <a:pt x="10833" y="12284"/>
                    <a:pt x="10925" y="12191"/>
                    <a:pt x="10925" y="12098"/>
                  </a:cubicBezTo>
                  <a:cubicBezTo>
                    <a:pt x="10925" y="11975"/>
                    <a:pt x="10833" y="11882"/>
                    <a:pt x="10740" y="11882"/>
                  </a:cubicBezTo>
                  <a:lnTo>
                    <a:pt x="1605" y="11882"/>
                  </a:lnTo>
                  <a:lnTo>
                    <a:pt x="2438" y="9846"/>
                  </a:lnTo>
                  <a:cubicBezTo>
                    <a:pt x="2562" y="9568"/>
                    <a:pt x="2840" y="9383"/>
                    <a:pt x="3148" y="9383"/>
                  </a:cubicBezTo>
                  <a:close/>
                  <a:moveTo>
                    <a:pt x="7253" y="1"/>
                  </a:moveTo>
                  <a:cubicBezTo>
                    <a:pt x="6605" y="1"/>
                    <a:pt x="6173" y="186"/>
                    <a:pt x="5988" y="525"/>
                  </a:cubicBezTo>
                  <a:cubicBezTo>
                    <a:pt x="5679" y="1173"/>
                    <a:pt x="6296" y="2130"/>
                    <a:pt x="6481" y="2377"/>
                  </a:cubicBezTo>
                  <a:lnTo>
                    <a:pt x="6481" y="5864"/>
                  </a:lnTo>
                  <a:lnTo>
                    <a:pt x="5926" y="5710"/>
                  </a:lnTo>
                  <a:cubicBezTo>
                    <a:pt x="5909" y="5705"/>
                    <a:pt x="5892" y="5702"/>
                    <a:pt x="5874" y="5702"/>
                  </a:cubicBezTo>
                  <a:cubicBezTo>
                    <a:pt x="5792" y="5702"/>
                    <a:pt x="5704" y="5757"/>
                    <a:pt x="5679" y="5834"/>
                  </a:cubicBezTo>
                  <a:cubicBezTo>
                    <a:pt x="5648" y="5957"/>
                    <a:pt x="5710" y="6080"/>
                    <a:pt x="5833" y="6080"/>
                  </a:cubicBezTo>
                  <a:lnTo>
                    <a:pt x="11697" y="7685"/>
                  </a:lnTo>
                  <a:cubicBezTo>
                    <a:pt x="12048" y="7832"/>
                    <a:pt x="11928" y="8338"/>
                    <a:pt x="11573" y="8338"/>
                  </a:cubicBezTo>
                  <a:cubicBezTo>
                    <a:pt x="11553" y="8338"/>
                    <a:pt x="11533" y="8337"/>
                    <a:pt x="11512" y="8333"/>
                  </a:cubicBezTo>
                  <a:lnTo>
                    <a:pt x="2809" y="5988"/>
                  </a:lnTo>
                  <a:cubicBezTo>
                    <a:pt x="2624" y="5926"/>
                    <a:pt x="2500" y="5741"/>
                    <a:pt x="2562" y="5556"/>
                  </a:cubicBezTo>
                  <a:cubicBezTo>
                    <a:pt x="2611" y="5409"/>
                    <a:pt x="2737" y="5321"/>
                    <a:pt x="2864" y="5321"/>
                  </a:cubicBezTo>
                  <a:cubicBezTo>
                    <a:pt x="2897" y="5321"/>
                    <a:pt x="2931" y="5327"/>
                    <a:pt x="2963" y="5340"/>
                  </a:cubicBezTo>
                  <a:lnTo>
                    <a:pt x="5062" y="5895"/>
                  </a:lnTo>
                  <a:cubicBezTo>
                    <a:pt x="5088" y="5904"/>
                    <a:pt x="5114" y="5908"/>
                    <a:pt x="5137" y="5908"/>
                  </a:cubicBezTo>
                  <a:cubicBezTo>
                    <a:pt x="5359" y="5908"/>
                    <a:pt x="5433" y="5550"/>
                    <a:pt x="5154" y="5494"/>
                  </a:cubicBezTo>
                  <a:lnTo>
                    <a:pt x="4444" y="5309"/>
                  </a:lnTo>
                  <a:lnTo>
                    <a:pt x="4444" y="4290"/>
                  </a:lnTo>
                  <a:cubicBezTo>
                    <a:pt x="5123" y="4074"/>
                    <a:pt x="5679" y="3581"/>
                    <a:pt x="6018" y="2963"/>
                  </a:cubicBezTo>
                  <a:cubicBezTo>
                    <a:pt x="6111" y="2655"/>
                    <a:pt x="5895" y="2315"/>
                    <a:pt x="5586" y="2315"/>
                  </a:cubicBezTo>
                  <a:lnTo>
                    <a:pt x="1790" y="2315"/>
                  </a:lnTo>
                  <a:cubicBezTo>
                    <a:pt x="1451" y="2315"/>
                    <a:pt x="1235" y="2655"/>
                    <a:pt x="1358" y="2963"/>
                  </a:cubicBezTo>
                  <a:cubicBezTo>
                    <a:pt x="1667" y="3581"/>
                    <a:pt x="2253" y="4074"/>
                    <a:pt x="2932" y="4290"/>
                  </a:cubicBezTo>
                  <a:lnTo>
                    <a:pt x="2932" y="4939"/>
                  </a:lnTo>
                  <a:cubicBezTo>
                    <a:pt x="2901" y="4931"/>
                    <a:pt x="2869" y="4927"/>
                    <a:pt x="2835" y="4927"/>
                  </a:cubicBezTo>
                  <a:cubicBezTo>
                    <a:pt x="2734" y="4927"/>
                    <a:pt x="2624" y="4962"/>
                    <a:pt x="2531" y="5031"/>
                  </a:cubicBezTo>
                  <a:cubicBezTo>
                    <a:pt x="2377" y="5124"/>
                    <a:pt x="2253" y="5278"/>
                    <a:pt x="2192" y="5463"/>
                  </a:cubicBezTo>
                  <a:cubicBezTo>
                    <a:pt x="2130" y="5648"/>
                    <a:pt x="2161" y="5864"/>
                    <a:pt x="2284" y="6050"/>
                  </a:cubicBezTo>
                  <a:cubicBezTo>
                    <a:pt x="2377" y="6204"/>
                    <a:pt x="2531" y="6327"/>
                    <a:pt x="2716" y="6389"/>
                  </a:cubicBezTo>
                  <a:lnTo>
                    <a:pt x="2963" y="6451"/>
                  </a:lnTo>
                  <a:lnTo>
                    <a:pt x="2963" y="8981"/>
                  </a:lnTo>
                  <a:cubicBezTo>
                    <a:pt x="2562" y="9043"/>
                    <a:pt x="2253" y="9321"/>
                    <a:pt x="2099" y="9660"/>
                  </a:cubicBezTo>
                  <a:lnTo>
                    <a:pt x="1173" y="11882"/>
                  </a:lnTo>
                  <a:cubicBezTo>
                    <a:pt x="0" y="12068"/>
                    <a:pt x="124" y="13765"/>
                    <a:pt x="1297" y="13765"/>
                  </a:cubicBezTo>
                  <a:lnTo>
                    <a:pt x="13209" y="13765"/>
                  </a:lnTo>
                  <a:cubicBezTo>
                    <a:pt x="14382" y="13765"/>
                    <a:pt x="14505" y="12068"/>
                    <a:pt x="13364" y="11882"/>
                  </a:cubicBezTo>
                  <a:lnTo>
                    <a:pt x="12438" y="9660"/>
                  </a:lnTo>
                  <a:cubicBezTo>
                    <a:pt x="12283" y="9321"/>
                    <a:pt x="11944" y="9043"/>
                    <a:pt x="11574" y="8981"/>
                  </a:cubicBezTo>
                  <a:lnTo>
                    <a:pt x="11574" y="8796"/>
                  </a:lnTo>
                  <a:lnTo>
                    <a:pt x="11604" y="8796"/>
                  </a:lnTo>
                  <a:cubicBezTo>
                    <a:pt x="12499" y="8796"/>
                    <a:pt x="12654" y="7531"/>
                    <a:pt x="11820" y="7315"/>
                  </a:cubicBezTo>
                  <a:lnTo>
                    <a:pt x="11574" y="7253"/>
                  </a:lnTo>
                  <a:lnTo>
                    <a:pt x="11574" y="6173"/>
                  </a:lnTo>
                  <a:cubicBezTo>
                    <a:pt x="12252" y="5957"/>
                    <a:pt x="12839" y="5494"/>
                    <a:pt x="13147" y="4846"/>
                  </a:cubicBezTo>
                  <a:cubicBezTo>
                    <a:pt x="13271" y="4537"/>
                    <a:pt x="13055" y="4229"/>
                    <a:pt x="12746" y="4198"/>
                  </a:cubicBezTo>
                  <a:lnTo>
                    <a:pt x="8950" y="4198"/>
                  </a:lnTo>
                  <a:cubicBezTo>
                    <a:pt x="8611" y="4198"/>
                    <a:pt x="8364" y="4537"/>
                    <a:pt x="8487" y="4846"/>
                  </a:cubicBezTo>
                  <a:cubicBezTo>
                    <a:pt x="8796" y="5494"/>
                    <a:pt x="9382" y="5957"/>
                    <a:pt x="10061" y="6173"/>
                  </a:cubicBezTo>
                  <a:lnTo>
                    <a:pt x="10061" y="6852"/>
                  </a:lnTo>
                  <a:lnTo>
                    <a:pt x="7994" y="6296"/>
                  </a:lnTo>
                  <a:lnTo>
                    <a:pt x="7994" y="2377"/>
                  </a:lnTo>
                  <a:cubicBezTo>
                    <a:pt x="8179" y="2130"/>
                    <a:pt x="8796" y="1173"/>
                    <a:pt x="8487" y="556"/>
                  </a:cubicBezTo>
                  <a:cubicBezTo>
                    <a:pt x="8302" y="186"/>
                    <a:pt x="7901" y="1"/>
                    <a:pt x="72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02" name="Google Shape;13602;p88"/>
          <p:cNvGrpSpPr/>
          <p:nvPr/>
        </p:nvGrpSpPr>
        <p:grpSpPr>
          <a:xfrm>
            <a:off x="3372119" y="1765874"/>
            <a:ext cx="207550" cy="345100"/>
            <a:chOff x="7124238" y="4142231"/>
            <a:chExt cx="207550" cy="345100"/>
          </a:xfrm>
        </p:grpSpPr>
        <p:sp>
          <p:nvSpPr>
            <p:cNvPr id="13603" name="Google Shape;13603;p88"/>
            <p:cNvSpPr/>
            <p:nvPr/>
          </p:nvSpPr>
          <p:spPr>
            <a:xfrm>
              <a:off x="7184413" y="4397056"/>
              <a:ext cx="10825" cy="17750"/>
            </a:xfrm>
            <a:custGeom>
              <a:rect b="b" l="l" r="r" t="t"/>
              <a:pathLst>
                <a:path extrusionOk="0" h="710" w="433">
                  <a:moveTo>
                    <a:pt x="216" y="0"/>
                  </a:moveTo>
                  <a:cubicBezTo>
                    <a:pt x="93" y="0"/>
                    <a:pt x="0" y="93"/>
                    <a:pt x="0" y="216"/>
                  </a:cubicBezTo>
                  <a:lnTo>
                    <a:pt x="0" y="494"/>
                  </a:lnTo>
                  <a:cubicBezTo>
                    <a:pt x="0" y="617"/>
                    <a:pt x="93" y="710"/>
                    <a:pt x="216" y="710"/>
                  </a:cubicBezTo>
                  <a:cubicBezTo>
                    <a:pt x="340" y="710"/>
                    <a:pt x="402" y="617"/>
                    <a:pt x="402" y="494"/>
                  </a:cubicBezTo>
                  <a:lnTo>
                    <a:pt x="402" y="216"/>
                  </a:lnTo>
                  <a:cubicBezTo>
                    <a:pt x="432" y="93"/>
                    <a:pt x="340" y="0"/>
                    <a:pt x="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4" name="Google Shape;13604;p88"/>
            <p:cNvSpPr/>
            <p:nvPr/>
          </p:nvSpPr>
          <p:spPr>
            <a:xfrm>
              <a:off x="7262338" y="4397056"/>
              <a:ext cx="10050" cy="17750"/>
            </a:xfrm>
            <a:custGeom>
              <a:rect b="b" l="l" r="r" t="t"/>
              <a:pathLst>
                <a:path extrusionOk="0" h="710" w="402">
                  <a:moveTo>
                    <a:pt x="216" y="0"/>
                  </a:moveTo>
                  <a:cubicBezTo>
                    <a:pt x="93" y="0"/>
                    <a:pt x="0" y="93"/>
                    <a:pt x="0" y="216"/>
                  </a:cubicBezTo>
                  <a:lnTo>
                    <a:pt x="0" y="494"/>
                  </a:lnTo>
                  <a:cubicBezTo>
                    <a:pt x="0" y="617"/>
                    <a:pt x="93" y="710"/>
                    <a:pt x="216" y="710"/>
                  </a:cubicBezTo>
                  <a:cubicBezTo>
                    <a:pt x="309" y="710"/>
                    <a:pt x="402" y="617"/>
                    <a:pt x="402" y="494"/>
                  </a:cubicBezTo>
                  <a:lnTo>
                    <a:pt x="402" y="216"/>
                  </a:lnTo>
                  <a:cubicBezTo>
                    <a:pt x="402" y="93"/>
                    <a:pt x="309" y="0"/>
                    <a:pt x="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5" name="Google Shape;13605;p88"/>
            <p:cNvSpPr/>
            <p:nvPr/>
          </p:nvSpPr>
          <p:spPr>
            <a:xfrm>
              <a:off x="7211788" y="4403606"/>
              <a:ext cx="32050" cy="14675"/>
            </a:xfrm>
            <a:custGeom>
              <a:rect b="b" l="l" r="r" t="t"/>
              <a:pathLst>
                <a:path extrusionOk="0" h="587" w="1282">
                  <a:moveTo>
                    <a:pt x="1039" y="0"/>
                  </a:moveTo>
                  <a:cubicBezTo>
                    <a:pt x="989" y="0"/>
                    <a:pt x="942" y="16"/>
                    <a:pt x="911" y="47"/>
                  </a:cubicBezTo>
                  <a:lnTo>
                    <a:pt x="911" y="78"/>
                  </a:lnTo>
                  <a:cubicBezTo>
                    <a:pt x="850" y="139"/>
                    <a:pt x="757" y="170"/>
                    <a:pt x="664" y="170"/>
                  </a:cubicBezTo>
                  <a:cubicBezTo>
                    <a:pt x="572" y="170"/>
                    <a:pt x="510" y="139"/>
                    <a:pt x="448" y="78"/>
                  </a:cubicBezTo>
                  <a:cubicBezTo>
                    <a:pt x="403" y="32"/>
                    <a:pt x="349" y="12"/>
                    <a:pt x="298" y="12"/>
                  </a:cubicBezTo>
                  <a:cubicBezTo>
                    <a:pt x="141" y="12"/>
                    <a:pt x="0" y="193"/>
                    <a:pt x="140" y="355"/>
                  </a:cubicBezTo>
                  <a:cubicBezTo>
                    <a:pt x="279" y="510"/>
                    <a:pt x="472" y="587"/>
                    <a:pt x="668" y="587"/>
                  </a:cubicBezTo>
                  <a:cubicBezTo>
                    <a:pt x="865" y="587"/>
                    <a:pt x="1066" y="510"/>
                    <a:pt x="1220" y="355"/>
                  </a:cubicBezTo>
                  <a:cubicBezTo>
                    <a:pt x="1282" y="263"/>
                    <a:pt x="1282" y="139"/>
                    <a:pt x="1189" y="47"/>
                  </a:cubicBezTo>
                  <a:cubicBezTo>
                    <a:pt x="1143" y="16"/>
                    <a:pt x="1089" y="0"/>
                    <a:pt x="10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6" name="Google Shape;13606;p88"/>
            <p:cNvSpPr/>
            <p:nvPr/>
          </p:nvSpPr>
          <p:spPr>
            <a:xfrm>
              <a:off x="7152013" y="4355381"/>
              <a:ext cx="152775" cy="104950"/>
            </a:xfrm>
            <a:custGeom>
              <a:rect b="b" l="l" r="r" t="t"/>
              <a:pathLst>
                <a:path extrusionOk="0" h="4198" w="6111">
                  <a:moveTo>
                    <a:pt x="1451" y="1"/>
                  </a:moveTo>
                  <a:cubicBezTo>
                    <a:pt x="1080" y="1"/>
                    <a:pt x="741" y="186"/>
                    <a:pt x="525" y="463"/>
                  </a:cubicBezTo>
                  <a:cubicBezTo>
                    <a:pt x="185" y="926"/>
                    <a:pt x="0" y="1513"/>
                    <a:pt x="31" y="2130"/>
                  </a:cubicBezTo>
                  <a:cubicBezTo>
                    <a:pt x="62" y="3272"/>
                    <a:pt x="1019" y="4198"/>
                    <a:pt x="2191" y="4198"/>
                  </a:cubicBezTo>
                  <a:lnTo>
                    <a:pt x="3950" y="4198"/>
                  </a:lnTo>
                  <a:cubicBezTo>
                    <a:pt x="4475" y="4198"/>
                    <a:pt x="5000" y="3982"/>
                    <a:pt x="5401" y="3642"/>
                  </a:cubicBezTo>
                  <a:cubicBezTo>
                    <a:pt x="5546" y="3497"/>
                    <a:pt x="5407" y="3277"/>
                    <a:pt x="5251" y="3277"/>
                  </a:cubicBezTo>
                  <a:cubicBezTo>
                    <a:pt x="5208" y="3277"/>
                    <a:pt x="5163" y="3293"/>
                    <a:pt x="5123" y="3334"/>
                  </a:cubicBezTo>
                  <a:cubicBezTo>
                    <a:pt x="4815" y="3611"/>
                    <a:pt x="4383" y="3766"/>
                    <a:pt x="3981" y="3766"/>
                  </a:cubicBezTo>
                  <a:lnTo>
                    <a:pt x="2160" y="3766"/>
                  </a:lnTo>
                  <a:cubicBezTo>
                    <a:pt x="2142" y="3766"/>
                    <a:pt x="2123" y="3767"/>
                    <a:pt x="2105" y="3767"/>
                  </a:cubicBezTo>
                  <a:cubicBezTo>
                    <a:pt x="1204" y="3767"/>
                    <a:pt x="462" y="3037"/>
                    <a:pt x="432" y="2099"/>
                  </a:cubicBezTo>
                  <a:cubicBezTo>
                    <a:pt x="401" y="1605"/>
                    <a:pt x="556" y="1112"/>
                    <a:pt x="833" y="710"/>
                  </a:cubicBezTo>
                  <a:cubicBezTo>
                    <a:pt x="988" y="525"/>
                    <a:pt x="1204" y="402"/>
                    <a:pt x="1420" y="402"/>
                  </a:cubicBezTo>
                  <a:lnTo>
                    <a:pt x="4660" y="402"/>
                  </a:lnTo>
                  <a:cubicBezTo>
                    <a:pt x="4907" y="402"/>
                    <a:pt x="5123" y="525"/>
                    <a:pt x="5247" y="710"/>
                  </a:cubicBezTo>
                  <a:cubicBezTo>
                    <a:pt x="5555" y="1112"/>
                    <a:pt x="5679" y="1605"/>
                    <a:pt x="5679" y="2099"/>
                  </a:cubicBezTo>
                  <a:cubicBezTo>
                    <a:pt x="5679" y="2315"/>
                    <a:pt x="5617" y="2531"/>
                    <a:pt x="5524" y="2747"/>
                  </a:cubicBezTo>
                  <a:lnTo>
                    <a:pt x="5555" y="2747"/>
                  </a:lnTo>
                  <a:cubicBezTo>
                    <a:pt x="5494" y="2840"/>
                    <a:pt x="5555" y="2963"/>
                    <a:pt x="5648" y="3025"/>
                  </a:cubicBezTo>
                  <a:cubicBezTo>
                    <a:pt x="5670" y="3032"/>
                    <a:pt x="5693" y="3036"/>
                    <a:pt x="5717" y="3036"/>
                  </a:cubicBezTo>
                  <a:cubicBezTo>
                    <a:pt x="5795" y="3036"/>
                    <a:pt x="5878" y="2996"/>
                    <a:pt x="5926" y="2902"/>
                  </a:cubicBezTo>
                  <a:cubicBezTo>
                    <a:pt x="6018" y="2655"/>
                    <a:pt x="6080" y="2408"/>
                    <a:pt x="6111" y="2130"/>
                  </a:cubicBezTo>
                  <a:cubicBezTo>
                    <a:pt x="6111" y="1513"/>
                    <a:pt x="5926" y="926"/>
                    <a:pt x="5586" y="463"/>
                  </a:cubicBezTo>
                  <a:cubicBezTo>
                    <a:pt x="5370" y="186"/>
                    <a:pt x="5031" y="1"/>
                    <a:pt x="4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7" name="Google Shape;13607;p88"/>
            <p:cNvSpPr/>
            <p:nvPr/>
          </p:nvSpPr>
          <p:spPr>
            <a:xfrm>
              <a:off x="7124238" y="4142231"/>
              <a:ext cx="207550" cy="345100"/>
            </a:xfrm>
            <a:custGeom>
              <a:rect b="b" l="l" r="r" t="t"/>
              <a:pathLst>
                <a:path extrusionOk="0" h="13804" w="8302">
                  <a:moveTo>
                    <a:pt x="2191" y="379"/>
                  </a:moveTo>
                  <a:cubicBezTo>
                    <a:pt x="2809" y="379"/>
                    <a:pt x="3426" y="626"/>
                    <a:pt x="3858" y="1089"/>
                  </a:cubicBezTo>
                  <a:lnTo>
                    <a:pt x="3920" y="1120"/>
                  </a:lnTo>
                  <a:lnTo>
                    <a:pt x="3858" y="1181"/>
                  </a:lnTo>
                  <a:cubicBezTo>
                    <a:pt x="3704" y="1428"/>
                    <a:pt x="3580" y="1706"/>
                    <a:pt x="3488" y="1953"/>
                  </a:cubicBezTo>
                  <a:lnTo>
                    <a:pt x="2932" y="1398"/>
                  </a:lnTo>
                  <a:cubicBezTo>
                    <a:pt x="2901" y="1367"/>
                    <a:pt x="2855" y="1351"/>
                    <a:pt x="2805" y="1351"/>
                  </a:cubicBezTo>
                  <a:cubicBezTo>
                    <a:pt x="2755" y="1351"/>
                    <a:pt x="2701" y="1367"/>
                    <a:pt x="2654" y="1398"/>
                  </a:cubicBezTo>
                  <a:cubicBezTo>
                    <a:pt x="2593" y="1490"/>
                    <a:pt x="2593" y="1614"/>
                    <a:pt x="2654" y="1706"/>
                  </a:cubicBezTo>
                  <a:lnTo>
                    <a:pt x="3426" y="2447"/>
                  </a:lnTo>
                  <a:lnTo>
                    <a:pt x="3426" y="2539"/>
                  </a:lnTo>
                  <a:cubicBezTo>
                    <a:pt x="3426" y="2694"/>
                    <a:pt x="3426" y="2848"/>
                    <a:pt x="3426" y="2971"/>
                  </a:cubicBezTo>
                  <a:lnTo>
                    <a:pt x="2839" y="2971"/>
                  </a:lnTo>
                  <a:cubicBezTo>
                    <a:pt x="2654" y="2879"/>
                    <a:pt x="2500" y="2755"/>
                    <a:pt x="2346" y="2601"/>
                  </a:cubicBezTo>
                  <a:cubicBezTo>
                    <a:pt x="1852" y="2107"/>
                    <a:pt x="1605" y="1459"/>
                    <a:pt x="1667" y="780"/>
                  </a:cubicBezTo>
                  <a:lnTo>
                    <a:pt x="1636" y="780"/>
                  </a:lnTo>
                  <a:cubicBezTo>
                    <a:pt x="1667" y="472"/>
                    <a:pt x="1944" y="379"/>
                    <a:pt x="2191" y="379"/>
                  </a:cubicBezTo>
                  <a:close/>
                  <a:moveTo>
                    <a:pt x="6142" y="379"/>
                  </a:moveTo>
                  <a:cubicBezTo>
                    <a:pt x="6419" y="379"/>
                    <a:pt x="6697" y="472"/>
                    <a:pt x="6697" y="780"/>
                  </a:cubicBezTo>
                  <a:cubicBezTo>
                    <a:pt x="6759" y="1459"/>
                    <a:pt x="6512" y="2138"/>
                    <a:pt x="6018" y="2601"/>
                  </a:cubicBezTo>
                  <a:cubicBezTo>
                    <a:pt x="5895" y="2755"/>
                    <a:pt x="5710" y="2879"/>
                    <a:pt x="5524" y="3002"/>
                  </a:cubicBezTo>
                  <a:lnTo>
                    <a:pt x="4382" y="3002"/>
                  </a:lnTo>
                  <a:lnTo>
                    <a:pt x="5679" y="1706"/>
                  </a:lnTo>
                  <a:cubicBezTo>
                    <a:pt x="5740" y="1614"/>
                    <a:pt x="5740" y="1490"/>
                    <a:pt x="5679" y="1428"/>
                  </a:cubicBezTo>
                  <a:cubicBezTo>
                    <a:pt x="5632" y="1382"/>
                    <a:pt x="5578" y="1359"/>
                    <a:pt x="5524" y="1359"/>
                  </a:cubicBezTo>
                  <a:cubicBezTo>
                    <a:pt x="5470" y="1359"/>
                    <a:pt x="5416" y="1382"/>
                    <a:pt x="5370" y="1428"/>
                  </a:cubicBezTo>
                  <a:lnTo>
                    <a:pt x="3827" y="3002"/>
                  </a:lnTo>
                  <a:lnTo>
                    <a:pt x="3827" y="2879"/>
                  </a:lnTo>
                  <a:cubicBezTo>
                    <a:pt x="3796" y="2200"/>
                    <a:pt x="4043" y="1552"/>
                    <a:pt x="4506" y="1089"/>
                  </a:cubicBezTo>
                  <a:cubicBezTo>
                    <a:pt x="4938" y="657"/>
                    <a:pt x="5555" y="410"/>
                    <a:pt x="6172" y="410"/>
                  </a:cubicBezTo>
                  <a:lnTo>
                    <a:pt x="6142" y="379"/>
                  </a:lnTo>
                  <a:close/>
                  <a:moveTo>
                    <a:pt x="5710" y="3404"/>
                  </a:moveTo>
                  <a:cubicBezTo>
                    <a:pt x="6296" y="3434"/>
                    <a:pt x="6296" y="4268"/>
                    <a:pt x="5710" y="4329"/>
                  </a:cubicBezTo>
                  <a:lnTo>
                    <a:pt x="2623" y="4329"/>
                  </a:lnTo>
                  <a:cubicBezTo>
                    <a:pt x="2376" y="4329"/>
                    <a:pt x="2160" y="4113"/>
                    <a:pt x="2160" y="3866"/>
                  </a:cubicBezTo>
                  <a:cubicBezTo>
                    <a:pt x="2160" y="3589"/>
                    <a:pt x="2376" y="3404"/>
                    <a:pt x="2623" y="3404"/>
                  </a:cubicBezTo>
                  <a:close/>
                  <a:moveTo>
                    <a:pt x="2195" y="0"/>
                  </a:moveTo>
                  <a:cubicBezTo>
                    <a:pt x="2122" y="0"/>
                    <a:pt x="2049" y="3"/>
                    <a:pt x="1975" y="9"/>
                  </a:cubicBezTo>
                  <a:cubicBezTo>
                    <a:pt x="1574" y="9"/>
                    <a:pt x="1235" y="348"/>
                    <a:pt x="1204" y="780"/>
                  </a:cubicBezTo>
                  <a:cubicBezTo>
                    <a:pt x="1142" y="1552"/>
                    <a:pt x="1451" y="2354"/>
                    <a:pt x="2006" y="2910"/>
                  </a:cubicBezTo>
                  <a:cubicBezTo>
                    <a:pt x="2068" y="2971"/>
                    <a:pt x="2130" y="3033"/>
                    <a:pt x="2222" y="3095"/>
                  </a:cubicBezTo>
                  <a:cubicBezTo>
                    <a:pt x="1481" y="3465"/>
                    <a:pt x="1605" y="4545"/>
                    <a:pt x="2407" y="4731"/>
                  </a:cubicBezTo>
                  <a:lnTo>
                    <a:pt x="2407" y="6613"/>
                  </a:lnTo>
                  <a:cubicBezTo>
                    <a:pt x="2407" y="6860"/>
                    <a:pt x="2253" y="7107"/>
                    <a:pt x="2037" y="7261"/>
                  </a:cubicBezTo>
                  <a:cubicBezTo>
                    <a:pt x="1636" y="7446"/>
                    <a:pt x="1296" y="7724"/>
                    <a:pt x="988" y="8064"/>
                  </a:cubicBezTo>
                  <a:cubicBezTo>
                    <a:pt x="895" y="8125"/>
                    <a:pt x="895" y="8280"/>
                    <a:pt x="988" y="8341"/>
                  </a:cubicBezTo>
                  <a:cubicBezTo>
                    <a:pt x="1019" y="8388"/>
                    <a:pt x="1073" y="8411"/>
                    <a:pt x="1127" y="8411"/>
                  </a:cubicBezTo>
                  <a:cubicBezTo>
                    <a:pt x="1181" y="8411"/>
                    <a:pt x="1235" y="8388"/>
                    <a:pt x="1265" y="8341"/>
                  </a:cubicBezTo>
                  <a:cubicBezTo>
                    <a:pt x="1543" y="8064"/>
                    <a:pt x="1852" y="7817"/>
                    <a:pt x="2191" y="7632"/>
                  </a:cubicBezTo>
                  <a:cubicBezTo>
                    <a:pt x="2562" y="7416"/>
                    <a:pt x="2809" y="7045"/>
                    <a:pt x="2809" y="6613"/>
                  </a:cubicBezTo>
                  <a:lnTo>
                    <a:pt x="2809" y="4761"/>
                  </a:lnTo>
                  <a:lnTo>
                    <a:pt x="5494" y="4761"/>
                  </a:lnTo>
                  <a:lnTo>
                    <a:pt x="5494" y="6613"/>
                  </a:lnTo>
                  <a:cubicBezTo>
                    <a:pt x="5494" y="7045"/>
                    <a:pt x="5710" y="7416"/>
                    <a:pt x="6080" y="7632"/>
                  </a:cubicBezTo>
                  <a:cubicBezTo>
                    <a:pt x="7222" y="8218"/>
                    <a:pt x="7901" y="9422"/>
                    <a:pt x="7870" y="10687"/>
                  </a:cubicBezTo>
                  <a:cubicBezTo>
                    <a:pt x="7839" y="11397"/>
                    <a:pt x="7530" y="12106"/>
                    <a:pt x="7006" y="12600"/>
                  </a:cubicBezTo>
                  <a:cubicBezTo>
                    <a:pt x="6481" y="13125"/>
                    <a:pt x="5771" y="13403"/>
                    <a:pt x="5031" y="13403"/>
                  </a:cubicBezTo>
                  <a:lnTo>
                    <a:pt x="3271" y="13403"/>
                  </a:lnTo>
                  <a:cubicBezTo>
                    <a:pt x="2531" y="13403"/>
                    <a:pt x="1821" y="13125"/>
                    <a:pt x="1296" y="12600"/>
                  </a:cubicBezTo>
                  <a:cubicBezTo>
                    <a:pt x="772" y="12106"/>
                    <a:pt x="463" y="11397"/>
                    <a:pt x="432" y="10687"/>
                  </a:cubicBezTo>
                  <a:cubicBezTo>
                    <a:pt x="401" y="10070"/>
                    <a:pt x="556" y="9483"/>
                    <a:pt x="833" y="8959"/>
                  </a:cubicBezTo>
                  <a:cubicBezTo>
                    <a:pt x="895" y="8866"/>
                    <a:pt x="833" y="8743"/>
                    <a:pt x="741" y="8681"/>
                  </a:cubicBezTo>
                  <a:cubicBezTo>
                    <a:pt x="715" y="8664"/>
                    <a:pt x="687" y="8656"/>
                    <a:pt x="658" y="8656"/>
                  </a:cubicBezTo>
                  <a:cubicBezTo>
                    <a:pt x="584" y="8656"/>
                    <a:pt x="508" y="8707"/>
                    <a:pt x="463" y="8773"/>
                  </a:cubicBezTo>
                  <a:cubicBezTo>
                    <a:pt x="154" y="9360"/>
                    <a:pt x="0" y="10008"/>
                    <a:pt x="31" y="10687"/>
                  </a:cubicBezTo>
                  <a:cubicBezTo>
                    <a:pt x="31" y="11551"/>
                    <a:pt x="401" y="12323"/>
                    <a:pt x="988" y="12909"/>
                  </a:cubicBezTo>
                  <a:lnTo>
                    <a:pt x="1019" y="12878"/>
                  </a:lnTo>
                  <a:cubicBezTo>
                    <a:pt x="1636" y="13464"/>
                    <a:pt x="2438" y="13804"/>
                    <a:pt x="3271" y="13804"/>
                  </a:cubicBezTo>
                  <a:lnTo>
                    <a:pt x="5061" y="13804"/>
                  </a:lnTo>
                  <a:cubicBezTo>
                    <a:pt x="5895" y="13804"/>
                    <a:pt x="6697" y="13495"/>
                    <a:pt x="7314" y="12909"/>
                  </a:cubicBezTo>
                  <a:cubicBezTo>
                    <a:pt x="7901" y="12323"/>
                    <a:pt x="8271" y="11520"/>
                    <a:pt x="8271" y="10687"/>
                  </a:cubicBezTo>
                  <a:cubicBezTo>
                    <a:pt x="8302" y="9946"/>
                    <a:pt x="8117" y="9236"/>
                    <a:pt x="7746" y="8588"/>
                  </a:cubicBezTo>
                  <a:cubicBezTo>
                    <a:pt x="7376" y="8033"/>
                    <a:pt x="6882" y="7570"/>
                    <a:pt x="6296" y="7261"/>
                  </a:cubicBezTo>
                  <a:cubicBezTo>
                    <a:pt x="6049" y="7107"/>
                    <a:pt x="5926" y="6860"/>
                    <a:pt x="5926" y="6613"/>
                  </a:cubicBezTo>
                  <a:lnTo>
                    <a:pt x="5926" y="4731"/>
                  </a:lnTo>
                  <a:cubicBezTo>
                    <a:pt x="6697" y="4545"/>
                    <a:pt x="6821" y="3465"/>
                    <a:pt x="6111" y="3095"/>
                  </a:cubicBezTo>
                  <a:cubicBezTo>
                    <a:pt x="6172" y="3033"/>
                    <a:pt x="6234" y="2971"/>
                    <a:pt x="6296" y="2910"/>
                  </a:cubicBezTo>
                  <a:cubicBezTo>
                    <a:pt x="6882" y="2354"/>
                    <a:pt x="7160" y="1552"/>
                    <a:pt x="7098" y="780"/>
                  </a:cubicBezTo>
                  <a:cubicBezTo>
                    <a:pt x="7067" y="348"/>
                    <a:pt x="6759" y="9"/>
                    <a:pt x="6327" y="9"/>
                  </a:cubicBezTo>
                  <a:cubicBezTo>
                    <a:pt x="6253" y="3"/>
                    <a:pt x="6180" y="0"/>
                    <a:pt x="6107" y="0"/>
                  </a:cubicBezTo>
                  <a:cubicBezTo>
                    <a:pt x="5385" y="0"/>
                    <a:pt x="4702" y="276"/>
                    <a:pt x="4197" y="780"/>
                  </a:cubicBezTo>
                  <a:cubicBezTo>
                    <a:pt x="4166" y="811"/>
                    <a:pt x="4166" y="811"/>
                    <a:pt x="4166" y="811"/>
                  </a:cubicBezTo>
                  <a:lnTo>
                    <a:pt x="4136" y="780"/>
                  </a:lnTo>
                  <a:cubicBezTo>
                    <a:pt x="3603" y="276"/>
                    <a:pt x="2918" y="0"/>
                    <a:pt x="2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08" name="Google Shape;13608;p88"/>
          <p:cNvGrpSpPr/>
          <p:nvPr/>
        </p:nvGrpSpPr>
        <p:grpSpPr>
          <a:xfrm>
            <a:off x="4042718" y="1770799"/>
            <a:ext cx="355675" cy="335250"/>
            <a:chOff x="1055681" y="2468781"/>
            <a:chExt cx="355675" cy="335250"/>
          </a:xfrm>
        </p:grpSpPr>
        <p:sp>
          <p:nvSpPr>
            <p:cNvPr id="13609" name="Google Shape;13609;p88"/>
            <p:cNvSpPr/>
            <p:nvPr/>
          </p:nvSpPr>
          <p:spPr>
            <a:xfrm>
              <a:off x="1197156" y="2653381"/>
              <a:ext cx="17475" cy="14850"/>
            </a:xfrm>
            <a:custGeom>
              <a:rect b="b" l="l" r="r" t="t"/>
              <a:pathLst>
                <a:path extrusionOk="0" h="594" w="699">
                  <a:moveTo>
                    <a:pt x="283" y="0"/>
                  </a:moveTo>
                  <a:cubicBezTo>
                    <a:pt x="131" y="0"/>
                    <a:pt x="1" y="197"/>
                    <a:pt x="143" y="339"/>
                  </a:cubicBezTo>
                  <a:lnTo>
                    <a:pt x="328" y="524"/>
                  </a:lnTo>
                  <a:cubicBezTo>
                    <a:pt x="359" y="571"/>
                    <a:pt x="405" y="594"/>
                    <a:pt x="455" y="594"/>
                  </a:cubicBezTo>
                  <a:cubicBezTo>
                    <a:pt x="505" y="594"/>
                    <a:pt x="559" y="571"/>
                    <a:pt x="606" y="524"/>
                  </a:cubicBezTo>
                  <a:cubicBezTo>
                    <a:pt x="698" y="463"/>
                    <a:pt x="698" y="308"/>
                    <a:pt x="606" y="247"/>
                  </a:cubicBezTo>
                  <a:lnTo>
                    <a:pt x="420" y="62"/>
                  </a:lnTo>
                  <a:cubicBezTo>
                    <a:pt x="377" y="19"/>
                    <a:pt x="329"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0" name="Google Shape;13610;p88"/>
            <p:cNvSpPr/>
            <p:nvPr/>
          </p:nvSpPr>
          <p:spPr>
            <a:xfrm>
              <a:off x="1247306" y="2602456"/>
              <a:ext cx="17475" cy="14875"/>
            </a:xfrm>
            <a:custGeom>
              <a:rect b="b" l="l" r="r" t="t"/>
              <a:pathLst>
                <a:path extrusionOk="0" h="595" w="699">
                  <a:moveTo>
                    <a:pt x="285" y="1"/>
                  </a:moveTo>
                  <a:cubicBezTo>
                    <a:pt x="132" y="1"/>
                    <a:pt x="0" y="204"/>
                    <a:pt x="143" y="370"/>
                  </a:cubicBezTo>
                  <a:lnTo>
                    <a:pt x="328" y="525"/>
                  </a:lnTo>
                  <a:cubicBezTo>
                    <a:pt x="359" y="571"/>
                    <a:pt x="405" y="594"/>
                    <a:pt x="455" y="594"/>
                  </a:cubicBezTo>
                  <a:cubicBezTo>
                    <a:pt x="505" y="594"/>
                    <a:pt x="559" y="571"/>
                    <a:pt x="606" y="525"/>
                  </a:cubicBezTo>
                  <a:cubicBezTo>
                    <a:pt x="698" y="463"/>
                    <a:pt x="698" y="339"/>
                    <a:pt x="606" y="247"/>
                  </a:cubicBezTo>
                  <a:lnTo>
                    <a:pt x="420" y="62"/>
                  </a:lnTo>
                  <a:cubicBezTo>
                    <a:pt x="378" y="19"/>
                    <a:pt x="330" y="1"/>
                    <a:pt x="2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1" name="Google Shape;13611;p88"/>
            <p:cNvSpPr/>
            <p:nvPr/>
          </p:nvSpPr>
          <p:spPr>
            <a:xfrm>
              <a:off x="1221306" y="2625581"/>
              <a:ext cx="23400" cy="22550"/>
            </a:xfrm>
            <a:custGeom>
              <a:rect b="b" l="l" r="r" t="t"/>
              <a:pathLst>
                <a:path extrusionOk="0" h="902" w="936">
                  <a:moveTo>
                    <a:pt x="720" y="1"/>
                  </a:moveTo>
                  <a:lnTo>
                    <a:pt x="720" y="32"/>
                  </a:lnTo>
                  <a:cubicBezTo>
                    <a:pt x="596" y="32"/>
                    <a:pt x="535" y="124"/>
                    <a:pt x="535" y="248"/>
                  </a:cubicBezTo>
                  <a:cubicBezTo>
                    <a:pt x="535" y="402"/>
                    <a:pt x="411" y="525"/>
                    <a:pt x="257" y="525"/>
                  </a:cubicBezTo>
                  <a:cubicBezTo>
                    <a:pt x="237" y="518"/>
                    <a:pt x="218" y="514"/>
                    <a:pt x="201" y="514"/>
                  </a:cubicBezTo>
                  <a:cubicBezTo>
                    <a:pt x="19" y="514"/>
                    <a:pt x="1" y="901"/>
                    <a:pt x="187" y="901"/>
                  </a:cubicBezTo>
                  <a:cubicBezTo>
                    <a:pt x="199" y="901"/>
                    <a:pt x="212" y="899"/>
                    <a:pt x="226" y="896"/>
                  </a:cubicBezTo>
                  <a:cubicBezTo>
                    <a:pt x="250" y="900"/>
                    <a:pt x="275" y="902"/>
                    <a:pt x="299" y="902"/>
                  </a:cubicBezTo>
                  <a:cubicBezTo>
                    <a:pt x="459" y="902"/>
                    <a:pt x="617" y="818"/>
                    <a:pt x="751" y="711"/>
                  </a:cubicBezTo>
                  <a:cubicBezTo>
                    <a:pt x="874" y="556"/>
                    <a:pt x="936" y="371"/>
                    <a:pt x="936" y="186"/>
                  </a:cubicBezTo>
                  <a:cubicBezTo>
                    <a:pt x="936" y="93"/>
                    <a:pt x="843" y="1"/>
                    <a:pt x="7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2" name="Google Shape;13612;p88"/>
            <p:cNvSpPr/>
            <p:nvPr/>
          </p:nvSpPr>
          <p:spPr>
            <a:xfrm>
              <a:off x="1162131" y="2567531"/>
              <a:ext cx="141225" cy="138325"/>
            </a:xfrm>
            <a:custGeom>
              <a:rect b="b" l="l" r="r" t="t"/>
              <a:pathLst>
                <a:path extrusionOk="0" h="5533" w="5649">
                  <a:moveTo>
                    <a:pt x="3577" y="394"/>
                  </a:moveTo>
                  <a:cubicBezTo>
                    <a:pt x="3627" y="394"/>
                    <a:pt x="3673" y="409"/>
                    <a:pt x="3704" y="440"/>
                  </a:cubicBezTo>
                  <a:lnTo>
                    <a:pt x="5155" y="1891"/>
                  </a:lnTo>
                  <a:cubicBezTo>
                    <a:pt x="5216" y="1952"/>
                    <a:pt x="5216" y="2076"/>
                    <a:pt x="5155" y="2168"/>
                  </a:cubicBezTo>
                  <a:lnTo>
                    <a:pt x="2254" y="5069"/>
                  </a:lnTo>
                  <a:cubicBezTo>
                    <a:pt x="2207" y="5100"/>
                    <a:pt x="2153" y="5116"/>
                    <a:pt x="2099" y="5116"/>
                  </a:cubicBezTo>
                  <a:cubicBezTo>
                    <a:pt x="2045" y="5116"/>
                    <a:pt x="1991" y="5100"/>
                    <a:pt x="1945" y="5069"/>
                  </a:cubicBezTo>
                  <a:lnTo>
                    <a:pt x="525" y="3619"/>
                  </a:lnTo>
                  <a:cubicBezTo>
                    <a:pt x="464" y="3557"/>
                    <a:pt x="464" y="3434"/>
                    <a:pt x="525" y="3341"/>
                  </a:cubicBezTo>
                  <a:lnTo>
                    <a:pt x="3426" y="440"/>
                  </a:lnTo>
                  <a:cubicBezTo>
                    <a:pt x="3473" y="409"/>
                    <a:pt x="3527" y="394"/>
                    <a:pt x="3577" y="394"/>
                  </a:cubicBezTo>
                  <a:close/>
                  <a:moveTo>
                    <a:pt x="3550" y="0"/>
                  </a:moveTo>
                  <a:cubicBezTo>
                    <a:pt x="3395" y="0"/>
                    <a:pt x="3241" y="54"/>
                    <a:pt x="3118" y="162"/>
                  </a:cubicBezTo>
                  <a:lnTo>
                    <a:pt x="247" y="3063"/>
                  </a:lnTo>
                  <a:cubicBezTo>
                    <a:pt x="1" y="3310"/>
                    <a:pt x="1" y="3681"/>
                    <a:pt x="247" y="3928"/>
                  </a:cubicBezTo>
                  <a:lnTo>
                    <a:pt x="1667" y="5347"/>
                  </a:lnTo>
                  <a:cubicBezTo>
                    <a:pt x="1775" y="5471"/>
                    <a:pt x="1929" y="5532"/>
                    <a:pt x="2084" y="5532"/>
                  </a:cubicBezTo>
                  <a:cubicBezTo>
                    <a:pt x="2238" y="5532"/>
                    <a:pt x="2392" y="5471"/>
                    <a:pt x="2500" y="5347"/>
                  </a:cubicBezTo>
                  <a:lnTo>
                    <a:pt x="5401" y="2446"/>
                  </a:lnTo>
                  <a:cubicBezTo>
                    <a:pt x="5648" y="2230"/>
                    <a:pt x="5648" y="1829"/>
                    <a:pt x="5401" y="1613"/>
                  </a:cubicBezTo>
                  <a:lnTo>
                    <a:pt x="3982" y="162"/>
                  </a:lnTo>
                  <a:cubicBezTo>
                    <a:pt x="3858" y="54"/>
                    <a:pt x="3704" y="0"/>
                    <a:pt x="35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3" name="Google Shape;13613;p88"/>
            <p:cNvSpPr/>
            <p:nvPr/>
          </p:nvSpPr>
          <p:spPr>
            <a:xfrm>
              <a:off x="1055681" y="2468781"/>
              <a:ext cx="355675" cy="335250"/>
            </a:xfrm>
            <a:custGeom>
              <a:rect b="b" l="l" r="r" t="t"/>
              <a:pathLst>
                <a:path extrusionOk="0" h="13410" w="14227">
                  <a:moveTo>
                    <a:pt x="9625" y="2963"/>
                  </a:moveTo>
                  <a:cubicBezTo>
                    <a:pt x="9767" y="2963"/>
                    <a:pt x="9906" y="3017"/>
                    <a:pt x="9999" y="3125"/>
                  </a:cubicBezTo>
                  <a:lnTo>
                    <a:pt x="10709" y="3804"/>
                  </a:lnTo>
                  <a:cubicBezTo>
                    <a:pt x="10925" y="4020"/>
                    <a:pt x="10925" y="4359"/>
                    <a:pt x="10709" y="4575"/>
                  </a:cubicBezTo>
                  <a:lnTo>
                    <a:pt x="10678" y="4575"/>
                  </a:lnTo>
                  <a:lnTo>
                    <a:pt x="10369" y="4884"/>
                  </a:lnTo>
                  <a:lnTo>
                    <a:pt x="8919" y="3434"/>
                  </a:lnTo>
                  <a:lnTo>
                    <a:pt x="9227" y="3125"/>
                  </a:lnTo>
                  <a:cubicBezTo>
                    <a:pt x="9335" y="3017"/>
                    <a:pt x="9482" y="2963"/>
                    <a:pt x="9625" y="2963"/>
                  </a:cubicBezTo>
                  <a:close/>
                  <a:moveTo>
                    <a:pt x="3086" y="10038"/>
                  </a:moveTo>
                  <a:lnTo>
                    <a:pt x="3765" y="10748"/>
                  </a:lnTo>
                  <a:lnTo>
                    <a:pt x="2901" y="11612"/>
                  </a:lnTo>
                  <a:lnTo>
                    <a:pt x="2191" y="10933"/>
                  </a:lnTo>
                  <a:lnTo>
                    <a:pt x="3086" y="10038"/>
                  </a:lnTo>
                  <a:close/>
                  <a:moveTo>
                    <a:pt x="7823" y="3310"/>
                  </a:moveTo>
                  <a:cubicBezTo>
                    <a:pt x="8062" y="3310"/>
                    <a:pt x="8302" y="3403"/>
                    <a:pt x="8487" y="3588"/>
                  </a:cubicBezTo>
                  <a:lnTo>
                    <a:pt x="10215" y="5316"/>
                  </a:lnTo>
                  <a:cubicBezTo>
                    <a:pt x="10554" y="5686"/>
                    <a:pt x="10554" y="6273"/>
                    <a:pt x="10215" y="6643"/>
                  </a:cubicBezTo>
                  <a:lnTo>
                    <a:pt x="6357" y="10501"/>
                  </a:lnTo>
                  <a:lnTo>
                    <a:pt x="4382" y="8495"/>
                  </a:lnTo>
                  <a:cubicBezTo>
                    <a:pt x="4339" y="8452"/>
                    <a:pt x="4292" y="8434"/>
                    <a:pt x="4246" y="8434"/>
                  </a:cubicBezTo>
                  <a:cubicBezTo>
                    <a:pt x="4094" y="8434"/>
                    <a:pt x="3962" y="8637"/>
                    <a:pt x="4104" y="8803"/>
                  </a:cubicBezTo>
                  <a:lnTo>
                    <a:pt x="6512" y="11211"/>
                  </a:lnTo>
                  <a:cubicBezTo>
                    <a:pt x="6635" y="11303"/>
                    <a:pt x="6635" y="11488"/>
                    <a:pt x="6512" y="11612"/>
                  </a:cubicBezTo>
                  <a:lnTo>
                    <a:pt x="6049" y="12075"/>
                  </a:lnTo>
                  <a:cubicBezTo>
                    <a:pt x="5987" y="12121"/>
                    <a:pt x="5917" y="12144"/>
                    <a:pt x="5848" y="12144"/>
                  </a:cubicBezTo>
                  <a:cubicBezTo>
                    <a:pt x="5779" y="12144"/>
                    <a:pt x="5709" y="12121"/>
                    <a:pt x="5647" y="12075"/>
                  </a:cubicBezTo>
                  <a:lnTo>
                    <a:pt x="1728" y="8155"/>
                  </a:lnTo>
                  <a:cubicBezTo>
                    <a:pt x="1635" y="8032"/>
                    <a:pt x="1635" y="7847"/>
                    <a:pt x="1728" y="7754"/>
                  </a:cubicBezTo>
                  <a:lnTo>
                    <a:pt x="2191" y="7291"/>
                  </a:lnTo>
                  <a:cubicBezTo>
                    <a:pt x="2237" y="7245"/>
                    <a:pt x="2307" y="7222"/>
                    <a:pt x="2376" y="7222"/>
                  </a:cubicBezTo>
                  <a:cubicBezTo>
                    <a:pt x="2445" y="7222"/>
                    <a:pt x="2515" y="7245"/>
                    <a:pt x="2561" y="7291"/>
                  </a:cubicBezTo>
                  <a:lnTo>
                    <a:pt x="3518" y="8217"/>
                  </a:lnTo>
                  <a:cubicBezTo>
                    <a:pt x="3564" y="8263"/>
                    <a:pt x="3618" y="8287"/>
                    <a:pt x="3668" y="8287"/>
                  </a:cubicBezTo>
                  <a:cubicBezTo>
                    <a:pt x="3719" y="8287"/>
                    <a:pt x="3765" y="8263"/>
                    <a:pt x="3796" y="8217"/>
                  </a:cubicBezTo>
                  <a:cubicBezTo>
                    <a:pt x="3888" y="8124"/>
                    <a:pt x="3888" y="8001"/>
                    <a:pt x="3796" y="7939"/>
                  </a:cubicBezTo>
                  <a:lnTo>
                    <a:pt x="3302" y="7446"/>
                  </a:lnTo>
                  <a:lnTo>
                    <a:pt x="7160" y="3588"/>
                  </a:lnTo>
                  <a:cubicBezTo>
                    <a:pt x="7345" y="3403"/>
                    <a:pt x="7584" y="3310"/>
                    <a:pt x="7823" y="3310"/>
                  </a:cubicBezTo>
                  <a:close/>
                  <a:moveTo>
                    <a:pt x="1255" y="10704"/>
                  </a:moveTo>
                  <a:cubicBezTo>
                    <a:pt x="1350" y="10704"/>
                    <a:pt x="1449" y="10736"/>
                    <a:pt x="1543" y="10809"/>
                  </a:cubicBezTo>
                  <a:lnTo>
                    <a:pt x="2962" y="12260"/>
                  </a:lnTo>
                  <a:cubicBezTo>
                    <a:pt x="3148" y="12414"/>
                    <a:pt x="3148" y="12723"/>
                    <a:pt x="2962" y="12877"/>
                  </a:cubicBezTo>
                  <a:cubicBezTo>
                    <a:pt x="2885" y="12970"/>
                    <a:pt x="2777" y="13016"/>
                    <a:pt x="2665" y="13016"/>
                  </a:cubicBezTo>
                  <a:cubicBezTo>
                    <a:pt x="2553" y="13016"/>
                    <a:pt x="2438" y="12970"/>
                    <a:pt x="2345" y="12877"/>
                  </a:cubicBezTo>
                  <a:lnTo>
                    <a:pt x="895" y="11458"/>
                  </a:lnTo>
                  <a:cubicBezTo>
                    <a:pt x="629" y="11119"/>
                    <a:pt x="912" y="10704"/>
                    <a:pt x="1255" y="10704"/>
                  </a:cubicBezTo>
                  <a:close/>
                  <a:moveTo>
                    <a:pt x="13526" y="1"/>
                  </a:moveTo>
                  <a:cubicBezTo>
                    <a:pt x="13068" y="1"/>
                    <a:pt x="12638" y="183"/>
                    <a:pt x="12344" y="502"/>
                  </a:cubicBezTo>
                  <a:lnTo>
                    <a:pt x="10091" y="2724"/>
                  </a:lnTo>
                  <a:cubicBezTo>
                    <a:pt x="9937" y="2631"/>
                    <a:pt x="9752" y="2600"/>
                    <a:pt x="9598" y="2600"/>
                  </a:cubicBezTo>
                  <a:cubicBezTo>
                    <a:pt x="9320" y="2600"/>
                    <a:pt x="9104" y="2693"/>
                    <a:pt x="8919" y="2847"/>
                  </a:cubicBezTo>
                  <a:lnTo>
                    <a:pt x="8610" y="3187"/>
                  </a:lnTo>
                  <a:cubicBezTo>
                    <a:pt x="8362" y="3007"/>
                    <a:pt x="8077" y="2921"/>
                    <a:pt x="7796" y="2921"/>
                  </a:cubicBezTo>
                  <a:cubicBezTo>
                    <a:pt x="7448" y="2921"/>
                    <a:pt x="7107" y="3054"/>
                    <a:pt x="6851" y="3310"/>
                  </a:cubicBezTo>
                  <a:lnTo>
                    <a:pt x="2993" y="7168"/>
                  </a:lnTo>
                  <a:lnTo>
                    <a:pt x="2839" y="7013"/>
                  </a:lnTo>
                  <a:cubicBezTo>
                    <a:pt x="2716" y="6890"/>
                    <a:pt x="2546" y="6828"/>
                    <a:pt x="2372" y="6828"/>
                  </a:cubicBezTo>
                  <a:cubicBezTo>
                    <a:pt x="2199" y="6828"/>
                    <a:pt x="2021" y="6890"/>
                    <a:pt x="1882" y="7013"/>
                  </a:cubicBezTo>
                  <a:lnTo>
                    <a:pt x="1419" y="7476"/>
                  </a:lnTo>
                  <a:cubicBezTo>
                    <a:pt x="1172" y="7754"/>
                    <a:pt x="1172" y="8186"/>
                    <a:pt x="1419" y="8464"/>
                  </a:cubicBezTo>
                  <a:lnTo>
                    <a:pt x="2777" y="9760"/>
                  </a:lnTo>
                  <a:lnTo>
                    <a:pt x="1913" y="10624"/>
                  </a:lnTo>
                  <a:lnTo>
                    <a:pt x="1821" y="10532"/>
                  </a:lnTo>
                  <a:cubicBezTo>
                    <a:pt x="1634" y="10345"/>
                    <a:pt x="1426" y="10267"/>
                    <a:pt x="1226" y="10267"/>
                  </a:cubicBezTo>
                  <a:cubicBezTo>
                    <a:pt x="567" y="10267"/>
                    <a:pt x="1" y="11119"/>
                    <a:pt x="617" y="11735"/>
                  </a:cubicBezTo>
                  <a:lnTo>
                    <a:pt x="2067" y="13186"/>
                  </a:lnTo>
                  <a:cubicBezTo>
                    <a:pt x="2238" y="13343"/>
                    <a:pt x="2426" y="13409"/>
                    <a:pt x="2609" y="13409"/>
                  </a:cubicBezTo>
                  <a:cubicBezTo>
                    <a:pt x="3253" y="13409"/>
                    <a:pt x="3824" y="12583"/>
                    <a:pt x="3271" y="11982"/>
                  </a:cubicBezTo>
                  <a:lnTo>
                    <a:pt x="3178" y="11890"/>
                  </a:lnTo>
                  <a:lnTo>
                    <a:pt x="4043" y="11025"/>
                  </a:lnTo>
                  <a:lnTo>
                    <a:pt x="5370" y="12353"/>
                  </a:lnTo>
                  <a:cubicBezTo>
                    <a:pt x="5493" y="12476"/>
                    <a:pt x="5663" y="12538"/>
                    <a:pt x="5836" y="12538"/>
                  </a:cubicBezTo>
                  <a:cubicBezTo>
                    <a:pt x="6010" y="12538"/>
                    <a:pt x="6187" y="12476"/>
                    <a:pt x="6326" y="12353"/>
                  </a:cubicBezTo>
                  <a:lnTo>
                    <a:pt x="6789" y="11890"/>
                  </a:lnTo>
                  <a:cubicBezTo>
                    <a:pt x="7036" y="11612"/>
                    <a:pt x="7036" y="11180"/>
                    <a:pt x="6789" y="10933"/>
                  </a:cubicBezTo>
                  <a:lnTo>
                    <a:pt x="6635" y="10779"/>
                  </a:lnTo>
                  <a:lnTo>
                    <a:pt x="10493" y="6921"/>
                  </a:lnTo>
                  <a:cubicBezTo>
                    <a:pt x="10956" y="6458"/>
                    <a:pt x="11017" y="5717"/>
                    <a:pt x="10616" y="5193"/>
                  </a:cubicBezTo>
                  <a:lnTo>
                    <a:pt x="10956" y="4853"/>
                  </a:lnTo>
                  <a:cubicBezTo>
                    <a:pt x="11264" y="4545"/>
                    <a:pt x="11295" y="4051"/>
                    <a:pt x="11079" y="3711"/>
                  </a:cubicBezTo>
                  <a:lnTo>
                    <a:pt x="12807" y="1952"/>
                  </a:lnTo>
                  <a:cubicBezTo>
                    <a:pt x="12971" y="1812"/>
                    <a:pt x="12833" y="1601"/>
                    <a:pt x="12677" y="1601"/>
                  </a:cubicBezTo>
                  <a:cubicBezTo>
                    <a:pt x="12626" y="1601"/>
                    <a:pt x="12574" y="1622"/>
                    <a:pt x="12530" y="1674"/>
                  </a:cubicBezTo>
                  <a:lnTo>
                    <a:pt x="10801" y="3372"/>
                  </a:lnTo>
                  <a:lnTo>
                    <a:pt x="10400" y="3001"/>
                  </a:lnTo>
                  <a:lnTo>
                    <a:pt x="12622" y="779"/>
                  </a:lnTo>
                  <a:cubicBezTo>
                    <a:pt x="12864" y="538"/>
                    <a:pt x="13162" y="410"/>
                    <a:pt x="13487" y="410"/>
                  </a:cubicBezTo>
                  <a:cubicBezTo>
                    <a:pt x="13577" y="410"/>
                    <a:pt x="13670" y="420"/>
                    <a:pt x="13764" y="440"/>
                  </a:cubicBezTo>
                  <a:lnTo>
                    <a:pt x="13116" y="1088"/>
                  </a:lnTo>
                  <a:cubicBezTo>
                    <a:pt x="13023" y="1181"/>
                    <a:pt x="13023" y="1304"/>
                    <a:pt x="13116" y="1397"/>
                  </a:cubicBezTo>
                  <a:cubicBezTo>
                    <a:pt x="13147" y="1428"/>
                    <a:pt x="13193" y="1443"/>
                    <a:pt x="13243" y="1443"/>
                  </a:cubicBezTo>
                  <a:cubicBezTo>
                    <a:pt x="13293" y="1443"/>
                    <a:pt x="13347" y="1428"/>
                    <a:pt x="13394" y="1397"/>
                  </a:cubicBezTo>
                  <a:lnTo>
                    <a:pt x="14104" y="687"/>
                  </a:lnTo>
                  <a:cubicBezTo>
                    <a:pt x="14196" y="594"/>
                    <a:pt x="14227" y="440"/>
                    <a:pt x="14196" y="286"/>
                  </a:cubicBezTo>
                  <a:lnTo>
                    <a:pt x="14196" y="286"/>
                  </a:lnTo>
                  <a:lnTo>
                    <a:pt x="14165" y="317"/>
                  </a:lnTo>
                  <a:cubicBezTo>
                    <a:pt x="14134" y="162"/>
                    <a:pt x="14011" y="70"/>
                    <a:pt x="13887" y="39"/>
                  </a:cubicBezTo>
                  <a:cubicBezTo>
                    <a:pt x="13766" y="13"/>
                    <a:pt x="13645" y="1"/>
                    <a:pt x="135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14" name="Google Shape;13614;p88"/>
          <p:cNvGrpSpPr/>
          <p:nvPr/>
        </p:nvGrpSpPr>
        <p:grpSpPr>
          <a:xfrm>
            <a:off x="4045018" y="2334212"/>
            <a:ext cx="351075" cy="314925"/>
            <a:chOff x="2532763" y="3037481"/>
            <a:chExt cx="351075" cy="314925"/>
          </a:xfrm>
        </p:grpSpPr>
        <p:sp>
          <p:nvSpPr>
            <p:cNvPr id="13615" name="Google Shape;13615;p88"/>
            <p:cNvSpPr/>
            <p:nvPr/>
          </p:nvSpPr>
          <p:spPr>
            <a:xfrm>
              <a:off x="2702813" y="3147881"/>
              <a:ext cx="15900" cy="17050"/>
            </a:xfrm>
            <a:custGeom>
              <a:rect b="b" l="l" r="r" t="t"/>
              <a:pathLst>
                <a:path extrusionOk="0" h="682" w="636">
                  <a:moveTo>
                    <a:pt x="258" y="0"/>
                  </a:moveTo>
                  <a:cubicBezTo>
                    <a:pt x="126" y="0"/>
                    <a:pt x="1" y="121"/>
                    <a:pt x="80" y="280"/>
                  </a:cubicBezTo>
                  <a:lnTo>
                    <a:pt x="204" y="558"/>
                  </a:lnTo>
                  <a:cubicBezTo>
                    <a:pt x="235" y="619"/>
                    <a:pt x="296" y="681"/>
                    <a:pt x="389" y="681"/>
                  </a:cubicBezTo>
                  <a:cubicBezTo>
                    <a:pt x="543" y="681"/>
                    <a:pt x="636" y="527"/>
                    <a:pt x="574" y="403"/>
                  </a:cubicBezTo>
                  <a:lnTo>
                    <a:pt x="451" y="126"/>
                  </a:lnTo>
                  <a:cubicBezTo>
                    <a:pt x="407" y="38"/>
                    <a:pt x="331" y="0"/>
                    <a:pt x="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6" name="Google Shape;13616;p88"/>
            <p:cNvSpPr/>
            <p:nvPr/>
          </p:nvSpPr>
          <p:spPr>
            <a:xfrm>
              <a:off x="2779138" y="3112606"/>
              <a:ext cx="15975" cy="16825"/>
            </a:xfrm>
            <a:custGeom>
              <a:rect b="b" l="l" r="r" t="t"/>
              <a:pathLst>
                <a:path extrusionOk="0" h="673" w="639">
                  <a:moveTo>
                    <a:pt x="275" y="0"/>
                  </a:moveTo>
                  <a:cubicBezTo>
                    <a:pt x="138" y="0"/>
                    <a:pt x="0" y="137"/>
                    <a:pt x="83" y="302"/>
                  </a:cubicBezTo>
                  <a:lnTo>
                    <a:pt x="206" y="580"/>
                  </a:lnTo>
                  <a:cubicBezTo>
                    <a:pt x="237" y="642"/>
                    <a:pt x="299" y="672"/>
                    <a:pt x="391" y="672"/>
                  </a:cubicBezTo>
                  <a:cubicBezTo>
                    <a:pt x="546" y="672"/>
                    <a:pt x="638" y="518"/>
                    <a:pt x="576" y="395"/>
                  </a:cubicBezTo>
                  <a:lnTo>
                    <a:pt x="453" y="117"/>
                  </a:lnTo>
                  <a:cubicBezTo>
                    <a:pt x="412" y="35"/>
                    <a:pt x="343" y="0"/>
                    <a:pt x="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7" name="Google Shape;13617;p88"/>
            <p:cNvSpPr/>
            <p:nvPr/>
          </p:nvSpPr>
          <p:spPr>
            <a:xfrm>
              <a:off x="2733263" y="3132281"/>
              <a:ext cx="32525" cy="20300"/>
            </a:xfrm>
            <a:custGeom>
              <a:rect b="b" l="l" r="r" t="t"/>
              <a:pathLst>
                <a:path extrusionOk="0" h="812" w="1301">
                  <a:moveTo>
                    <a:pt x="1081" y="1"/>
                  </a:moveTo>
                  <a:cubicBezTo>
                    <a:pt x="982" y="1"/>
                    <a:pt x="894" y="56"/>
                    <a:pt x="868" y="132"/>
                  </a:cubicBezTo>
                  <a:cubicBezTo>
                    <a:pt x="838" y="256"/>
                    <a:pt x="776" y="317"/>
                    <a:pt x="683" y="348"/>
                  </a:cubicBezTo>
                  <a:cubicBezTo>
                    <a:pt x="637" y="379"/>
                    <a:pt x="591" y="395"/>
                    <a:pt x="544" y="395"/>
                  </a:cubicBezTo>
                  <a:cubicBezTo>
                    <a:pt x="498" y="395"/>
                    <a:pt x="452" y="379"/>
                    <a:pt x="405" y="348"/>
                  </a:cubicBezTo>
                  <a:cubicBezTo>
                    <a:pt x="375" y="338"/>
                    <a:pt x="346" y="334"/>
                    <a:pt x="319" y="334"/>
                  </a:cubicBezTo>
                  <a:cubicBezTo>
                    <a:pt x="99" y="334"/>
                    <a:pt x="0" y="640"/>
                    <a:pt x="220" y="750"/>
                  </a:cubicBezTo>
                  <a:cubicBezTo>
                    <a:pt x="313" y="780"/>
                    <a:pt x="436" y="811"/>
                    <a:pt x="529" y="811"/>
                  </a:cubicBezTo>
                  <a:cubicBezTo>
                    <a:pt x="868" y="811"/>
                    <a:pt x="1177" y="595"/>
                    <a:pt x="1270" y="256"/>
                  </a:cubicBezTo>
                  <a:cubicBezTo>
                    <a:pt x="1300" y="163"/>
                    <a:pt x="1239" y="40"/>
                    <a:pt x="1146" y="9"/>
                  </a:cubicBezTo>
                  <a:cubicBezTo>
                    <a:pt x="1124" y="3"/>
                    <a:pt x="1102" y="1"/>
                    <a:pt x="10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8" name="Google Shape;13618;p88"/>
            <p:cNvSpPr/>
            <p:nvPr/>
          </p:nvSpPr>
          <p:spPr>
            <a:xfrm>
              <a:off x="2686288" y="3194206"/>
              <a:ext cx="38600" cy="33275"/>
            </a:xfrm>
            <a:custGeom>
              <a:rect b="b" l="l" r="r" t="t"/>
              <a:pathLst>
                <a:path extrusionOk="0" h="1331" w="1544">
                  <a:moveTo>
                    <a:pt x="649" y="402"/>
                  </a:moveTo>
                  <a:cubicBezTo>
                    <a:pt x="896" y="402"/>
                    <a:pt x="1019" y="680"/>
                    <a:pt x="834" y="834"/>
                  </a:cubicBezTo>
                  <a:cubicBezTo>
                    <a:pt x="782" y="896"/>
                    <a:pt x="717" y="923"/>
                    <a:pt x="653" y="923"/>
                  </a:cubicBezTo>
                  <a:cubicBezTo>
                    <a:pt x="525" y="923"/>
                    <a:pt x="402" y="813"/>
                    <a:pt x="402" y="649"/>
                  </a:cubicBezTo>
                  <a:cubicBezTo>
                    <a:pt x="402" y="525"/>
                    <a:pt x="525" y="402"/>
                    <a:pt x="649" y="402"/>
                  </a:cubicBezTo>
                  <a:close/>
                  <a:moveTo>
                    <a:pt x="649" y="1"/>
                  </a:moveTo>
                  <a:cubicBezTo>
                    <a:pt x="278" y="1"/>
                    <a:pt x="1" y="279"/>
                    <a:pt x="1" y="649"/>
                  </a:cubicBezTo>
                  <a:cubicBezTo>
                    <a:pt x="1" y="1068"/>
                    <a:pt x="328" y="1330"/>
                    <a:pt x="673" y="1330"/>
                  </a:cubicBezTo>
                  <a:cubicBezTo>
                    <a:pt x="836" y="1330"/>
                    <a:pt x="1004" y="1272"/>
                    <a:pt x="1143" y="1143"/>
                  </a:cubicBezTo>
                  <a:cubicBezTo>
                    <a:pt x="1544" y="711"/>
                    <a:pt x="1266" y="1"/>
                    <a:pt x="6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9" name="Google Shape;13619;p88"/>
            <p:cNvSpPr/>
            <p:nvPr/>
          </p:nvSpPr>
          <p:spPr>
            <a:xfrm>
              <a:off x="2532763" y="3037481"/>
              <a:ext cx="351075" cy="314925"/>
            </a:xfrm>
            <a:custGeom>
              <a:rect b="b" l="l" r="r" t="t"/>
              <a:pathLst>
                <a:path extrusionOk="0" h="12597" w="14043">
                  <a:moveTo>
                    <a:pt x="6821" y="5869"/>
                  </a:moveTo>
                  <a:cubicBezTo>
                    <a:pt x="7716" y="5869"/>
                    <a:pt x="8179" y="6949"/>
                    <a:pt x="7592" y="7628"/>
                  </a:cubicBezTo>
                  <a:cubicBezTo>
                    <a:pt x="7379" y="7874"/>
                    <a:pt x="7097" y="7987"/>
                    <a:pt x="6818" y="7987"/>
                  </a:cubicBezTo>
                  <a:cubicBezTo>
                    <a:pt x="6329" y="7987"/>
                    <a:pt x="5850" y="7642"/>
                    <a:pt x="5771" y="7072"/>
                  </a:cubicBezTo>
                  <a:cubicBezTo>
                    <a:pt x="5679" y="6455"/>
                    <a:pt x="6173" y="5869"/>
                    <a:pt x="6821" y="5869"/>
                  </a:cubicBezTo>
                  <a:close/>
                  <a:moveTo>
                    <a:pt x="1074" y="6691"/>
                  </a:moveTo>
                  <a:cubicBezTo>
                    <a:pt x="1166" y="6691"/>
                    <a:pt x="1249" y="6731"/>
                    <a:pt x="1296" y="6825"/>
                  </a:cubicBezTo>
                  <a:lnTo>
                    <a:pt x="2006" y="8368"/>
                  </a:lnTo>
                  <a:cubicBezTo>
                    <a:pt x="2037" y="8430"/>
                    <a:pt x="2037" y="8492"/>
                    <a:pt x="2006" y="8554"/>
                  </a:cubicBezTo>
                  <a:cubicBezTo>
                    <a:pt x="1975" y="8584"/>
                    <a:pt x="1944" y="8646"/>
                    <a:pt x="1883" y="8677"/>
                  </a:cubicBezTo>
                  <a:lnTo>
                    <a:pt x="1543" y="8831"/>
                  </a:lnTo>
                  <a:cubicBezTo>
                    <a:pt x="1514" y="8839"/>
                    <a:pt x="1485" y="8842"/>
                    <a:pt x="1457" y="8842"/>
                  </a:cubicBezTo>
                  <a:cubicBezTo>
                    <a:pt x="1367" y="8842"/>
                    <a:pt x="1289" y="8802"/>
                    <a:pt x="1265" y="8708"/>
                  </a:cubicBezTo>
                  <a:lnTo>
                    <a:pt x="525" y="7165"/>
                  </a:lnTo>
                  <a:cubicBezTo>
                    <a:pt x="494" y="7041"/>
                    <a:pt x="525" y="6918"/>
                    <a:pt x="648" y="6887"/>
                  </a:cubicBezTo>
                  <a:lnTo>
                    <a:pt x="988" y="6702"/>
                  </a:lnTo>
                  <a:cubicBezTo>
                    <a:pt x="1017" y="6695"/>
                    <a:pt x="1046" y="6691"/>
                    <a:pt x="1074" y="6691"/>
                  </a:cubicBezTo>
                  <a:close/>
                  <a:moveTo>
                    <a:pt x="5864" y="7998"/>
                  </a:moveTo>
                  <a:cubicBezTo>
                    <a:pt x="5956" y="8091"/>
                    <a:pt x="6049" y="8152"/>
                    <a:pt x="6173" y="8214"/>
                  </a:cubicBezTo>
                  <a:cubicBezTo>
                    <a:pt x="6234" y="8245"/>
                    <a:pt x="6327" y="8276"/>
                    <a:pt x="6419" y="8307"/>
                  </a:cubicBezTo>
                  <a:lnTo>
                    <a:pt x="4784" y="11331"/>
                  </a:lnTo>
                  <a:lnTo>
                    <a:pt x="4074" y="11331"/>
                  </a:lnTo>
                  <a:lnTo>
                    <a:pt x="5864" y="7998"/>
                  </a:lnTo>
                  <a:close/>
                  <a:moveTo>
                    <a:pt x="7746" y="7998"/>
                  </a:moveTo>
                  <a:lnTo>
                    <a:pt x="9506" y="11331"/>
                  </a:lnTo>
                  <a:lnTo>
                    <a:pt x="8765" y="11331"/>
                  </a:lnTo>
                  <a:lnTo>
                    <a:pt x="7160" y="8307"/>
                  </a:lnTo>
                  <a:cubicBezTo>
                    <a:pt x="7253" y="8276"/>
                    <a:pt x="7345" y="8245"/>
                    <a:pt x="7438" y="8214"/>
                  </a:cubicBezTo>
                  <a:cubicBezTo>
                    <a:pt x="7530" y="8152"/>
                    <a:pt x="7654" y="8091"/>
                    <a:pt x="7746" y="7998"/>
                  </a:cubicBezTo>
                  <a:close/>
                  <a:moveTo>
                    <a:pt x="5123" y="11732"/>
                  </a:moveTo>
                  <a:cubicBezTo>
                    <a:pt x="5185" y="11732"/>
                    <a:pt x="5247" y="11763"/>
                    <a:pt x="5247" y="11825"/>
                  </a:cubicBezTo>
                  <a:lnTo>
                    <a:pt x="5247" y="12103"/>
                  </a:lnTo>
                  <a:cubicBezTo>
                    <a:pt x="5216" y="12134"/>
                    <a:pt x="5185" y="12195"/>
                    <a:pt x="5123" y="12195"/>
                  </a:cubicBezTo>
                  <a:lnTo>
                    <a:pt x="3580" y="12195"/>
                  </a:lnTo>
                  <a:cubicBezTo>
                    <a:pt x="3518" y="12195"/>
                    <a:pt x="3457" y="12134"/>
                    <a:pt x="3457" y="12103"/>
                  </a:cubicBezTo>
                  <a:lnTo>
                    <a:pt x="3457" y="11825"/>
                  </a:lnTo>
                  <a:cubicBezTo>
                    <a:pt x="3457" y="11763"/>
                    <a:pt x="3518" y="11732"/>
                    <a:pt x="3580" y="11732"/>
                  </a:cubicBezTo>
                  <a:close/>
                  <a:moveTo>
                    <a:pt x="9999" y="11732"/>
                  </a:moveTo>
                  <a:cubicBezTo>
                    <a:pt x="10061" y="11732"/>
                    <a:pt x="10123" y="11763"/>
                    <a:pt x="10123" y="11825"/>
                  </a:cubicBezTo>
                  <a:lnTo>
                    <a:pt x="10123" y="12103"/>
                  </a:lnTo>
                  <a:cubicBezTo>
                    <a:pt x="10092" y="12134"/>
                    <a:pt x="10061" y="12195"/>
                    <a:pt x="9999" y="12195"/>
                  </a:cubicBezTo>
                  <a:lnTo>
                    <a:pt x="8456" y="12195"/>
                  </a:lnTo>
                  <a:cubicBezTo>
                    <a:pt x="8395" y="12195"/>
                    <a:pt x="8333" y="12134"/>
                    <a:pt x="8333" y="12103"/>
                  </a:cubicBezTo>
                  <a:lnTo>
                    <a:pt x="8333" y="11825"/>
                  </a:lnTo>
                  <a:cubicBezTo>
                    <a:pt x="8333" y="11763"/>
                    <a:pt x="8395" y="11732"/>
                    <a:pt x="8456" y="11732"/>
                  </a:cubicBezTo>
                  <a:close/>
                  <a:moveTo>
                    <a:pt x="11354" y="1"/>
                  </a:moveTo>
                  <a:cubicBezTo>
                    <a:pt x="11262" y="1"/>
                    <a:pt x="11168" y="22"/>
                    <a:pt x="11080" y="67"/>
                  </a:cubicBezTo>
                  <a:lnTo>
                    <a:pt x="10493" y="314"/>
                  </a:lnTo>
                  <a:cubicBezTo>
                    <a:pt x="10246" y="437"/>
                    <a:pt x="10092" y="715"/>
                    <a:pt x="10123" y="992"/>
                  </a:cubicBezTo>
                  <a:lnTo>
                    <a:pt x="1512" y="6486"/>
                  </a:lnTo>
                  <a:cubicBezTo>
                    <a:pt x="1389" y="6362"/>
                    <a:pt x="1235" y="6301"/>
                    <a:pt x="1080" y="6301"/>
                  </a:cubicBezTo>
                  <a:cubicBezTo>
                    <a:pt x="988" y="6301"/>
                    <a:pt x="895" y="6301"/>
                    <a:pt x="803" y="6362"/>
                  </a:cubicBezTo>
                  <a:lnTo>
                    <a:pt x="463" y="6517"/>
                  </a:lnTo>
                  <a:cubicBezTo>
                    <a:pt x="154" y="6671"/>
                    <a:pt x="0" y="7041"/>
                    <a:pt x="154" y="7350"/>
                  </a:cubicBezTo>
                  <a:lnTo>
                    <a:pt x="864" y="8893"/>
                  </a:lnTo>
                  <a:cubicBezTo>
                    <a:pt x="979" y="9122"/>
                    <a:pt x="1212" y="9249"/>
                    <a:pt x="1451" y="9249"/>
                  </a:cubicBezTo>
                  <a:cubicBezTo>
                    <a:pt x="1534" y="9249"/>
                    <a:pt x="1618" y="9234"/>
                    <a:pt x="1698" y="9202"/>
                  </a:cubicBezTo>
                  <a:lnTo>
                    <a:pt x="2037" y="9047"/>
                  </a:lnTo>
                  <a:cubicBezTo>
                    <a:pt x="2284" y="8924"/>
                    <a:pt x="2438" y="8677"/>
                    <a:pt x="2407" y="8430"/>
                  </a:cubicBezTo>
                  <a:lnTo>
                    <a:pt x="3488" y="8122"/>
                  </a:lnTo>
                  <a:cubicBezTo>
                    <a:pt x="3716" y="8036"/>
                    <a:pt x="3628" y="7713"/>
                    <a:pt x="3418" y="7713"/>
                  </a:cubicBezTo>
                  <a:cubicBezTo>
                    <a:pt x="3401" y="7713"/>
                    <a:pt x="3383" y="7716"/>
                    <a:pt x="3364" y="7720"/>
                  </a:cubicBezTo>
                  <a:lnTo>
                    <a:pt x="2284" y="8060"/>
                  </a:lnTo>
                  <a:lnTo>
                    <a:pt x="1759" y="6825"/>
                  </a:lnTo>
                  <a:lnTo>
                    <a:pt x="10308" y="1363"/>
                  </a:lnTo>
                  <a:lnTo>
                    <a:pt x="12067" y="5128"/>
                  </a:lnTo>
                  <a:lnTo>
                    <a:pt x="8148" y="6301"/>
                  </a:lnTo>
                  <a:cubicBezTo>
                    <a:pt x="8148" y="6301"/>
                    <a:pt x="8086" y="6177"/>
                    <a:pt x="8024" y="6116"/>
                  </a:cubicBezTo>
                  <a:cubicBezTo>
                    <a:pt x="7746" y="5683"/>
                    <a:pt x="7253" y="5437"/>
                    <a:pt x="6728" y="5437"/>
                  </a:cubicBezTo>
                  <a:cubicBezTo>
                    <a:pt x="5956" y="5498"/>
                    <a:pt x="5370" y="6146"/>
                    <a:pt x="5370" y="6918"/>
                  </a:cubicBezTo>
                  <a:cubicBezTo>
                    <a:pt x="5339" y="6980"/>
                    <a:pt x="5339" y="7041"/>
                    <a:pt x="5370" y="7134"/>
                  </a:cubicBezTo>
                  <a:lnTo>
                    <a:pt x="4136" y="7504"/>
                  </a:lnTo>
                  <a:cubicBezTo>
                    <a:pt x="4043" y="7535"/>
                    <a:pt x="3981" y="7628"/>
                    <a:pt x="4012" y="7751"/>
                  </a:cubicBezTo>
                  <a:cubicBezTo>
                    <a:pt x="4038" y="7827"/>
                    <a:pt x="4126" y="7883"/>
                    <a:pt x="4208" y="7883"/>
                  </a:cubicBezTo>
                  <a:cubicBezTo>
                    <a:pt x="4225" y="7883"/>
                    <a:pt x="4243" y="7880"/>
                    <a:pt x="4259" y="7875"/>
                  </a:cubicBezTo>
                  <a:lnTo>
                    <a:pt x="5463" y="7504"/>
                  </a:lnTo>
                  <a:cubicBezTo>
                    <a:pt x="5494" y="7566"/>
                    <a:pt x="5524" y="7628"/>
                    <a:pt x="5555" y="7689"/>
                  </a:cubicBezTo>
                  <a:lnTo>
                    <a:pt x="3611" y="11331"/>
                  </a:lnTo>
                  <a:lnTo>
                    <a:pt x="3580" y="11331"/>
                  </a:lnTo>
                  <a:cubicBezTo>
                    <a:pt x="3302" y="11331"/>
                    <a:pt x="3086" y="11547"/>
                    <a:pt x="3055" y="11825"/>
                  </a:cubicBezTo>
                  <a:lnTo>
                    <a:pt x="3055" y="12103"/>
                  </a:lnTo>
                  <a:cubicBezTo>
                    <a:pt x="3086" y="12380"/>
                    <a:pt x="3302" y="12596"/>
                    <a:pt x="3580" y="12596"/>
                  </a:cubicBezTo>
                  <a:lnTo>
                    <a:pt x="5123" y="12596"/>
                  </a:lnTo>
                  <a:cubicBezTo>
                    <a:pt x="5401" y="12596"/>
                    <a:pt x="5648" y="12380"/>
                    <a:pt x="5648" y="12103"/>
                  </a:cubicBezTo>
                  <a:lnTo>
                    <a:pt x="5648" y="11825"/>
                  </a:lnTo>
                  <a:cubicBezTo>
                    <a:pt x="5648" y="11609"/>
                    <a:pt x="5494" y="11393"/>
                    <a:pt x="5247" y="11331"/>
                  </a:cubicBezTo>
                  <a:lnTo>
                    <a:pt x="6790" y="8461"/>
                  </a:lnTo>
                  <a:lnTo>
                    <a:pt x="8333" y="11331"/>
                  </a:lnTo>
                  <a:cubicBezTo>
                    <a:pt x="8117" y="11393"/>
                    <a:pt x="7963" y="11609"/>
                    <a:pt x="7963" y="11825"/>
                  </a:cubicBezTo>
                  <a:lnTo>
                    <a:pt x="7963" y="12103"/>
                  </a:lnTo>
                  <a:cubicBezTo>
                    <a:pt x="7963" y="12380"/>
                    <a:pt x="8179" y="12596"/>
                    <a:pt x="8456" y="12596"/>
                  </a:cubicBezTo>
                  <a:lnTo>
                    <a:pt x="9999" y="12596"/>
                  </a:lnTo>
                  <a:cubicBezTo>
                    <a:pt x="10308" y="12596"/>
                    <a:pt x="10524" y="12380"/>
                    <a:pt x="10524" y="12103"/>
                  </a:cubicBezTo>
                  <a:lnTo>
                    <a:pt x="10524" y="11825"/>
                  </a:lnTo>
                  <a:cubicBezTo>
                    <a:pt x="10524" y="11547"/>
                    <a:pt x="10308" y="11331"/>
                    <a:pt x="9999" y="11331"/>
                  </a:cubicBezTo>
                  <a:lnTo>
                    <a:pt x="9969" y="11331"/>
                  </a:lnTo>
                  <a:lnTo>
                    <a:pt x="8055" y="7689"/>
                  </a:lnTo>
                  <a:cubicBezTo>
                    <a:pt x="8209" y="7443"/>
                    <a:pt x="8271" y="7165"/>
                    <a:pt x="8271" y="6918"/>
                  </a:cubicBezTo>
                  <a:cubicBezTo>
                    <a:pt x="8271" y="6825"/>
                    <a:pt x="8271" y="6764"/>
                    <a:pt x="8271" y="6671"/>
                  </a:cubicBezTo>
                  <a:lnTo>
                    <a:pt x="12252" y="5467"/>
                  </a:lnTo>
                  <a:cubicBezTo>
                    <a:pt x="12376" y="5622"/>
                    <a:pt x="12561" y="5683"/>
                    <a:pt x="12746" y="5683"/>
                  </a:cubicBezTo>
                  <a:cubicBezTo>
                    <a:pt x="12839" y="5683"/>
                    <a:pt x="12900" y="5683"/>
                    <a:pt x="12993" y="5622"/>
                  </a:cubicBezTo>
                  <a:lnTo>
                    <a:pt x="13579" y="5375"/>
                  </a:lnTo>
                  <a:cubicBezTo>
                    <a:pt x="13888" y="5221"/>
                    <a:pt x="14042" y="4850"/>
                    <a:pt x="13888" y="4542"/>
                  </a:cubicBezTo>
                  <a:lnTo>
                    <a:pt x="12592" y="1795"/>
                  </a:lnTo>
                  <a:cubicBezTo>
                    <a:pt x="12551" y="1713"/>
                    <a:pt x="12482" y="1678"/>
                    <a:pt x="12413" y="1678"/>
                  </a:cubicBezTo>
                  <a:cubicBezTo>
                    <a:pt x="12276" y="1678"/>
                    <a:pt x="12139" y="1815"/>
                    <a:pt x="12221" y="1980"/>
                  </a:cubicBezTo>
                  <a:cubicBezTo>
                    <a:pt x="12221" y="1980"/>
                    <a:pt x="13456" y="4727"/>
                    <a:pt x="13487" y="4727"/>
                  </a:cubicBezTo>
                  <a:cubicBezTo>
                    <a:pt x="13518" y="4850"/>
                    <a:pt x="13456" y="4974"/>
                    <a:pt x="13363" y="5035"/>
                  </a:cubicBezTo>
                  <a:lnTo>
                    <a:pt x="12777" y="5282"/>
                  </a:lnTo>
                  <a:cubicBezTo>
                    <a:pt x="12742" y="5299"/>
                    <a:pt x="12708" y="5307"/>
                    <a:pt x="12675" y="5307"/>
                  </a:cubicBezTo>
                  <a:cubicBezTo>
                    <a:pt x="12589" y="5307"/>
                    <a:pt x="12513" y="5256"/>
                    <a:pt x="12468" y="5190"/>
                  </a:cubicBezTo>
                  <a:lnTo>
                    <a:pt x="10555" y="992"/>
                  </a:lnTo>
                  <a:cubicBezTo>
                    <a:pt x="10493" y="869"/>
                    <a:pt x="10555" y="746"/>
                    <a:pt x="10678" y="684"/>
                  </a:cubicBezTo>
                  <a:lnTo>
                    <a:pt x="11234" y="437"/>
                  </a:lnTo>
                  <a:cubicBezTo>
                    <a:pt x="11275" y="416"/>
                    <a:pt x="11316" y="406"/>
                    <a:pt x="11355" y="406"/>
                  </a:cubicBezTo>
                  <a:cubicBezTo>
                    <a:pt x="11433" y="406"/>
                    <a:pt x="11501" y="447"/>
                    <a:pt x="11542" y="530"/>
                  </a:cubicBezTo>
                  <a:lnTo>
                    <a:pt x="11882" y="1239"/>
                  </a:lnTo>
                  <a:cubicBezTo>
                    <a:pt x="11915" y="1327"/>
                    <a:pt x="11983" y="1364"/>
                    <a:pt x="12053" y="1364"/>
                  </a:cubicBezTo>
                  <a:cubicBezTo>
                    <a:pt x="12180" y="1364"/>
                    <a:pt x="12312" y="1244"/>
                    <a:pt x="12252" y="1085"/>
                  </a:cubicBezTo>
                  <a:lnTo>
                    <a:pt x="11913" y="375"/>
                  </a:lnTo>
                  <a:cubicBezTo>
                    <a:pt x="11803" y="133"/>
                    <a:pt x="11583" y="1"/>
                    <a:pt x="11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20" name="Google Shape;13620;p88"/>
          <p:cNvSpPr/>
          <p:nvPr/>
        </p:nvSpPr>
        <p:spPr>
          <a:xfrm>
            <a:off x="3307294" y="2318712"/>
            <a:ext cx="337200" cy="345925"/>
          </a:xfrm>
          <a:custGeom>
            <a:rect b="b" l="l" r="r" t="t"/>
            <a:pathLst>
              <a:path extrusionOk="0" h="13837" w="13488">
                <a:moveTo>
                  <a:pt x="10416" y="427"/>
                </a:moveTo>
                <a:cubicBezTo>
                  <a:pt x="10532" y="427"/>
                  <a:pt x="10648" y="474"/>
                  <a:pt x="10741" y="566"/>
                </a:cubicBezTo>
                <a:lnTo>
                  <a:pt x="12870" y="2696"/>
                </a:lnTo>
                <a:cubicBezTo>
                  <a:pt x="13055" y="2881"/>
                  <a:pt x="13055" y="3159"/>
                  <a:pt x="12870" y="3344"/>
                </a:cubicBezTo>
                <a:cubicBezTo>
                  <a:pt x="12793" y="3421"/>
                  <a:pt x="12685" y="3460"/>
                  <a:pt x="12573" y="3460"/>
                </a:cubicBezTo>
                <a:cubicBezTo>
                  <a:pt x="12461" y="3460"/>
                  <a:pt x="12345" y="3421"/>
                  <a:pt x="12253" y="3344"/>
                </a:cubicBezTo>
                <a:lnTo>
                  <a:pt x="10092" y="1184"/>
                </a:lnTo>
                <a:cubicBezTo>
                  <a:pt x="9938" y="998"/>
                  <a:pt x="9938" y="721"/>
                  <a:pt x="10092" y="566"/>
                </a:cubicBezTo>
                <a:cubicBezTo>
                  <a:pt x="10185" y="474"/>
                  <a:pt x="10301" y="427"/>
                  <a:pt x="10416" y="427"/>
                </a:cubicBezTo>
                <a:close/>
                <a:moveTo>
                  <a:pt x="1605" y="7881"/>
                </a:moveTo>
                <a:lnTo>
                  <a:pt x="1914" y="8220"/>
                </a:lnTo>
                <a:cubicBezTo>
                  <a:pt x="1945" y="8220"/>
                  <a:pt x="1945" y="8251"/>
                  <a:pt x="1914" y="8282"/>
                </a:cubicBezTo>
                <a:lnTo>
                  <a:pt x="834" y="9362"/>
                </a:lnTo>
                <a:cubicBezTo>
                  <a:pt x="818" y="9377"/>
                  <a:pt x="811" y="9385"/>
                  <a:pt x="803" y="9385"/>
                </a:cubicBezTo>
                <a:cubicBezTo>
                  <a:pt x="795" y="9385"/>
                  <a:pt x="788" y="9377"/>
                  <a:pt x="772" y="9362"/>
                </a:cubicBezTo>
                <a:lnTo>
                  <a:pt x="464" y="9053"/>
                </a:lnTo>
                <a:cubicBezTo>
                  <a:pt x="433" y="9022"/>
                  <a:pt x="433" y="9022"/>
                  <a:pt x="464" y="8992"/>
                </a:cubicBezTo>
                <a:lnTo>
                  <a:pt x="1544" y="7881"/>
                </a:lnTo>
                <a:close/>
                <a:moveTo>
                  <a:pt x="1883" y="8899"/>
                </a:moveTo>
                <a:lnTo>
                  <a:pt x="2253" y="9269"/>
                </a:lnTo>
                <a:lnTo>
                  <a:pt x="1821" y="9701"/>
                </a:lnTo>
                <a:lnTo>
                  <a:pt x="1451" y="9331"/>
                </a:lnTo>
                <a:lnTo>
                  <a:pt x="1883" y="8899"/>
                </a:lnTo>
                <a:close/>
                <a:moveTo>
                  <a:pt x="9969" y="1616"/>
                </a:moveTo>
                <a:lnTo>
                  <a:pt x="11821" y="3467"/>
                </a:lnTo>
                <a:lnTo>
                  <a:pt x="6327" y="8992"/>
                </a:lnTo>
                <a:cubicBezTo>
                  <a:pt x="6080" y="9208"/>
                  <a:pt x="5772" y="9362"/>
                  <a:pt x="5463" y="9362"/>
                </a:cubicBezTo>
                <a:cubicBezTo>
                  <a:pt x="5062" y="9393"/>
                  <a:pt x="4661" y="9578"/>
                  <a:pt x="4352" y="9887"/>
                </a:cubicBezTo>
                <a:lnTo>
                  <a:pt x="4167" y="10072"/>
                </a:lnTo>
                <a:lnTo>
                  <a:pt x="3365" y="9269"/>
                </a:lnTo>
                <a:lnTo>
                  <a:pt x="3550" y="9084"/>
                </a:lnTo>
                <a:cubicBezTo>
                  <a:pt x="3858" y="8776"/>
                  <a:pt x="4013" y="8405"/>
                  <a:pt x="4043" y="7973"/>
                </a:cubicBezTo>
                <a:cubicBezTo>
                  <a:pt x="4074" y="7726"/>
                  <a:pt x="4167" y="7479"/>
                  <a:pt x="4290" y="7294"/>
                </a:cubicBezTo>
                <a:lnTo>
                  <a:pt x="4938" y="7911"/>
                </a:lnTo>
                <a:cubicBezTo>
                  <a:pt x="4985" y="7958"/>
                  <a:pt x="5039" y="7981"/>
                  <a:pt x="5089" y="7981"/>
                </a:cubicBezTo>
                <a:cubicBezTo>
                  <a:pt x="5139" y="7981"/>
                  <a:pt x="5185" y="7958"/>
                  <a:pt x="5216" y="7911"/>
                </a:cubicBezTo>
                <a:cubicBezTo>
                  <a:pt x="5309" y="7850"/>
                  <a:pt x="5309" y="7726"/>
                  <a:pt x="5216" y="7634"/>
                </a:cubicBezTo>
                <a:lnTo>
                  <a:pt x="4568" y="6986"/>
                </a:lnTo>
                <a:lnTo>
                  <a:pt x="4784" y="6770"/>
                </a:lnTo>
                <a:lnTo>
                  <a:pt x="5278" y="7232"/>
                </a:lnTo>
                <a:cubicBezTo>
                  <a:pt x="5321" y="7276"/>
                  <a:pt x="5369" y="7294"/>
                  <a:pt x="5415" y="7294"/>
                </a:cubicBezTo>
                <a:cubicBezTo>
                  <a:pt x="5567" y="7294"/>
                  <a:pt x="5698" y="7097"/>
                  <a:pt x="5556" y="6955"/>
                </a:cubicBezTo>
                <a:lnTo>
                  <a:pt x="5093" y="6492"/>
                </a:lnTo>
                <a:lnTo>
                  <a:pt x="5309" y="6245"/>
                </a:lnTo>
                <a:lnTo>
                  <a:pt x="5772" y="6739"/>
                </a:lnTo>
                <a:cubicBezTo>
                  <a:pt x="5818" y="6770"/>
                  <a:pt x="5872" y="6785"/>
                  <a:pt x="5922" y="6785"/>
                </a:cubicBezTo>
                <a:cubicBezTo>
                  <a:pt x="5972" y="6785"/>
                  <a:pt x="6019" y="6770"/>
                  <a:pt x="6050" y="6739"/>
                </a:cubicBezTo>
                <a:cubicBezTo>
                  <a:pt x="6142" y="6646"/>
                  <a:pt x="6142" y="6523"/>
                  <a:pt x="6050" y="6430"/>
                </a:cubicBezTo>
                <a:lnTo>
                  <a:pt x="5587" y="5967"/>
                </a:lnTo>
                <a:lnTo>
                  <a:pt x="5833" y="5751"/>
                </a:lnTo>
                <a:lnTo>
                  <a:pt x="6296" y="6214"/>
                </a:lnTo>
                <a:cubicBezTo>
                  <a:pt x="6327" y="6245"/>
                  <a:pt x="6389" y="6276"/>
                  <a:pt x="6451" y="6276"/>
                </a:cubicBezTo>
                <a:cubicBezTo>
                  <a:pt x="6512" y="6276"/>
                  <a:pt x="6543" y="6245"/>
                  <a:pt x="6605" y="6214"/>
                </a:cubicBezTo>
                <a:cubicBezTo>
                  <a:pt x="6667" y="6121"/>
                  <a:pt x="6667" y="5998"/>
                  <a:pt x="6605" y="5905"/>
                </a:cubicBezTo>
                <a:lnTo>
                  <a:pt x="6111" y="5443"/>
                </a:lnTo>
                <a:lnTo>
                  <a:pt x="6358" y="5226"/>
                </a:lnTo>
                <a:lnTo>
                  <a:pt x="6821" y="5689"/>
                </a:lnTo>
                <a:cubicBezTo>
                  <a:pt x="6852" y="5736"/>
                  <a:pt x="6898" y="5759"/>
                  <a:pt x="6948" y="5759"/>
                </a:cubicBezTo>
                <a:cubicBezTo>
                  <a:pt x="6999" y="5759"/>
                  <a:pt x="7053" y="5736"/>
                  <a:pt x="7099" y="5689"/>
                </a:cubicBezTo>
                <a:cubicBezTo>
                  <a:pt x="7191" y="5628"/>
                  <a:pt x="7191" y="5473"/>
                  <a:pt x="7099" y="5412"/>
                </a:cubicBezTo>
                <a:lnTo>
                  <a:pt x="6605" y="4980"/>
                </a:lnTo>
                <a:lnTo>
                  <a:pt x="6821" y="4733"/>
                </a:lnTo>
                <a:lnTo>
                  <a:pt x="7500" y="5412"/>
                </a:lnTo>
                <a:cubicBezTo>
                  <a:pt x="7540" y="5452"/>
                  <a:pt x="7585" y="5469"/>
                  <a:pt x="7628" y="5469"/>
                </a:cubicBezTo>
                <a:cubicBezTo>
                  <a:pt x="7784" y="5469"/>
                  <a:pt x="7923" y="5248"/>
                  <a:pt x="7778" y="5103"/>
                </a:cubicBezTo>
                <a:lnTo>
                  <a:pt x="7130" y="4455"/>
                </a:lnTo>
                <a:lnTo>
                  <a:pt x="7346" y="4239"/>
                </a:lnTo>
                <a:lnTo>
                  <a:pt x="7809" y="4702"/>
                </a:lnTo>
                <a:cubicBezTo>
                  <a:pt x="7849" y="4736"/>
                  <a:pt x="7893" y="4750"/>
                  <a:pt x="7935" y="4750"/>
                </a:cubicBezTo>
                <a:cubicBezTo>
                  <a:pt x="8083" y="4750"/>
                  <a:pt x="8207" y="4568"/>
                  <a:pt x="8086" y="4424"/>
                </a:cubicBezTo>
                <a:lnTo>
                  <a:pt x="7623" y="3961"/>
                </a:lnTo>
                <a:lnTo>
                  <a:pt x="7839" y="3714"/>
                </a:lnTo>
                <a:lnTo>
                  <a:pt x="8333" y="4208"/>
                </a:lnTo>
                <a:cubicBezTo>
                  <a:pt x="8364" y="4239"/>
                  <a:pt x="8410" y="4254"/>
                  <a:pt x="8461" y="4254"/>
                </a:cubicBezTo>
                <a:cubicBezTo>
                  <a:pt x="8511" y="4254"/>
                  <a:pt x="8565" y="4239"/>
                  <a:pt x="8611" y="4208"/>
                </a:cubicBezTo>
                <a:cubicBezTo>
                  <a:pt x="8704" y="4115"/>
                  <a:pt x="8704" y="3992"/>
                  <a:pt x="8611" y="3899"/>
                </a:cubicBezTo>
                <a:lnTo>
                  <a:pt x="8148" y="3436"/>
                </a:lnTo>
                <a:lnTo>
                  <a:pt x="8364" y="3190"/>
                </a:lnTo>
                <a:lnTo>
                  <a:pt x="8858" y="3683"/>
                </a:lnTo>
                <a:cubicBezTo>
                  <a:pt x="8889" y="3714"/>
                  <a:pt x="8935" y="3730"/>
                  <a:pt x="8985" y="3730"/>
                </a:cubicBezTo>
                <a:cubicBezTo>
                  <a:pt x="9035" y="3730"/>
                  <a:pt x="9089" y="3714"/>
                  <a:pt x="9136" y="3683"/>
                </a:cubicBezTo>
                <a:cubicBezTo>
                  <a:pt x="9197" y="3591"/>
                  <a:pt x="9197" y="3467"/>
                  <a:pt x="9136" y="3375"/>
                </a:cubicBezTo>
                <a:lnTo>
                  <a:pt x="8673" y="2912"/>
                </a:lnTo>
                <a:lnTo>
                  <a:pt x="8889" y="2696"/>
                </a:lnTo>
                <a:lnTo>
                  <a:pt x="9352" y="3159"/>
                </a:lnTo>
                <a:cubicBezTo>
                  <a:pt x="9398" y="3205"/>
                  <a:pt x="9452" y="3228"/>
                  <a:pt x="9502" y="3228"/>
                </a:cubicBezTo>
                <a:cubicBezTo>
                  <a:pt x="9552" y="3228"/>
                  <a:pt x="9599" y="3205"/>
                  <a:pt x="9629" y="3159"/>
                </a:cubicBezTo>
                <a:cubicBezTo>
                  <a:pt x="9722" y="3097"/>
                  <a:pt x="9722" y="2943"/>
                  <a:pt x="9629" y="2881"/>
                </a:cubicBezTo>
                <a:lnTo>
                  <a:pt x="9167" y="2418"/>
                </a:lnTo>
                <a:lnTo>
                  <a:pt x="9383" y="2171"/>
                </a:lnTo>
                <a:lnTo>
                  <a:pt x="10031" y="2850"/>
                </a:lnTo>
                <a:cubicBezTo>
                  <a:pt x="10077" y="2881"/>
                  <a:pt x="10131" y="2896"/>
                  <a:pt x="10185" y="2896"/>
                </a:cubicBezTo>
                <a:cubicBezTo>
                  <a:pt x="10239" y="2896"/>
                  <a:pt x="10293" y="2881"/>
                  <a:pt x="10339" y="2850"/>
                </a:cubicBezTo>
                <a:cubicBezTo>
                  <a:pt x="10401" y="2758"/>
                  <a:pt x="10401" y="2634"/>
                  <a:pt x="10339" y="2542"/>
                </a:cubicBezTo>
                <a:lnTo>
                  <a:pt x="9691" y="1893"/>
                </a:lnTo>
                <a:lnTo>
                  <a:pt x="9969" y="1616"/>
                </a:lnTo>
                <a:close/>
                <a:moveTo>
                  <a:pt x="2797" y="9377"/>
                </a:moveTo>
                <a:cubicBezTo>
                  <a:pt x="2840" y="9377"/>
                  <a:pt x="2886" y="9393"/>
                  <a:pt x="2932" y="9424"/>
                </a:cubicBezTo>
                <a:lnTo>
                  <a:pt x="4013" y="10504"/>
                </a:lnTo>
                <a:cubicBezTo>
                  <a:pt x="4074" y="10566"/>
                  <a:pt x="4074" y="10658"/>
                  <a:pt x="4013" y="10720"/>
                </a:cubicBezTo>
                <a:lnTo>
                  <a:pt x="3303" y="11461"/>
                </a:lnTo>
                <a:cubicBezTo>
                  <a:pt x="3272" y="11491"/>
                  <a:pt x="3226" y="11507"/>
                  <a:pt x="3179" y="11507"/>
                </a:cubicBezTo>
                <a:cubicBezTo>
                  <a:pt x="3133" y="11507"/>
                  <a:pt x="3087" y="11491"/>
                  <a:pt x="3056" y="11461"/>
                </a:cubicBezTo>
                <a:lnTo>
                  <a:pt x="1976" y="10380"/>
                </a:lnTo>
                <a:cubicBezTo>
                  <a:pt x="1914" y="10319"/>
                  <a:pt x="1914" y="10195"/>
                  <a:pt x="1976" y="10133"/>
                </a:cubicBezTo>
                <a:lnTo>
                  <a:pt x="2686" y="9424"/>
                </a:lnTo>
                <a:cubicBezTo>
                  <a:pt x="2716" y="9393"/>
                  <a:pt x="2755" y="9377"/>
                  <a:pt x="2797" y="9377"/>
                </a:cubicBezTo>
                <a:close/>
                <a:moveTo>
                  <a:pt x="5216" y="10751"/>
                </a:moveTo>
                <a:cubicBezTo>
                  <a:pt x="5216" y="10751"/>
                  <a:pt x="5278" y="10751"/>
                  <a:pt x="5340" y="10812"/>
                </a:cubicBezTo>
                <a:lnTo>
                  <a:pt x="5926" y="11430"/>
                </a:lnTo>
                <a:cubicBezTo>
                  <a:pt x="5988" y="11491"/>
                  <a:pt x="6019" y="11522"/>
                  <a:pt x="5988" y="11522"/>
                </a:cubicBezTo>
                <a:cubicBezTo>
                  <a:pt x="5988" y="11615"/>
                  <a:pt x="5679" y="11738"/>
                  <a:pt x="5371" y="11800"/>
                </a:cubicBezTo>
                <a:lnTo>
                  <a:pt x="4938" y="11368"/>
                </a:lnTo>
                <a:cubicBezTo>
                  <a:pt x="5031" y="11028"/>
                  <a:pt x="5155" y="10751"/>
                  <a:pt x="5216" y="10751"/>
                </a:cubicBezTo>
                <a:close/>
                <a:moveTo>
                  <a:pt x="2007" y="10936"/>
                </a:moveTo>
                <a:lnTo>
                  <a:pt x="2500" y="11430"/>
                </a:lnTo>
                <a:lnTo>
                  <a:pt x="1451" y="12479"/>
                </a:lnTo>
                <a:cubicBezTo>
                  <a:pt x="1420" y="12510"/>
                  <a:pt x="1374" y="12525"/>
                  <a:pt x="1324" y="12525"/>
                </a:cubicBezTo>
                <a:cubicBezTo>
                  <a:pt x="1274" y="12525"/>
                  <a:pt x="1220" y="12510"/>
                  <a:pt x="1173" y="12479"/>
                </a:cubicBezTo>
                <a:lnTo>
                  <a:pt x="957" y="12232"/>
                </a:lnTo>
                <a:cubicBezTo>
                  <a:pt x="865" y="12170"/>
                  <a:pt x="865" y="12047"/>
                  <a:pt x="957" y="11985"/>
                </a:cubicBezTo>
                <a:lnTo>
                  <a:pt x="2007" y="10936"/>
                </a:lnTo>
                <a:close/>
                <a:moveTo>
                  <a:pt x="4167" y="11152"/>
                </a:moveTo>
                <a:lnTo>
                  <a:pt x="5371" y="12356"/>
                </a:lnTo>
                <a:cubicBezTo>
                  <a:pt x="5401" y="12386"/>
                  <a:pt x="5401" y="12448"/>
                  <a:pt x="5371" y="12510"/>
                </a:cubicBezTo>
                <a:lnTo>
                  <a:pt x="5093" y="12788"/>
                </a:lnTo>
                <a:cubicBezTo>
                  <a:pt x="5062" y="12803"/>
                  <a:pt x="5031" y="12811"/>
                  <a:pt x="5004" y="12811"/>
                </a:cubicBezTo>
                <a:cubicBezTo>
                  <a:pt x="4977" y="12811"/>
                  <a:pt x="4954" y="12803"/>
                  <a:pt x="4938" y="12788"/>
                </a:cubicBezTo>
                <a:lnTo>
                  <a:pt x="3735" y="11584"/>
                </a:lnTo>
                <a:lnTo>
                  <a:pt x="4167" y="11152"/>
                </a:lnTo>
                <a:close/>
                <a:moveTo>
                  <a:pt x="3951" y="12356"/>
                </a:moveTo>
                <a:lnTo>
                  <a:pt x="4383" y="12818"/>
                </a:lnTo>
                <a:cubicBezTo>
                  <a:pt x="4321" y="13158"/>
                  <a:pt x="4167" y="13436"/>
                  <a:pt x="4105" y="13436"/>
                </a:cubicBezTo>
                <a:cubicBezTo>
                  <a:pt x="4105" y="13436"/>
                  <a:pt x="4074" y="13436"/>
                  <a:pt x="3982" y="13343"/>
                </a:cubicBezTo>
                <a:lnTo>
                  <a:pt x="3395" y="12757"/>
                </a:lnTo>
                <a:cubicBezTo>
                  <a:pt x="3334" y="12695"/>
                  <a:pt x="3334" y="12664"/>
                  <a:pt x="3334" y="12633"/>
                </a:cubicBezTo>
                <a:cubicBezTo>
                  <a:pt x="3365" y="12572"/>
                  <a:pt x="3642" y="12417"/>
                  <a:pt x="3951" y="12356"/>
                </a:cubicBezTo>
                <a:close/>
                <a:moveTo>
                  <a:pt x="10428" y="1"/>
                </a:moveTo>
                <a:cubicBezTo>
                  <a:pt x="9836" y="1"/>
                  <a:pt x="9300" y="662"/>
                  <a:pt x="9691" y="1307"/>
                </a:cubicBezTo>
                <a:lnTo>
                  <a:pt x="4167" y="6831"/>
                </a:lnTo>
                <a:cubicBezTo>
                  <a:pt x="3858" y="7140"/>
                  <a:pt x="3673" y="7510"/>
                  <a:pt x="3642" y="7942"/>
                </a:cubicBezTo>
                <a:cubicBezTo>
                  <a:pt x="3642" y="8251"/>
                  <a:pt x="3488" y="8560"/>
                  <a:pt x="3272" y="8806"/>
                </a:cubicBezTo>
                <a:lnTo>
                  <a:pt x="3056" y="9022"/>
                </a:lnTo>
                <a:cubicBezTo>
                  <a:pt x="2979" y="8976"/>
                  <a:pt x="2902" y="8953"/>
                  <a:pt x="2824" y="8953"/>
                </a:cubicBezTo>
                <a:cubicBezTo>
                  <a:pt x="2747" y="8953"/>
                  <a:pt x="2670" y="8976"/>
                  <a:pt x="2593" y="9022"/>
                </a:cubicBezTo>
                <a:lnTo>
                  <a:pt x="2192" y="8590"/>
                </a:lnTo>
                <a:lnTo>
                  <a:pt x="2223" y="8560"/>
                </a:lnTo>
                <a:cubicBezTo>
                  <a:pt x="2408" y="8374"/>
                  <a:pt x="2408" y="8097"/>
                  <a:pt x="2223" y="7911"/>
                </a:cubicBezTo>
                <a:lnTo>
                  <a:pt x="1914" y="7603"/>
                </a:lnTo>
                <a:cubicBezTo>
                  <a:pt x="1821" y="7510"/>
                  <a:pt x="1706" y="7464"/>
                  <a:pt x="1590" y="7464"/>
                </a:cubicBezTo>
                <a:cubicBezTo>
                  <a:pt x="1474" y="7464"/>
                  <a:pt x="1358" y="7510"/>
                  <a:pt x="1266" y="7603"/>
                </a:cubicBezTo>
                <a:lnTo>
                  <a:pt x="186" y="8683"/>
                </a:lnTo>
                <a:cubicBezTo>
                  <a:pt x="1" y="8868"/>
                  <a:pt x="1" y="9146"/>
                  <a:pt x="186" y="9331"/>
                </a:cubicBezTo>
                <a:lnTo>
                  <a:pt x="494" y="9640"/>
                </a:lnTo>
                <a:cubicBezTo>
                  <a:pt x="587" y="9732"/>
                  <a:pt x="703" y="9779"/>
                  <a:pt x="818" y="9779"/>
                </a:cubicBezTo>
                <a:cubicBezTo>
                  <a:pt x="934" y="9779"/>
                  <a:pt x="1050" y="9732"/>
                  <a:pt x="1142" y="9640"/>
                </a:cubicBezTo>
                <a:lnTo>
                  <a:pt x="1173" y="9609"/>
                </a:lnTo>
                <a:lnTo>
                  <a:pt x="1605" y="10010"/>
                </a:lnTo>
                <a:cubicBezTo>
                  <a:pt x="1482" y="10226"/>
                  <a:pt x="1544" y="10473"/>
                  <a:pt x="1698" y="10658"/>
                </a:cubicBezTo>
                <a:lnTo>
                  <a:pt x="649" y="11677"/>
                </a:lnTo>
                <a:cubicBezTo>
                  <a:pt x="433" y="11923"/>
                  <a:pt x="433" y="12294"/>
                  <a:pt x="649" y="12541"/>
                </a:cubicBezTo>
                <a:lnTo>
                  <a:pt x="896" y="12757"/>
                </a:lnTo>
                <a:cubicBezTo>
                  <a:pt x="1019" y="12880"/>
                  <a:pt x="1173" y="12942"/>
                  <a:pt x="1328" y="12942"/>
                </a:cubicBezTo>
                <a:cubicBezTo>
                  <a:pt x="1482" y="12942"/>
                  <a:pt x="1636" y="12880"/>
                  <a:pt x="1760" y="12757"/>
                </a:cubicBezTo>
                <a:lnTo>
                  <a:pt x="2809" y="11738"/>
                </a:lnTo>
                <a:cubicBezTo>
                  <a:pt x="2902" y="11831"/>
                  <a:pt x="3025" y="11893"/>
                  <a:pt x="3179" y="11893"/>
                </a:cubicBezTo>
                <a:cubicBezTo>
                  <a:pt x="3272" y="11893"/>
                  <a:pt x="3334" y="11862"/>
                  <a:pt x="3395" y="11831"/>
                </a:cubicBezTo>
                <a:lnTo>
                  <a:pt x="3611" y="12047"/>
                </a:lnTo>
                <a:lnTo>
                  <a:pt x="3519" y="12047"/>
                </a:lnTo>
                <a:cubicBezTo>
                  <a:pt x="3179" y="12170"/>
                  <a:pt x="2994" y="12325"/>
                  <a:pt x="2932" y="12541"/>
                </a:cubicBezTo>
                <a:cubicBezTo>
                  <a:pt x="2871" y="12726"/>
                  <a:pt x="2932" y="12911"/>
                  <a:pt x="3087" y="13065"/>
                </a:cubicBezTo>
                <a:lnTo>
                  <a:pt x="3704" y="13652"/>
                </a:lnTo>
                <a:cubicBezTo>
                  <a:pt x="3797" y="13744"/>
                  <a:pt x="3920" y="13837"/>
                  <a:pt x="4074" y="13837"/>
                </a:cubicBezTo>
                <a:cubicBezTo>
                  <a:pt x="4290" y="13806"/>
                  <a:pt x="4445" y="13683"/>
                  <a:pt x="4537" y="13497"/>
                </a:cubicBezTo>
                <a:cubicBezTo>
                  <a:pt x="4599" y="13374"/>
                  <a:pt x="4661" y="13250"/>
                  <a:pt x="4692" y="13127"/>
                </a:cubicBezTo>
                <a:cubicBezTo>
                  <a:pt x="4784" y="13189"/>
                  <a:pt x="4877" y="13220"/>
                  <a:pt x="4969" y="13220"/>
                </a:cubicBezTo>
                <a:cubicBezTo>
                  <a:pt x="5124" y="13220"/>
                  <a:pt x="5247" y="13158"/>
                  <a:pt x="5340" y="13065"/>
                </a:cubicBezTo>
                <a:lnTo>
                  <a:pt x="5617" y="12788"/>
                </a:lnTo>
                <a:cubicBezTo>
                  <a:pt x="5803" y="12602"/>
                  <a:pt x="5833" y="12325"/>
                  <a:pt x="5679" y="12139"/>
                </a:cubicBezTo>
                <a:cubicBezTo>
                  <a:pt x="5957" y="12047"/>
                  <a:pt x="6296" y="11893"/>
                  <a:pt x="6358" y="11646"/>
                </a:cubicBezTo>
                <a:cubicBezTo>
                  <a:pt x="6420" y="11461"/>
                  <a:pt x="6358" y="11275"/>
                  <a:pt x="6235" y="11152"/>
                </a:cubicBezTo>
                <a:lnTo>
                  <a:pt x="5617" y="10535"/>
                </a:lnTo>
                <a:cubicBezTo>
                  <a:pt x="5525" y="10442"/>
                  <a:pt x="5401" y="10350"/>
                  <a:pt x="5247" y="10350"/>
                </a:cubicBezTo>
                <a:cubicBezTo>
                  <a:pt x="4908" y="10350"/>
                  <a:pt x="4722" y="10751"/>
                  <a:pt x="4630" y="11059"/>
                </a:cubicBezTo>
                <a:lnTo>
                  <a:pt x="4445" y="10843"/>
                </a:lnTo>
                <a:cubicBezTo>
                  <a:pt x="4506" y="10689"/>
                  <a:pt x="4506" y="10535"/>
                  <a:pt x="4445" y="10380"/>
                </a:cubicBezTo>
                <a:lnTo>
                  <a:pt x="4661" y="10164"/>
                </a:lnTo>
                <a:cubicBezTo>
                  <a:pt x="4877" y="9948"/>
                  <a:pt x="5185" y="9794"/>
                  <a:pt x="5494" y="9794"/>
                </a:cubicBezTo>
                <a:cubicBezTo>
                  <a:pt x="5926" y="9763"/>
                  <a:pt x="6296" y="9578"/>
                  <a:pt x="6605" y="9269"/>
                </a:cubicBezTo>
                <a:lnTo>
                  <a:pt x="12129" y="3745"/>
                </a:lnTo>
                <a:cubicBezTo>
                  <a:pt x="12284" y="3807"/>
                  <a:pt x="12438" y="3869"/>
                  <a:pt x="12592" y="3869"/>
                </a:cubicBezTo>
                <a:cubicBezTo>
                  <a:pt x="12808" y="3869"/>
                  <a:pt x="12993" y="3776"/>
                  <a:pt x="13179" y="3622"/>
                </a:cubicBezTo>
                <a:cubicBezTo>
                  <a:pt x="13487" y="3282"/>
                  <a:pt x="13487" y="2758"/>
                  <a:pt x="13179" y="2418"/>
                </a:cubicBezTo>
                <a:lnTo>
                  <a:pt x="11018" y="258"/>
                </a:lnTo>
                <a:cubicBezTo>
                  <a:pt x="10838" y="77"/>
                  <a:pt x="10630" y="1"/>
                  <a:pt x="104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21" name="Google Shape;13621;p88"/>
          <p:cNvGrpSpPr/>
          <p:nvPr/>
        </p:nvGrpSpPr>
        <p:grpSpPr>
          <a:xfrm>
            <a:off x="2526494" y="2317875"/>
            <a:ext cx="361100" cy="347600"/>
            <a:chOff x="1767388" y="3021206"/>
            <a:chExt cx="361100" cy="347600"/>
          </a:xfrm>
        </p:grpSpPr>
        <p:sp>
          <p:nvSpPr>
            <p:cNvPr id="13622" name="Google Shape;13622;p88"/>
            <p:cNvSpPr/>
            <p:nvPr/>
          </p:nvSpPr>
          <p:spPr>
            <a:xfrm>
              <a:off x="1885438" y="3181881"/>
              <a:ext cx="10050" cy="20850"/>
            </a:xfrm>
            <a:custGeom>
              <a:rect b="b" l="l" r="r" t="t"/>
              <a:pathLst>
                <a:path extrusionOk="0" h="834" w="402">
                  <a:moveTo>
                    <a:pt x="185" y="0"/>
                  </a:moveTo>
                  <a:cubicBezTo>
                    <a:pt x="62" y="0"/>
                    <a:pt x="0" y="93"/>
                    <a:pt x="0" y="216"/>
                  </a:cubicBezTo>
                  <a:lnTo>
                    <a:pt x="0" y="617"/>
                  </a:lnTo>
                  <a:cubicBezTo>
                    <a:pt x="0" y="741"/>
                    <a:pt x="93" y="833"/>
                    <a:pt x="185" y="833"/>
                  </a:cubicBezTo>
                  <a:cubicBezTo>
                    <a:pt x="309" y="833"/>
                    <a:pt x="401" y="741"/>
                    <a:pt x="401" y="617"/>
                  </a:cubicBezTo>
                  <a:lnTo>
                    <a:pt x="401" y="216"/>
                  </a:lnTo>
                  <a:cubicBezTo>
                    <a:pt x="401" y="93"/>
                    <a:pt x="309"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3" name="Google Shape;13623;p88"/>
            <p:cNvSpPr/>
            <p:nvPr/>
          </p:nvSpPr>
          <p:spPr>
            <a:xfrm>
              <a:off x="2000388" y="3181881"/>
              <a:ext cx="10050" cy="20850"/>
            </a:xfrm>
            <a:custGeom>
              <a:rect b="b" l="l" r="r" t="t"/>
              <a:pathLst>
                <a:path extrusionOk="0" h="834" w="402">
                  <a:moveTo>
                    <a:pt x="216" y="0"/>
                  </a:moveTo>
                  <a:cubicBezTo>
                    <a:pt x="93" y="0"/>
                    <a:pt x="0" y="93"/>
                    <a:pt x="0" y="216"/>
                  </a:cubicBezTo>
                  <a:lnTo>
                    <a:pt x="0" y="617"/>
                  </a:lnTo>
                  <a:cubicBezTo>
                    <a:pt x="0" y="741"/>
                    <a:pt x="93" y="833"/>
                    <a:pt x="216" y="833"/>
                  </a:cubicBezTo>
                  <a:cubicBezTo>
                    <a:pt x="309" y="833"/>
                    <a:pt x="402" y="741"/>
                    <a:pt x="402" y="617"/>
                  </a:cubicBezTo>
                  <a:lnTo>
                    <a:pt x="402" y="216"/>
                  </a:lnTo>
                  <a:cubicBezTo>
                    <a:pt x="402" y="93"/>
                    <a:pt x="309" y="0"/>
                    <a:pt x="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4" name="Google Shape;13624;p88"/>
            <p:cNvSpPr/>
            <p:nvPr/>
          </p:nvSpPr>
          <p:spPr>
            <a:xfrm>
              <a:off x="1928638" y="3191606"/>
              <a:ext cx="40150" cy="16325"/>
            </a:xfrm>
            <a:custGeom>
              <a:rect b="b" l="l" r="r" t="t"/>
              <a:pathLst>
                <a:path extrusionOk="0" h="653" w="1606">
                  <a:moveTo>
                    <a:pt x="200" y="0"/>
                  </a:moveTo>
                  <a:cubicBezTo>
                    <a:pt x="152" y="0"/>
                    <a:pt x="104" y="15"/>
                    <a:pt x="62" y="43"/>
                  </a:cubicBezTo>
                  <a:cubicBezTo>
                    <a:pt x="0" y="136"/>
                    <a:pt x="0" y="259"/>
                    <a:pt x="62" y="352"/>
                  </a:cubicBezTo>
                  <a:cubicBezTo>
                    <a:pt x="263" y="552"/>
                    <a:pt x="525" y="653"/>
                    <a:pt x="787" y="653"/>
                  </a:cubicBezTo>
                  <a:cubicBezTo>
                    <a:pt x="1050" y="653"/>
                    <a:pt x="1312" y="552"/>
                    <a:pt x="1513" y="352"/>
                  </a:cubicBezTo>
                  <a:cubicBezTo>
                    <a:pt x="1605" y="259"/>
                    <a:pt x="1605" y="136"/>
                    <a:pt x="1513" y="43"/>
                  </a:cubicBezTo>
                  <a:lnTo>
                    <a:pt x="1482" y="43"/>
                  </a:lnTo>
                  <a:cubicBezTo>
                    <a:pt x="1440" y="15"/>
                    <a:pt x="1392" y="0"/>
                    <a:pt x="1347" y="0"/>
                  </a:cubicBezTo>
                  <a:cubicBezTo>
                    <a:pt x="1291" y="0"/>
                    <a:pt x="1238" y="23"/>
                    <a:pt x="1204" y="74"/>
                  </a:cubicBezTo>
                  <a:cubicBezTo>
                    <a:pt x="1080" y="197"/>
                    <a:pt x="926" y="259"/>
                    <a:pt x="772" y="259"/>
                  </a:cubicBezTo>
                  <a:cubicBezTo>
                    <a:pt x="618" y="259"/>
                    <a:pt x="463" y="197"/>
                    <a:pt x="371" y="74"/>
                  </a:cubicBezTo>
                  <a:cubicBezTo>
                    <a:pt x="320" y="23"/>
                    <a:pt x="259"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5" name="Google Shape;13625;p88"/>
            <p:cNvSpPr/>
            <p:nvPr/>
          </p:nvSpPr>
          <p:spPr>
            <a:xfrm>
              <a:off x="1767388" y="3021206"/>
              <a:ext cx="361100" cy="347600"/>
            </a:xfrm>
            <a:custGeom>
              <a:rect b="b" l="l" r="r" t="t"/>
              <a:pathLst>
                <a:path extrusionOk="0" h="13904" w="14444">
                  <a:moveTo>
                    <a:pt x="3734" y="1181"/>
                  </a:moveTo>
                  <a:lnTo>
                    <a:pt x="3765" y="1983"/>
                  </a:lnTo>
                  <a:lnTo>
                    <a:pt x="2685" y="1983"/>
                  </a:lnTo>
                  <a:lnTo>
                    <a:pt x="2685" y="1181"/>
                  </a:lnTo>
                  <a:close/>
                  <a:moveTo>
                    <a:pt x="6419" y="1181"/>
                  </a:moveTo>
                  <a:lnTo>
                    <a:pt x="6419" y="1983"/>
                  </a:lnTo>
                  <a:lnTo>
                    <a:pt x="5370" y="1983"/>
                  </a:lnTo>
                  <a:lnTo>
                    <a:pt x="5370" y="1181"/>
                  </a:lnTo>
                  <a:close/>
                  <a:moveTo>
                    <a:pt x="9104" y="1181"/>
                  </a:moveTo>
                  <a:lnTo>
                    <a:pt x="9104" y="1983"/>
                  </a:lnTo>
                  <a:lnTo>
                    <a:pt x="8024" y="1983"/>
                  </a:lnTo>
                  <a:lnTo>
                    <a:pt x="8024" y="1181"/>
                  </a:lnTo>
                  <a:close/>
                  <a:moveTo>
                    <a:pt x="11759" y="1181"/>
                  </a:moveTo>
                  <a:lnTo>
                    <a:pt x="11759" y="1983"/>
                  </a:lnTo>
                  <a:lnTo>
                    <a:pt x="10678" y="1983"/>
                  </a:lnTo>
                  <a:lnTo>
                    <a:pt x="10678" y="1181"/>
                  </a:lnTo>
                  <a:close/>
                  <a:moveTo>
                    <a:pt x="13363" y="1211"/>
                  </a:moveTo>
                  <a:cubicBezTo>
                    <a:pt x="13549" y="1242"/>
                    <a:pt x="13703" y="1397"/>
                    <a:pt x="13703" y="1613"/>
                  </a:cubicBezTo>
                  <a:cubicBezTo>
                    <a:pt x="13703" y="1829"/>
                    <a:pt x="13549" y="1983"/>
                    <a:pt x="13363" y="2014"/>
                  </a:cubicBezTo>
                  <a:lnTo>
                    <a:pt x="13363" y="1211"/>
                  </a:lnTo>
                  <a:close/>
                  <a:moveTo>
                    <a:pt x="1049" y="1242"/>
                  </a:moveTo>
                  <a:lnTo>
                    <a:pt x="1049" y="2045"/>
                  </a:lnTo>
                  <a:cubicBezTo>
                    <a:pt x="864" y="2014"/>
                    <a:pt x="710" y="1860"/>
                    <a:pt x="710" y="1643"/>
                  </a:cubicBezTo>
                  <a:lnTo>
                    <a:pt x="710" y="1613"/>
                  </a:lnTo>
                  <a:cubicBezTo>
                    <a:pt x="710" y="1427"/>
                    <a:pt x="864" y="1242"/>
                    <a:pt x="1049" y="1242"/>
                  </a:cubicBezTo>
                  <a:close/>
                  <a:moveTo>
                    <a:pt x="7222" y="424"/>
                  </a:moveTo>
                  <a:cubicBezTo>
                    <a:pt x="7422" y="424"/>
                    <a:pt x="7623" y="563"/>
                    <a:pt x="7623" y="841"/>
                  </a:cubicBezTo>
                  <a:lnTo>
                    <a:pt x="7623" y="2909"/>
                  </a:lnTo>
                  <a:lnTo>
                    <a:pt x="6852" y="2909"/>
                  </a:lnTo>
                  <a:lnTo>
                    <a:pt x="6821" y="841"/>
                  </a:lnTo>
                  <a:cubicBezTo>
                    <a:pt x="6821" y="563"/>
                    <a:pt x="7021" y="424"/>
                    <a:pt x="7222" y="424"/>
                  </a:cubicBezTo>
                  <a:close/>
                  <a:moveTo>
                    <a:pt x="6419" y="2415"/>
                  </a:moveTo>
                  <a:lnTo>
                    <a:pt x="6419" y="3001"/>
                  </a:lnTo>
                  <a:cubicBezTo>
                    <a:pt x="6049" y="3063"/>
                    <a:pt x="5710" y="3187"/>
                    <a:pt x="5370" y="3372"/>
                  </a:cubicBezTo>
                  <a:lnTo>
                    <a:pt x="5370" y="2415"/>
                  </a:lnTo>
                  <a:close/>
                  <a:moveTo>
                    <a:pt x="9074" y="2415"/>
                  </a:moveTo>
                  <a:lnTo>
                    <a:pt x="9074" y="3372"/>
                  </a:lnTo>
                  <a:cubicBezTo>
                    <a:pt x="8734" y="3187"/>
                    <a:pt x="8395" y="3063"/>
                    <a:pt x="8024" y="2971"/>
                  </a:cubicBezTo>
                  <a:lnTo>
                    <a:pt x="8024" y="2415"/>
                  </a:lnTo>
                  <a:close/>
                  <a:moveTo>
                    <a:pt x="11759" y="2415"/>
                  </a:moveTo>
                  <a:lnTo>
                    <a:pt x="11759" y="3464"/>
                  </a:lnTo>
                  <a:lnTo>
                    <a:pt x="10678" y="3464"/>
                  </a:lnTo>
                  <a:lnTo>
                    <a:pt x="10678" y="2415"/>
                  </a:lnTo>
                  <a:close/>
                  <a:moveTo>
                    <a:pt x="3734" y="2415"/>
                  </a:moveTo>
                  <a:lnTo>
                    <a:pt x="3734" y="3495"/>
                  </a:lnTo>
                  <a:lnTo>
                    <a:pt x="2685" y="3495"/>
                  </a:lnTo>
                  <a:lnTo>
                    <a:pt x="2685" y="2415"/>
                  </a:lnTo>
                  <a:close/>
                  <a:moveTo>
                    <a:pt x="4568" y="424"/>
                  </a:moveTo>
                  <a:cubicBezTo>
                    <a:pt x="4768" y="424"/>
                    <a:pt x="4969" y="563"/>
                    <a:pt x="4969" y="841"/>
                  </a:cubicBezTo>
                  <a:lnTo>
                    <a:pt x="4969" y="3588"/>
                  </a:lnTo>
                  <a:cubicBezTo>
                    <a:pt x="4660" y="3773"/>
                    <a:pt x="4383" y="4020"/>
                    <a:pt x="4167" y="4298"/>
                  </a:cubicBezTo>
                  <a:lnTo>
                    <a:pt x="4167" y="841"/>
                  </a:lnTo>
                  <a:cubicBezTo>
                    <a:pt x="4167" y="563"/>
                    <a:pt x="4367" y="424"/>
                    <a:pt x="4568" y="424"/>
                  </a:cubicBezTo>
                  <a:close/>
                  <a:moveTo>
                    <a:pt x="9876" y="424"/>
                  </a:moveTo>
                  <a:cubicBezTo>
                    <a:pt x="10077" y="424"/>
                    <a:pt x="10277" y="563"/>
                    <a:pt x="10277" y="841"/>
                  </a:cubicBezTo>
                  <a:lnTo>
                    <a:pt x="10277" y="4298"/>
                  </a:lnTo>
                  <a:cubicBezTo>
                    <a:pt x="10061" y="4020"/>
                    <a:pt x="9783" y="3773"/>
                    <a:pt x="9475" y="3588"/>
                  </a:cubicBezTo>
                  <a:lnTo>
                    <a:pt x="9475" y="841"/>
                  </a:lnTo>
                  <a:cubicBezTo>
                    <a:pt x="9475" y="563"/>
                    <a:pt x="9675" y="424"/>
                    <a:pt x="9876" y="424"/>
                  </a:cubicBezTo>
                  <a:close/>
                  <a:moveTo>
                    <a:pt x="3734" y="3866"/>
                  </a:moveTo>
                  <a:lnTo>
                    <a:pt x="3734" y="4668"/>
                  </a:lnTo>
                  <a:lnTo>
                    <a:pt x="2685" y="4668"/>
                  </a:lnTo>
                  <a:lnTo>
                    <a:pt x="2685" y="3866"/>
                  </a:lnTo>
                  <a:close/>
                  <a:moveTo>
                    <a:pt x="11759" y="3866"/>
                  </a:moveTo>
                  <a:lnTo>
                    <a:pt x="11759" y="4668"/>
                  </a:lnTo>
                  <a:lnTo>
                    <a:pt x="10678" y="4668"/>
                  </a:lnTo>
                  <a:lnTo>
                    <a:pt x="10678" y="3866"/>
                  </a:lnTo>
                  <a:close/>
                  <a:moveTo>
                    <a:pt x="13302" y="3866"/>
                  </a:moveTo>
                  <a:cubicBezTo>
                    <a:pt x="13487" y="3896"/>
                    <a:pt x="13641" y="4051"/>
                    <a:pt x="13641" y="4267"/>
                  </a:cubicBezTo>
                  <a:cubicBezTo>
                    <a:pt x="13641" y="4483"/>
                    <a:pt x="13487" y="4637"/>
                    <a:pt x="13302" y="4668"/>
                  </a:cubicBezTo>
                  <a:lnTo>
                    <a:pt x="13302" y="3866"/>
                  </a:lnTo>
                  <a:close/>
                  <a:moveTo>
                    <a:pt x="1049" y="3896"/>
                  </a:moveTo>
                  <a:lnTo>
                    <a:pt x="1049" y="4699"/>
                  </a:lnTo>
                  <a:cubicBezTo>
                    <a:pt x="864" y="4699"/>
                    <a:pt x="710" y="4514"/>
                    <a:pt x="710" y="4328"/>
                  </a:cubicBezTo>
                  <a:lnTo>
                    <a:pt x="710" y="4298"/>
                  </a:lnTo>
                  <a:cubicBezTo>
                    <a:pt x="710" y="4082"/>
                    <a:pt x="864" y="3927"/>
                    <a:pt x="1049" y="3896"/>
                  </a:cubicBezTo>
                  <a:close/>
                  <a:moveTo>
                    <a:pt x="3642" y="5100"/>
                  </a:moveTo>
                  <a:cubicBezTo>
                    <a:pt x="3457" y="5439"/>
                    <a:pt x="3333" y="5779"/>
                    <a:pt x="3241" y="6149"/>
                  </a:cubicBezTo>
                  <a:lnTo>
                    <a:pt x="2685" y="6149"/>
                  </a:lnTo>
                  <a:lnTo>
                    <a:pt x="2685" y="5100"/>
                  </a:lnTo>
                  <a:close/>
                  <a:moveTo>
                    <a:pt x="11759" y="5069"/>
                  </a:moveTo>
                  <a:lnTo>
                    <a:pt x="11759" y="6149"/>
                  </a:lnTo>
                  <a:lnTo>
                    <a:pt x="11172" y="6149"/>
                  </a:lnTo>
                  <a:cubicBezTo>
                    <a:pt x="11080" y="5779"/>
                    <a:pt x="10956" y="5409"/>
                    <a:pt x="10802" y="5069"/>
                  </a:cubicBezTo>
                  <a:close/>
                  <a:moveTo>
                    <a:pt x="1049" y="6581"/>
                  </a:moveTo>
                  <a:lnTo>
                    <a:pt x="1049" y="7353"/>
                  </a:lnTo>
                  <a:cubicBezTo>
                    <a:pt x="869" y="7323"/>
                    <a:pt x="717" y="7175"/>
                    <a:pt x="710" y="6967"/>
                  </a:cubicBezTo>
                  <a:lnTo>
                    <a:pt x="710" y="6967"/>
                  </a:lnTo>
                  <a:cubicBezTo>
                    <a:pt x="717" y="6759"/>
                    <a:pt x="869" y="6611"/>
                    <a:pt x="1049" y="6581"/>
                  </a:cubicBezTo>
                  <a:close/>
                  <a:moveTo>
                    <a:pt x="3179" y="6581"/>
                  </a:moveTo>
                  <a:cubicBezTo>
                    <a:pt x="3179" y="6705"/>
                    <a:pt x="3179" y="6828"/>
                    <a:pt x="3179" y="6952"/>
                  </a:cubicBezTo>
                  <a:cubicBezTo>
                    <a:pt x="3179" y="7075"/>
                    <a:pt x="3179" y="7229"/>
                    <a:pt x="3179" y="7353"/>
                  </a:cubicBezTo>
                  <a:lnTo>
                    <a:pt x="2685" y="7353"/>
                  </a:lnTo>
                  <a:lnTo>
                    <a:pt x="2685" y="6581"/>
                  </a:lnTo>
                  <a:close/>
                  <a:moveTo>
                    <a:pt x="11759" y="6550"/>
                  </a:moveTo>
                  <a:lnTo>
                    <a:pt x="11759" y="7353"/>
                  </a:lnTo>
                  <a:lnTo>
                    <a:pt x="11234" y="7353"/>
                  </a:lnTo>
                  <a:cubicBezTo>
                    <a:pt x="11265" y="7075"/>
                    <a:pt x="11265" y="6797"/>
                    <a:pt x="11234" y="6550"/>
                  </a:cubicBezTo>
                  <a:close/>
                  <a:moveTo>
                    <a:pt x="13302" y="6581"/>
                  </a:moveTo>
                  <a:cubicBezTo>
                    <a:pt x="13487" y="6581"/>
                    <a:pt x="13641" y="6767"/>
                    <a:pt x="13641" y="6952"/>
                  </a:cubicBezTo>
                  <a:cubicBezTo>
                    <a:pt x="13641" y="7137"/>
                    <a:pt x="13487" y="7322"/>
                    <a:pt x="13302" y="7353"/>
                  </a:cubicBezTo>
                  <a:lnTo>
                    <a:pt x="13302" y="6581"/>
                  </a:lnTo>
                  <a:close/>
                  <a:moveTo>
                    <a:pt x="11759" y="7754"/>
                  </a:moveTo>
                  <a:lnTo>
                    <a:pt x="11759" y="8803"/>
                  </a:lnTo>
                  <a:lnTo>
                    <a:pt x="10802" y="8803"/>
                  </a:lnTo>
                  <a:cubicBezTo>
                    <a:pt x="10987" y="8495"/>
                    <a:pt x="11110" y="8124"/>
                    <a:pt x="11172" y="7754"/>
                  </a:cubicBezTo>
                  <a:close/>
                  <a:moveTo>
                    <a:pt x="3241" y="7754"/>
                  </a:moveTo>
                  <a:cubicBezTo>
                    <a:pt x="3333" y="8124"/>
                    <a:pt x="3457" y="8495"/>
                    <a:pt x="3642" y="8834"/>
                  </a:cubicBezTo>
                  <a:lnTo>
                    <a:pt x="2685" y="8834"/>
                  </a:lnTo>
                  <a:lnTo>
                    <a:pt x="2685" y="7754"/>
                  </a:lnTo>
                  <a:close/>
                  <a:moveTo>
                    <a:pt x="11759" y="9235"/>
                  </a:moveTo>
                  <a:lnTo>
                    <a:pt x="11759" y="10007"/>
                  </a:lnTo>
                  <a:lnTo>
                    <a:pt x="10678" y="10007"/>
                  </a:lnTo>
                  <a:lnTo>
                    <a:pt x="10678" y="9235"/>
                  </a:lnTo>
                  <a:close/>
                  <a:moveTo>
                    <a:pt x="13302" y="9205"/>
                  </a:moveTo>
                  <a:cubicBezTo>
                    <a:pt x="13487" y="9235"/>
                    <a:pt x="13641" y="9390"/>
                    <a:pt x="13641" y="9606"/>
                  </a:cubicBezTo>
                  <a:lnTo>
                    <a:pt x="13641" y="9637"/>
                  </a:lnTo>
                  <a:cubicBezTo>
                    <a:pt x="13641" y="9822"/>
                    <a:pt x="13487" y="9976"/>
                    <a:pt x="13302" y="10007"/>
                  </a:cubicBezTo>
                  <a:lnTo>
                    <a:pt x="13302" y="9205"/>
                  </a:lnTo>
                  <a:close/>
                  <a:moveTo>
                    <a:pt x="1049" y="9266"/>
                  </a:moveTo>
                  <a:lnTo>
                    <a:pt x="1049" y="10038"/>
                  </a:lnTo>
                  <a:cubicBezTo>
                    <a:pt x="864" y="10007"/>
                    <a:pt x="710" y="9853"/>
                    <a:pt x="710" y="9667"/>
                  </a:cubicBezTo>
                  <a:lnTo>
                    <a:pt x="710" y="9637"/>
                  </a:lnTo>
                  <a:cubicBezTo>
                    <a:pt x="710" y="9421"/>
                    <a:pt x="864" y="9266"/>
                    <a:pt x="1049" y="9266"/>
                  </a:cubicBezTo>
                  <a:close/>
                  <a:moveTo>
                    <a:pt x="3734" y="9235"/>
                  </a:moveTo>
                  <a:lnTo>
                    <a:pt x="3734" y="10038"/>
                  </a:lnTo>
                  <a:lnTo>
                    <a:pt x="2685" y="10038"/>
                  </a:lnTo>
                  <a:lnTo>
                    <a:pt x="2685" y="9235"/>
                  </a:lnTo>
                  <a:close/>
                  <a:moveTo>
                    <a:pt x="7222" y="3341"/>
                  </a:moveTo>
                  <a:cubicBezTo>
                    <a:pt x="9104" y="3341"/>
                    <a:pt x="10678" y="4791"/>
                    <a:pt x="10833" y="6674"/>
                  </a:cubicBezTo>
                  <a:cubicBezTo>
                    <a:pt x="10987" y="8587"/>
                    <a:pt x="9660" y="10254"/>
                    <a:pt x="7777" y="10562"/>
                  </a:cubicBezTo>
                  <a:cubicBezTo>
                    <a:pt x="7592" y="10578"/>
                    <a:pt x="7407" y="10586"/>
                    <a:pt x="7218" y="10586"/>
                  </a:cubicBezTo>
                  <a:cubicBezTo>
                    <a:pt x="7029" y="10586"/>
                    <a:pt x="6836" y="10578"/>
                    <a:pt x="6635" y="10562"/>
                  </a:cubicBezTo>
                  <a:cubicBezTo>
                    <a:pt x="4784" y="10254"/>
                    <a:pt x="3426" y="8587"/>
                    <a:pt x="3580" y="6674"/>
                  </a:cubicBezTo>
                  <a:cubicBezTo>
                    <a:pt x="3734" y="4791"/>
                    <a:pt x="5308" y="3341"/>
                    <a:pt x="7222" y="3341"/>
                  </a:cubicBezTo>
                  <a:close/>
                  <a:moveTo>
                    <a:pt x="11759" y="10408"/>
                  </a:moveTo>
                  <a:lnTo>
                    <a:pt x="11759" y="11457"/>
                  </a:lnTo>
                  <a:lnTo>
                    <a:pt x="10678" y="11457"/>
                  </a:lnTo>
                  <a:lnTo>
                    <a:pt x="10678" y="10408"/>
                  </a:lnTo>
                  <a:close/>
                  <a:moveTo>
                    <a:pt x="3734" y="10439"/>
                  </a:moveTo>
                  <a:lnTo>
                    <a:pt x="3734" y="11488"/>
                  </a:lnTo>
                  <a:lnTo>
                    <a:pt x="2685" y="11488"/>
                  </a:lnTo>
                  <a:lnTo>
                    <a:pt x="2685" y="10439"/>
                  </a:lnTo>
                  <a:close/>
                  <a:moveTo>
                    <a:pt x="5370" y="10562"/>
                  </a:moveTo>
                  <a:cubicBezTo>
                    <a:pt x="5710" y="10717"/>
                    <a:pt x="6049" y="10871"/>
                    <a:pt x="6419" y="10933"/>
                  </a:cubicBezTo>
                  <a:lnTo>
                    <a:pt x="6419" y="11519"/>
                  </a:lnTo>
                  <a:lnTo>
                    <a:pt x="5370" y="11519"/>
                  </a:lnTo>
                  <a:lnTo>
                    <a:pt x="5370" y="10562"/>
                  </a:lnTo>
                  <a:close/>
                  <a:moveTo>
                    <a:pt x="9104" y="10532"/>
                  </a:moveTo>
                  <a:lnTo>
                    <a:pt x="9074" y="11519"/>
                  </a:lnTo>
                  <a:lnTo>
                    <a:pt x="8024" y="11519"/>
                  </a:lnTo>
                  <a:lnTo>
                    <a:pt x="8024" y="10933"/>
                  </a:lnTo>
                  <a:cubicBezTo>
                    <a:pt x="8395" y="10840"/>
                    <a:pt x="8765" y="10717"/>
                    <a:pt x="9104" y="10532"/>
                  </a:cubicBezTo>
                  <a:close/>
                  <a:moveTo>
                    <a:pt x="3734" y="11890"/>
                  </a:moveTo>
                  <a:lnTo>
                    <a:pt x="3734" y="12692"/>
                  </a:lnTo>
                  <a:lnTo>
                    <a:pt x="2685" y="12692"/>
                  </a:lnTo>
                  <a:lnTo>
                    <a:pt x="2685" y="11890"/>
                  </a:lnTo>
                  <a:close/>
                  <a:moveTo>
                    <a:pt x="6389" y="11890"/>
                  </a:moveTo>
                  <a:lnTo>
                    <a:pt x="6389" y="12692"/>
                  </a:lnTo>
                  <a:lnTo>
                    <a:pt x="5370" y="12692"/>
                  </a:lnTo>
                  <a:lnTo>
                    <a:pt x="5339" y="11890"/>
                  </a:lnTo>
                  <a:close/>
                  <a:moveTo>
                    <a:pt x="9043" y="11890"/>
                  </a:moveTo>
                  <a:lnTo>
                    <a:pt x="9043" y="12692"/>
                  </a:lnTo>
                  <a:lnTo>
                    <a:pt x="8024" y="12692"/>
                  </a:lnTo>
                  <a:lnTo>
                    <a:pt x="7963" y="11890"/>
                  </a:lnTo>
                  <a:close/>
                  <a:moveTo>
                    <a:pt x="11697" y="11890"/>
                  </a:moveTo>
                  <a:lnTo>
                    <a:pt x="11697" y="12692"/>
                  </a:lnTo>
                  <a:lnTo>
                    <a:pt x="10617" y="12692"/>
                  </a:lnTo>
                  <a:lnTo>
                    <a:pt x="10617" y="11890"/>
                  </a:lnTo>
                  <a:close/>
                  <a:moveTo>
                    <a:pt x="13302" y="11890"/>
                  </a:moveTo>
                  <a:cubicBezTo>
                    <a:pt x="13487" y="11890"/>
                    <a:pt x="13641" y="12075"/>
                    <a:pt x="13641" y="12260"/>
                  </a:cubicBezTo>
                  <a:lnTo>
                    <a:pt x="13641" y="12291"/>
                  </a:lnTo>
                  <a:cubicBezTo>
                    <a:pt x="13641" y="12507"/>
                    <a:pt x="13487" y="12661"/>
                    <a:pt x="13302" y="12692"/>
                  </a:cubicBezTo>
                  <a:lnTo>
                    <a:pt x="13302" y="11890"/>
                  </a:lnTo>
                  <a:close/>
                  <a:moveTo>
                    <a:pt x="1049" y="11920"/>
                  </a:moveTo>
                  <a:lnTo>
                    <a:pt x="1049" y="12723"/>
                  </a:lnTo>
                  <a:cubicBezTo>
                    <a:pt x="864" y="12692"/>
                    <a:pt x="710" y="12538"/>
                    <a:pt x="710" y="12322"/>
                  </a:cubicBezTo>
                  <a:cubicBezTo>
                    <a:pt x="710" y="12106"/>
                    <a:pt x="864" y="11951"/>
                    <a:pt x="1049" y="11920"/>
                  </a:cubicBezTo>
                  <a:close/>
                  <a:moveTo>
                    <a:pt x="4136" y="9575"/>
                  </a:moveTo>
                  <a:cubicBezTo>
                    <a:pt x="4383" y="9853"/>
                    <a:pt x="4629" y="10100"/>
                    <a:pt x="4938" y="10285"/>
                  </a:cubicBezTo>
                  <a:lnTo>
                    <a:pt x="4938" y="13062"/>
                  </a:lnTo>
                  <a:cubicBezTo>
                    <a:pt x="4938" y="13325"/>
                    <a:pt x="4737" y="13456"/>
                    <a:pt x="4537" y="13456"/>
                  </a:cubicBezTo>
                  <a:cubicBezTo>
                    <a:pt x="4336" y="13456"/>
                    <a:pt x="4136" y="13325"/>
                    <a:pt x="4136" y="13062"/>
                  </a:cubicBezTo>
                  <a:lnTo>
                    <a:pt x="4136" y="9575"/>
                  </a:lnTo>
                  <a:close/>
                  <a:moveTo>
                    <a:pt x="7561" y="10964"/>
                  </a:moveTo>
                  <a:lnTo>
                    <a:pt x="7592" y="13062"/>
                  </a:lnTo>
                  <a:cubicBezTo>
                    <a:pt x="7592" y="13325"/>
                    <a:pt x="7392" y="13456"/>
                    <a:pt x="7191" y="13456"/>
                  </a:cubicBezTo>
                  <a:cubicBezTo>
                    <a:pt x="6990" y="13456"/>
                    <a:pt x="6790" y="13325"/>
                    <a:pt x="6790" y="13062"/>
                  </a:cubicBezTo>
                  <a:lnTo>
                    <a:pt x="6790" y="10964"/>
                  </a:lnTo>
                  <a:cubicBezTo>
                    <a:pt x="6913" y="10995"/>
                    <a:pt x="7037" y="10995"/>
                    <a:pt x="7191" y="10995"/>
                  </a:cubicBezTo>
                  <a:cubicBezTo>
                    <a:pt x="7314" y="10995"/>
                    <a:pt x="7438" y="10995"/>
                    <a:pt x="7561" y="10964"/>
                  </a:cubicBezTo>
                  <a:close/>
                  <a:moveTo>
                    <a:pt x="10246" y="9575"/>
                  </a:moveTo>
                  <a:lnTo>
                    <a:pt x="10246" y="13062"/>
                  </a:lnTo>
                  <a:cubicBezTo>
                    <a:pt x="10246" y="13325"/>
                    <a:pt x="10046" y="13456"/>
                    <a:pt x="9845" y="13456"/>
                  </a:cubicBezTo>
                  <a:cubicBezTo>
                    <a:pt x="9645" y="13456"/>
                    <a:pt x="9444" y="13325"/>
                    <a:pt x="9444" y="13062"/>
                  </a:cubicBezTo>
                  <a:lnTo>
                    <a:pt x="9444" y="10285"/>
                  </a:lnTo>
                  <a:cubicBezTo>
                    <a:pt x="9753" y="10100"/>
                    <a:pt x="9999" y="9853"/>
                    <a:pt x="10246" y="9575"/>
                  </a:cubicBezTo>
                  <a:close/>
                  <a:moveTo>
                    <a:pt x="1860" y="0"/>
                  </a:moveTo>
                  <a:cubicBezTo>
                    <a:pt x="1458" y="0"/>
                    <a:pt x="1065" y="270"/>
                    <a:pt x="1080" y="810"/>
                  </a:cubicBezTo>
                  <a:cubicBezTo>
                    <a:pt x="0" y="810"/>
                    <a:pt x="0" y="2415"/>
                    <a:pt x="1080" y="2415"/>
                  </a:cubicBezTo>
                  <a:lnTo>
                    <a:pt x="1080" y="3495"/>
                  </a:lnTo>
                  <a:cubicBezTo>
                    <a:pt x="0" y="3495"/>
                    <a:pt x="0" y="5100"/>
                    <a:pt x="1080" y="5100"/>
                  </a:cubicBezTo>
                  <a:lnTo>
                    <a:pt x="1080" y="6149"/>
                  </a:lnTo>
                  <a:cubicBezTo>
                    <a:pt x="62" y="6211"/>
                    <a:pt x="62" y="7692"/>
                    <a:pt x="1080" y="7754"/>
                  </a:cubicBezTo>
                  <a:lnTo>
                    <a:pt x="1080" y="8834"/>
                  </a:lnTo>
                  <a:cubicBezTo>
                    <a:pt x="0" y="8834"/>
                    <a:pt x="0" y="10439"/>
                    <a:pt x="1080" y="10439"/>
                  </a:cubicBezTo>
                  <a:lnTo>
                    <a:pt x="1080" y="10562"/>
                  </a:lnTo>
                  <a:cubicBezTo>
                    <a:pt x="1080" y="10686"/>
                    <a:pt x="1142" y="10748"/>
                    <a:pt x="1266" y="10748"/>
                  </a:cubicBezTo>
                  <a:cubicBezTo>
                    <a:pt x="1282" y="10752"/>
                    <a:pt x="1297" y="10754"/>
                    <a:pt x="1312" y="10754"/>
                  </a:cubicBezTo>
                  <a:cubicBezTo>
                    <a:pt x="1412" y="10754"/>
                    <a:pt x="1482" y="10670"/>
                    <a:pt x="1482" y="10562"/>
                  </a:cubicBezTo>
                  <a:lnTo>
                    <a:pt x="1482" y="841"/>
                  </a:lnTo>
                  <a:cubicBezTo>
                    <a:pt x="1482" y="579"/>
                    <a:pt x="1682" y="448"/>
                    <a:pt x="1883" y="448"/>
                  </a:cubicBezTo>
                  <a:cubicBezTo>
                    <a:pt x="2083" y="448"/>
                    <a:pt x="2284" y="579"/>
                    <a:pt x="2284" y="841"/>
                  </a:cubicBezTo>
                  <a:lnTo>
                    <a:pt x="2284" y="13062"/>
                  </a:lnTo>
                  <a:cubicBezTo>
                    <a:pt x="2284" y="13325"/>
                    <a:pt x="2083" y="13456"/>
                    <a:pt x="1883" y="13456"/>
                  </a:cubicBezTo>
                  <a:cubicBezTo>
                    <a:pt x="1682" y="13456"/>
                    <a:pt x="1482" y="13325"/>
                    <a:pt x="1482" y="13062"/>
                  </a:cubicBezTo>
                  <a:lnTo>
                    <a:pt x="1482" y="11365"/>
                  </a:lnTo>
                  <a:cubicBezTo>
                    <a:pt x="1482" y="11241"/>
                    <a:pt x="1389" y="11149"/>
                    <a:pt x="1266" y="11149"/>
                  </a:cubicBezTo>
                  <a:cubicBezTo>
                    <a:pt x="1142" y="11149"/>
                    <a:pt x="1049" y="11241"/>
                    <a:pt x="1080" y="11365"/>
                  </a:cubicBezTo>
                  <a:lnTo>
                    <a:pt x="1080" y="11488"/>
                  </a:lnTo>
                  <a:cubicBezTo>
                    <a:pt x="0" y="11488"/>
                    <a:pt x="0" y="13093"/>
                    <a:pt x="1080" y="13093"/>
                  </a:cubicBezTo>
                  <a:cubicBezTo>
                    <a:pt x="1080" y="13633"/>
                    <a:pt x="1482" y="13903"/>
                    <a:pt x="1883" y="13903"/>
                  </a:cubicBezTo>
                  <a:cubicBezTo>
                    <a:pt x="2284" y="13903"/>
                    <a:pt x="2685" y="13633"/>
                    <a:pt x="2685" y="13093"/>
                  </a:cubicBezTo>
                  <a:lnTo>
                    <a:pt x="3734" y="13093"/>
                  </a:lnTo>
                  <a:cubicBezTo>
                    <a:pt x="3734" y="13633"/>
                    <a:pt x="4136" y="13903"/>
                    <a:pt x="4537" y="13903"/>
                  </a:cubicBezTo>
                  <a:cubicBezTo>
                    <a:pt x="4938" y="13903"/>
                    <a:pt x="5339" y="13633"/>
                    <a:pt x="5339" y="13093"/>
                  </a:cubicBezTo>
                  <a:lnTo>
                    <a:pt x="6419" y="13093"/>
                  </a:lnTo>
                  <a:cubicBezTo>
                    <a:pt x="6419" y="13633"/>
                    <a:pt x="6821" y="13903"/>
                    <a:pt x="7222" y="13903"/>
                  </a:cubicBezTo>
                  <a:cubicBezTo>
                    <a:pt x="7623" y="13903"/>
                    <a:pt x="8024" y="13633"/>
                    <a:pt x="8024" y="13093"/>
                  </a:cubicBezTo>
                  <a:lnTo>
                    <a:pt x="9074" y="13093"/>
                  </a:lnTo>
                  <a:cubicBezTo>
                    <a:pt x="9104" y="13602"/>
                    <a:pt x="9490" y="13857"/>
                    <a:pt x="9876" y="13857"/>
                  </a:cubicBezTo>
                  <a:cubicBezTo>
                    <a:pt x="10262" y="13857"/>
                    <a:pt x="10648" y="13602"/>
                    <a:pt x="10678" y="13093"/>
                  </a:cubicBezTo>
                  <a:lnTo>
                    <a:pt x="11759" y="13093"/>
                  </a:lnTo>
                  <a:cubicBezTo>
                    <a:pt x="11759" y="13633"/>
                    <a:pt x="12160" y="13903"/>
                    <a:pt x="12561" y="13903"/>
                  </a:cubicBezTo>
                  <a:cubicBezTo>
                    <a:pt x="12962" y="13903"/>
                    <a:pt x="13363" y="13633"/>
                    <a:pt x="13363" y="13093"/>
                  </a:cubicBezTo>
                  <a:cubicBezTo>
                    <a:pt x="14444" y="13093"/>
                    <a:pt x="14444" y="11488"/>
                    <a:pt x="13363" y="11488"/>
                  </a:cubicBezTo>
                  <a:lnTo>
                    <a:pt x="13363" y="10439"/>
                  </a:lnTo>
                  <a:cubicBezTo>
                    <a:pt x="14433" y="10408"/>
                    <a:pt x="14443" y="8834"/>
                    <a:pt x="13394" y="8834"/>
                  </a:cubicBezTo>
                  <a:cubicBezTo>
                    <a:pt x="13384" y="8834"/>
                    <a:pt x="13374" y="8834"/>
                    <a:pt x="13363" y="8834"/>
                  </a:cubicBezTo>
                  <a:lnTo>
                    <a:pt x="13363" y="7754"/>
                  </a:lnTo>
                  <a:cubicBezTo>
                    <a:pt x="14351" y="7692"/>
                    <a:pt x="14351" y="6211"/>
                    <a:pt x="13363" y="6149"/>
                  </a:cubicBezTo>
                  <a:lnTo>
                    <a:pt x="13363" y="5069"/>
                  </a:lnTo>
                  <a:cubicBezTo>
                    <a:pt x="14444" y="5069"/>
                    <a:pt x="14444" y="3464"/>
                    <a:pt x="13363" y="3464"/>
                  </a:cubicBezTo>
                  <a:lnTo>
                    <a:pt x="13363" y="3341"/>
                  </a:lnTo>
                  <a:cubicBezTo>
                    <a:pt x="13363" y="3234"/>
                    <a:pt x="13294" y="3150"/>
                    <a:pt x="13194" y="3150"/>
                  </a:cubicBezTo>
                  <a:cubicBezTo>
                    <a:pt x="13179" y="3150"/>
                    <a:pt x="13164" y="3152"/>
                    <a:pt x="13147" y="3156"/>
                  </a:cubicBezTo>
                  <a:cubicBezTo>
                    <a:pt x="13055" y="3156"/>
                    <a:pt x="12962" y="3217"/>
                    <a:pt x="12962" y="3341"/>
                  </a:cubicBezTo>
                  <a:lnTo>
                    <a:pt x="12962" y="13062"/>
                  </a:lnTo>
                  <a:cubicBezTo>
                    <a:pt x="12962" y="13325"/>
                    <a:pt x="12762" y="13456"/>
                    <a:pt x="12561" y="13456"/>
                  </a:cubicBezTo>
                  <a:cubicBezTo>
                    <a:pt x="12360" y="13456"/>
                    <a:pt x="12160" y="13325"/>
                    <a:pt x="12160" y="13062"/>
                  </a:cubicBezTo>
                  <a:lnTo>
                    <a:pt x="12160" y="841"/>
                  </a:lnTo>
                  <a:cubicBezTo>
                    <a:pt x="12160" y="579"/>
                    <a:pt x="12360" y="448"/>
                    <a:pt x="12561" y="448"/>
                  </a:cubicBezTo>
                  <a:cubicBezTo>
                    <a:pt x="12762" y="448"/>
                    <a:pt x="12962" y="579"/>
                    <a:pt x="12962" y="841"/>
                  </a:cubicBezTo>
                  <a:lnTo>
                    <a:pt x="12962" y="2538"/>
                  </a:lnTo>
                  <a:cubicBezTo>
                    <a:pt x="12962" y="2662"/>
                    <a:pt x="13055" y="2754"/>
                    <a:pt x="13178" y="2754"/>
                  </a:cubicBezTo>
                  <a:cubicBezTo>
                    <a:pt x="13271" y="2754"/>
                    <a:pt x="13363" y="2662"/>
                    <a:pt x="13363" y="2538"/>
                  </a:cubicBezTo>
                  <a:lnTo>
                    <a:pt x="13363" y="2415"/>
                  </a:lnTo>
                  <a:cubicBezTo>
                    <a:pt x="14444" y="2415"/>
                    <a:pt x="14444" y="810"/>
                    <a:pt x="13363" y="810"/>
                  </a:cubicBezTo>
                  <a:cubicBezTo>
                    <a:pt x="13363" y="270"/>
                    <a:pt x="12962" y="0"/>
                    <a:pt x="12561" y="0"/>
                  </a:cubicBezTo>
                  <a:cubicBezTo>
                    <a:pt x="12160" y="0"/>
                    <a:pt x="11759" y="270"/>
                    <a:pt x="11759" y="810"/>
                  </a:cubicBezTo>
                  <a:lnTo>
                    <a:pt x="10709" y="810"/>
                  </a:lnTo>
                  <a:cubicBezTo>
                    <a:pt x="10678" y="301"/>
                    <a:pt x="10293" y="46"/>
                    <a:pt x="9907" y="46"/>
                  </a:cubicBezTo>
                  <a:cubicBezTo>
                    <a:pt x="9521" y="46"/>
                    <a:pt x="9135" y="301"/>
                    <a:pt x="9104" y="810"/>
                  </a:cubicBezTo>
                  <a:lnTo>
                    <a:pt x="8024" y="810"/>
                  </a:lnTo>
                  <a:cubicBezTo>
                    <a:pt x="8024" y="270"/>
                    <a:pt x="7623" y="0"/>
                    <a:pt x="7222" y="0"/>
                  </a:cubicBezTo>
                  <a:cubicBezTo>
                    <a:pt x="6821" y="0"/>
                    <a:pt x="6419" y="270"/>
                    <a:pt x="6419" y="810"/>
                  </a:cubicBezTo>
                  <a:lnTo>
                    <a:pt x="5370" y="810"/>
                  </a:lnTo>
                  <a:cubicBezTo>
                    <a:pt x="5370" y="270"/>
                    <a:pt x="4969" y="0"/>
                    <a:pt x="4568" y="0"/>
                  </a:cubicBezTo>
                  <a:cubicBezTo>
                    <a:pt x="4167" y="0"/>
                    <a:pt x="3765" y="270"/>
                    <a:pt x="3765" y="810"/>
                  </a:cubicBezTo>
                  <a:lnTo>
                    <a:pt x="2685" y="810"/>
                  </a:lnTo>
                  <a:cubicBezTo>
                    <a:pt x="2670" y="270"/>
                    <a:pt x="2261" y="0"/>
                    <a:pt x="18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26" name="Google Shape;13626;p88"/>
          <p:cNvGrpSpPr/>
          <p:nvPr/>
        </p:nvGrpSpPr>
        <p:grpSpPr>
          <a:xfrm>
            <a:off x="1781438" y="2319825"/>
            <a:ext cx="358700" cy="343700"/>
            <a:chOff x="1002088" y="3024131"/>
            <a:chExt cx="358700" cy="343700"/>
          </a:xfrm>
        </p:grpSpPr>
        <p:sp>
          <p:nvSpPr>
            <p:cNvPr id="13627" name="Google Shape;13627;p88"/>
            <p:cNvSpPr/>
            <p:nvPr/>
          </p:nvSpPr>
          <p:spPr>
            <a:xfrm>
              <a:off x="1205688" y="3159306"/>
              <a:ext cx="19025" cy="16400"/>
            </a:xfrm>
            <a:custGeom>
              <a:rect b="b" l="l" r="r" t="t"/>
              <a:pathLst>
                <a:path extrusionOk="0" h="656" w="761">
                  <a:moveTo>
                    <a:pt x="221" y="0"/>
                  </a:moveTo>
                  <a:cubicBezTo>
                    <a:pt x="170" y="0"/>
                    <a:pt x="124" y="23"/>
                    <a:pt x="93" y="70"/>
                  </a:cubicBezTo>
                  <a:cubicBezTo>
                    <a:pt x="1" y="131"/>
                    <a:pt x="1" y="255"/>
                    <a:pt x="93" y="348"/>
                  </a:cubicBezTo>
                  <a:lnTo>
                    <a:pt x="340" y="594"/>
                  </a:lnTo>
                  <a:cubicBezTo>
                    <a:pt x="383" y="637"/>
                    <a:pt x="431" y="655"/>
                    <a:pt x="477" y="655"/>
                  </a:cubicBezTo>
                  <a:cubicBezTo>
                    <a:pt x="629" y="655"/>
                    <a:pt x="760" y="459"/>
                    <a:pt x="618" y="317"/>
                  </a:cubicBezTo>
                  <a:lnTo>
                    <a:pt x="371" y="70"/>
                  </a:lnTo>
                  <a:cubicBezTo>
                    <a:pt x="325" y="23"/>
                    <a:pt x="271"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8" name="Google Shape;13628;p88"/>
            <p:cNvSpPr/>
            <p:nvPr/>
          </p:nvSpPr>
          <p:spPr>
            <a:xfrm>
              <a:off x="1276688" y="3088331"/>
              <a:ext cx="17750" cy="16600"/>
            </a:xfrm>
            <a:custGeom>
              <a:rect b="b" l="l" r="r" t="t"/>
              <a:pathLst>
                <a:path extrusionOk="0" h="664" w="710">
                  <a:moveTo>
                    <a:pt x="220" y="0"/>
                  </a:moveTo>
                  <a:cubicBezTo>
                    <a:pt x="170" y="0"/>
                    <a:pt x="123" y="23"/>
                    <a:pt x="93" y="69"/>
                  </a:cubicBezTo>
                  <a:cubicBezTo>
                    <a:pt x="0" y="131"/>
                    <a:pt x="0" y="255"/>
                    <a:pt x="93" y="347"/>
                  </a:cubicBezTo>
                  <a:lnTo>
                    <a:pt x="340" y="594"/>
                  </a:lnTo>
                  <a:cubicBezTo>
                    <a:pt x="370" y="640"/>
                    <a:pt x="424" y="664"/>
                    <a:pt x="478" y="664"/>
                  </a:cubicBezTo>
                  <a:cubicBezTo>
                    <a:pt x="532" y="664"/>
                    <a:pt x="586" y="640"/>
                    <a:pt x="617" y="594"/>
                  </a:cubicBezTo>
                  <a:cubicBezTo>
                    <a:pt x="710" y="532"/>
                    <a:pt x="710" y="378"/>
                    <a:pt x="617" y="316"/>
                  </a:cubicBezTo>
                  <a:lnTo>
                    <a:pt x="370" y="69"/>
                  </a:lnTo>
                  <a:cubicBezTo>
                    <a:pt x="324" y="23"/>
                    <a:pt x="270" y="0"/>
                    <a:pt x="2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9" name="Google Shape;13629;p88"/>
            <p:cNvSpPr/>
            <p:nvPr/>
          </p:nvSpPr>
          <p:spPr>
            <a:xfrm>
              <a:off x="1237963" y="3120906"/>
              <a:ext cx="28700" cy="27800"/>
            </a:xfrm>
            <a:custGeom>
              <a:rect b="b" l="l" r="r" t="t"/>
              <a:pathLst>
                <a:path extrusionOk="0" h="1112" w="1148">
                  <a:moveTo>
                    <a:pt x="932" y="1"/>
                  </a:moveTo>
                  <a:cubicBezTo>
                    <a:pt x="808" y="1"/>
                    <a:pt x="716" y="94"/>
                    <a:pt x="747" y="217"/>
                  </a:cubicBezTo>
                  <a:cubicBezTo>
                    <a:pt x="747" y="340"/>
                    <a:pt x="685" y="464"/>
                    <a:pt x="592" y="556"/>
                  </a:cubicBezTo>
                  <a:cubicBezTo>
                    <a:pt x="500" y="649"/>
                    <a:pt x="376" y="711"/>
                    <a:pt x="253" y="711"/>
                  </a:cubicBezTo>
                  <a:cubicBezTo>
                    <a:pt x="228" y="698"/>
                    <a:pt x="205" y="693"/>
                    <a:pt x="185" y="693"/>
                  </a:cubicBezTo>
                  <a:cubicBezTo>
                    <a:pt x="13" y="693"/>
                    <a:pt x="1" y="1086"/>
                    <a:pt x="185" y="1086"/>
                  </a:cubicBezTo>
                  <a:cubicBezTo>
                    <a:pt x="197" y="1086"/>
                    <a:pt x="209" y="1084"/>
                    <a:pt x="222" y="1081"/>
                  </a:cubicBezTo>
                  <a:lnTo>
                    <a:pt x="222" y="1112"/>
                  </a:lnTo>
                  <a:cubicBezTo>
                    <a:pt x="469" y="1112"/>
                    <a:pt x="716" y="1019"/>
                    <a:pt x="901" y="865"/>
                  </a:cubicBezTo>
                  <a:cubicBezTo>
                    <a:pt x="1055" y="680"/>
                    <a:pt x="1148" y="433"/>
                    <a:pt x="1148" y="186"/>
                  </a:cubicBezTo>
                  <a:cubicBezTo>
                    <a:pt x="1148" y="94"/>
                    <a:pt x="1024" y="1"/>
                    <a:pt x="9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0" name="Google Shape;13630;p88"/>
            <p:cNvSpPr/>
            <p:nvPr/>
          </p:nvSpPr>
          <p:spPr>
            <a:xfrm>
              <a:off x="1114663" y="3024131"/>
              <a:ext cx="246125" cy="261525"/>
            </a:xfrm>
            <a:custGeom>
              <a:rect b="b" l="l" r="r" t="t"/>
              <a:pathLst>
                <a:path extrusionOk="0" h="10461" w="9845">
                  <a:moveTo>
                    <a:pt x="7137" y="387"/>
                  </a:moveTo>
                  <a:cubicBezTo>
                    <a:pt x="7287" y="387"/>
                    <a:pt x="7436" y="435"/>
                    <a:pt x="7561" y="539"/>
                  </a:cubicBezTo>
                  <a:lnTo>
                    <a:pt x="9197" y="2205"/>
                  </a:lnTo>
                  <a:cubicBezTo>
                    <a:pt x="9536" y="2576"/>
                    <a:pt x="9351" y="3162"/>
                    <a:pt x="8857" y="3316"/>
                  </a:cubicBezTo>
                  <a:cubicBezTo>
                    <a:pt x="8518" y="3409"/>
                    <a:pt x="8209" y="3718"/>
                    <a:pt x="8117" y="4088"/>
                  </a:cubicBezTo>
                  <a:cubicBezTo>
                    <a:pt x="8024" y="4304"/>
                    <a:pt x="7870" y="4489"/>
                    <a:pt x="7623" y="4551"/>
                  </a:cubicBezTo>
                  <a:cubicBezTo>
                    <a:pt x="7283" y="4674"/>
                    <a:pt x="7006" y="4952"/>
                    <a:pt x="6882" y="5292"/>
                  </a:cubicBezTo>
                  <a:cubicBezTo>
                    <a:pt x="6790" y="5508"/>
                    <a:pt x="6635" y="5693"/>
                    <a:pt x="6419" y="5785"/>
                  </a:cubicBezTo>
                  <a:cubicBezTo>
                    <a:pt x="6049" y="5878"/>
                    <a:pt x="5740" y="6187"/>
                    <a:pt x="5648" y="6526"/>
                  </a:cubicBezTo>
                  <a:cubicBezTo>
                    <a:pt x="5555" y="6773"/>
                    <a:pt x="5370" y="6958"/>
                    <a:pt x="5154" y="7020"/>
                  </a:cubicBezTo>
                  <a:cubicBezTo>
                    <a:pt x="4784" y="7143"/>
                    <a:pt x="4475" y="7421"/>
                    <a:pt x="4382" y="7791"/>
                  </a:cubicBezTo>
                  <a:cubicBezTo>
                    <a:pt x="4282" y="8113"/>
                    <a:pt x="3999" y="8290"/>
                    <a:pt x="3711" y="8290"/>
                  </a:cubicBezTo>
                  <a:cubicBezTo>
                    <a:pt x="3557" y="8290"/>
                    <a:pt x="3401" y="8239"/>
                    <a:pt x="3271" y="8131"/>
                  </a:cubicBezTo>
                  <a:lnTo>
                    <a:pt x="1636" y="6464"/>
                  </a:lnTo>
                  <a:cubicBezTo>
                    <a:pt x="1481" y="6279"/>
                    <a:pt x="1420" y="6063"/>
                    <a:pt x="1481" y="5847"/>
                  </a:cubicBezTo>
                  <a:cubicBezTo>
                    <a:pt x="1574" y="5600"/>
                    <a:pt x="1728" y="5415"/>
                    <a:pt x="1975" y="5353"/>
                  </a:cubicBezTo>
                  <a:cubicBezTo>
                    <a:pt x="2346" y="5230"/>
                    <a:pt x="2623" y="4952"/>
                    <a:pt x="2716" y="4582"/>
                  </a:cubicBezTo>
                  <a:cubicBezTo>
                    <a:pt x="2808" y="4366"/>
                    <a:pt x="2994" y="4181"/>
                    <a:pt x="3210" y="4119"/>
                  </a:cubicBezTo>
                  <a:cubicBezTo>
                    <a:pt x="3580" y="3995"/>
                    <a:pt x="3858" y="3718"/>
                    <a:pt x="3981" y="3378"/>
                  </a:cubicBezTo>
                  <a:cubicBezTo>
                    <a:pt x="4043" y="3131"/>
                    <a:pt x="4228" y="2946"/>
                    <a:pt x="4444" y="2884"/>
                  </a:cubicBezTo>
                  <a:cubicBezTo>
                    <a:pt x="4814" y="2761"/>
                    <a:pt x="5092" y="2483"/>
                    <a:pt x="5216" y="2113"/>
                  </a:cubicBezTo>
                  <a:cubicBezTo>
                    <a:pt x="5277" y="1897"/>
                    <a:pt x="5463" y="1712"/>
                    <a:pt x="5679" y="1650"/>
                  </a:cubicBezTo>
                  <a:cubicBezTo>
                    <a:pt x="6049" y="1526"/>
                    <a:pt x="6358" y="1249"/>
                    <a:pt x="6450" y="878"/>
                  </a:cubicBezTo>
                  <a:cubicBezTo>
                    <a:pt x="6552" y="572"/>
                    <a:pt x="6844" y="387"/>
                    <a:pt x="7137" y="387"/>
                  </a:cubicBezTo>
                  <a:close/>
                  <a:moveTo>
                    <a:pt x="7099" y="0"/>
                  </a:moveTo>
                  <a:cubicBezTo>
                    <a:pt x="6644" y="0"/>
                    <a:pt x="6207" y="292"/>
                    <a:pt x="6049" y="786"/>
                  </a:cubicBezTo>
                  <a:cubicBezTo>
                    <a:pt x="5987" y="1002"/>
                    <a:pt x="5802" y="1187"/>
                    <a:pt x="5555" y="1280"/>
                  </a:cubicBezTo>
                  <a:cubicBezTo>
                    <a:pt x="5216" y="1372"/>
                    <a:pt x="4938" y="1650"/>
                    <a:pt x="4814" y="2020"/>
                  </a:cubicBezTo>
                  <a:cubicBezTo>
                    <a:pt x="4753" y="2236"/>
                    <a:pt x="4568" y="2421"/>
                    <a:pt x="4321" y="2514"/>
                  </a:cubicBezTo>
                  <a:cubicBezTo>
                    <a:pt x="3981" y="2607"/>
                    <a:pt x="3673" y="2915"/>
                    <a:pt x="3580" y="3286"/>
                  </a:cubicBezTo>
                  <a:cubicBezTo>
                    <a:pt x="3518" y="3502"/>
                    <a:pt x="3333" y="3687"/>
                    <a:pt x="3086" y="3749"/>
                  </a:cubicBezTo>
                  <a:cubicBezTo>
                    <a:pt x="2747" y="3872"/>
                    <a:pt x="2469" y="4150"/>
                    <a:pt x="2346" y="4520"/>
                  </a:cubicBezTo>
                  <a:cubicBezTo>
                    <a:pt x="2284" y="4736"/>
                    <a:pt x="2099" y="4921"/>
                    <a:pt x="1852" y="5014"/>
                  </a:cubicBezTo>
                  <a:cubicBezTo>
                    <a:pt x="1481" y="5106"/>
                    <a:pt x="1204" y="5415"/>
                    <a:pt x="1080" y="5785"/>
                  </a:cubicBezTo>
                  <a:cubicBezTo>
                    <a:pt x="957" y="6125"/>
                    <a:pt x="1080" y="6526"/>
                    <a:pt x="1327" y="6804"/>
                  </a:cubicBezTo>
                  <a:lnTo>
                    <a:pt x="1667" y="7112"/>
                  </a:lnTo>
                  <a:lnTo>
                    <a:pt x="1142" y="7637"/>
                  </a:lnTo>
                  <a:cubicBezTo>
                    <a:pt x="1049" y="7699"/>
                    <a:pt x="1049" y="7822"/>
                    <a:pt x="1142" y="7915"/>
                  </a:cubicBezTo>
                  <a:cubicBezTo>
                    <a:pt x="1173" y="7946"/>
                    <a:pt x="1227" y="7961"/>
                    <a:pt x="1281" y="7961"/>
                  </a:cubicBezTo>
                  <a:cubicBezTo>
                    <a:pt x="1335" y="7961"/>
                    <a:pt x="1389" y="7946"/>
                    <a:pt x="1420" y="7915"/>
                  </a:cubicBezTo>
                  <a:lnTo>
                    <a:pt x="1944" y="7390"/>
                  </a:lnTo>
                  <a:lnTo>
                    <a:pt x="2407" y="7853"/>
                  </a:lnTo>
                  <a:lnTo>
                    <a:pt x="93" y="10137"/>
                  </a:lnTo>
                  <a:cubicBezTo>
                    <a:pt x="0" y="10199"/>
                    <a:pt x="0" y="10322"/>
                    <a:pt x="93" y="10415"/>
                  </a:cubicBezTo>
                  <a:cubicBezTo>
                    <a:pt x="123" y="10445"/>
                    <a:pt x="170" y="10461"/>
                    <a:pt x="220" y="10461"/>
                  </a:cubicBezTo>
                  <a:cubicBezTo>
                    <a:pt x="270" y="10461"/>
                    <a:pt x="324" y="10445"/>
                    <a:pt x="370" y="10415"/>
                  </a:cubicBezTo>
                  <a:lnTo>
                    <a:pt x="2685" y="8069"/>
                  </a:lnTo>
                  <a:lnTo>
                    <a:pt x="3025" y="8409"/>
                  </a:lnTo>
                  <a:cubicBezTo>
                    <a:pt x="3208" y="8592"/>
                    <a:pt x="3478" y="8691"/>
                    <a:pt x="3756" y="8691"/>
                  </a:cubicBezTo>
                  <a:cubicBezTo>
                    <a:pt x="3852" y="8691"/>
                    <a:pt x="3948" y="8679"/>
                    <a:pt x="4043" y="8656"/>
                  </a:cubicBezTo>
                  <a:cubicBezTo>
                    <a:pt x="4382" y="8532"/>
                    <a:pt x="4660" y="8254"/>
                    <a:pt x="4784" y="7884"/>
                  </a:cubicBezTo>
                  <a:cubicBezTo>
                    <a:pt x="4845" y="7668"/>
                    <a:pt x="5031" y="7483"/>
                    <a:pt x="5277" y="7421"/>
                  </a:cubicBezTo>
                  <a:cubicBezTo>
                    <a:pt x="5617" y="7298"/>
                    <a:pt x="5895" y="7020"/>
                    <a:pt x="6018" y="6650"/>
                  </a:cubicBezTo>
                  <a:cubicBezTo>
                    <a:pt x="6080" y="6433"/>
                    <a:pt x="6265" y="6248"/>
                    <a:pt x="6512" y="6156"/>
                  </a:cubicBezTo>
                  <a:cubicBezTo>
                    <a:pt x="6851" y="6063"/>
                    <a:pt x="7129" y="5785"/>
                    <a:pt x="7253" y="5415"/>
                  </a:cubicBezTo>
                  <a:cubicBezTo>
                    <a:pt x="7314" y="5199"/>
                    <a:pt x="7499" y="5014"/>
                    <a:pt x="7746" y="4921"/>
                  </a:cubicBezTo>
                  <a:cubicBezTo>
                    <a:pt x="8086" y="4829"/>
                    <a:pt x="8394" y="4551"/>
                    <a:pt x="8487" y="4181"/>
                  </a:cubicBezTo>
                  <a:cubicBezTo>
                    <a:pt x="8580" y="3965"/>
                    <a:pt x="8765" y="3779"/>
                    <a:pt x="8981" y="3687"/>
                  </a:cubicBezTo>
                  <a:cubicBezTo>
                    <a:pt x="9351" y="3563"/>
                    <a:pt x="9629" y="3286"/>
                    <a:pt x="9722" y="2946"/>
                  </a:cubicBezTo>
                  <a:cubicBezTo>
                    <a:pt x="9845" y="2576"/>
                    <a:pt x="9752" y="2175"/>
                    <a:pt x="9475" y="1928"/>
                  </a:cubicBezTo>
                  <a:lnTo>
                    <a:pt x="7839" y="292"/>
                  </a:lnTo>
                  <a:cubicBezTo>
                    <a:pt x="7617" y="92"/>
                    <a:pt x="7355" y="0"/>
                    <a:pt x="7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1" name="Google Shape;13631;p88"/>
            <p:cNvSpPr/>
            <p:nvPr/>
          </p:nvSpPr>
          <p:spPr>
            <a:xfrm>
              <a:off x="1027563" y="3311281"/>
              <a:ext cx="49300" cy="36500"/>
            </a:xfrm>
            <a:custGeom>
              <a:rect b="b" l="l" r="r" t="t"/>
              <a:pathLst>
                <a:path extrusionOk="0" h="1460" w="1972">
                  <a:moveTo>
                    <a:pt x="1008" y="416"/>
                  </a:moveTo>
                  <a:cubicBezTo>
                    <a:pt x="1167" y="416"/>
                    <a:pt x="1324" y="540"/>
                    <a:pt x="1324" y="749"/>
                  </a:cubicBezTo>
                  <a:cubicBezTo>
                    <a:pt x="1324" y="936"/>
                    <a:pt x="1170" y="1054"/>
                    <a:pt x="1013" y="1054"/>
                  </a:cubicBezTo>
                  <a:cubicBezTo>
                    <a:pt x="937" y="1054"/>
                    <a:pt x="860" y="1026"/>
                    <a:pt x="799" y="965"/>
                  </a:cubicBezTo>
                  <a:cubicBezTo>
                    <a:pt x="676" y="842"/>
                    <a:pt x="676" y="626"/>
                    <a:pt x="799" y="503"/>
                  </a:cubicBezTo>
                  <a:cubicBezTo>
                    <a:pt x="858" y="443"/>
                    <a:pt x="934" y="416"/>
                    <a:pt x="1008" y="416"/>
                  </a:cubicBezTo>
                  <a:close/>
                  <a:moveTo>
                    <a:pt x="1023" y="1"/>
                  </a:moveTo>
                  <a:cubicBezTo>
                    <a:pt x="479" y="1"/>
                    <a:pt x="0" y="722"/>
                    <a:pt x="521" y="1243"/>
                  </a:cubicBezTo>
                  <a:cubicBezTo>
                    <a:pt x="645" y="1367"/>
                    <a:pt x="830" y="1459"/>
                    <a:pt x="1015" y="1459"/>
                  </a:cubicBezTo>
                  <a:cubicBezTo>
                    <a:pt x="1663" y="1459"/>
                    <a:pt x="1972" y="688"/>
                    <a:pt x="1509" y="225"/>
                  </a:cubicBezTo>
                  <a:cubicBezTo>
                    <a:pt x="1358" y="67"/>
                    <a:pt x="1188" y="1"/>
                    <a:pt x="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2" name="Google Shape;13632;p88"/>
            <p:cNvSpPr/>
            <p:nvPr/>
          </p:nvSpPr>
          <p:spPr>
            <a:xfrm>
              <a:off x="1002088" y="3225856"/>
              <a:ext cx="138525" cy="141975"/>
            </a:xfrm>
            <a:custGeom>
              <a:rect b="b" l="l" r="r" t="t"/>
              <a:pathLst>
                <a:path extrusionOk="0" h="5679" w="5541">
                  <a:moveTo>
                    <a:pt x="2021" y="3030"/>
                  </a:moveTo>
                  <a:cubicBezTo>
                    <a:pt x="2596" y="3030"/>
                    <a:pt x="3145" y="3479"/>
                    <a:pt x="3145" y="4166"/>
                  </a:cubicBezTo>
                  <a:cubicBezTo>
                    <a:pt x="3145" y="4839"/>
                    <a:pt x="2587" y="5283"/>
                    <a:pt x="2006" y="5283"/>
                  </a:cubicBezTo>
                  <a:cubicBezTo>
                    <a:pt x="1735" y="5283"/>
                    <a:pt x="1458" y="5185"/>
                    <a:pt x="1232" y="4969"/>
                  </a:cubicBezTo>
                  <a:cubicBezTo>
                    <a:pt x="800" y="4506"/>
                    <a:pt x="800" y="3796"/>
                    <a:pt x="1232" y="3364"/>
                  </a:cubicBezTo>
                  <a:cubicBezTo>
                    <a:pt x="1462" y="3134"/>
                    <a:pt x="1745" y="3030"/>
                    <a:pt x="2021" y="3030"/>
                  </a:cubicBezTo>
                  <a:close/>
                  <a:moveTo>
                    <a:pt x="5257" y="1"/>
                  </a:moveTo>
                  <a:cubicBezTo>
                    <a:pt x="5211" y="1"/>
                    <a:pt x="5163" y="19"/>
                    <a:pt x="5120" y="62"/>
                  </a:cubicBezTo>
                  <a:lnTo>
                    <a:pt x="2497" y="2685"/>
                  </a:lnTo>
                  <a:cubicBezTo>
                    <a:pt x="2359" y="2651"/>
                    <a:pt x="2225" y="2636"/>
                    <a:pt x="2096" y="2636"/>
                  </a:cubicBezTo>
                  <a:cubicBezTo>
                    <a:pt x="806" y="2636"/>
                    <a:pt x="0" y="4209"/>
                    <a:pt x="954" y="5247"/>
                  </a:cubicBezTo>
                  <a:cubicBezTo>
                    <a:pt x="1263" y="5524"/>
                    <a:pt x="1633" y="5679"/>
                    <a:pt x="2034" y="5679"/>
                  </a:cubicBezTo>
                  <a:cubicBezTo>
                    <a:pt x="2435" y="5679"/>
                    <a:pt x="2837" y="5524"/>
                    <a:pt x="3114" y="5247"/>
                  </a:cubicBezTo>
                  <a:cubicBezTo>
                    <a:pt x="3515" y="4845"/>
                    <a:pt x="3670" y="4259"/>
                    <a:pt x="3515" y="3704"/>
                  </a:cubicBezTo>
                  <a:lnTo>
                    <a:pt x="4318" y="2901"/>
                  </a:lnTo>
                  <a:cubicBezTo>
                    <a:pt x="4380" y="2809"/>
                    <a:pt x="4380" y="2685"/>
                    <a:pt x="4318" y="2623"/>
                  </a:cubicBezTo>
                  <a:cubicBezTo>
                    <a:pt x="4272" y="2577"/>
                    <a:pt x="4218" y="2554"/>
                    <a:pt x="4167" y="2554"/>
                  </a:cubicBezTo>
                  <a:cubicBezTo>
                    <a:pt x="4117" y="2554"/>
                    <a:pt x="4071" y="2577"/>
                    <a:pt x="4040" y="2623"/>
                  </a:cubicBezTo>
                  <a:lnTo>
                    <a:pt x="3330" y="3333"/>
                  </a:lnTo>
                  <a:cubicBezTo>
                    <a:pt x="3269" y="3241"/>
                    <a:pt x="3207" y="3148"/>
                    <a:pt x="3114" y="3086"/>
                  </a:cubicBezTo>
                  <a:cubicBezTo>
                    <a:pt x="3053" y="3025"/>
                    <a:pt x="2960" y="2932"/>
                    <a:pt x="2867" y="2870"/>
                  </a:cubicBezTo>
                  <a:lnTo>
                    <a:pt x="5398" y="340"/>
                  </a:lnTo>
                  <a:cubicBezTo>
                    <a:pt x="5540" y="197"/>
                    <a:pt x="5410" y="1"/>
                    <a:pt x="52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33" name="Google Shape;13633;p88"/>
          <p:cNvGrpSpPr/>
          <p:nvPr/>
        </p:nvGrpSpPr>
        <p:grpSpPr>
          <a:xfrm>
            <a:off x="1047104" y="2318837"/>
            <a:ext cx="337825" cy="345675"/>
            <a:chOff x="1014488" y="3581531"/>
            <a:chExt cx="337825" cy="345675"/>
          </a:xfrm>
        </p:grpSpPr>
        <p:sp>
          <p:nvSpPr>
            <p:cNvPr id="13634" name="Google Shape;13634;p88"/>
            <p:cNvSpPr/>
            <p:nvPr/>
          </p:nvSpPr>
          <p:spPr>
            <a:xfrm>
              <a:off x="1135488" y="3834581"/>
              <a:ext cx="10050" cy="18550"/>
            </a:xfrm>
            <a:custGeom>
              <a:rect b="b" l="l" r="r" t="t"/>
              <a:pathLst>
                <a:path extrusionOk="0" h="742" w="402">
                  <a:moveTo>
                    <a:pt x="216" y="1"/>
                  </a:moveTo>
                  <a:cubicBezTo>
                    <a:pt x="93" y="1"/>
                    <a:pt x="0" y="94"/>
                    <a:pt x="0" y="217"/>
                  </a:cubicBezTo>
                  <a:lnTo>
                    <a:pt x="0" y="556"/>
                  </a:lnTo>
                  <a:cubicBezTo>
                    <a:pt x="0" y="649"/>
                    <a:pt x="93" y="742"/>
                    <a:pt x="216" y="742"/>
                  </a:cubicBezTo>
                  <a:cubicBezTo>
                    <a:pt x="309" y="742"/>
                    <a:pt x="402" y="649"/>
                    <a:pt x="402" y="556"/>
                  </a:cubicBezTo>
                  <a:lnTo>
                    <a:pt x="402" y="217"/>
                  </a:lnTo>
                  <a:cubicBezTo>
                    <a:pt x="402" y="94"/>
                    <a:pt x="309" y="1"/>
                    <a:pt x="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5" name="Google Shape;13635;p88"/>
            <p:cNvSpPr/>
            <p:nvPr/>
          </p:nvSpPr>
          <p:spPr>
            <a:xfrm>
              <a:off x="1228063" y="3834581"/>
              <a:ext cx="10050" cy="18550"/>
            </a:xfrm>
            <a:custGeom>
              <a:rect b="b" l="l" r="r" t="t"/>
              <a:pathLst>
                <a:path extrusionOk="0" h="742" w="402">
                  <a:moveTo>
                    <a:pt x="186" y="1"/>
                  </a:moveTo>
                  <a:cubicBezTo>
                    <a:pt x="93" y="1"/>
                    <a:pt x="1" y="94"/>
                    <a:pt x="1" y="217"/>
                  </a:cubicBezTo>
                  <a:lnTo>
                    <a:pt x="1" y="556"/>
                  </a:lnTo>
                  <a:cubicBezTo>
                    <a:pt x="1" y="649"/>
                    <a:pt x="93" y="742"/>
                    <a:pt x="186" y="742"/>
                  </a:cubicBezTo>
                  <a:cubicBezTo>
                    <a:pt x="309" y="742"/>
                    <a:pt x="402" y="649"/>
                    <a:pt x="402" y="556"/>
                  </a:cubicBezTo>
                  <a:lnTo>
                    <a:pt x="402" y="217"/>
                  </a:lnTo>
                  <a:cubicBezTo>
                    <a:pt x="402" y="94"/>
                    <a:pt x="309"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6" name="Google Shape;13636;p88"/>
            <p:cNvSpPr/>
            <p:nvPr/>
          </p:nvSpPr>
          <p:spPr>
            <a:xfrm>
              <a:off x="1169438" y="3842881"/>
              <a:ext cx="35900" cy="15075"/>
            </a:xfrm>
            <a:custGeom>
              <a:rect b="b" l="l" r="r" t="t"/>
              <a:pathLst>
                <a:path extrusionOk="0" h="603" w="1436">
                  <a:moveTo>
                    <a:pt x="247" y="1"/>
                  </a:moveTo>
                  <a:cubicBezTo>
                    <a:pt x="193" y="1"/>
                    <a:pt x="139" y="24"/>
                    <a:pt x="93" y="70"/>
                  </a:cubicBezTo>
                  <a:cubicBezTo>
                    <a:pt x="31" y="132"/>
                    <a:pt x="0" y="255"/>
                    <a:pt x="93" y="348"/>
                  </a:cubicBezTo>
                  <a:cubicBezTo>
                    <a:pt x="247" y="518"/>
                    <a:pt x="471" y="603"/>
                    <a:pt x="695" y="603"/>
                  </a:cubicBezTo>
                  <a:cubicBezTo>
                    <a:pt x="918" y="603"/>
                    <a:pt x="1142" y="518"/>
                    <a:pt x="1296" y="348"/>
                  </a:cubicBezTo>
                  <a:cubicBezTo>
                    <a:pt x="1436" y="185"/>
                    <a:pt x="1295" y="5"/>
                    <a:pt x="1138" y="5"/>
                  </a:cubicBezTo>
                  <a:cubicBezTo>
                    <a:pt x="1087" y="5"/>
                    <a:pt x="1034" y="24"/>
                    <a:pt x="988" y="70"/>
                  </a:cubicBezTo>
                  <a:cubicBezTo>
                    <a:pt x="926" y="132"/>
                    <a:pt x="803" y="194"/>
                    <a:pt x="679" y="194"/>
                  </a:cubicBezTo>
                  <a:cubicBezTo>
                    <a:pt x="587" y="194"/>
                    <a:pt x="463" y="132"/>
                    <a:pt x="401" y="70"/>
                  </a:cubicBezTo>
                  <a:cubicBezTo>
                    <a:pt x="355" y="24"/>
                    <a:pt x="301" y="1"/>
                    <a:pt x="2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7" name="Google Shape;13637;p88"/>
            <p:cNvSpPr/>
            <p:nvPr/>
          </p:nvSpPr>
          <p:spPr>
            <a:xfrm>
              <a:off x="1083013" y="3789431"/>
              <a:ext cx="209125" cy="110000"/>
            </a:xfrm>
            <a:custGeom>
              <a:rect b="b" l="l" r="r" t="t"/>
              <a:pathLst>
                <a:path extrusionOk="0" h="4400" w="8365">
                  <a:moveTo>
                    <a:pt x="2217" y="0"/>
                  </a:moveTo>
                  <a:cubicBezTo>
                    <a:pt x="1608" y="0"/>
                    <a:pt x="1011" y="148"/>
                    <a:pt x="309" y="572"/>
                  </a:cubicBezTo>
                  <a:cubicBezTo>
                    <a:pt x="130" y="692"/>
                    <a:pt x="9" y="927"/>
                    <a:pt x="1" y="1166"/>
                  </a:cubicBezTo>
                  <a:lnTo>
                    <a:pt x="1" y="1166"/>
                  </a:lnTo>
                  <a:cubicBezTo>
                    <a:pt x="1" y="1163"/>
                    <a:pt x="1" y="1161"/>
                    <a:pt x="1" y="1159"/>
                  </a:cubicBezTo>
                  <a:lnTo>
                    <a:pt x="1" y="1190"/>
                  </a:lnTo>
                  <a:cubicBezTo>
                    <a:pt x="1" y="1182"/>
                    <a:pt x="1" y="1174"/>
                    <a:pt x="1" y="1166"/>
                  </a:cubicBezTo>
                  <a:lnTo>
                    <a:pt x="1" y="1166"/>
                  </a:lnTo>
                  <a:cubicBezTo>
                    <a:pt x="65" y="2274"/>
                    <a:pt x="589" y="3321"/>
                    <a:pt x="1451" y="4060"/>
                  </a:cubicBezTo>
                  <a:cubicBezTo>
                    <a:pt x="1729" y="4276"/>
                    <a:pt x="2068" y="4399"/>
                    <a:pt x="2439" y="4399"/>
                  </a:cubicBezTo>
                  <a:lnTo>
                    <a:pt x="5864" y="4399"/>
                  </a:lnTo>
                  <a:cubicBezTo>
                    <a:pt x="6235" y="4399"/>
                    <a:pt x="6574" y="4276"/>
                    <a:pt x="6883" y="4029"/>
                  </a:cubicBezTo>
                  <a:cubicBezTo>
                    <a:pt x="7099" y="3813"/>
                    <a:pt x="7315" y="3597"/>
                    <a:pt x="7500" y="3381"/>
                  </a:cubicBezTo>
                  <a:cubicBezTo>
                    <a:pt x="7562" y="3288"/>
                    <a:pt x="7531" y="3165"/>
                    <a:pt x="7438" y="3072"/>
                  </a:cubicBezTo>
                  <a:cubicBezTo>
                    <a:pt x="7406" y="3050"/>
                    <a:pt x="7369" y="3040"/>
                    <a:pt x="7333" y="3040"/>
                  </a:cubicBezTo>
                  <a:cubicBezTo>
                    <a:pt x="7266" y="3040"/>
                    <a:pt x="7201" y="3074"/>
                    <a:pt x="7161" y="3134"/>
                  </a:cubicBezTo>
                  <a:cubicBezTo>
                    <a:pt x="7006" y="3350"/>
                    <a:pt x="6821" y="3535"/>
                    <a:pt x="6605" y="3720"/>
                  </a:cubicBezTo>
                  <a:cubicBezTo>
                    <a:pt x="6389" y="3906"/>
                    <a:pt x="6142" y="3998"/>
                    <a:pt x="5864" y="3998"/>
                  </a:cubicBezTo>
                  <a:lnTo>
                    <a:pt x="2439" y="3998"/>
                  </a:lnTo>
                  <a:cubicBezTo>
                    <a:pt x="2161" y="3998"/>
                    <a:pt x="1914" y="3906"/>
                    <a:pt x="1698" y="3720"/>
                  </a:cubicBezTo>
                  <a:cubicBezTo>
                    <a:pt x="927" y="3072"/>
                    <a:pt x="464" y="2146"/>
                    <a:pt x="402" y="1128"/>
                  </a:cubicBezTo>
                  <a:cubicBezTo>
                    <a:pt x="371" y="1035"/>
                    <a:pt x="433" y="943"/>
                    <a:pt x="525" y="881"/>
                  </a:cubicBezTo>
                  <a:cubicBezTo>
                    <a:pt x="1114" y="515"/>
                    <a:pt x="1629" y="387"/>
                    <a:pt x="2168" y="387"/>
                  </a:cubicBezTo>
                  <a:cubicBezTo>
                    <a:pt x="2674" y="387"/>
                    <a:pt x="3200" y="500"/>
                    <a:pt x="3828" y="634"/>
                  </a:cubicBezTo>
                  <a:cubicBezTo>
                    <a:pt x="4986" y="888"/>
                    <a:pt x="6144" y="1039"/>
                    <a:pt x="7303" y="1039"/>
                  </a:cubicBezTo>
                  <a:cubicBezTo>
                    <a:pt x="7410" y="1039"/>
                    <a:pt x="7517" y="1038"/>
                    <a:pt x="7624" y="1035"/>
                  </a:cubicBezTo>
                  <a:cubicBezTo>
                    <a:pt x="7778" y="1035"/>
                    <a:pt x="7901" y="1159"/>
                    <a:pt x="7901" y="1313"/>
                  </a:cubicBezTo>
                  <a:cubicBezTo>
                    <a:pt x="7840" y="1714"/>
                    <a:pt x="7716" y="2116"/>
                    <a:pt x="7562" y="2486"/>
                  </a:cubicBezTo>
                  <a:cubicBezTo>
                    <a:pt x="7500" y="2578"/>
                    <a:pt x="7562" y="2702"/>
                    <a:pt x="7654" y="2733"/>
                  </a:cubicBezTo>
                  <a:cubicBezTo>
                    <a:pt x="7685" y="2753"/>
                    <a:pt x="7720" y="2764"/>
                    <a:pt x="7754" y="2764"/>
                  </a:cubicBezTo>
                  <a:cubicBezTo>
                    <a:pt x="7822" y="2764"/>
                    <a:pt x="7891" y="2723"/>
                    <a:pt x="7932" y="2640"/>
                  </a:cubicBezTo>
                  <a:cubicBezTo>
                    <a:pt x="8117" y="2239"/>
                    <a:pt x="8241" y="1838"/>
                    <a:pt x="8303" y="1375"/>
                  </a:cubicBezTo>
                  <a:cubicBezTo>
                    <a:pt x="8364" y="974"/>
                    <a:pt x="8025" y="634"/>
                    <a:pt x="7654" y="634"/>
                  </a:cubicBezTo>
                  <a:cubicBezTo>
                    <a:pt x="7528" y="637"/>
                    <a:pt x="7402" y="639"/>
                    <a:pt x="7276" y="639"/>
                  </a:cubicBezTo>
                  <a:cubicBezTo>
                    <a:pt x="6143" y="639"/>
                    <a:pt x="5034" y="514"/>
                    <a:pt x="3951" y="264"/>
                  </a:cubicBezTo>
                  <a:cubicBezTo>
                    <a:pt x="3311" y="118"/>
                    <a:pt x="2759" y="0"/>
                    <a:pt x="2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8" name="Google Shape;13638;p88"/>
            <p:cNvSpPr/>
            <p:nvPr/>
          </p:nvSpPr>
          <p:spPr>
            <a:xfrm>
              <a:off x="1137038" y="3740456"/>
              <a:ext cx="49400" cy="42450"/>
            </a:xfrm>
            <a:custGeom>
              <a:rect b="b" l="l" r="r" t="t"/>
              <a:pathLst>
                <a:path extrusionOk="0" h="1698" w="1976">
                  <a:moveTo>
                    <a:pt x="833" y="402"/>
                  </a:moveTo>
                  <a:cubicBezTo>
                    <a:pt x="1080" y="402"/>
                    <a:pt x="1296" y="618"/>
                    <a:pt x="1296" y="865"/>
                  </a:cubicBezTo>
                  <a:cubicBezTo>
                    <a:pt x="1296" y="1118"/>
                    <a:pt x="1065" y="1300"/>
                    <a:pt x="830" y="1300"/>
                  </a:cubicBezTo>
                  <a:cubicBezTo>
                    <a:pt x="721" y="1300"/>
                    <a:pt x="612" y="1261"/>
                    <a:pt x="525" y="1174"/>
                  </a:cubicBezTo>
                  <a:cubicBezTo>
                    <a:pt x="247" y="896"/>
                    <a:pt x="432" y="402"/>
                    <a:pt x="833" y="402"/>
                  </a:cubicBezTo>
                  <a:close/>
                  <a:moveTo>
                    <a:pt x="833" y="1"/>
                  </a:moveTo>
                  <a:cubicBezTo>
                    <a:pt x="370" y="1"/>
                    <a:pt x="0" y="371"/>
                    <a:pt x="0" y="865"/>
                  </a:cubicBezTo>
                  <a:cubicBezTo>
                    <a:pt x="0" y="1366"/>
                    <a:pt x="409" y="1697"/>
                    <a:pt x="846" y="1697"/>
                  </a:cubicBezTo>
                  <a:cubicBezTo>
                    <a:pt x="1055" y="1697"/>
                    <a:pt x="1271" y="1621"/>
                    <a:pt x="1451" y="1451"/>
                  </a:cubicBezTo>
                  <a:cubicBezTo>
                    <a:pt x="1975" y="927"/>
                    <a:pt x="1605" y="1"/>
                    <a:pt x="8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9" name="Google Shape;13639;p88"/>
            <p:cNvSpPr/>
            <p:nvPr/>
          </p:nvSpPr>
          <p:spPr>
            <a:xfrm>
              <a:off x="1192588" y="3732831"/>
              <a:ext cx="44000" cy="37750"/>
            </a:xfrm>
            <a:custGeom>
              <a:rect b="b" l="l" r="r" t="t"/>
              <a:pathLst>
                <a:path extrusionOk="0" h="1510" w="1760">
                  <a:moveTo>
                    <a:pt x="999" y="375"/>
                  </a:moveTo>
                  <a:cubicBezTo>
                    <a:pt x="1181" y="375"/>
                    <a:pt x="1358" y="506"/>
                    <a:pt x="1327" y="769"/>
                  </a:cubicBezTo>
                  <a:cubicBezTo>
                    <a:pt x="1312" y="969"/>
                    <a:pt x="1157" y="1070"/>
                    <a:pt x="999" y="1070"/>
                  </a:cubicBezTo>
                  <a:cubicBezTo>
                    <a:pt x="841" y="1070"/>
                    <a:pt x="679" y="969"/>
                    <a:pt x="648" y="769"/>
                  </a:cubicBezTo>
                  <a:cubicBezTo>
                    <a:pt x="633" y="506"/>
                    <a:pt x="818" y="375"/>
                    <a:pt x="999" y="375"/>
                  </a:cubicBezTo>
                  <a:close/>
                  <a:moveTo>
                    <a:pt x="991" y="0"/>
                  </a:moveTo>
                  <a:cubicBezTo>
                    <a:pt x="808" y="0"/>
                    <a:pt x="620" y="66"/>
                    <a:pt x="463" y="213"/>
                  </a:cubicBezTo>
                  <a:cubicBezTo>
                    <a:pt x="0" y="676"/>
                    <a:pt x="309" y="1479"/>
                    <a:pt x="988" y="1509"/>
                  </a:cubicBezTo>
                  <a:cubicBezTo>
                    <a:pt x="1389" y="1509"/>
                    <a:pt x="1728" y="1201"/>
                    <a:pt x="1759" y="769"/>
                  </a:cubicBezTo>
                  <a:cubicBezTo>
                    <a:pt x="1759" y="305"/>
                    <a:pt x="1386" y="0"/>
                    <a:pt x="9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0" name="Google Shape;13640;p88"/>
            <p:cNvSpPr/>
            <p:nvPr/>
          </p:nvSpPr>
          <p:spPr>
            <a:xfrm>
              <a:off x="1160938" y="3699656"/>
              <a:ext cx="37075" cy="32350"/>
            </a:xfrm>
            <a:custGeom>
              <a:rect b="b" l="l" r="r" t="t"/>
              <a:pathLst>
                <a:path extrusionOk="0" h="1294" w="1483">
                  <a:moveTo>
                    <a:pt x="697" y="527"/>
                  </a:moveTo>
                  <a:cubicBezTo>
                    <a:pt x="850" y="527"/>
                    <a:pt x="1150" y="892"/>
                    <a:pt x="865" y="892"/>
                  </a:cubicBezTo>
                  <a:cubicBezTo>
                    <a:pt x="711" y="892"/>
                    <a:pt x="618" y="769"/>
                    <a:pt x="618" y="645"/>
                  </a:cubicBezTo>
                  <a:cubicBezTo>
                    <a:pt x="618" y="560"/>
                    <a:pt x="651" y="527"/>
                    <a:pt x="697" y="527"/>
                  </a:cubicBezTo>
                  <a:close/>
                  <a:moveTo>
                    <a:pt x="834" y="0"/>
                  </a:moveTo>
                  <a:cubicBezTo>
                    <a:pt x="682" y="0"/>
                    <a:pt x="528" y="56"/>
                    <a:pt x="402" y="182"/>
                  </a:cubicBezTo>
                  <a:cubicBezTo>
                    <a:pt x="1" y="584"/>
                    <a:pt x="279" y="1293"/>
                    <a:pt x="865" y="1293"/>
                  </a:cubicBezTo>
                  <a:cubicBezTo>
                    <a:pt x="1204" y="1293"/>
                    <a:pt x="1482" y="985"/>
                    <a:pt x="1482" y="645"/>
                  </a:cubicBezTo>
                  <a:cubicBezTo>
                    <a:pt x="1482" y="265"/>
                    <a:pt x="1163"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1" name="Google Shape;13641;p88"/>
            <p:cNvSpPr/>
            <p:nvPr/>
          </p:nvSpPr>
          <p:spPr>
            <a:xfrm>
              <a:off x="1014488" y="3581531"/>
              <a:ext cx="337825" cy="345675"/>
            </a:xfrm>
            <a:custGeom>
              <a:rect b="b" l="l" r="r" t="t"/>
              <a:pathLst>
                <a:path extrusionOk="0" h="13827" w="13513">
                  <a:moveTo>
                    <a:pt x="7649" y="402"/>
                  </a:moveTo>
                  <a:cubicBezTo>
                    <a:pt x="8204" y="463"/>
                    <a:pt x="8204" y="1266"/>
                    <a:pt x="7649" y="1327"/>
                  </a:cubicBezTo>
                  <a:lnTo>
                    <a:pt x="6137" y="1327"/>
                  </a:lnTo>
                  <a:cubicBezTo>
                    <a:pt x="5890" y="1327"/>
                    <a:pt x="5674" y="1111"/>
                    <a:pt x="5674" y="864"/>
                  </a:cubicBezTo>
                  <a:cubicBezTo>
                    <a:pt x="5674" y="618"/>
                    <a:pt x="5890" y="402"/>
                    <a:pt x="6137" y="402"/>
                  </a:cubicBezTo>
                  <a:close/>
                  <a:moveTo>
                    <a:pt x="2865" y="1883"/>
                  </a:moveTo>
                  <a:cubicBezTo>
                    <a:pt x="2873" y="1891"/>
                    <a:pt x="2881" y="1899"/>
                    <a:pt x="2889" y="1907"/>
                  </a:cubicBezTo>
                  <a:lnTo>
                    <a:pt x="2889" y="1907"/>
                  </a:lnTo>
                  <a:cubicBezTo>
                    <a:pt x="2891" y="1909"/>
                    <a:pt x="2894" y="1911"/>
                    <a:pt x="2896" y="1914"/>
                  </a:cubicBezTo>
                  <a:lnTo>
                    <a:pt x="2865" y="1883"/>
                  </a:lnTo>
                  <a:close/>
                  <a:moveTo>
                    <a:pt x="11522" y="2053"/>
                  </a:moveTo>
                  <a:cubicBezTo>
                    <a:pt x="11638" y="2053"/>
                    <a:pt x="11753" y="2099"/>
                    <a:pt x="11846" y="2192"/>
                  </a:cubicBezTo>
                  <a:lnTo>
                    <a:pt x="12895" y="3241"/>
                  </a:lnTo>
                  <a:cubicBezTo>
                    <a:pt x="13080" y="3426"/>
                    <a:pt x="13080" y="3704"/>
                    <a:pt x="12895" y="3889"/>
                  </a:cubicBezTo>
                  <a:cubicBezTo>
                    <a:pt x="12803" y="3981"/>
                    <a:pt x="12687" y="4028"/>
                    <a:pt x="12571" y="4028"/>
                  </a:cubicBezTo>
                  <a:cubicBezTo>
                    <a:pt x="12455" y="4028"/>
                    <a:pt x="12340" y="3981"/>
                    <a:pt x="12247" y="3889"/>
                  </a:cubicBezTo>
                  <a:lnTo>
                    <a:pt x="11198" y="2840"/>
                  </a:lnTo>
                  <a:cubicBezTo>
                    <a:pt x="11013" y="2654"/>
                    <a:pt x="11013" y="2377"/>
                    <a:pt x="11198" y="2192"/>
                  </a:cubicBezTo>
                  <a:cubicBezTo>
                    <a:pt x="11290" y="2099"/>
                    <a:pt x="11406" y="2053"/>
                    <a:pt x="11522" y="2053"/>
                  </a:cubicBezTo>
                  <a:close/>
                  <a:moveTo>
                    <a:pt x="2269" y="2036"/>
                  </a:moveTo>
                  <a:cubicBezTo>
                    <a:pt x="2629" y="2036"/>
                    <a:pt x="2941" y="2510"/>
                    <a:pt x="2587" y="2840"/>
                  </a:cubicBezTo>
                  <a:lnTo>
                    <a:pt x="1538" y="3920"/>
                  </a:lnTo>
                  <a:cubicBezTo>
                    <a:pt x="1446" y="3997"/>
                    <a:pt x="1330" y="4036"/>
                    <a:pt x="1214" y="4036"/>
                  </a:cubicBezTo>
                  <a:cubicBezTo>
                    <a:pt x="1098" y="4036"/>
                    <a:pt x="983" y="3997"/>
                    <a:pt x="890" y="3920"/>
                  </a:cubicBezTo>
                  <a:cubicBezTo>
                    <a:pt x="705" y="3735"/>
                    <a:pt x="705" y="3426"/>
                    <a:pt x="890" y="3241"/>
                  </a:cubicBezTo>
                  <a:lnTo>
                    <a:pt x="1939" y="2192"/>
                  </a:lnTo>
                  <a:cubicBezTo>
                    <a:pt x="2042" y="2082"/>
                    <a:pt x="2158" y="2036"/>
                    <a:pt x="2269" y="2036"/>
                  </a:cubicBezTo>
                  <a:close/>
                  <a:moveTo>
                    <a:pt x="6137" y="0"/>
                  </a:moveTo>
                  <a:cubicBezTo>
                    <a:pt x="5118" y="31"/>
                    <a:pt x="4964" y="1451"/>
                    <a:pt x="5951" y="1729"/>
                  </a:cubicBezTo>
                  <a:lnTo>
                    <a:pt x="5951" y="3889"/>
                  </a:lnTo>
                  <a:cubicBezTo>
                    <a:pt x="5951" y="3951"/>
                    <a:pt x="5890" y="4043"/>
                    <a:pt x="5797" y="4043"/>
                  </a:cubicBezTo>
                  <a:cubicBezTo>
                    <a:pt x="5396" y="4136"/>
                    <a:pt x="4995" y="4259"/>
                    <a:pt x="4624" y="4444"/>
                  </a:cubicBezTo>
                  <a:cubicBezTo>
                    <a:pt x="4606" y="4453"/>
                    <a:pt x="4588" y="4457"/>
                    <a:pt x="4570" y="4457"/>
                  </a:cubicBezTo>
                  <a:cubicBezTo>
                    <a:pt x="4526" y="4457"/>
                    <a:pt x="4483" y="4435"/>
                    <a:pt x="4439" y="4414"/>
                  </a:cubicBezTo>
                  <a:lnTo>
                    <a:pt x="3019" y="2963"/>
                  </a:lnTo>
                  <a:cubicBezTo>
                    <a:pt x="3081" y="2840"/>
                    <a:pt x="3143" y="2685"/>
                    <a:pt x="3143" y="2500"/>
                  </a:cubicBezTo>
                  <a:cubicBezTo>
                    <a:pt x="3143" y="2293"/>
                    <a:pt x="3058" y="2087"/>
                    <a:pt x="2889" y="1907"/>
                  </a:cubicBezTo>
                  <a:lnTo>
                    <a:pt x="2889" y="1907"/>
                  </a:lnTo>
                  <a:cubicBezTo>
                    <a:pt x="2705" y="1742"/>
                    <a:pt x="2484" y="1659"/>
                    <a:pt x="2267" y="1659"/>
                  </a:cubicBezTo>
                  <a:cubicBezTo>
                    <a:pt x="2047" y="1659"/>
                    <a:pt x="1831" y="1744"/>
                    <a:pt x="1662" y="1914"/>
                  </a:cubicBezTo>
                  <a:lnTo>
                    <a:pt x="612" y="2963"/>
                  </a:lnTo>
                  <a:cubicBezTo>
                    <a:pt x="0" y="3550"/>
                    <a:pt x="526" y="4452"/>
                    <a:pt x="1215" y="4452"/>
                  </a:cubicBezTo>
                  <a:cubicBezTo>
                    <a:pt x="1359" y="4452"/>
                    <a:pt x="1511" y="4412"/>
                    <a:pt x="1662" y="4321"/>
                  </a:cubicBezTo>
                  <a:lnTo>
                    <a:pt x="2896" y="5525"/>
                  </a:lnTo>
                  <a:cubicBezTo>
                    <a:pt x="2958" y="5586"/>
                    <a:pt x="2958" y="5710"/>
                    <a:pt x="2896" y="5771"/>
                  </a:cubicBezTo>
                  <a:cubicBezTo>
                    <a:pt x="2649" y="6049"/>
                    <a:pt x="2433" y="6358"/>
                    <a:pt x="2248" y="6697"/>
                  </a:cubicBezTo>
                  <a:cubicBezTo>
                    <a:pt x="2217" y="6790"/>
                    <a:pt x="2248" y="6913"/>
                    <a:pt x="2341" y="6975"/>
                  </a:cubicBezTo>
                  <a:cubicBezTo>
                    <a:pt x="2364" y="6983"/>
                    <a:pt x="2389" y="6987"/>
                    <a:pt x="2414" y="6987"/>
                  </a:cubicBezTo>
                  <a:cubicBezTo>
                    <a:pt x="2491" y="6987"/>
                    <a:pt x="2572" y="6952"/>
                    <a:pt x="2618" y="6882"/>
                  </a:cubicBezTo>
                  <a:cubicBezTo>
                    <a:pt x="2773" y="6574"/>
                    <a:pt x="2989" y="6296"/>
                    <a:pt x="3205" y="6018"/>
                  </a:cubicBezTo>
                  <a:cubicBezTo>
                    <a:pt x="3390" y="5802"/>
                    <a:pt x="3390" y="5463"/>
                    <a:pt x="3174" y="5247"/>
                  </a:cubicBezTo>
                  <a:lnTo>
                    <a:pt x="1970" y="4043"/>
                  </a:lnTo>
                  <a:lnTo>
                    <a:pt x="2742" y="3272"/>
                  </a:lnTo>
                  <a:lnTo>
                    <a:pt x="4161" y="4691"/>
                  </a:lnTo>
                  <a:cubicBezTo>
                    <a:pt x="4266" y="4796"/>
                    <a:pt x="4428" y="4858"/>
                    <a:pt x="4589" y="4858"/>
                  </a:cubicBezTo>
                  <a:cubicBezTo>
                    <a:pt x="4665" y="4858"/>
                    <a:pt x="4740" y="4844"/>
                    <a:pt x="4809" y="4815"/>
                  </a:cubicBezTo>
                  <a:cubicBezTo>
                    <a:pt x="5149" y="4630"/>
                    <a:pt x="5519" y="4506"/>
                    <a:pt x="5890" y="4444"/>
                  </a:cubicBezTo>
                  <a:cubicBezTo>
                    <a:pt x="6137" y="4383"/>
                    <a:pt x="6322" y="4136"/>
                    <a:pt x="6322" y="3889"/>
                  </a:cubicBezTo>
                  <a:lnTo>
                    <a:pt x="6322" y="1729"/>
                  </a:lnTo>
                  <a:lnTo>
                    <a:pt x="7433" y="1729"/>
                  </a:lnTo>
                  <a:lnTo>
                    <a:pt x="7433" y="3889"/>
                  </a:lnTo>
                  <a:cubicBezTo>
                    <a:pt x="7433" y="4136"/>
                    <a:pt x="7618" y="4383"/>
                    <a:pt x="7865" y="4444"/>
                  </a:cubicBezTo>
                  <a:cubicBezTo>
                    <a:pt x="8266" y="4506"/>
                    <a:pt x="8605" y="4630"/>
                    <a:pt x="8976" y="4815"/>
                  </a:cubicBezTo>
                  <a:cubicBezTo>
                    <a:pt x="9045" y="4844"/>
                    <a:pt x="9117" y="4858"/>
                    <a:pt x="9190" y="4858"/>
                  </a:cubicBezTo>
                  <a:cubicBezTo>
                    <a:pt x="9344" y="4858"/>
                    <a:pt x="9498" y="4796"/>
                    <a:pt x="9624" y="4691"/>
                  </a:cubicBezTo>
                  <a:lnTo>
                    <a:pt x="11044" y="3272"/>
                  </a:lnTo>
                  <a:lnTo>
                    <a:pt x="11815" y="4043"/>
                  </a:lnTo>
                  <a:lnTo>
                    <a:pt x="10611" y="5247"/>
                  </a:lnTo>
                  <a:cubicBezTo>
                    <a:pt x="10395" y="5463"/>
                    <a:pt x="10365" y="5802"/>
                    <a:pt x="10581" y="6018"/>
                  </a:cubicBezTo>
                  <a:cubicBezTo>
                    <a:pt x="12309" y="8055"/>
                    <a:pt x="12062" y="11111"/>
                    <a:pt x="10025" y="12870"/>
                  </a:cubicBezTo>
                  <a:cubicBezTo>
                    <a:pt x="9624" y="13209"/>
                    <a:pt x="9130" y="13394"/>
                    <a:pt x="8575" y="13394"/>
                  </a:cubicBezTo>
                  <a:lnTo>
                    <a:pt x="5180" y="13394"/>
                  </a:lnTo>
                  <a:cubicBezTo>
                    <a:pt x="4655" y="13394"/>
                    <a:pt x="4130" y="13209"/>
                    <a:pt x="3729" y="12870"/>
                  </a:cubicBezTo>
                  <a:cubicBezTo>
                    <a:pt x="2217" y="11573"/>
                    <a:pt x="1662" y="9475"/>
                    <a:pt x="2310" y="7592"/>
                  </a:cubicBezTo>
                  <a:cubicBezTo>
                    <a:pt x="2341" y="7469"/>
                    <a:pt x="2279" y="7376"/>
                    <a:pt x="2186" y="7345"/>
                  </a:cubicBezTo>
                  <a:cubicBezTo>
                    <a:pt x="2161" y="7329"/>
                    <a:pt x="2134" y="7321"/>
                    <a:pt x="2107" y="7321"/>
                  </a:cubicBezTo>
                  <a:cubicBezTo>
                    <a:pt x="2034" y="7321"/>
                    <a:pt x="1962" y="7378"/>
                    <a:pt x="1939" y="7469"/>
                  </a:cubicBezTo>
                  <a:cubicBezTo>
                    <a:pt x="1199" y="9506"/>
                    <a:pt x="1816" y="11789"/>
                    <a:pt x="3482" y="13178"/>
                  </a:cubicBezTo>
                  <a:cubicBezTo>
                    <a:pt x="3945" y="13579"/>
                    <a:pt x="4563" y="13826"/>
                    <a:pt x="5180" y="13826"/>
                  </a:cubicBezTo>
                  <a:lnTo>
                    <a:pt x="8575" y="13826"/>
                  </a:lnTo>
                  <a:cubicBezTo>
                    <a:pt x="9223" y="13826"/>
                    <a:pt x="9809" y="13579"/>
                    <a:pt x="10303" y="13178"/>
                  </a:cubicBezTo>
                  <a:cubicBezTo>
                    <a:pt x="12525" y="11296"/>
                    <a:pt x="12772" y="7963"/>
                    <a:pt x="10889" y="5771"/>
                  </a:cubicBezTo>
                  <a:cubicBezTo>
                    <a:pt x="10828" y="5679"/>
                    <a:pt x="10828" y="5586"/>
                    <a:pt x="10889" y="5525"/>
                  </a:cubicBezTo>
                  <a:lnTo>
                    <a:pt x="12124" y="4290"/>
                  </a:lnTo>
                  <a:cubicBezTo>
                    <a:pt x="12268" y="4382"/>
                    <a:pt x="12430" y="4429"/>
                    <a:pt x="12589" y="4429"/>
                  </a:cubicBezTo>
                  <a:cubicBezTo>
                    <a:pt x="12803" y="4429"/>
                    <a:pt x="13014" y="4344"/>
                    <a:pt x="13173" y="4167"/>
                  </a:cubicBezTo>
                  <a:cubicBezTo>
                    <a:pt x="13512" y="3827"/>
                    <a:pt x="13512" y="3303"/>
                    <a:pt x="13173" y="2963"/>
                  </a:cubicBezTo>
                  <a:lnTo>
                    <a:pt x="12124" y="1914"/>
                  </a:lnTo>
                  <a:cubicBezTo>
                    <a:pt x="11954" y="1744"/>
                    <a:pt x="11730" y="1659"/>
                    <a:pt x="11506" y="1659"/>
                  </a:cubicBezTo>
                  <a:cubicBezTo>
                    <a:pt x="11283" y="1659"/>
                    <a:pt x="11059" y="1744"/>
                    <a:pt x="10889" y="1914"/>
                  </a:cubicBezTo>
                  <a:cubicBezTo>
                    <a:pt x="10611" y="2192"/>
                    <a:pt x="10550" y="2624"/>
                    <a:pt x="10766" y="2963"/>
                  </a:cubicBezTo>
                  <a:lnTo>
                    <a:pt x="9346" y="4414"/>
                  </a:lnTo>
                  <a:cubicBezTo>
                    <a:pt x="9303" y="4435"/>
                    <a:pt x="9259" y="4457"/>
                    <a:pt x="9215" y="4457"/>
                  </a:cubicBezTo>
                  <a:cubicBezTo>
                    <a:pt x="9197" y="4457"/>
                    <a:pt x="9179" y="4453"/>
                    <a:pt x="9161" y="4444"/>
                  </a:cubicBezTo>
                  <a:cubicBezTo>
                    <a:pt x="8760" y="4259"/>
                    <a:pt x="8389" y="4136"/>
                    <a:pt x="7988" y="4043"/>
                  </a:cubicBezTo>
                  <a:cubicBezTo>
                    <a:pt x="7896" y="4043"/>
                    <a:pt x="7834" y="3951"/>
                    <a:pt x="7834" y="3889"/>
                  </a:cubicBezTo>
                  <a:lnTo>
                    <a:pt x="7834" y="1729"/>
                  </a:lnTo>
                  <a:cubicBezTo>
                    <a:pt x="8821" y="1451"/>
                    <a:pt x="8667" y="31"/>
                    <a:pt x="7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42" name="Google Shape;13642;p88"/>
          <p:cNvGrpSpPr/>
          <p:nvPr/>
        </p:nvGrpSpPr>
        <p:grpSpPr>
          <a:xfrm>
            <a:off x="1069417" y="2850724"/>
            <a:ext cx="293200" cy="345675"/>
            <a:chOff x="2561313" y="4141656"/>
            <a:chExt cx="293200" cy="345675"/>
          </a:xfrm>
        </p:grpSpPr>
        <p:sp>
          <p:nvSpPr>
            <p:cNvPr id="13643" name="Google Shape;13643;p88"/>
            <p:cNvSpPr/>
            <p:nvPr/>
          </p:nvSpPr>
          <p:spPr>
            <a:xfrm>
              <a:off x="2656963" y="4363106"/>
              <a:ext cx="10075" cy="18525"/>
            </a:xfrm>
            <a:custGeom>
              <a:rect b="b" l="l" r="r" t="t"/>
              <a:pathLst>
                <a:path extrusionOk="0" h="741" w="403">
                  <a:moveTo>
                    <a:pt x="186" y="0"/>
                  </a:moveTo>
                  <a:cubicBezTo>
                    <a:pt x="93" y="0"/>
                    <a:pt x="1" y="93"/>
                    <a:pt x="1" y="185"/>
                  </a:cubicBezTo>
                  <a:lnTo>
                    <a:pt x="1" y="525"/>
                  </a:lnTo>
                  <a:cubicBezTo>
                    <a:pt x="1" y="648"/>
                    <a:pt x="93" y="741"/>
                    <a:pt x="186" y="741"/>
                  </a:cubicBezTo>
                  <a:cubicBezTo>
                    <a:pt x="310" y="741"/>
                    <a:pt x="402" y="648"/>
                    <a:pt x="402" y="525"/>
                  </a:cubicBezTo>
                  <a:lnTo>
                    <a:pt x="402" y="185"/>
                  </a:lnTo>
                  <a:cubicBezTo>
                    <a:pt x="402" y="93"/>
                    <a:pt x="310" y="0"/>
                    <a:pt x="1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4" name="Google Shape;13644;p88"/>
            <p:cNvSpPr/>
            <p:nvPr/>
          </p:nvSpPr>
          <p:spPr>
            <a:xfrm>
              <a:off x="2748788" y="4363106"/>
              <a:ext cx="10050" cy="17750"/>
            </a:xfrm>
            <a:custGeom>
              <a:rect b="b" l="l" r="r" t="t"/>
              <a:pathLst>
                <a:path extrusionOk="0" h="710" w="402">
                  <a:moveTo>
                    <a:pt x="217" y="0"/>
                  </a:moveTo>
                  <a:cubicBezTo>
                    <a:pt x="93" y="0"/>
                    <a:pt x="0" y="93"/>
                    <a:pt x="0" y="185"/>
                  </a:cubicBezTo>
                  <a:lnTo>
                    <a:pt x="0" y="525"/>
                  </a:lnTo>
                  <a:cubicBezTo>
                    <a:pt x="16" y="648"/>
                    <a:pt x="108" y="710"/>
                    <a:pt x="201" y="710"/>
                  </a:cubicBezTo>
                  <a:cubicBezTo>
                    <a:pt x="294" y="710"/>
                    <a:pt x="386" y="648"/>
                    <a:pt x="402" y="525"/>
                  </a:cubicBezTo>
                  <a:lnTo>
                    <a:pt x="402" y="185"/>
                  </a:lnTo>
                  <a:cubicBezTo>
                    <a:pt x="402" y="93"/>
                    <a:pt x="309"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5" name="Google Shape;13645;p88"/>
            <p:cNvSpPr/>
            <p:nvPr/>
          </p:nvSpPr>
          <p:spPr>
            <a:xfrm>
              <a:off x="2690913" y="4369856"/>
              <a:ext cx="33975" cy="15650"/>
            </a:xfrm>
            <a:custGeom>
              <a:rect b="b" l="l" r="r" t="t"/>
              <a:pathLst>
                <a:path extrusionOk="0" h="626" w="1359">
                  <a:moveTo>
                    <a:pt x="244" y="0"/>
                  </a:moveTo>
                  <a:cubicBezTo>
                    <a:pt x="194" y="0"/>
                    <a:pt x="140" y="23"/>
                    <a:pt x="93" y="70"/>
                  </a:cubicBezTo>
                  <a:cubicBezTo>
                    <a:pt x="1" y="131"/>
                    <a:pt x="1" y="286"/>
                    <a:pt x="63" y="347"/>
                  </a:cubicBezTo>
                  <a:cubicBezTo>
                    <a:pt x="217" y="533"/>
                    <a:pt x="433" y="625"/>
                    <a:pt x="680" y="625"/>
                  </a:cubicBezTo>
                  <a:cubicBezTo>
                    <a:pt x="927" y="625"/>
                    <a:pt x="1143" y="533"/>
                    <a:pt x="1297" y="347"/>
                  </a:cubicBezTo>
                  <a:cubicBezTo>
                    <a:pt x="1359" y="286"/>
                    <a:pt x="1359" y="131"/>
                    <a:pt x="1266" y="70"/>
                  </a:cubicBezTo>
                  <a:cubicBezTo>
                    <a:pt x="1235" y="23"/>
                    <a:pt x="1181" y="0"/>
                    <a:pt x="1127" y="0"/>
                  </a:cubicBezTo>
                  <a:cubicBezTo>
                    <a:pt x="1073" y="0"/>
                    <a:pt x="1019" y="23"/>
                    <a:pt x="988" y="70"/>
                  </a:cubicBezTo>
                  <a:cubicBezTo>
                    <a:pt x="911" y="162"/>
                    <a:pt x="803" y="209"/>
                    <a:pt x="691" y="209"/>
                  </a:cubicBezTo>
                  <a:cubicBezTo>
                    <a:pt x="579" y="209"/>
                    <a:pt x="464" y="162"/>
                    <a:pt x="371" y="70"/>
                  </a:cubicBezTo>
                  <a:cubicBezTo>
                    <a:pt x="340" y="23"/>
                    <a:pt x="294" y="0"/>
                    <a:pt x="2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6" name="Google Shape;13646;p88"/>
            <p:cNvSpPr/>
            <p:nvPr/>
          </p:nvSpPr>
          <p:spPr>
            <a:xfrm>
              <a:off x="2626888" y="4343806"/>
              <a:ext cx="161275" cy="60975"/>
            </a:xfrm>
            <a:custGeom>
              <a:rect b="b" l="l" r="r" t="t"/>
              <a:pathLst>
                <a:path extrusionOk="0" h="2439" w="6451">
                  <a:moveTo>
                    <a:pt x="5771" y="402"/>
                  </a:moveTo>
                  <a:cubicBezTo>
                    <a:pt x="5926" y="402"/>
                    <a:pt x="6049" y="525"/>
                    <a:pt x="6049" y="680"/>
                  </a:cubicBezTo>
                  <a:lnTo>
                    <a:pt x="6080" y="1760"/>
                  </a:lnTo>
                  <a:cubicBezTo>
                    <a:pt x="6080" y="1914"/>
                    <a:pt x="5926" y="2037"/>
                    <a:pt x="5771" y="2037"/>
                  </a:cubicBezTo>
                  <a:lnTo>
                    <a:pt x="710" y="2037"/>
                  </a:lnTo>
                  <a:cubicBezTo>
                    <a:pt x="525" y="2037"/>
                    <a:pt x="402" y="1914"/>
                    <a:pt x="402" y="1760"/>
                  </a:cubicBezTo>
                  <a:lnTo>
                    <a:pt x="402" y="680"/>
                  </a:lnTo>
                  <a:cubicBezTo>
                    <a:pt x="402" y="525"/>
                    <a:pt x="525" y="402"/>
                    <a:pt x="710" y="402"/>
                  </a:cubicBezTo>
                  <a:close/>
                  <a:moveTo>
                    <a:pt x="710" y="1"/>
                  </a:moveTo>
                  <a:cubicBezTo>
                    <a:pt x="309" y="1"/>
                    <a:pt x="0" y="309"/>
                    <a:pt x="0" y="680"/>
                  </a:cubicBezTo>
                  <a:lnTo>
                    <a:pt x="0" y="1760"/>
                  </a:lnTo>
                  <a:cubicBezTo>
                    <a:pt x="0" y="2130"/>
                    <a:pt x="309" y="2439"/>
                    <a:pt x="710" y="2439"/>
                  </a:cubicBezTo>
                  <a:lnTo>
                    <a:pt x="5771" y="2439"/>
                  </a:lnTo>
                  <a:cubicBezTo>
                    <a:pt x="6142" y="2439"/>
                    <a:pt x="6450" y="2130"/>
                    <a:pt x="6450" y="1760"/>
                  </a:cubicBezTo>
                  <a:lnTo>
                    <a:pt x="6450" y="680"/>
                  </a:lnTo>
                  <a:cubicBezTo>
                    <a:pt x="6450" y="309"/>
                    <a:pt x="6142" y="1"/>
                    <a:pt x="5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7" name="Google Shape;13647;p88"/>
            <p:cNvSpPr/>
            <p:nvPr/>
          </p:nvSpPr>
          <p:spPr>
            <a:xfrm>
              <a:off x="2603738" y="4419431"/>
              <a:ext cx="49400" cy="41650"/>
            </a:xfrm>
            <a:custGeom>
              <a:rect b="b" l="l" r="r" t="t"/>
              <a:pathLst>
                <a:path extrusionOk="0" h="1666" w="1976">
                  <a:moveTo>
                    <a:pt x="1145" y="392"/>
                  </a:moveTo>
                  <a:cubicBezTo>
                    <a:pt x="1366" y="392"/>
                    <a:pt x="1574" y="564"/>
                    <a:pt x="1574" y="833"/>
                  </a:cubicBezTo>
                  <a:cubicBezTo>
                    <a:pt x="1574" y="1080"/>
                    <a:pt x="1389" y="1265"/>
                    <a:pt x="1142" y="1265"/>
                  </a:cubicBezTo>
                  <a:cubicBezTo>
                    <a:pt x="741" y="1265"/>
                    <a:pt x="556" y="802"/>
                    <a:pt x="834" y="525"/>
                  </a:cubicBezTo>
                  <a:cubicBezTo>
                    <a:pt x="925" y="433"/>
                    <a:pt x="1036" y="392"/>
                    <a:pt x="1145" y="392"/>
                  </a:cubicBezTo>
                  <a:close/>
                  <a:moveTo>
                    <a:pt x="1142" y="0"/>
                  </a:moveTo>
                  <a:cubicBezTo>
                    <a:pt x="402" y="0"/>
                    <a:pt x="0" y="895"/>
                    <a:pt x="556" y="1420"/>
                  </a:cubicBezTo>
                  <a:cubicBezTo>
                    <a:pt x="726" y="1590"/>
                    <a:pt x="935" y="1666"/>
                    <a:pt x="1139" y="1666"/>
                  </a:cubicBezTo>
                  <a:cubicBezTo>
                    <a:pt x="1566" y="1666"/>
                    <a:pt x="1976" y="1334"/>
                    <a:pt x="1976" y="833"/>
                  </a:cubicBezTo>
                  <a:cubicBezTo>
                    <a:pt x="1976" y="370"/>
                    <a:pt x="1605" y="0"/>
                    <a:pt x="11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8" name="Google Shape;13648;p88"/>
            <p:cNvSpPr/>
            <p:nvPr/>
          </p:nvSpPr>
          <p:spPr>
            <a:xfrm>
              <a:off x="2762663" y="4419431"/>
              <a:ext cx="48650" cy="41650"/>
            </a:xfrm>
            <a:custGeom>
              <a:rect b="b" l="l" r="r" t="t"/>
              <a:pathLst>
                <a:path extrusionOk="0" h="1666" w="1946">
                  <a:moveTo>
                    <a:pt x="834" y="401"/>
                  </a:moveTo>
                  <a:cubicBezTo>
                    <a:pt x="1081" y="401"/>
                    <a:pt x="1266" y="586"/>
                    <a:pt x="1266" y="833"/>
                  </a:cubicBezTo>
                  <a:cubicBezTo>
                    <a:pt x="1266" y="1103"/>
                    <a:pt x="1058" y="1275"/>
                    <a:pt x="837" y="1275"/>
                  </a:cubicBezTo>
                  <a:cubicBezTo>
                    <a:pt x="728" y="1275"/>
                    <a:pt x="617" y="1233"/>
                    <a:pt x="526" y="1142"/>
                  </a:cubicBezTo>
                  <a:cubicBezTo>
                    <a:pt x="248" y="864"/>
                    <a:pt x="433" y="401"/>
                    <a:pt x="834" y="401"/>
                  </a:cubicBezTo>
                  <a:close/>
                  <a:moveTo>
                    <a:pt x="834" y="0"/>
                  </a:moveTo>
                  <a:cubicBezTo>
                    <a:pt x="371" y="0"/>
                    <a:pt x="1" y="370"/>
                    <a:pt x="1" y="833"/>
                  </a:cubicBezTo>
                  <a:cubicBezTo>
                    <a:pt x="1" y="1334"/>
                    <a:pt x="410" y="1666"/>
                    <a:pt x="837" y="1666"/>
                  </a:cubicBezTo>
                  <a:cubicBezTo>
                    <a:pt x="1042" y="1666"/>
                    <a:pt x="1251" y="1590"/>
                    <a:pt x="1421" y="1420"/>
                  </a:cubicBezTo>
                  <a:cubicBezTo>
                    <a:pt x="1945" y="895"/>
                    <a:pt x="1575"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9" name="Google Shape;13649;p88"/>
            <p:cNvSpPr/>
            <p:nvPr/>
          </p:nvSpPr>
          <p:spPr>
            <a:xfrm>
              <a:off x="2679338" y="4419431"/>
              <a:ext cx="49425" cy="41650"/>
            </a:xfrm>
            <a:custGeom>
              <a:rect b="b" l="l" r="r" t="t"/>
              <a:pathLst>
                <a:path extrusionOk="0" h="1666" w="1977">
                  <a:moveTo>
                    <a:pt x="1145" y="392"/>
                  </a:moveTo>
                  <a:cubicBezTo>
                    <a:pt x="1366" y="392"/>
                    <a:pt x="1575" y="564"/>
                    <a:pt x="1575" y="833"/>
                  </a:cubicBezTo>
                  <a:cubicBezTo>
                    <a:pt x="1575" y="1080"/>
                    <a:pt x="1390" y="1265"/>
                    <a:pt x="1143" y="1265"/>
                  </a:cubicBezTo>
                  <a:cubicBezTo>
                    <a:pt x="742" y="1265"/>
                    <a:pt x="556" y="802"/>
                    <a:pt x="834" y="525"/>
                  </a:cubicBezTo>
                  <a:cubicBezTo>
                    <a:pt x="926" y="433"/>
                    <a:pt x="1037" y="392"/>
                    <a:pt x="1145" y="392"/>
                  </a:cubicBezTo>
                  <a:close/>
                  <a:moveTo>
                    <a:pt x="1143" y="0"/>
                  </a:moveTo>
                  <a:cubicBezTo>
                    <a:pt x="402" y="0"/>
                    <a:pt x="1" y="895"/>
                    <a:pt x="556" y="1420"/>
                  </a:cubicBezTo>
                  <a:cubicBezTo>
                    <a:pt x="726" y="1590"/>
                    <a:pt x="935" y="1666"/>
                    <a:pt x="1140" y="1666"/>
                  </a:cubicBezTo>
                  <a:cubicBezTo>
                    <a:pt x="1567" y="1666"/>
                    <a:pt x="1976" y="1334"/>
                    <a:pt x="1976" y="833"/>
                  </a:cubicBezTo>
                  <a:cubicBezTo>
                    <a:pt x="1976" y="370"/>
                    <a:pt x="1606" y="0"/>
                    <a:pt x="1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0" name="Google Shape;13650;p88"/>
            <p:cNvSpPr/>
            <p:nvPr/>
          </p:nvSpPr>
          <p:spPr>
            <a:xfrm>
              <a:off x="2561313" y="4141656"/>
              <a:ext cx="293200" cy="345675"/>
            </a:xfrm>
            <a:custGeom>
              <a:rect b="b" l="l" r="r" t="t"/>
              <a:pathLst>
                <a:path extrusionOk="0" h="13827" w="11728">
                  <a:moveTo>
                    <a:pt x="6944" y="402"/>
                  </a:moveTo>
                  <a:cubicBezTo>
                    <a:pt x="7222" y="402"/>
                    <a:pt x="7438" y="618"/>
                    <a:pt x="7438" y="896"/>
                  </a:cubicBezTo>
                  <a:lnTo>
                    <a:pt x="7438" y="1421"/>
                  </a:lnTo>
                  <a:lnTo>
                    <a:pt x="4290" y="1421"/>
                  </a:lnTo>
                  <a:lnTo>
                    <a:pt x="4290" y="896"/>
                  </a:lnTo>
                  <a:cubicBezTo>
                    <a:pt x="4290" y="618"/>
                    <a:pt x="4506" y="402"/>
                    <a:pt x="4784" y="402"/>
                  </a:cubicBezTo>
                  <a:close/>
                  <a:moveTo>
                    <a:pt x="8333" y="1853"/>
                  </a:moveTo>
                  <a:cubicBezTo>
                    <a:pt x="8857" y="1853"/>
                    <a:pt x="9289" y="2254"/>
                    <a:pt x="9289" y="2778"/>
                  </a:cubicBezTo>
                  <a:lnTo>
                    <a:pt x="9259" y="2778"/>
                  </a:lnTo>
                  <a:lnTo>
                    <a:pt x="9259" y="4352"/>
                  </a:lnTo>
                  <a:lnTo>
                    <a:pt x="4413" y="4352"/>
                  </a:lnTo>
                  <a:cubicBezTo>
                    <a:pt x="4290" y="4352"/>
                    <a:pt x="4197" y="4445"/>
                    <a:pt x="4197" y="4538"/>
                  </a:cubicBezTo>
                  <a:cubicBezTo>
                    <a:pt x="4197" y="4661"/>
                    <a:pt x="4290" y="4754"/>
                    <a:pt x="4413" y="4754"/>
                  </a:cubicBezTo>
                  <a:lnTo>
                    <a:pt x="9382" y="4754"/>
                  </a:lnTo>
                  <a:lnTo>
                    <a:pt x="11110" y="7006"/>
                  </a:lnTo>
                  <a:lnTo>
                    <a:pt x="9691" y="7006"/>
                  </a:lnTo>
                  <a:cubicBezTo>
                    <a:pt x="9598" y="7006"/>
                    <a:pt x="9505" y="7099"/>
                    <a:pt x="9505" y="7222"/>
                  </a:cubicBezTo>
                  <a:cubicBezTo>
                    <a:pt x="9505" y="7315"/>
                    <a:pt x="9598" y="7408"/>
                    <a:pt x="9691" y="7408"/>
                  </a:cubicBezTo>
                  <a:lnTo>
                    <a:pt x="11326" y="7408"/>
                  </a:lnTo>
                  <a:lnTo>
                    <a:pt x="11326" y="12592"/>
                  </a:lnTo>
                  <a:cubicBezTo>
                    <a:pt x="11326" y="13055"/>
                    <a:pt x="10956" y="13426"/>
                    <a:pt x="10493" y="13426"/>
                  </a:cubicBezTo>
                  <a:lnTo>
                    <a:pt x="1235" y="13426"/>
                  </a:lnTo>
                  <a:cubicBezTo>
                    <a:pt x="772" y="13426"/>
                    <a:pt x="401" y="13055"/>
                    <a:pt x="401" y="12592"/>
                  </a:cubicBezTo>
                  <a:lnTo>
                    <a:pt x="401" y="7408"/>
                  </a:lnTo>
                  <a:lnTo>
                    <a:pt x="8888" y="7408"/>
                  </a:lnTo>
                  <a:cubicBezTo>
                    <a:pt x="9012" y="7408"/>
                    <a:pt x="9104" y="7315"/>
                    <a:pt x="9104" y="7222"/>
                  </a:cubicBezTo>
                  <a:cubicBezTo>
                    <a:pt x="9104" y="7099"/>
                    <a:pt x="9012" y="7006"/>
                    <a:pt x="8888" y="7006"/>
                  </a:cubicBezTo>
                  <a:lnTo>
                    <a:pt x="617" y="7006"/>
                  </a:lnTo>
                  <a:lnTo>
                    <a:pt x="2346" y="4754"/>
                  </a:lnTo>
                  <a:lnTo>
                    <a:pt x="3580" y="4754"/>
                  </a:lnTo>
                  <a:cubicBezTo>
                    <a:pt x="3703" y="4754"/>
                    <a:pt x="3796" y="4661"/>
                    <a:pt x="3796" y="4538"/>
                  </a:cubicBezTo>
                  <a:cubicBezTo>
                    <a:pt x="3796" y="4414"/>
                    <a:pt x="3703" y="4352"/>
                    <a:pt x="3611" y="4352"/>
                  </a:cubicBezTo>
                  <a:lnTo>
                    <a:pt x="2469" y="4352"/>
                  </a:lnTo>
                  <a:lnTo>
                    <a:pt x="2469" y="2778"/>
                  </a:lnTo>
                  <a:cubicBezTo>
                    <a:pt x="2469" y="2254"/>
                    <a:pt x="2870" y="1853"/>
                    <a:pt x="3395" y="1853"/>
                  </a:cubicBezTo>
                  <a:close/>
                  <a:moveTo>
                    <a:pt x="4784" y="1"/>
                  </a:moveTo>
                  <a:cubicBezTo>
                    <a:pt x="4290" y="1"/>
                    <a:pt x="3889" y="402"/>
                    <a:pt x="3889" y="896"/>
                  </a:cubicBezTo>
                  <a:lnTo>
                    <a:pt x="3889" y="1421"/>
                  </a:lnTo>
                  <a:lnTo>
                    <a:pt x="3395" y="1421"/>
                  </a:lnTo>
                  <a:cubicBezTo>
                    <a:pt x="2654" y="1421"/>
                    <a:pt x="2068" y="2038"/>
                    <a:pt x="2068" y="2778"/>
                  </a:cubicBezTo>
                  <a:lnTo>
                    <a:pt x="2068" y="4476"/>
                  </a:lnTo>
                  <a:lnTo>
                    <a:pt x="62" y="7099"/>
                  </a:lnTo>
                  <a:cubicBezTo>
                    <a:pt x="31" y="7130"/>
                    <a:pt x="0" y="7161"/>
                    <a:pt x="0" y="7222"/>
                  </a:cubicBezTo>
                  <a:lnTo>
                    <a:pt x="0" y="12623"/>
                  </a:lnTo>
                  <a:cubicBezTo>
                    <a:pt x="0" y="13271"/>
                    <a:pt x="556" y="13827"/>
                    <a:pt x="1235" y="13827"/>
                  </a:cubicBezTo>
                  <a:lnTo>
                    <a:pt x="10493" y="13827"/>
                  </a:lnTo>
                  <a:cubicBezTo>
                    <a:pt x="11172" y="13827"/>
                    <a:pt x="11728" y="13271"/>
                    <a:pt x="11728" y="12623"/>
                  </a:cubicBezTo>
                  <a:lnTo>
                    <a:pt x="11728" y="7222"/>
                  </a:lnTo>
                  <a:cubicBezTo>
                    <a:pt x="11728" y="7161"/>
                    <a:pt x="11728" y="7130"/>
                    <a:pt x="11697" y="7099"/>
                  </a:cubicBezTo>
                  <a:lnTo>
                    <a:pt x="9691" y="4476"/>
                  </a:lnTo>
                  <a:lnTo>
                    <a:pt x="9691" y="2778"/>
                  </a:lnTo>
                  <a:cubicBezTo>
                    <a:pt x="9691" y="2038"/>
                    <a:pt x="9073" y="1421"/>
                    <a:pt x="8333" y="1421"/>
                  </a:cubicBezTo>
                  <a:lnTo>
                    <a:pt x="7839" y="1421"/>
                  </a:lnTo>
                  <a:lnTo>
                    <a:pt x="7839" y="896"/>
                  </a:lnTo>
                  <a:cubicBezTo>
                    <a:pt x="7839" y="402"/>
                    <a:pt x="7438" y="1"/>
                    <a:pt x="69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1" name="Google Shape;13651;p88"/>
          <p:cNvGrpSpPr/>
          <p:nvPr/>
        </p:nvGrpSpPr>
        <p:grpSpPr>
          <a:xfrm>
            <a:off x="1786400" y="2850824"/>
            <a:ext cx="348775" cy="345475"/>
            <a:chOff x="7790063" y="1921756"/>
            <a:chExt cx="348775" cy="345475"/>
          </a:xfrm>
        </p:grpSpPr>
        <p:sp>
          <p:nvSpPr>
            <p:cNvPr id="13652" name="Google Shape;13652;p88"/>
            <p:cNvSpPr/>
            <p:nvPr/>
          </p:nvSpPr>
          <p:spPr>
            <a:xfrm>
              <a:off x="7790063" y="1992606"/>
              <a:ext cx="267750" cy="274625"/>
            </a:xfrm>
            <a:custGeom>
              <a:rect b="b" l="l" r="r" t="t"/>
              <a:pathLst>
                <a:path extrusionOk="0" h="10985" w="10710">
                  <a:moveTo>
                    <a:pt x="9815" y="970"/>
                  </a:moveTo>
                  <a:cubicBezTo>
                    <a:pt x="9877" y="970"/>
                    <a:pt x="9938" y="1001"/>
                    <a:pt x="10000" y="1032"/>
                  </a:cubicBezTo>
                  <a:cubicBezTo>
                    <a:pt x="10124" y="1155"/>
                    <a:pt x="10124" y="1371"/>
                    <a:pt x="10000" y="1495"/>
                  </a:cubicBezTo>
                  <a:lnTo>
                    <a:pt x="9815" y="1649"/>
                  </a:lnTo>
                  <a:lnTo>
                    <a:pt x="9815" y="970"/>
                  </a:lnTo>
                  <a:close/>
                  <a:moveTo>
                    <a:pt x="9105" y="414"/>
                  </a:moveTo>
                  <a:cubicBezTo>
                    <a:pt x="9290" y="414"/>
                    <a:pt x="9414" y="538"/>
                    <a:pt x="9414" y="723"/>
                  </a:cubicBezTo>
                  <a:lnTo>
                    <a:pt x="9414" y="3130"/>
                  </a:lnTo>
                  <a:cubicBezTo>
                    <a:pt x="9414" y="3346"/>
                    <a:pt x="9259" y="3454"/>
                    <a:pt x="9105" y="3454"/>
                  </a:cubicBezTo>
                  <a:cubicBezTo>
                    <a:pt x="8951" y="3454"/>
                    <a:pt x="8797" y="3346"/>
                    <a:pt x="8797" y="3130"/>
                  </a:cubicBezTo>
                  <a:lnTo>
                    <a:pt x="8797" y="723"/>
                  </a:lnTo>
                  <a:cubicBezTo>
                    <a:pt x="8797" y="538"/>
                    <a:pt x="8951" y="414"/>
                    <a:pt x="9105" y="414"/>
                  </a:cubicBezTo>
                  <a:close/>
                  <a:moveTo>
                    <a:pt x="8395" y="2204"/>
                  </a:moveTo>
                  <a:lnTo>
                    <a:pt x="8395" y="3069"/>
                  </a:lnTo>
                  <a:lnTo>
                    <a:pt x="8025" y="3470"/>
                  </a:lnTo>
                  <a:lnTo>
                    <a:pt x="8025" y="2575"/>
                  </a:lnTo>
                  <a:lnTo>
                    <a:pt x="8395" y="2204"/>
                  </a:lnTo>
                  <a:close/>
                  <a:moveTo>
                    <a:pt x="7355" y="2200"/>
                  </a:moveTo>
                  <a:cubicBezTo>
                    <a:pt x="7495" y="2200"/>
                    <a:pt x="7624" y="2341"/>
                    <a:pt x="7624" y="2482"/>
                  </a:cubicBezTo>
                  <a:lnTo>
                    <a:pt x="7624" y="4920"/>
                  </a:lnTo>
                  <a:cubicBezTo>
                    <a:pt x="7608" y="5113"/>
                    <a:pt x="7449" y="5214"/>
                    <a:pt x="7297" y="5214"/>
                  </a:cubicBezTo>
                  <a:cubicBezTo>
                    <a:pt x="7157" y="5214"/>
                    <a:pt x="7021" y="5129"/>
                    <a:pt x="7007" y="4951"/>
                  </a:cubicBezTo>
                  <a:lnTo>
                    <a:pt x="7007" y="2513"/>
                  </a:lnTo>
                  <a:cubicBezTo>
                    <a:pt x="7007" y="2328"/>
                    <a:pt x="7130" y="2204"/>
                    <a:pt x="7315" y="2204"/>
                  </a:cubicBezTo>
                  <a:cubicBezTo>
                    <a:pt x="7329" y="2202"/>
                    <a:pt x="7342" y="2200"/>
                    <a:pt x="7355" y="2200"/>
                  </a:cubicBezTo>
                  <a:close/>
                  <a:moveTo>
                    <a:pt x="6605" y="3994"/>
                  </a:moveTo>
                  <a:lnTo>
                    <a:pt x="6605" y="4889"/>
                  </a:lnTo>
                  <a:lnTo>
                    <a:pt x="6204" y="5291"/>
                  </a:lnTo>
                  <a:lnTo>
                    <a:pt x="6204" y="4365"/>
                  </a:lnTo>
                  <a:lnTo>
                    <a:pt x="6605" y="3994"/>
                  </a:lnTo>
                  <a:close/>
                  <a:moveTo>
                    <a:pt x="5483" y="4025"/>
                  </a:moveTo>
                  <a:cubicBezTo>
                    <a:pt x="5625" y="4025"/>
                    <a:pt x="5772" y="4118"/>
                    <a:pt x="5803" y="4303"/>
                  </a:cubicBezTo>
                  <a:lnTo>
                    <a:pt x="5803" y="6741"/>
                  </a:lnTo>
                  <a:cubicBezTo>
                    <a:pt x="5803" y="6926"/>
                    <a:pt x="5679" y="7050"/>
                    <a:pt x="5494" y="7050"/>
                  </a:cubicBezTo>
                  <a:cubicBezTo>
                    <a:pt x="5340" y="7050"/>
                    <a:pt x="5186" y="6895"/>
                    <a:pt x="5186" y="6741"/>
                  </a:cubicBezTo>
                  <a:lnTo>
                    <a:pt x="5186" y="4303"/>
                  </a:lnTo>
                  <a:cubicBezTo>
                    <a:pt x="5201" y="4118"/>
                    <a:pt x="5340" y="4025"/>
                    <a:pt x="5483" y="4025"/>
                  </a:cubicBezTo>
                  <a:close/>
                  <a:moveTo>
                    <a:pt x="4815" y="5784"/>
                  </a:moveTo>
                  <a:lnTo>
                    <a:pt x="4815" y="6679"/>
                  </a:lnTo>
                  <a:lnTo>
                    <a:pt x="4414" y="7081"/>
                  </a:lnTo>
                  <a:lnTo>
                    <a:pt x="4414" y="6186"/>
                  </a:lnTo>
                  <a:lnTo>
                    <a:pt x="4815" y="5784"/>
                  </a:lnTo>
                  <a:close/>
                  <a:moveTo>
                    <a:pt x="2995" y="7605"/>
                  </a:moveTo>
                  <a:lnTo>
                    <a:pt x="2995" y="8469"/>
                  </a:lnTo>
                  <a:lnTo>
                    <a:pt x="2748" y="8747"/>
                  </a:lnTo>
                  <a:lnTo>
                    <a:pt x="2316" y="8315"/>
                  </a:lnTo>
                  <a:lnTo>
                    <a:pt x="2995" y="7605"/>
                  </a:lnTo>
                  <a:close/>
                  <a:moveTo>
                    <a:pt x="3720" y="5816"/>
                  </a:moveTo>
                  <a:cubicBezTo>
                    <a:pt x="3896" y="5822"/>
                    <a:pt x="4013" y="5943"/>
                    <a:pt x="4013" y="6093"/>
                  </a:cubicBezTo>
                  <a:lnTo>
                    <a:pt x="4013" y="8531"/>
                  </a:lnTo>
                  <a:cubicBezTo>
                    <a:pt x="4013" y="8747"/>
                    <a:pt x="3859" y="8855"/>
                    <a:pt x="3704" y="8855"/>
                  </a:cubicBezTo>
                  <a:cubicBezTo>
                    <a:pt x="3550" y="8855"/>
                    <a:pt x="3396" y="8747"/>
                    <a:pt x="3396" y="8531"/>
                  </a:cubicBezTo>
                  <a:lnTo>
                    <a:pt x="3396" y="6124"/>
                  </a:lnTo>
                  <a:cubicBezTo>
                    <a:pt x="3396" y="5944"/>
                    <a:pt x="3542" y="5822"/>
                    <a:pt x="3720" y="5816"/>
                  </a:cubicBezTo>
                  <a:close/>
                  <a:moveTo>
                    <a:pt x="1482" y="8037"/>
                  </a:moveTo>
                  <a:lnTo>
                    <a:pt x="3025" y="9580"/>
                  </a:lnTo>
                  <a:cubicBezTo>
                    <a:pt x="2776" y="9746"/>
                    <a:pt x="2502" y="9863"/>
                    <a:pt x="2204" y="9863"/>
                  </a:cubicBezTo>
                  <a:cubicBezTo>
                    <a:pt x="2169" y="9863"/>
                    <a:pt x="2135" y="9861"/>
                    <a:pt x="2100" y="9858"/>
                  </a:cubicBezTo>
                  <a:cubicBezTo>
                    <a:pt x="1883" y="9858"/>
                    <a:pt x="1637" y="9920"/>
                    <a:pt x="1482" y="10105"/>
                  </a:cubicBezTo>
                  <a:lnTo>
                    <a:pt x="1019" y="10568"/>
                  </a:lnTo>
                  <a:cubicBezTo>
                    <a:pt x="1004" y="10583"/>
                    <a:pt x="981" y="10591"/>
                    <a:pt x="958" y="10591"/>
                  </a:cubicBezTo>
                  <a:cubicBezTo>
                    <a:pt x="934" y="10591"/>
                    <a:pt x="911" y="10583"/>
                    <a:pt x="896" y="10568"/>
                  </a:cubicBezTo>
                  <a:lnTo>
                    <a:pt x="495" y="10198"/>
                  </a:lnTo>
                  <a:cubicBezTo>
                    <a:pt x="464" y="10167"/>
                    <a:pt x="464" y="10105"/>
                    <a:pt x="495" y="10074"/>
                  </a:cubicBezTo>
                  <a:lnTo>
                    <a:pt x="495" y="10043"/>
                  </a:lnTo>
                  <a:lnTo>
                    <a:pt x="958" y="9580"/>
                  </a:lnTo>
                  <a:cubicBezTo>
                    <a:pt x="1112" y="9395"/>
                    <a:pt x="1205" y="9179"/>
                    <a:pt x="1205" y="8963"/>
                  </a:cubicBezTo>
                  <a:cubicBezTo>
                    <a:pt x="1174" y="8624"/>
                    <a:pt x="1266" y="8315"/>
                    <a:pt x="1482" y="8037"/>
                  </a:cubicBezTo>
                  <a:close/>
                  <a:moveTo>
                    <a:pt x="9128" y="0"/>
                  </a:moveTo>
                  <a:cubicBezTo>
                    <a:pt x="8763" y="0"/>
                    <a:pt x="8395" y="251"/>
                    <a:pt x="8395" y="723"/>
                  </a:cubicBezTo>
                  <a:lnTo>
                    <a:pt x="8395" y="1618"/>
                  </a:lnTo>
                  <a:lnTo>
                    <a:pt x="7932" y="2112"/>
                  </a:lnTo>
                  <a:cubicBezTo>
                    <a:pt x="7782" y="1892"/>
                    <a:pt x="7559" y="1794"/>
                    <a:pt x="7337" y="1794"/>
                  </a:cubicBezTo>
                  <a:cubicBezTo>
                    <a:pt x="6968" y="1794"/>
                    <a:pt x="6605" y="2069"/>
                    <a:pt x="6605" y="2513"/>
                  </a:cubicBezTo>
                  <a:lnTo>
                    <a:pt x="6605" y="3439"/>
                  </a:lnTo>
                  <a:lnTo>
                    <a:pt x="6112" y="3902"/>
                  </a:lnTo>
                  <a:cubicBezTo>
                    <a:pt x="5973" y="3682"/>
                    <a:pt x="5756" y="3584"/>
                    <a:pt x="5540" y="3584"/>
                  </a:cubicBezTo>
                  <a:cubicBezTo>
                    <a:pt x="5178" y="3584"/>
                    <a:pt x="4815" y="3859"/>
                    <a:pt x="4815" y="4303"/>
                  </a:cubicBezTo>
                  <a:lnTo>
                    <a:pt x="4815" y="5229"/>
                  </a:lnTo>
                  <a:lnTo>
                    <a:pt x="4322" y="5692"/>
                  </a:lnTo>
                  <a:cubicBezTo>
                    <a:pt x="4171" y="5483"/>
                    <a:pt x="3950" y="5387"/>
                    <a:pt x="3732" y="5387"/>
                  </a:cubicBezTo>
                  <a:cubicBezTo>
                    <a:pt x="3369" y="5387"/>
                    <a:pt x="3014" y="5650"/>
                    <a:pt x="2995" y="6093"/>
                  </a:cubicBezTo>
                  <a:lnTo>
                    <a:pt x="2995" y="7019"/>
                  </a:lnTo>
                  <a:lnTo>
                    <a:pt x="2038" y="7976"/>
                  </a:lnTo>
                  <a:lnTo>
                    <a:pt x="1328" y="7327"/>
                  </a:lnTo>
                  <a:cubicBezTo>
                    <a:pt x="958" y="6957"/>
                    <a:pt x="958" y="6371"/>
                    <a:pt x="1328" y="6000"/>
                  </a:cubicBezTo>
                  <a:lnTo>
                    <a:pt x="1482" y="5846"/>
                  </a:lnTo>
                  <a:cubicBezTo>
                    <a:pt x="1822" y="5507"/>
                    <a:pt x="1945" y="5013"/>
                    <a:pt x="1791" y="4550"/>
                  </a:cubicBezTo>
                  <a:cubicBezTo>
                    <a:pt x="1667" y="4180"/>
                    <a:pt x="1482" y="3871"/>
                    <a:pt x="1235" y="3562"/>
                  </a:cubicBezTo>
                  <a:cubicBezTo>
                    <a:pt x="1174" y="3531"/>
                    <a:pt x="1174" y="3470"/>
                    <a:pt x="1235" y="3439"/>
                  </a:cubicBezTo>
                  <a:lnTo>
                    <a:pt x="1482" y="3192"/>
                  </a:lnTo>
                  <a:cubicBezTo>
                    <a:pt x="1498" y="3161"/>
                    <a:pt x="1521" y="3146"/>
                    <a:pt x="1548" y="3146"/>
                  </a:cubicBezTo>
                  <a:cubicBezTo>
                    <a:pt x="1575" y="3146"/>
                    <a:pt x="1606" y="3161"/>
                    <a:pt x="1637" y="3192"/>
                  </a:cubicBezTo>
                  <a:cubicBezTo>
                    <a:pt x="1914" y="3408"/>
                    <a:pt x="2254" y="3624"/>
                    <a:pt x="2593" y="3748"/>
                  </a:cubicBezTo>
                  <a:cubicBezTo>
                    <a:pt x="2723" y="3782"/>
                    <a:pt x="2855" y="3800"/>
                    <a:pt x="2986" y="3800"/>
                  </a:cubicBezTo>
                  <a:cubicBezTo>
                    <a:pt x="3321" y="3800"/>
                    <a:pt x="3645" y="3683"/>
                    <a:pt x="3890" y="3439"/>
                  </a:cubicBezTo>
                  <a:lnTo>
                    <a:pt x="6451" y="877"/>
                  </a:lnTo>
                  <a:cubicBezTo>
                    <a:pt x="6544" y="785"/>
                    <a:pt x="6544" y="661"/>
                    <a:pt x="6451" y="600"/>
                  </a:cubicBezTo>
                  <a:cubicBezTo>
                    <a:pt x="6405" y="553"/>
                    <a:pt x="6351" y="530"/>
                    <a:pt x="6301" y="530"/>
                  </a:cubicBezTo>
                  <a:cubicBezTo>
                    <a:pt x="6250" y="530"/>
                    <a:pt x="6204" y="553"/>
                    <a:pt x="6173" y="600"/>
                  </a:cubicBezTo>
                  <a:lnTo>
                    <a:pt x="3612" y="3130"/>
                  </a:lnTo>
                  <a:cubicBezTo>
                    <a:pt x="3437" y="3305"/>
                    <a:pt x="3215" y="3387"/>
                    <a:pt x="3002" y="3387"/>
                  </a:cubicBezTo>
                  <a:cubicBezTo>
                    <a:pt x="2915" y="3387"/>
                    <a:pt x="2829" y="3373"/>
                    <a:pt x="2748" y="3346"/>
                  </a:cubicBezTo>
                  <a:cubicBezTo>
                    <a:pt x="2439" y="3254"/>
                    <a:pt x="2130" y="3069"/>
                    <a:pt x="1883" y="2853"/>
                  </a:cubicBezTo>
                  <a:cubicBezTo>
                    <a:pt x="1795" y="2779"/>
                    <a:pt x="1679" y="2740"/>
                    <a:pt x="1561" y="2740"/>
                  </a:cubicBezTo>
                  <a:cubicBezTo>
                    <a:pt x="1432" y="2740"/>
                    <a:pt x="1301" y="2787"/>
                    <a:pt x="1205" y="2883"/>
                  </a:cubicBezTo>
                  <a:lnTo>
                    <a:pt x="958" y="3161"/>
                  </a:lnTo>
                  <a:cubicBezTo>
                    <a:pt x="772" y="3346"/>
                    <a:pt x="742" y="3624"/>
                    <a:pt x="927" y="3840"/>
                  </a:cubicBezTo>
                  <a:cubicBezTo>
                    <a:pt x="1143" y="4087"/>
                    <a:pt x="1297" y="4365"/>
                    <a:pt x="1421" y="4673"/>
                  </a:cubicBezTo>
                  <a:cubicBezTo>
                    <a:pt x="1513" y="4982"/>
                    <a:pt x="1421" y="5321"/>
                    <a:pt x="1205" y="5538"/>
                  </a:cubicBezTo>
                  <a:lnTo>
                    <a:pt x="1050" y="5692"/>
                  </a:lnTo>
                  <a:cubicBezTo>
                    <a:pt x="526" y="6216"/>
                    <a:pt x="526" y="7081"/>
                    <a:pt x="1050" y="7605"/>
                  </a:cubicBezTo>
                  <a:lnTo>
                    <a:pt x="1174" y="7760"/>
                  </a:lnTo>
                  <a:cubicBezTo>
                    <a:pt x="896" y="8099"/>
                    <a:pt x="772" y="8531"/>
                    <a:pt x="803" y="8963"/>
                  </a:cubicBezTo>
                  <a:cubicBezTo>
                    <a:pt x="803" y="9087"/>
                    <a:pt x="742" y="9210"/>
                    <a:pt x="680" y="9272"/>
                  </a:cubicBezTo>
                  <a:lnTo>
                    <a:pt x="186" y="9766"/>
                  </a:lnTo>
                  <a:cubicBezTo>
                    <a:pt x="1" y="9951"/>
                    <a:pt x="1" y="10259"/>
                    <a:pt x="186" y="10444"/>
                  </a:cubicBezTo>
                  <a:lnTo>
                    <a:pt x="587" y="10846"/>
                  </a:lnTo>
                  <a:cubicBezTo>
                    <a:pt x="680" y="10938"/>
                    <a:pt x="803" y="10985"/>
                    <a:pt x="927" y="10985"/>
                  </a:cubicBezTo>
                  <a:cubicBezTo>
                    <a:pt x="1050" y="10985"/>
                    <a:pt x="1174" y="10938"/>
                    <a:pt x="1266" y="10846"/>
                  </a:cubicBezTo>
                  <a:lnTo>
                    <a:pt x="1760" y="10352"/>
                  </a:lnTo>
                  <a:cubicBezTo>
                    <a:pt x="1829" y="10282"/>
                    <a:pt x="1934" y="10248"/>
                    <a:pt x="2033" y="10248"/>
                  </a:cubicBezTo>
                  <a:cubicBezTo>
                    <a:pt x="2067" y="10248"/>
                    <a:pt x="2100" y="10252"/>
                    <a:pt x="2130" y="10259"/>
                  </a:cubicBezTo>
                  <a:cubicBezTo>
                    <a:pt x="2562" y="10259"/>
                    <a:pt x="2964" y="10105"/>
                    <a:pt x="3272" y="9858"/>
                  </a:cubicBezTo>
                  <a:lnTo>
                    <a:pt x="3396" y="10012"/>
                  </a:lnTo>
                  <a:cubicBezTo>
                    <a:pt x="3658" y="10275"/>
                    <a:pt x="4013" y="10406"/>
                    <a:pt x="4368" y="10406"/>
                  </a:cubicBezTo>
                  <a:cubicBezTo>
                    <a:pt x="4723" y="10406"/>
                    <a:pt x="5078" y="10275"/>
                    <a:pt x="5340" y="10012"/>
                  </a:cubicBezTo>
                  <a:lnTo>
                    <a:pt x="6698" y="8624"/>
                  </a:lnTo>
                  <a:cubicBezTo>
                    <a:pt x="6840" y="8482"/>
                    <a:pt x="6709" y="8285"/>
                    <a:pt x="6557" y="8285"/>
                  </a:cubicBezTo>
                  <a:cubicBezTo>
                    <a:pt x="6511" y="8285"/>
                    <a:pt x="6463" y="8303"/>
                    <a:pt x="6420" y="8346"/>
                  </a:cubicBezTo>
                  <a:lnTo>
                    <a:pt x="5062" y="9704"/>
                  </a:lnTo>
                  <a:cubicBezTo>
                    <a:pt x="4877" y="9889"/>
                    <a:pt x="4630" y="9982"/>
                    <a:pt x="4383" y="9982"/>
                  </a:cubicBezTo>
                  <a:cubicBezTo>
                    <a:pt x="4136" y="9982"/>
                    <a:pt x="3890" y="9889"/>
                    <a:pt x="3704" y="9704"/>
                  </a:cubicBezTo>
                  <a:lnTo>
                    <a:pt x="3025" y="9025"/>
                  </a:lnTo>
                  <a:lnTo>
                    <a:pt x="3118" y="8932"/>
                  </a:lnTo>
                  <a:cubicBezTo>
                    <a:pt x="3149" y="8994"/>
                    <a:pt x="3180" y="9025"/>
                    <a:pt x="3211" y="9056"/>
                  </a:cubicBezTo>
                  <a:cubicBezTo>
                    <a:pt x="3334" y="9179"/>
                    <a:pt x="3519" y="9272"/>
                    <a:pt x="3704" y="9272"/>
                  </a:cubicBezTo>
                  <a:cubicBezTo>
                    <a:pt x="4106" y="9241"/>
                    <a:pt x="4414" y="8932"/>
                    <a:pt x="4414" y="8531"/>
                  </a:cubicBezTo>
                  <a:lnTo>
                    <a:pt x="4414" y="7636"/>
                  </a:lnTo>
                  <a:lnTo>
                    <a:pt x="4908" y="7142"/>
                  </a:lnTo>
                  <a:cubicBezTo>
                    <a:pt x="4939" y="7173"/>
                    <a:pt x="4970" y="7204"/>
                    <a:pt x="5001" y="7235"/>
                  </a:cubicBezTo>
                  <a:cubicBezTo>
                    <a:pt x="5124" y="7389"/>
                    <a:pt x="5309" y="7451"/>
                    <a:pt x="5494" y="7451"/>
                  </a:cubicBezTo>
                  <a:cubicBezTo>
                    <a:pt x="5896" y="7451"/>
                    <a:pt x="6204" y="7142"/>
                    <a:pt x="6204" y="6741"/>
                  </a:cubicBezTo>
                  <a:lnTo>
                    <a:pt x="6204" y="5815"/>
                  </a:lnTo>
                  <a:lnTo>
                    <a:pt x="6729" y="5321"/>
                  </a:lnTo>
                  <a:cubicBezTo>
                    <a:pt x="6760" y="5383"/>
                    <a:pt x="6791" y="5414"/>
                    <a:pt x="6821" y="5445"/>
                  </a:cubicBezTo>
                  <a:cubicBezTo>
                    <a:pt x="6971" y="5594"/>
                    <a:pt x="7149" y="5660"/>
                    <a:pt x="7323" y="5660"/>
                  </a:cubicBezTo>
                  <a:cubicBezTo>
                    <a:pt x="7688" y="5660"/>
                    <a:pt x="8035" y="5369"/>
                    <a:pt x="8056" y="4951"/>
                  </a:cubicBezTo>
                  <a:lnTo>
                    <a:pt x="8056" y="4025"/>
                  </a:lnTo>
                  <a:lnTo>
                    <a:pt x="8519" y="3531"/>
                  </a:lnTo>
                  <a:cubicBezTo>
                    <a:pt x="8550" y="3562"/>
                    <a:pt x="8581" y="3624"/>
                    <a:pt x="8611" y="3655"/>
                  </a:cubicBezTo>
                  <a:cubicBezTo>
                    <a:pt x="8755" y="3779"/>
                    <a:pt x="8922" y="3835"/>
                    <a:pt x="9085" y="3835"/>
                  </a:cubicBezTo>
                  <a:cubicBezTo>
                    <a:pt x="9449" y="3835"/>
                    <a:pt x="9794" y="3556"/>
                    <a:pt x="9815" y="3130"/>
                  </a:cubicBezTo>
                  <a:lnTo>
                    <a:pt x="9815" y="2235"/>
                  </a:lnTo>
                  <a:lnTo>
                    <a:pt x="10278" y="1772"/>
                  </a:lnTo>
                  <a:cubicBezTo>
                    <a:pt x="10710" y="1340"/>
                    <a:pt x="10432" y="569"/>
                    <a:pt x="9815" y="538"/>
                  </a:cubicBezTo>
                  <a:cubicBezTo>
                    <a:pt x="9731" y="174"/>
                    <a:pt x="9431" y="0"/>
                    <a:pt x="91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88"/>
            <p:cNvSpPr/>
            <p:nvPr/>
          </p:nvSpPr>
          <p:spPr>
            <a:xfrm>
              <a:off x="7955963" y="1921756"/>
              <a:ext cx="182875" cy="273650"/>
            </a:xfrm>
            <a:custGeom>
              <a:rect b="b" l="l" r="r" t="t"/>
              <a:pathLst>
                <a:path extrusionOk="0" h="10946" w="7315">
                  <a:moveTo>
                    <a:pt x="4927" y="417"/>
                  </a:moveTo>
                  <a:cubicBezTo>
                    <a:pt x="5038" y="417"/>
                    <a:pt x="5154" y="455"/>
                    <a:pt x="5247" y="533"/>
                  </a:cubicBezTo>
                  <a:lnTo>
                    <a:pt x="6697" y="1983"/>
                  </a:lnTo>
                  <a:cubicBezTo>
                    <a:pt x="6882" y="2168"/>
                    <a:pt x="6882" y="2446"/>
                    <a:pt x="6697" y="2600"/>
                  </a:cubicBezTo>
                  <a:cubicBezTo>
                    <a:pt x="6620" y="2693"/>
                    <a:pt x="6512" y="2739"/>
                    <a:pt x="6400" y="2739"/>
                  </a:cubicBezTo>
                  <a:cubicBezTo>
                    <a:pt x="6288" y="2739"/>
                    <a:pt x="6173" y="2693"/>
                    <a:pt x="6080" y="2600"/>
                  </a:cubicBezTo>
                  <a:lnTo>
                    <a:pt x="4629" y="1181"/>
                  </a:lnTo>
                  <a:cubicBezTo>
                    <a:pt x="4444" y="996"/>
                    <a:pt x="4444" y="718"/>
                    <a:pt x="4629" y="564"/>
                  </a:cubicBezTo>
                  <a:lnTo>
                    <a:pt x="4629" y="533"/>
                  </a:lnTo>
                  <a:cubicBezTo>
                    <a:pt x="4707" y="455"/>
                    <a:pt x="4815" y="417"/>
                    <a:pt x="4927" y="417"/>
                  </a:cubicBezTo>
                  <a:close/>
                  <a:moveTo>
                    <a:pt x="4629" y="1705"/>
                  </a:moveTo>
                  <a:lnTo>
                    <a:pt x="5555" y="2631"/>
                  </a:lnTo>
                  <a:lnTo>
                    <a:pt x="4846" y="3341"/>
                  </a:lnTo>
                  <a:lnTo>
                    <a:pt x="3920" y="2415"/>
                  </a:lnTo>
                  <a:lnTo>
                    <a:pt x="4629" y="1705"/>
                  </a:lnTo>
                  <a:close/>
                  <a:moveTo>
                    <a:pt x="4927" y="0"/>
                  </a:moveTo>
                  <a:cubicBezTo>
                    <a:pt x="4714" y="0"/>
                    <a:pt x="4506" y="85"/>
                    <a:pt x="4352" y="255"/>
                  </a:cubicBezTo>
                  <a:cubicBezTo>
                    <a:pt x="4043" y="564"/>
                    <a:pt x="4043" y="1088"/>
                    <a:pt x="4352" y="1397"/>
                  </a:cubicBezTo>
                  <a:lnTo>
                    <a:pt x="3611" y="2137"/>
                  </a:lnTo>
                  <a:lnTo>
                    <a:pt x="3179" y="1705"/>
                  </a:lnTo>
                  <a:cubicBezTo>
                    <a:pt x="2917" y="1428"/>
                    <a:pt x="2569" y="1289"/>
                    <a:pt x="2222" y="1289"/>
                  </a:cubicBezTo>
                  <a:cubicBezTo>
                    <a:pt x="1875" y="1289"/>
                    <a:pt x="1528" y="1428"/>
                    <a:pt x="1266" y="1705"/>
                  </a:cubicBezTo>
                  <a:lnTo>
                    <a:pt x="93" y="2878"/>
                  </a:lnTo>
                  <a:cubicBezTo>
                    <a:pt x="0" y="2940"/>
                    <a:pt x="0" y="3063"/>
                    <a:pt x="93" y="3156"/>
                  </a:cubicBezTo>
                  <a:cubicBezTo>
                    <a:pt x="139" y="3202"/>
                    <a:pt x="193" y="3225"/>
                    <a:pt x="243" y="3225"/>
                  </a:cubicBezTo>
                  <a:cubicBezTo>
                    <a:pt x="293" y="3225"/>
                    <a:pt x="340" y="3202"/>
                    <a:pt x="371" y="3156"/>
                  </a:cubicBezTo>
                  <a:lnTo>
                    <a:pt x="1574" y="1983"/>
                  </a:lnTo>
                  <a:cubicBezTo>
                    <a:pt x="1759" y="1798"/>
                    <a:pt x="1999" y="1705"/>
                    <a:pt x="2238" y="1705"/>
                  </a:cubicBezTo>
                  <a:cubicBezTo>
                    <a:pt x="2477" y="1705"/>
                    <a:pt x="2716" y="1798"/>
                    <a:pt x="2901" y="1983"/>
                  </a:cubicBezTo>
                  <a:lnTo>
                    <a:pt x="5278" y="4359"/>
                  </a:lnTo>
                  <a:cubicBezTo>
                    <a:pt x="5648" y="4730"/>
                    <a:pt x="5648" y="5316"/>
                    <a:pt x="5278" y="5687"/>
                  </a:cubicBezTo>
                  <a:lnTo>
                    <a:pt x="5123" y="5841"/>
                  </a:lnTo>
                  <a:cubicBezTo>
                    <a:pt x="4784" y="6180"/>
                    <a:pt x="4660" y="6674"/>
                    <a:pt x="4815" y="7137"/>
                  </a:cubicBezTo>
                  <a:cubicBezTo>
                    <a:pt x="4938" y="7507"/>
                    <a:pt x="5123" y="7816"/>
                    <a:pt x="5370" y="8125"/>
                  </a:cubicBezTo>
                  <a:cubicBezTo>
                    <a:pt x="5401" y="8155"/>
                    <a:pt x="5401" y="8217"/>
                    <a:pt x="5370" y="8248"/>
                  </a:cubicBezTo>
                  <a:lnTo>
                    <a:pt x="5123" y="8495"/>
                  </a:lnTo>
                  <a:cubicBezTo>
                    <a:pt x="5092" y="8510"/>
                    <a:pt x="5062" y="8518"/>
                    <a:pt x="5035" y="8518"/>
                  </a:cubicBezTo>
                  <a:cubicBezTo>
                    <a:pt x="5008" y="8518"/>
                    <a:pt x="4984" y="8510"/>
                    <a:pt x="4969" y="8495"/>
                  </a:cubicBezTo>
                  <a:cubicBezTo>
                    <a:pt x="4691" y="8248"/>
                    <a:pt x="4352" y="8063"/>
                    <a:pt x="4012" y="7939"/>
                  </a:cubicBezTo>
                  <a:cubicBezTo>
                    <a:pt x="3879" y="7895"/>
                    <a:pt x="3744" y="7874"/>
                    <a:pt x="3611" y="7874"/>
                  </a:cubicBezTo>
                  <a:cubicBezTo>
                    <a:pt x="3279" y="7874"/>
                    <a:pt x="2958" y="8006"/>
                    <a:pt x="2716" y="8248"/>
                  </a:cubicBezTo>
                  <a:lnTo>
                    <a:pt x="340" y="10594"/>
                  </a:lnTo>
                  <a:cubicBezTo>
                    <a:pt x="278" y="10686"/>
                    <a:pt x="278" y="10810"/>
                    <a:pt x="340" y="10902"/>
                  </a:cubicBezTo>
                  <a:cubicBezTo>
                    <a:pt x="362" y="10924"/>
                    <a:pt x="399" y="10946"/>
                    <a:pt x="441" y="10946"/>
                  </a:cubicBezTo>
                  <a:cubicBezTo>
                    <a:pt x="458" y="10946"/>
                    <a:pt x="476" y="10942"/>
                    <a:pt x="494" y="10933"/>
                  </a:cubicBezTo>
                  <a:cubicBezTo>
                    <a:pt x="512" y="10942"/>
                    <a:pt x="528" y="10946"/>
                    <a:pt x="542" y="10946"/>
                  </a:cubicBezTo>
                  <a:cubicBezTo>
                    <a:pt x="576" y="10946"/>
                    <a:pt x="605" y="10924"/>
                    <a:pt x="648" y="10902"/>
                  </a:cubicBezTo>
                  <a:lnTo>
                    <a:pt x="2994" y="8526"/>
                  </a:lnTo>
                  <a:cubicBezTo>
                    <a:pt x="3169" y="8351"/>
                    <a:pt x="3390" y="8269"/>
                    <a:pt x="3614" y="8269"/>
                  </a:cubicBezTo>
                  <a:cubicBezTo>
                    <a:pt x="3706" y="8269"/>
                    <a:pt x="3799" y="8283"/>
                    <a:pt x="3889" y="8310"/>
                  </a:cubicBezTo>
                  <a:cubicBezTo>
                    <a:pt x="4167" y="8433"/>
                    <a:pt x="4475" y="8588"/>
                    <a:pt x="4722" y="8804"/>
                  </a:cubicBezTo>
                  <a:cubicBezTo>
                    <a:pt x="4810" y="8877"/>
                    <a:pt x="4927" y="8916"/>
                    <a:pt x="5045" y="8916"/>
                  </a:cubicBezTo>
                  <a:cubicBezTo>
                    <a:pt x="5174" y="8916"/>
                    <a:pt x="5304" y="8870"/>
                    <a:pt x="5401" y="8773"/>
                  </a:cubicBezTo>
                  <a:lnTo>
                    <a:pt x="5648" y="8495"/>
                  </a:lnTo>
                  <a:cubicBezTo>
                    <a:pt x="5833" y="8310"/>
                    <a:pt x="5864" y="8032"/>
                    <a:pt x="5679" y="7816"/>
                  </a:cubicBezTo>
                  <a:cubicBezTo>
                    <a:pt x="5463" y="7569"/>
                    <a:pt x="5308" y="7291"/>
                    <a:pt x="5216" y="6983"/>
                  </a:cubicBezTo>
                  <a:cubicBezTo>
                    <a:pt x="5092" y="6674"/>
                    <a:pt x="5185" y="6335"/>
                    <a:pt x="5401" y="6119"/>
                  </a:cubicBezTo>
                  <a:lnTo>
                    <a:pt x="5555" y="5964"/>
                  </a:lnTo>
                  <a:cubicBezTo>
                    <a:pt x="6111" y="5440"/>
                    <a:pt x="6111" y="4576"/>
                    <a:pt x="5555" y="4020"/>
                  </a:cubicBezTo>
                  <a:lnTo>
                    <a:pt x="5123" y="3619"/>
                  </a:lnTo>
                  <a:lnTo>
                    <a:pt x="5833" y="2909"/>
                  </a:lnTo>
                  <a:cubicBezTo>
                    <a:pt x="5987" y="3063"/>
                    <a:pt x="6196" y="3140"/>
                    <a:pt x="6404" y="3140"/>
                  </a:cubicBezTo>
                  <a:cubicBezTo>
                    <a:pt x="6612" y="3140"/>
                    <a:pt x="6821" y="3063"/>
                    <a:pt x="6975" y="2909"/>
                  </a:cubicBezTo>
                  <a:cubicBezTo>
                    <a:pt x="7314" y="2570"/>
                    <a:pt x="7314" y="2045"/>
                    <a:pt x="6975" y="1736"/>
                  </a:cubicBezTo>
                  <a:lnTo>
                    <a:pt x="5524" y="255"/>
                  </a:lnTo>
                  <a:cubicBezTo>
                    <a:pt x="5355" y="85"/>
                    <a:pt x="5139" y="0"/>
                    <a:pt x="49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4" name="Google Shape;13654;p88"/>
          <p:cNvGrpSpPr/>
          <p:nvPr/>
        </p:nvGrpSpPr>
        <p:grpSpPr>
          <a:xfrm>
            <a:off x="2550019" y="2850724"/>
            <a:ext cx="314050" cy="345675"/>
            <a:chOff x="6329538" y="3581531"/>
            <a:chExt cx="314050" cy="345675"/>
          </a:xfrm>
        </p:grpSpPr>
        <p:sp>
          <p:nvSpPr>
            <p:cNvPr id="13655" name="Google Shape;13655;p88"/>
            <p:cNvSpPr/>
            <p:nvPr/>
          </p:nvSpPr>
          <p:spPr>
            <a:xfrm>
              <a:off x="6409013" y="3621656"/>
              <a:ext cx="193675" cy="233025"/>
            </a:xfrm>
            <a:custGeom>
              <a:rect b="b" l="l" r="r" t="t"/>
              <a:pathLst>
                <a:path extrusionOk="0" h="9321" w="7747">
                  <a:moveTo>
                    <a:pt x="7345" y="2716"/>
                  </a:moveTo>
                  <a:lnTo>
                    <a:pt x="7345" y="3395"/>
                  </a:lnTo>
                  <a:lnTo>
                    <a:pt x="401" y="3395"/>
                  </a:lnTo>
                  <a:lnTo>
                    <a:pt x="401" y="2716"/>
                  </a:lnTo>
                  <a:close/>
                  <a:moveTo>
                    <a:pt x="7345" y="3765"/>
                  </a:moveTo>
                  <a:lnTo>
                    <a:pt x="7345" y="5555"/>
                  </a:lnTo>
                  <a:lnTo>
                    <a:pt x="401" y="5555"/>
                  </a:lnTo>
                  <a:lnTo>
                    <a:pt x="401" y="3765"/>
                  </a:lnTo>
                  <a:close/>
                  <a:moveTo>
                    <a:pt x="7376" y="5956"/>
                  </a:moveTo>
                  <a:lnTo>
                    <a:pt x="7376" y="6635"/>
                  </a:lnTo>
                  <a:lnTo>
                    <a:pt x="6265" y="6635"/>
                  </a:lnTo>
                  <a:cubicBezTo>
                    <a:pt x="6018" y="6666"/>
                    <a:pt x="6018" y="7006"/>
                    <a:pt x="6265" y="7037"/>
                  </a:cubicBezTo>
                  <a:lnTo>
                    <a:pt x="7345" y="7037"/>
                  </a:lnTo>
                  <a:lnTo>
                    <a:pt x="7345" y="8919"/>
                  </a:lnTo>
                  <a:lnTo>
                    <a:pt x="401" y="8919"/>
                  </a:lnTo>
                  <a:lnTo>
                    <a:pt x="401" y="7037"/>
                  </a:lnTo>
                  <a:lnTo>
                    <a:pt x="5463" y="7037"/>
                  </a:lnTo>
                  <a:cubicBezTo>
                    <a:pt x="5679" y="7006"/>
                    <a:pt x="5679" y="6666"/>
                    <a:pt x="5463" y="6635"/>
                  </a:cubicBezTo>
                  <a:lnTo>
                    <a:pt x="432" y="6635"/>
                  </a:lnTo>
                  <a:lnTo>
                    <a:pt x="432" y="5956"/>
                  </a:lnTo>
                  <a:close/>
                  <a:moveTo>
                    <a:pt x="216" y="0"/>
                  </a:moveTo>
                  <a:cubicBezTo>
                    <a:pt x="93" y="0"/>
                    <a:pt x="0" y="93"/>
                    <a:pt x="0" y="216"/>
                  </a:cubicBezTo>
                  <a:lnTo>
                    <a:pt x="31" y="9135"/>
                  </a:lnTo>
                  <a:cubicBezTo>
                    <a:pt x="31" y="9228"/>
                    <a:pt x="124" y="9320"/>
                    <a:pt x="216" y="9320"/>
                  </a:cubicBezTo>
                  <a:lnTo>
                    <a:pt x="7561" y="9320"/>
                  </a:lnTo>
                  <a:cubicBezTo>
                    <a:pt x="7654" y="9320"/>
                    <a:pt x="7746" y="9259"/>
                    <a:pt x="7746" y="9135"/>
                  </a:cubicBezTo>
                  <a:lnTo>
                    <a:pt x="7746" y="216"/>
                  </a:lnTo>
                  <a:cubicBezTo>
                    <a:pt x="7746" y="93"/>
                    <a:pt x="7654" y="0"/>
                    <a:pt x="7561" y="0"/>
                  </a:cubicBezTo>
                  <a:lnTo>
                    <a:pt x="2747" y="0"/>
                  </a:lnTo>
                  <a:cubicBezTo>
                    <a:pt x="2623" y="0"/>
                    <a:pt x="2531" y="93"/>
                    <a:pt x="2531" y="216"/>
                  </a:cubicBezTo>
                  <a:cubicBezTo>
                    <a:pt x="2531" y="309"/>
                    <a:pt x="2623" y="401"/>
                    <a:pt x="2747" y="401"/>
                  </a:cubicBezTo>
                  <a:lnTo>
                    <a:pt x="7345" y="401"/>
                  </a:lnTo>
                  <a:lnTo>
                    <a:pt x="7345" y="2315"/>
                  </a:lnTo>
                  <a:lnTo>
                    <a:pt x="401" y="2315"/>
                  </a:lnTo>
                  <a:lnTo>
                    <a:pt x="401" y="401"/>
                  </a:lnTo>
                  <a:lnTo>
                    <a:pt x="1914" y="401"/>
                  </a:lnTo>
                  <a:cubicBezTo>
                    <a:pt x="2037" y="401"/>
                    <a:pt x="2130" y="309"/>
                    <a:pt x="2130" y="216"/>
                  </a:cubicBezTo>
                  <a:cubicBezTo>
                    <a:pt x="2130" y="93"/>
                    <a:pt x="2037" y="0"/>
                    <a:pt x="1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6" name="Google Shape;13656;p88"/>
            <p:cNvSpPr/>
            <p:nvPr/>
          </p:nvSpPr>
          <p:spPr>
            <a:xfrm>
              <a:off x="6354988" y="3655981"/>
              <a:ext cx="38600" cy="164350"/>
            </a:xfrm>
            <a:custGeom>
              <a:rect b="b" l="l" r="r" t="t"/>
              <a:pathLst>
                <a:path extrusionOk="0" h="6574" w="1544">
                  <a:moveTo>
                    <a:pt x="784" y="440"/>
                  </a:moveTo>
                  <a:cubicBezTo>
                    <a:pt x="1004" y="440"/>
                    <a:pt x="1220" y="556"/>
                    <a:pt x="1143" y="787"/>
                  </a:cubicBezTo>
                  <a:lnTo>
                    <a:pt x="1143" y="5787"/>
                  </a:lnTo>
                  <a:cubicBezTo>
                    <a:pt x="1096" y="5972"/>
                    <a:pt x="942" y="6065"/>
                    <a:pt x="784" y="6065"/>
                  </a:cubicBezTo>
                  <a:cubicBezTo>
                    <a:pt x="626" y="6065"/>
                    <a:pt x="464" y="5972"/>
                    <a:pt x="402" y="5787"/>
                  </a:cubicBezTo>
                  <a:lnTo>
                    <a:pt x="402" y="787"/>
                  </a:lnTo>
                  <a:cubicBezTo>
                    <a:pt x="340" y="556"/>
                    <a:pt x="564" y="440"/>
                    <a:pt x="784" y="440"/>
                  </a:cubicBezTo>
                  <a:close/>
                  <a:moveTo>
                    <a:pt x="772" y="0"/>
                  </a:moveTo>
                  <a:cubicBezTo>
                    <a:pt x="387" y="0"/>
                    <a:pt x="1" y="263"/>
                    <a:pt x="1" y="787"/>
                  </a:cubicBezTo>
                  <a:lnTo>
                    <a:pt x="1" y="5787"/>
                  </a:lnTo>
                  <a:cubicBezTo>
                    <a:pt x="1" y="6312"/>
                    <a:pt x="387" y="6574"/>
                    <a:pt x="772" y="6574"/>
                  </a:cubicBezTo>
                  <a:cubicBezTo>
                    <a:pt x="1158" y="6574"/>
                    <a:pt x="1544" y="6312"/>
                    <a:pt x="1544" y="5787"/>
                  </a:cubicBezTo>
                  <a:lnTo>
                    <a:pt x="1544" y="787"/>
                  </a:lnTo>
                  <a:cubicBezTo>
                    <a:pt x="1544" y="263"/>
                    <a:pt x="1158" y="0"/>
                    <a:pt x="7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7" name="Google Shape;13657;p88"/>
            <p:cNvSpPr/>
            <p:nvPr/>
          </p:nvSpPr>
          <p:spPr>
            <a:xfrm>
              <a:off x="6329538" y="3581531"/>
              <a:ext cx="314050" cy="345675"/>
            </a:xfrm>
            <a:custGeom>
              <a:rect b="b" l="l" r="r" t="t"/>
              <a:pathLst>
                <a:path extrusionOk="0" h="13827" w="12562">
                  <a:moveTo>
                    <a:pt x="11172" y="402"/>
                  </a:moveTo>
                  <a:cubicBezTo>
                    <a:pt x="11697" y="402"/>
                    <a:pt x="12129" y="834"/>
                    <a:pt x="12129" y="1358"/>
                  </a:cubicBezTo>
                  <a:lnTo>
                    <a:pt x="12129" y="11203"/>
                  </a:lnTo>
                  <a:cubicBezTo>
                    <a:pt x="12129" y="11728"/>
                    <a:pt x="11697" y="12129"/>
                    <a:pt x="11172" y="12129"/>
                  </a:cubicBezTo>
                  <a:lnTo>
                    <a:pt x="1327" y="12129"/>
                  </a:lnTo>
                  <a:cubicBezTo>
                    <a:pt x="834" y="12129"/>
                    <a:pt x="402" y="11728"/>
                    <a:pt x="402" y="11203"/>
                  </a:cubicBezTo>
                  <a:lnTo>
                    <a:pt x="402" y="1358"/>
                  </a:lnTo>
                  <a:cubicBezTo>
                    <a:pt x="402" y="834"/>
                    <a:pt x="834" y="402"/>
                    <a:pt x="1327" y="402"/>
                  </a:cubicBezTo>
                  <a:close/>
                  <a:moveTo>
                    <a:pt x="3210" y="12530"/>
                  </a:moveTo>
                  <a:lnTo>
                    <a:pt x="3210" y="13117"/>
                  </a:lnTo>
                  <a:cubicBezTo>
                    <a:pt x="3210" y="13257"/>
                    <a:pt x="3081" y="13398"/>
                    <a:pt x="2942" y="13398"/>
                  </a:cubicBezTo>
                  <a:cubicBezTo>
                    <a:pt x="2928" y="13398"/>
                    <a:pt x="2915" y="13397"/>
                    <a:pt x="2901" y="13394"/>
                  </a:cubicBezTo>
                  <a:lnTo>
                    <a:pt x="1852" y="13394"/>
                  </a:lnTo>
                  <a:cubicBezTo>
                    <a:pt x="1836" y="13397"/>
                    <a:pt x="1820" y="13398"/>
                    <a:pt x="1805" y="13398"/>
                  </a:cubicBezTo>
                  <a:cubicBezTo>
                    <a:pt x="1646" y="13398"/>
                    <a:pt x="1543" y="13257"/>
                    <a:pt x="1543" y="13117"/>
                  </a:cubicBezTo>
                  <a:lnTo>
                    <a:pt x="1543" y="12530"/>
                  </a:lnTo>
                  <a:close/>
                  <a:moveTo>
                    <a:pt x="10987" y="12530"/>
                  </a:moveTo>
                  <a:lnTo>
                    <a:pt x="10987" y="13117"/>
                  </a:lnTo>
                  <a:cubicBezTo>
                    <a:pt x="10987" y="13257"/>
                    <a:pt x="10884" y="13398"/>
                    <a:pt x="10726" y="13398"/>
                  </a:cubicBezTo>
                  <a:cubicBezTo>
                    <a:pt x="10710" y="13398"/>
                    <a:pt x="10695" y="13397"/>
                    <a:pt x="10679" y="13394"/>
                  </a:cubicBezTo>
                  <a:lnTo>
                    <a:pt x="9629" y="13394"/>
                  </a:lnTo>
                  <a:cubicBezTo>
                    <a:pt x="9475" y="13394"/>
                    <a:pt x="9321" y="13271"/>
                    <a:pt x="9321" y="13117"/>
                  </a:cubicBezTo>
                  <a:lnTo>
                    <a:pt x="9321" y="12530"/>
                  </a:lnTo>
                  <a:close/>
                  <a:moveTo>
                    <a:pt x="1327" y="0"/>
                  </a:moveTo>
                  <a:cubicBezTo>
                    <a:pt x="587" y="0"/>
                    <a:pt x="0" y="618"/>
                    <a:pt x="0" y="1358"/>
                  </a:cubicBezTo>
                  <a:lnTo>
                    <a:pt x="0" y="11203"/>
                  </a:lnTo>
                  <a:cubicBezTo>
                    <a:pt x="0" y="11851"/>
                    <a:pt x="494" y="12438"/>
                    <a:pt x="1142" y="12530"/>
                  </a:cubicBezTo>
                  <a:lnTo>
                    <a:pt x="1142" y="13117"/>
                  </a:lnTo>
                  <a:cubicBezTo>
                    <a:pt x="1142" y="13487"/>
                    <a:pt x="1482" y="13826"/>
                    <a:pt x="1852" y="13826"/>
                  </a:cubicBezTo>
                  <a:lnTo>
                    <a:pt x="2901" y="13826"/>
                  </a:lnTo>
                  <a:cubicBezTo>
                    <a:pt x="3303" y="13826"/>
                    <a:pt x="3611" y="13487"/>
                    <a:pt x="3611" y="13117"/>
                  </a:cubicBezTo>
                  <a:lnTo>
                    <a:pt x="3611" y="12530"/>
                  </a:lnTo>
                  <a:lnTo>
                    <a:pt x="8950" y="12530"/>
                  </a:lnTo>
                  <a:lnTo>
                    <a:pt x="8950" y="13117"/>
                  </a:lnTo>
                  <a:cubicBezTo>
                    <a:pt x="8950" y="13487"/>
                    <a:pt x="9259" y="13826"/>
                    <a:pt x="9629" y="13826"/>
                  </a:cubicBezTo>
                  <a:lnTo>
                    <a:pt x="10679" y="13826"/>
                  </a:lnTo>
                  <a:cubicBezTo>
                    <a:pt x="11080" y="13826"/>
                    <a:pt x="11388" y="13518"/>
                    <a:pt x="11388" y="13117"/>
                  </a:cubicBezTo>
                  <a:lnTo>
                    <a:pt x="11388" y="12530"/>
                  </a:lnTo>
                  <a:cubicBezTo>
                    <a:pt x="12067" y="12438"/>
                    <a:pt x="12561" y="11851"/>
                    <a:pt x="12561" y="11203"/>
                  </a:cubicBezTo>
                  <a:lnTo>
                    <a:pt x="12561" y="1358"/>
                  </a:lnTo>
                  <a:cubicBezTo>
                    <a:pt x="12561" y="618"/>
                    <a:pt x="11944" y="0"/>
                    <a:pt x="1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8" name="Google Shape;13658;p88"/>
          <p:cNvGrpSpPr/>
          <p:nvPr/>
        </p:nvGrpSpPr>
        <p:grpSpPr>
          <a:xfrm>
            <a:off x="3301894" y="2858799"/>
            <a:ext cx="348000" cy="329525"/>
            <a:chOff x="7054788" y="1930381"/>
            <a:chExt cx="348000" cy="329525"/>
          </a:xfrm>
        </p:grpSpPr>
        <p:sp>
          <p:nvSpPr>
            <p:cNvPr id="13659" name="Google Shape;13659;p88"/>
            <p:cNvSpPr/>
            <p:nvPr/>
          </p:nvSpPr>
          <p:spPr>
            <a:xfrm>
              <a:off x="7054788" y="1930381"/>
              <a:ext cx="348000" cy="329525"/>
            </a:xfrm>
            <a:custGeom>
              <a:rect b="b" l="l" r="r" t="t"/>
              <a:pathLst>
                <a:path extrusionOk="0" h="13181" w="13920">
                  <a:moveTo>
                    <a:pt x="8580" y="404"/>
                  </a:moveTo>
                  <a:lnTo>
                    <a:pt x="8241" y="1268"/>
                  </a:lnTo>
                  <a:lnTo>
                    <a:pt x="5679" y="1268"/>
                  </a:lnTo>
                  <a:lnTo>
                    <a:pt x="5309" y="404"/>
                  </a:lnTo>
                  <a:close/>
                  <a:moveTo>
                    <a:pt x="8086" y="1669"/>
                  </a:moveTo>
                  <a:lnTo>
                    <a:pt x="6944" y="4447"/>
                  </a:lnTo>
                  <a:lnTo>
                    <a:pt x="5833" y="1669"/>
                  </a:lnTo>
                  <a:close/>
                  <a:moveTo>
                    <a:pt x="4877" y="406"/>
                  </a:moveTo>
                  <a:lnTo>
                    <a:pt x="6543" y="4539"/>
                  </a:lnTo>
                  <a:lnTo>
                    <a:pt x="4661" y="3521"/>
                  </a:lnTo>
                  <a:lnTo>
                    <a:pt x="5154" y="2996"/>
                  </a:lnTo>
                  <a:cubicBezTo>
                    <a:pt x="5247" y="2903"/>
                    <a:pt x="5247" y="2780"/>
                    <a:pt x="5154" y="2687"/>
                  </a:cubicBezTo>
                  <a:lnTo>
                    <a:pt x="3395" y="990"/>
                  </a:lnTo>
                  <a:cubicBezTo>
                    <a:pt x="3789" y="626"/>
                    <a:pt x="4332" y="441"/>
                    <a:pt x="4877" y="406"/>
                  </a:cubicBezTo>
                  <a:close/>
                  <a:moveTo>
                    <a:pt x="9012" y="404"/>
                  </a:moveTo>
                  <a:cubicBezTo>
                    <a:pt x="9568" y="404"/>
                    <a:pt x="10092" y="620"/>
                    <a:pt x="10524" y="990"/>
                  </a:cubicBezTo>
                  <a:lnTo>
                    <a:pt x="8765" y="2718"/>
                  </a:lnTo>
                  <a:cubicBezTo>
                    <a:pt x="8673" y="2780"/>
                    <a:pt x="8673" y="2903"/>
                    <a:pt x="8765" y="2996"/>
                  </a:cubicBezTo>
                  <a:lnTo>
                    <a:pt x="9259" y="3521"/>
                  </a:lnTo>
                  <a:lnTo>
                    <a:pt x="7346" y="4539"/>
                  </a:lnTo>
                  <a:lnTo>
                    <a:pt x="9012" y="404"/>
                  </a:lnTo>
                  <a:close/>
                  <a:moveTo>
                    <a:pt x="13148" y="7502"/>
                  </a:moveTo>
                  <a:lnTo>
                    <a:pt x="13425" y="8273"/>
                  </a:lnTo>
                  <a:cubicBezTo>
                    <a:pt x="13456" y="8366"/>
                    <a:pt x="13425" y="8489"/>
                    <a:pt x="13333" y="8520"/>
                  </a:cubicBezTo>
                  <a:lnTo>
                    <a:pt x="13333" y="8551"/>
                  </a:lnTo>
                  <a:lnTo>
                    <a:pt x="12160" y="8983"/>
                  </a:lnTo>
                  <a:cubicBezTo>
                    <a:pt x="12144" y="8989"/>
                    <a:pt x="12126" y="8991"/>
                    <a:pt x="12109" y="8991"/>
                  </a:cubicBezTo>
                  <a:cubicBezTo>
                    <a:pt x="12027" y="8991"/>
                    <a:pt x="11939" y="8936"/>
                    <a:pt x="11913" y="8860"/>
                  </a:cubicBezTo>
                  <a:lnTo>
                    <a:pt x="11635" y="8088"/>
                  </a:lnTo>
                  <a:lnTo>
                    <a:pt x="13148" y="7502"/>
                  </a:lnTo>
                  <a:close/>
                  <a:moveTo>
                    <a:pt x="741" y="7533"/>
                  </a:moveTo>
                  <a:lnTo>
                    <a:pt x="2284" y="8119"/>
                  </a:lnTo>
                  <a:lnTo>
                    <a:pt x="2007" y="8891"/>
                  </a:lnTo>
                  <a:lnTo>
                    <a:pt x="2007" y="8860"/>
                  </a:lnTo>
                  <a:cubicBezTo>
                    <a:pt x="1983" y="8954"/>
                    <a:pt x="1905" y="8994"/>
                    <a:pt x="1829" y="8994"/>
                  </a:cubicBezTo>
                  <a:cubicBezTo>
                    <a:pt x="1805" y="8994"/>
                    <a:pt x="1782" y="8990"/>
                    <a:pt x="1760" y="8983"/>
                  </a:cubicBezTo>
                  <a:lnTo>
                    <a:pt x="587" y="8551"/>
                  </a:lnTo>
                  <a:cubicBezTo>
                    <a:pt x="494" y="8520"/>
                    <a:pt x="463" y="8397"/>
                    <a:pt x="494" y="8304"/>
                  </a:cubicBezTo>
                  <a:lnTo>
                    <a:pt x="741" y="7533"/>
                  </a:lnTo>
                  <a:close/>
                  <a:moveTo>
                    <a:pt x="8994" y="0"/>
                  </a:moveTo>
                  <a:cubicBezTo>
                    <a:pt x="8959" y="0"/>
                    <a:pt x="8924" y="1"/>
                    <a:pt x="8889" y="2"/>
                  </a:cubicBezTo>
                  <a:lnTo>
                    <a:pt x="5031" y="2"/>
                  </a:lnTo>
                  <a:cubicBezTo>
                    <a:pt x="3797" y="2"/>
                    <a:pt x="2686" y="774"/>
                    <a:pt x="2253" y="1947"/>
                  </a:cubicBezTo>
                  <a:lnTo>
                    <a:pt x="124" y="8181"/>
                  </a:lnTo>
                  <a:cubicBezTo>
                    <a:pt x="1" y="8489"/>
                    <a:pt x="155" y="8829"/>
                    <a:pt x="463" y="8952"/>
                  </a:cubicBezTo>
                  <a:lnTo>
                    <a:pt x="1605" y="9384"/>
                  </a:lnTo>
                  <a:cubicBezTo>
                    <a:pt x="1671" y="9402"/>
                    <a:pt x="1737" y="9411"/>
                    <a:pt x="1802" y="9411"/>
                  </a:cubicBezTo>
                  <a:cubicBezTo>
                    <a:pt x="2068" y="9411"/>
                    <a:pt x="2302" y="9263"/>
                    <a:pt x="2377" y="9014"/>
                  </a:cubicBezTo>
                  <a:lnTo>
                    <a:pt x="3395" y="6144"/>
                  </a:lnTo>
                  <a:lnTo>
                    <a:pt x="3179" y="9631"/>
                  </a:lnTo>
                  <a:cubicBezTo>
                    <a:pt x="3130" y="9747"/>
                    <a:pt x="3257" y="9810"/>
                    <a:pt x="3377" y="9810"/>
                  </a:cubicBezTo>
                  <a:cubicBezTo>
                    <a:pt x="3480" y="9810"/>
                    <a:pt x="3578" y="9763"/>
                    <a:pt x="3550" y="9662"/>
                  </a:cubicBezTo>
                  <a:lnTo>
                    <a:pt x="3889" y="4693"/>
                  </a:lnTo>
                  <a:cubicBezTo>
                    <a:pt x="3889" y="4570"/>
                    <a:pt x="3797" y="4477"/>
                    <a:pt x="3704" y="4477"/>
                  </a:cubicBezTo>
                  <a:cubicBezTo>
                    <a:pt x="3688" y="4472"/>
                    <a:pt x="3671" y="4469"/>
                    <a:pt x="3655" y="4469"/>
                  </a:cubicBezTo>
                  <a:cubicBezTo>
                    <a:pt x="3581" y="4469"/>
                    <a:pt x="3513" y="4525"/>
                    <a:pt x="3488" y="4601"/>
                  </a:cubicBezTo>
                  <a:lnTo>
                    <a:pt x="2408" y="7687"/>
                  </a:lnTo>
                  <a:lnTo>
                    <a:pt x="896" y="7101"/>
                  </a:lnTo>
                  <a:lnTo>
                    <a:pt x="2624" y="2070"/>
                  </a:lnTo>
                  <a:cubicBezTo>
                    <a:pt x="2747" y="1762"/>
                    <a:pt x="2902" y="1484"/>
                    <a:pt x="3087" y="1268"/>
                  </a:cubicBezTo>
                  <a:lnTo>
                    <a:pt x="4722" y="2842"/>
                  </a:lnTo>
                  <a:lnTo>
                    <a:pt x="4198" y="3459"/>
                  </a:lnTo>
                  <a:cubicBezTo>
                    <a:pt x="4105" y="3552"/>
                    <a:pt x="4136" y="3706"/>
                    <a:pt x="4229" y="3768"/>
                  </a:cubicBezTo>
                  <a:lnTo>
                    <a:pt x="6759" y="5126"/>
                  </a:lnTo>
                  <a:lnTo>
                    <a:pt x="6759" y="12779"/>
                  </a:lnTo>
                  <a:lnTo>
                    <a:pt x="3797" y="12779"/>
                  </a:lnTo>
                  <a:cubicBezTo>
                    <a:pt x="3550" y="12779"/>
                    <a:pt x="3395" y="12594"/>
                    <a:pt x="3395" y="12378"/>
                  </a:cubicBezTo>
                  <a:lnTo>
                    <a:pt x="3519" y="10434"/>
                  </a:lnTo>
                  <a:cubicBezTo>
                    <a:pt x="3570" y="10315"/>
                    <a:pt x="3434" y="10243"/>
                    <a:pt x="3307" y="10243"/>
                  </a:cubicBezTo>
                  <a:cubicBezTo>
                    <a:pt x="3203" y="10243"/>
                    <a:pt x="3104" y="10292"/>
                    <a:pt x="3118" y="10403"/>
                  </a:cubicBezTo>
                  <a:lnTo>
                    <a:pt x="3025" y="12347"/>
                  </a:lnTo>
                  <a:cubicBezTo>
                    <a:pt x="2994" y="12779"/>
                    <a:pt x="3334" y="13150"/>
                    <a:pt x="3797" y="13180"/>
                  </a:cubicBezTo>
                  <a:lnTo>
                    <a:pt x="10123" y="13180"/>
                  </a:lnTo>
                  <a:cubicBezTo>
                    <a:pt x="10555" y="13180"/>
                    <a:pt x="10926" y="12779"/>
                    <a:pt x="10895" y="12347"/>
                  </a:cubicBezTo>
                  <a:lnTo>
                    <a:pt x="10524" y="6144"/>
                  </a:lnTo>
                  <a:lnTo>
                    <a:pt x="11512" y="9014"/>
                  </a:lnTo>
                  <a:cubicBezTo>
                    <a:pt x="11611" y="9263"/>
                    <a:pt x="11851" y="9411"/>
                    <a:pt x="12102" y="9411"/>
                  </a:cubicBezTo>
                  <a:cubicBezTo>
                    <a:pt x="12162" y="9411"/>
                    <a:pt x="12224" y="9402"/>
                    <a:pt x="12284" y="9384"/>
                  </a:cubicBezTo>
                  <a:lnTo>
                    <a:pt x="13456" y="8921"/>
                  </a:lnTo>
                  <a:cubicBezTo>
                    <a:pt x="13765" y="8829"/>
                    <a:pt x="13919" y="8459"/>
                    <a:pt x="13796" y="8150"/>
                  </a:cubicBezTo>
                  <a:lnTo>
                    <a:pt x="13796" y="8150"/>
                  </a:lnTo>
                  <a:lnTo>
                    <a:pt x="13827" y="8181"/>
                  </a:lnTo>
                  <a:lnTo>
                    <a:pt x="12376" y="4014"/>
                  </a:lnTo>
                  <a:cubicBezTo>
                    <a:pt x="12351" y="3938"/>
                    <a:pt x="12263" y="3883"/>
                    <a:pt x="12181" y="3883"/>
                  </a:cubicBezTo>
                  <a:cubicBezTo>
                    <a:pt x="12163" y="3883"/>
                    <a:pt x="12146" y="3886"/>
                    <a:pt x="12129" y="3891"/>
                  </a:cubicBezTo>
                  <a:cubicBezTo>
                    <a:pt x="12006" y="3922"/>
                    <a:pt x="11944" y="4045"/>
                    <a:pt x="12006" y="4138"/>
                  </a:cubicBezTo>
                  <a:lnTo>
                    <a:pt x="13024" y="7132"/>
                  </a:lnTo>
                  <a:lnTo>
                    <a:pt x="11512" y="7718"/>
                  </a:lnTo>
                  <a:lnTo>
                    <a:pt x="10432" y="4632"/>
                  </a:lnTo>
                  <a:cubicBezTo>
                    <a:pt x="10393" y="4541"/>
                    <a:pt x="10317" y="4500"/>
                    <a:pt x="10241" y="4500"/>
                  </a:cubicBezTo>
                  <a:cubicBezTo>
                    <a:pt x="10135" y="4500"/>
                    <a:pt x="10031" y="4581"/>
                    <a:pt x="10031" y="4724"/>
                  </a:cubicBezTo>
                  <a:cubicBezTo>
                    <a:pt x="10031" y="4724"/>
                    <a:pt x="10524" y="12378"/>
                    <a:pt x="10524" y="12378"/>
                  </a:cubicBezTo>
                  <a:cubicBezTo>
                    <a:pt x="10524" y="12594"/>
                    <a:pt x="10339" y="12779"/>
                    <a:pt x="10123" y="12779"/>
                  </a:cubicBezTo>
                  <a:lnTo>
                    <a:pt x="7160" y="12779"/>
                  </a:lnTo>
                  <a:lnTo>
                    <a:pt x="7160" y="5126"/>
                  </a:lnTo>
                  <a:lnTo>
                    <a:pt x="9691" y="3768"/>
                  </a:lnTo>
                  <a:cubicBezTo>
                    <a:pt x="9784" y="3706"/>
                    <a:pt x="9815" y="3552"/>
                    <a:pt x="9722" y="3428"/>
                  </a:cubicBezTo>
                  <a:lnTo>
                    <a:pt x="9197" y="2842"/>
                  </a:lnTo>
                  <a:lnTo>
                    <a:pt x="10833" y="1268"/>
                  </a:lnTo>
                  <a:cubicBezTo>
                    <a:pt x="11018" y="1515"/>
                    <a:pt x="11173" y="1792"/>
                    <a:pt x="11296" y="2070"/>
                  </a:cubicBezTo>
                  <a:lnTo>
                    <a:pt x="11728" y="3397"/>
                  </a:lnTo>
                  <a:cubicBezTo>
                    <a:pt x="11753" y="3473"/>
                    <a:pt x="11842" y="3529"/>
                    <a:pt x="11941" y="3529"/>
                  </a:cubicBezTo>
                  <a:cubicBezTo>
                    <a:pt x="11962" y="3529"/>
                    <a:pt x="11984" y="3526"/>
                    <a:pt x="12006" y="3521"/>
                  </a:cubicBezTo>
                  <a:cubicBezTo>
                    <a:pt x="12098" y="3490"/>
                    <a:pt x="12160" y="3366"/>
                    <a:pt x="12129" y="3274"/>
                  </a:cubicBezTo>
                  <a:lnTo>
                    <a:pt x="11666" y="1947"/>
                  </a:lnTo>
                  <a:cubicBezTo>
                    <a:pt x="11512" y="1546"/>
                    <a:pt x="11296" y="1175"/>
                    <a:pt x="10987" y="867"/>
                  </a:cubicBezTo>
                  <a:cubicBezTo>
                    <a:pt x="10457" y="307"/>
                    <a:pt x="9730" y="0"/>
                    <a:pt x="89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0" name="Google Shape;13660;p88"/>
            <p:cNvSpPr/>
            <p:nvPr/>
          </p:nvSpPr>
          <p:spPr>
            <a:xfrm>
              <a:off x="7244588" y="2131031"/>
              <a:ext cx="55575" cy="70225"/>
            </a:xfrm>
            <a:custGeom>
              <a:rect b="b" l="l" r="r" t="t"/>
              <a:pathLst>
                <a:path extrusionOk="0" h="2809" w="2223">
                  <a:moveTo>
                    <a:pt x="1791" y="402"/>
                  </a:moveTo>
                  <a:cubicBezTo>
                    <a:pt x="1821" y="402"/>
                    <a:pt x="1821" y="433"/>
                    <a:pt x="1821" y="433"/>
                  </a:cubicBezTo>
                  <a:lnTo>
                    <a:pt x="1821" y="895"/>
                  </a:lnTo>
                  <a:lnTo>
                    <a:pt x="433" y="895"/>
                  </a:lnTo>
                  <a:lnTo>
                    <a:pt x="433" y="433"/>
                  </a:lnTo>
                  <a:cubicBezTo>
                    <a:pt x="402" y="433"/>
                    <a:pt x="433" y="402"/>
                    <a:pt x="463" y="402"/>
                  </a:cubicBezTo>
                  <a:close/>
                  <a:moveTo>
                    <a:pt x="1821" y="1297"/>
                  </a:moveTo>
                  <a:lnTo>
                    <a:pt x="1821" y="1698"/>
                  </a:lnTo>
                  <a:cubicBezTo>
                    <a:pt x="1821" y="2068"/>
                    <a:pt x="1513" y="2408"/>
                    <a:pt x="1112" y="2408"/>
                  </a:cubicBezTo>
                  <a:cubicBezTo>
                    <a:pt x="741" y="2408"/>
                    <a:pt x="402" y="2099"/>
                    <a:pt x="402" y="1698"/>
                  </a:cubicBezTo>
                  <a:lnTo>
                    <a:pt x="402" y="1297"/>
                  </a:lnTo>
                  <a:close/>
                  <a:moveTo>
                    <a:pt x="463" y="1"/>
                  </a:moveTo>
                  <a:cubicBezTo>
                    <a:pt x="217" y="1"/>
                    <a:pt x="1" y="186"/>
                    <a:pt x="1" y="433"/>
                  </a:cubicBezTo>
                  <a:lnTo>
                    <a:pt x="1" y="1698"/>
                  </a:lnTo>
                  <a:cubicBezTo>
                    <a:pt x="1" y="2439"/>
                    <a:pt x="556" y="2809"/>
                    <a:pt x="1112" y="2809"/>
                  </a:cubicBezTo>
                  <a:cubicBezTo>
                    <a:pt x="1667" y="2809"/>
                    <a:pt x="2223" y="2439"/>
                    <a:pt x="2223" y="1698"/>
                  </a:cubicBezTo>
                  <a:lnTo>
                    <a:pt x="2223" y="433"/>
                  </a:lnTo>
                  <a:cubicBezTo>
                    <a:pt x="2223" y="186"/>
                    <a:pt x="2037" y="1"/>
                    <a:pt x="1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1" name="Google Shape;13661;p88"/>
            <p:cNvSpPr/>
            <p:nvPr/>
          </p:nvSpPr>
          <p:spPr>
            <a:xfrm>
              <a:off x="7155488" y="2131031"/>
              <a:ext cx="57875" cy="71975"/>
            </a:xfrm>
            <a:custGeom>
              <a:rect b="b" l="l" r="r" t="t"/>
              <a:pathLst>
                <a:path extrusionOk="0" h="2879" w="2315">
                  <a:moveTo>
                    <a:pt x="1867" y="402"/>
                  </a:moveTo>
                  <a:cubicBezTo>
                    <a:pt x="1867" y="402"/>
                    <a:pt x="1898" y="433"/>
                    <a:pt x="1898" y="433"/>
                  </a:cubicBezTo>
                  <a:lnTo>
                    <a:pt x="1898" y="895"/>
                  </a:lnTo>
                  <a:lnTo>
                    <a:pt x="478" y="895"/>
                  </a:lnTo>
                  <a:lnTo>
                    <a:pt x="478" y="433"/>
                  </a:lnTo>
                  <a:cubicBezTo>
                    <a:pt x="478" y="433"/>
                    <a:pt x="509" y="402"/>
                    <a:pt x="509" y="402"/>
                  </a:cubicBezTo>
                  <a:close/>
                  <a:moveTo>
                    <a:pt x="1898" y="1297"/>
                  </a:moveTo>
                  <a:lnTo>
                    <a:pt x="1898" y="1698"/>
                  </a:lnTo>
                  <a:cubicBezTo>
                    <a:pt x="1898" y="2099"/>
                    <a:pt x="1589" y="2408"/>
                    <a:pt x="1188" y="2408"/>
                  </a:cubicBezTo>
                  <a:cubicBezTo>
                    <a:pt x="787" y="2408"/>
                    <a:pt x="478" y="2068"/>
                    <a:pt x="478" y="1698"/>
                  </a:cubicBezTo>
                  <a:lnTo>
                    <a:pt x="478" y="1297"/>
                  </a:lnTo>
                  <a:close/>
                  <a:moveTo>
                    <a:pt x="509" y="1"/>
                  </a:moveTo>
                  <a:cubicBezTo>
                    <a:pt x="262" y="1"/>
                    <a:pt x="46" y="186"/>
                    <a:pt x="46" y="433"/>
                  </a:cubicBezTo>
                  <a:lnTo>
                    <a:pt x="46" y="1698"/>
                  </a:lnTo>
                  <a:cubicBezTo>
                    <a:pt x="0" y="2485"/>
                    <a:pt x="579" y="2878"/>
                    <a:pt x="1157" y="2878"/>
                  </a:cubicBezTo>
                  <a:cubicBezTo>
                    <a:pt x="1736" y="2878"/>
                    <a:pt x="2315" y="2485"/>
                    <a:pt x="2268" y="1698"/>
                  </a:cubicBezTo>
                  <a:lnTo>
                    <a:pt x="2268" y="433"/>
                  </a:lnTo>
                  <a:cubicBezTo>
                    <a:pt x="2268" y="186"/>
                    <a:pt x="2083" y="1"/>
                    <a:pt x="18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62" name="Google Shape;13662;p88"/>
          <p:cNvGrpSpPr/>
          <p:nvPr/>
        </p:nvGrpSpPr>
        <p:grpSpPr>
          <a:xfrm>
            <a:off x="4069706" y="2850724"/>
            <a:ext cx="301700" cy="345675"/>
            <a:chOff x="5584988" y="4141656"/>
            <a:chExt cx="301700" cy="345675"/>
          </a:xfrm>
        </p:grpSpPr>
        <p:sp>
          <p:nvSpPr>
            <p:cNvPr id="13663" name="Google Shape;13663;p88"/>
            <p:cNvSpPr/>
            <p:nvPr/>
          </p:nvSpPr>
          <p:spPr>
            <a:xfrm>
              <a:off x="5682988" y="4403206"/>
              <a:ext cx="10825" cy="18550"/>
            </a:xfrm>
            <a:custGeom>
              <a:rect b="b" l="l" r="r" t="t"/>
              <a:pathLst>
                <a:path extrusionOk="0" h="742" w="433">
                  <a:moveTo>
                    <a:pt x="216" y="1"/>
                  </a:moveTo>
                  <a:cubicBezTo>
                    <a:pt x="93" y="1"/>
                    <a:pt x="0" y="63"/>
                    <a:pt x="31" y="186"/>
                  </a:cubicBezTo>
                  <a:lnTo>
                    <a:pt x="31" y="526"/>
                  </a:lnTo>
                  <a:cubicBezTo>
                    <a:pt x="31" y="649"/>
                    <a:pt x="93" y="742"/>
                    <a:pt x="216" y="742"/>
                  </a:cubicBezTo>
                  <a:cubicBezTo>
                    <a:pt x="340" y="742"/>
                    <a:pt x="432" y="649"/>
                    <a:pt x="432" y="526"/>
                  </a:cubicBezTo>
                  <a:lnTo>
                    <a:pt x="432" y="186"/>
                  </a:lnTo>
                  <a:cubicBezTo>
                    <a:pt x="432" y="94"/>
                    <a:pt x="340" y="1"/>
                    <a:pt x="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4" name="Google Shape;13664;p88"/>
            <p:cNvSpPr/>
            <p:nvPr/>
          </p:nvSpPr>
          <p:spPr>
            <a:xfrm>
              <a:off x="5777113" y="4403206"/>
              <a:ext cx="10050" cy="18550"/>
            </a:xfrm>
            <a:custGeom>
              <a:rect b="b" l="l" r="r" t="t"/>
              <a:pathLst>
                <a:path extrusionOk="0" h="742" w="402">
                  <a:moveTo>
                    <a:pt x="216" y="1"/>
                  </a:moveTo>
                  <a:cubicBezTo>
                    <a:pt x="93" y="1"/>
                    <a:pt x="0" y="63"/>
                    <a:pt x="0" y="186"/>
                  </a:cubicBezTo>
                  <a:lnTo>
                    <a:pt x="0" y="526"/>
                  </a:lnTo>
                  <a:cubicBezTo>
                    <a:pt x="0" y="649"/>
                    <a:pt x="93" y="742"/>
                    <a:pt x="216" y="742"/>
                  </a:cubicBezTo>
                  <a:cubicBezTo>
                    <a:pt x="340" y="742"/>
                    <a:pt x="401" y="649"/>
                    <a:pt x="401" y="526"/>
                  </a:cubicBezTo>
                  <a:lnTo>
                    <a:pt x="401" y="186"/>
                  </a:lnTo>
                  <a:cubicBezTo>
                    <a:pt x="401" y="94"/>
                    <a:pt x="309" y="1"/>
                    <a:pt x="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5" name="Google Shape;13665;p88"/>
            <p:cNvSpPr/>
            <p:nvPr/>
          </p:nvSpPr>
          <p:spPr>
            <a:xfrm>
              <a:off x="5716538" y="4410856"/>
              <a:ext cx="37850" cy="15525"/>
            </a:xfrm>
            <a:custGeom>
              <a:rect b="b" l="l" r="r" t="t"/>
              <a:pathLst>
                <a:path extrusionOk="0" h="621" w="1514">
                  <a:moveTo>
                    <a:pt x="298" y="0"/>
                  </a:moveTo>
                  <a:cubicBezTo>
                    <a:pt x="141" y="0"/>
                    <a:pt x="0" y="180"/>
                    <a:pt x="140" y="343"/>
                  </a:cubicBezTo>
                  <a:cubicBezTo>
                    <a:pt x="294" y="497"/>
                    <a:pt x="510" y="621"/>
                    <a:pt x="757" y="621"/>
                  </a:cubicBezTo>
                  <a:cubicBezTo>
                    <a:pt x="1004" y="621"/>
                    <a:pt x="1220" y="497"/>
                    <a:pt x="1374" y="343"/>
                  </a:cubicBezTo>
                  <a:cubicBezTo>
                    <a:pt x="1513" y="180"/>
                    <a:pt x="1373" y="0"/>
                    <a:pt x="1216" y="0"/>
                  </a:cubicBezTo>
                  <a:cubicBezTo>
                    <a:pt x="1164" y="0"/>
                    <a:pt x="1111" y="20"/>
                    <a:pt x="1065" y="65"/>
                  </a:cubicBezTo>
                  <a:cubicBezTo>
                    <a:pt x="973" y="158"/>
                    <a:pt x="880" y="220"/>
                    <a:pt x="757" y="220"/>
                  </a:cubicBezTo>
                  <a:cubicBezTo>
                    <a:pt x="633" y="220"/>
                    <a:pt x="510" y="158"/>
                    <a:pt x="448" y="65"/>
                  </a:cubicBezTo>
                  <a:cubicBezTo>
                    <a:pt x="402" y="20"/>
                    <a:pt x="349"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6" name="Google Shape;13666;p88"/>
            <p:cNvSpPr/>
            <p:nvPr/>
          </p:nvSpPr>
          <p:spPr>
            <a:xfrm>
              <a:off x="5618938" y="4355856"/>
              <a:ext cx="233025" cy="104475"/>
            </a:xfrm>
            <a:custGeom>
              <a:rect b="b" l="l" r="r" t="t"/>
              <a:pathLst>
                <a:path extrusionOk="0" h="4179" w="9321">
                  <a:moveTo>
                    <a:pt x="3156" y="1"/>
                  </a:moveTo>
                  <a:cubicBezTo>
                    <a:pt x="2736" y="1"/>
                    <a:pt x="2335" y="131"/>
                    <a:pt x="2068" y="475"/>
                  </a:cubicBezTo>
                  <a:lnTo>
                    <a:pt x="1359" y="1401"/>
                  </a:lnTo>
                  <a:cubicBezTo>
                    <a:pt x="1297" y="1494"/>
                    <a:pt x="1297" y="1617"/>
                    <a:pt x="1389" y="1679"/>
                  </a:cubicBezTo>
                  <a:cubicBezTo>
                    <a:pt x="1431" y="1707"/>
                    <a:pt x="1479" y="1722"/>
                    <a:pt x="1525" y="1722"/>
                  </a:cubicBezTo>
                  <a:cubicBezTo>
                    <a:pt x="1580" y="1722"/>
                    <a:pt x="1633" y="1699"/>
                    <a:pt x="1667" y="1648"/>
                  </a:cubicBezTo>
                  <a:lnTo>
                    <a:pt x="2377" y="722"/>
                  </a:lnTo>
                  <a:cubicBezTo>
                    <a:pt x="2544" y="485"/>
                    <a:pt x="2819" y="399"/>
                    <a:pt x="3115" y="399"/>
                  </a:cubicBezTo>
                  <a:cubicBezTo>
                    <a:pt x="3475" y="399"/>
                    <a:pt x="3866" y="525"/>
                    <a:pt x="4136" y="661"/>
                  </a:cubicBezTo>
                  <a:cubicBezTo>
                    <a:pt x="4407" y="796"/>
                    <a:pt x="4677" y="922"/>
                    <a:pt x="5120" y="922"/>
                  </a:cubicBezTo>
                  <a:cubicBezTo>
                    <a:pt x="5486" y="922"/>
                    <a:pt x="5969" y="836"/>
                    <a:pt x="6667" y="599"/>
                  </a:cubicBezTo>
                  <a:cubicBezTo>
                    <a:pt x="6692" y="591"/>
                    <a:pt x="6716" y="587"/>
                    <a:pt x="6741" y="587"/>
                  </a:cubicBezTo>
                  <a:cubicBezTo>
                    <a:pt x="6807" y="587"/>
                    <a:pt x="6868" y="615"/>
                    <a:pt x="6914" y="661"/>
                  </a:cubicBezTo>
                  <a:lnTo>
                    <a:pt x="8518" y="2821"/>
                  </a:lnTo>
                  <a:cubicBezTo>
                    <a:pt x="8796" y="3191"/>
                    <a:pt x="8518" y="3747"/>
                    <a:pt x="8056" y="3747"/>
                  </a:cubicBezTo>
                  <a:lnTo>
                    <a:pt x="1266" y="3747"/>
                  </a:lnTo>
                  <a:cubicBezTo>
                    <a:pt x="803" y="3747"/>
                    <a:pt x="525" y="3191"/>
                    <a:pt x="803" y="2821"/>
                  </a:cubicBezTo>
                  <a:lnTo>
                    <a:pt x="1204" y="2296"/>
                  </a:lnTo>
                  <a:cubicBezTo>
                    <a:pt x="1316" y="2139"/>
                    <a:pt x="1168" y="1966"/>
                    <a:pt x="1019" y="1966"/>
                  </a:cubicBezTo>
                  <a:cubicBezTo>
                    <a:pt x="963" y="1966"/>
                    <a:pt x="907" y="1990"/>
                    <a:pt x="865" y="2049"/>
                  </a:cubicBezTo>
                  <a:lnTo>
                    <a:pt x="494" y="2574"/>
                  </a:lnTo>
                  <a:cubicBezTo>
                    <a:pt x="1" y="3253"/>
                    <a:pt x="464" y="4179"/>
                    <a:pt x="1297" y="4179"/>
                  </a:cubicBezTo>
                  <a:lnTo>
                    <a:pt x="8056" y="4179"/>
                  </a:lnTo>
                  <a:cubicBezTo>
                    <a:pt x="8858" y="4148"/>
                    <a:pt x="9321" y="3253"/>
                    <a:pt x="8858" y="2574"/>
                  </a:cubicBezTo>
                  <a:lnTo>
                    <a:pt x="7253" y="444"/>
                  </a:lnTo>
                  <a:cubicBezTo>
                    <a:pt x="7116" y="285"/>
                    <a:pt x="6929" y="193"/>
                    <a:pt x="6729" y="193"/>
                  </a:cubicBezTo>
                  <a:cubicBezTo>
                    <a:pt x="6658" y="193"/>
                    <a:pt x="6585" y="204"/>
                    <a:pt x="6512" y="228"/>
                  </a:cubicBezTo>
                  <a:cubicBezTo>
                    <a:pt x="5893" y="440"/>
                    <a:pt x="5479" y="516"/>
                    <a:pt x="5168" y="516"/>
                  </a:cubicBezTo>
                  <a:cubicBezTo>
                    <a:pt x="4797" y="516"/>
                    <a:pt x="4573" y="408"/>
                    <a:pt x="4321" y="290"/>
                  </a:cubicBezTo>
                  <a:cubicBezTo>
                    <a:pt x="3987" y="123"/>
                    <a:pt x="3563" y="1"/>
                    <a:pt x="3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7" name="Google Shape;13667;p88"/>
            <p:cNvSpPr/>
            <p:nvPr/>
          </p:nvSpPr>
          <p:spPr>
            <a:xfrm>
              <a:off x="5724638" y="4309856"/>
              <a:ext cx="50950" cy="44300"/>
            </a:xfrm>
            <a:custGeom>
              <a:rect b="b" l="l" r="r" t="t"/>
              <a:pathLst>
                <a:path extrusionOk="0" h="1772" w="2038">
                  <a:moveTo>
                    <a:pt x="896" y="402"/>
                  </a:moveTo>
                  <a:cubicBezTo>
                    <a:pt x="1297" y="433"/>
                    <a:pt x="1513" y="927"/>
                    <a:pt x="1204" y="1204"/>
                  </a:cubicBezTo>
                  <a:cubicBezTo>
                    <a:pt x="1103" y="1306"/>
                    <a:pt x="981" y="1351"/>
                    <a:pt x="864" y="1351"/>
                  </a:cubicBezTo>
                  <a:cubicBezTo>
                    <a:pt x="624" y="1351"/>
                    <a:pt x="402" y="1165"/>
                    <a:pt x="402" y="896"/>
                  </a:cubicBezTo>
                  <a:cubicBezTo>
                    <a:pt x="402" y="618"/>
                    <a:pt x="618" y="402"/>
                    <a:pt x="896" y="402"/>
                  </a:cubicBezTo>
                  <a:close/>
                  <a:moveTo>
                    <a:pt x="896" y="1"/>
                  </a:moveTo>
                  <a:cubicBezTo>
                    <a:pt x="402" y="1"/>
                    <a:pt x="1" y="402"/>
                    <a:pt x="1" y="896"/>
                  </a:cubicBezTo>
                  <a:cubicBezTo>
                    <a:pt x="1" y="1419"/>
                    <a:pt x="440" y="1772"/>
                    <a:pt x="897" y="1772"/>
                  </a:cubicBezTo>
                  <a:cubicBezTo>
                    <a:pt x="1113" y="1772"/>
                    <a:pt x="1334" y="1692"/>
                    <a:pt x="1513" y="1513"/>
                  </a:cubicBezTo>
                  <a:cubicBezTo>
                    <a:pt x="2038" y="957"/>
                    <a:pt x="1667" y="1"/>
                    <a:pt x="8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8" name="Google Shape;13668;p88"/>
            <p:cNvSpPr/>
            <p:nvPr/>
          </p:nvSpPr>
          <p:spPr>
            <a:xfrm>
              <a:off x="5708438" y="4259706"/>
              <a:ext cx="40925" cy="35125"/>
            </a:xfrm>
            <a:custGeom>
              <a:rect b="b" l="l" r="r" t="t"/>
              <a:pathLst>
                <a:path extrusionOk="0" h="1405" w="1637">
                  <a:moveTo>
                    <a:pt x="952" y="405"/>
                  </a:moveTo>
                  <a:cubicBezTo>
                    <a:pt x="1098" y="405"/>
                    <a:pt x="1235" y="515"/>
                    <a:pt x="1235" y="680"/>
                  </a:cubicBezTo>
                  <a:cubicBezTo>
                    <a:pt x="1235" y="865"/>
                    <a:pt x="1112" y="988"/>
                    <a:pt x="957" y="988"/>
                  </a:cubicBezTo>
                  <a:cubicBezTo>
                    <a:pt x="680" y="988"/>
                    <a:pt x="556" y="680"/>
                    <a:pt x="741" y="494"/>
                  </a:cubicBezTo>
                  <a:cubicBezTo>
                    <a:pt x="803" y="433"/>
                    <a:pt x="878" y="405"/>
                    <a:pt x="952" y="405"/>
                  </a:cubicBezTo>
                  <a:close/>
                  <a:moveTo>
                    <a:pt x="957" y="1"/>
                  </a:moveTo>
                  <a:cubicBezTo>
                    <a:pt x="309" y="1"/>
                    <a:pt x="1" y="741"/>
                    <a:pt x="464" y="1204"/>
                  </a:cubicBezTo>
                  <a:cubicBezTo>
                    <a:pt x="601" y="1342"/>
                    <a:pt x="771" y="1405"/>
                    <a:pt x="938" y="1405"/>
                  </a:cubicBezTo>
                  <a:cubicBezTo>
                    <a:pt x="1293" y="1405"/>
                    <a:pt x="1636" y="1121"/>
                    <a:pt x="1636" y="680"/>
                  </a:cubicBezTo>
                  <a:cubicBezTo>
                    <a:pt x="1636" y="309"/>
                    <a:pt x="1328"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9" name="Google Shape;13669;p88"/>
            <p:cNvSpPr/>
            <p:nvPr/>
          </p:nvSpPr>
          <p:spPr>
            <a:xfrm>
              <a:off x="5584988" y="4141656"/>
              <a:ext cx="301700" cy="345675"/>
            </a:xfrm>
            <a:custGeom>
              <a:rect b="b" l="l" r="r" t="t"/>
              <a:pathLst>
                <a:path extrusionOk="0" h="13827" w="12068">
                  <a:moveTo>
                    <a:pt x="7586" y="430"/>
                  </a:moveTo>
                  <a:cubicBezTo>
                    <a:pt x="8706" y="430"/>
                    <a:pt x="8706" y="2164"/>
                    <a:pt x="7586" y="2164"/>
                  </a:cubicBezTo>
                  <a:cubicBezTo>
                    <a:pt x="7558" y="2164"/>
                    <a:pt x="7529" y="2163"/>
                    <a:pt x="7500" y="2161"/>
                  </a:cubicBezTo>
                  <a:lnTo>
                    <a:pt x="4507" y="2161"/>
                  </a:lnTo>
                  <a:cubicBezTo>
                    <a:pt x="4044" y="2161"/>
                    <a:pt x="3642" y="1760"/>
                    <a:pt x="3642" y="1297"/>
                  </a:cubicBezTo>
                  <a:cubicBezTo>
                    <a:pt x="3642" y="803"/>
                    <a:pt x="4044" y="433"/>
                    <a:pt x="4507" y="433"/>
                  </a:cubicBezTo>
                  <a:lnTo>
                    <a:pt x="7500" y="433"/>
                  </a:lnTo>
                  <a:cubicBezTo>
                    <a:pt x="7529" y="431"/>
                    <a:pt x="7558" y="430"/>
                    <a:pt x="7586" y="430"/>
                  </a:cubicBezTo>
                  <a:close/>
                  <a:moveTo>
                    <a:pt x="4537" y="1"/>
                  </a:moveTo>
                  <a:cubicBezTo>
                    <a:pt x="2994" y="32"/>
                    <a:pt x="2809" y="2285"/>
                    <a:pt x="4352" y="2532"/>
                  </a:cubicBezTo>
                  <a:lnTo>
                    <a:pt x="4352" y="4908"/>
                  </a:lnTo>
                  <a:cubicBezTo>
                    <a:pt x="4321" y="5556"/>
                    <a:pt x="4105" y="6204"/>
                    <a:pt x="3642" y="6698"/>
                  </a:cubicBezTo>
                  <a:lnTo>
                    <a:pt x="988" y="10494"/>
                  </a:lnTo>
                  <a:cubicBezTo>
                    <a:pt x="1" y="11883"/>
                    <a:pt x="957" y="13796"/>
                    <a:pt x="2624" y="13827"/>
                  </a:cubicBezTo>
                  <a:lnTo>
                    <a:pt x="9414" y="13827"/>
                  </a:lnTo>
                  <a:cubicBezTo>
                    <a:pt x="11080" y="13796"/>
                    <a:pt x="12068" y="11883"/>
                    <a:pt x="11080" y="10494"/>
                  </a:cubicBezTo>
                  <a:lnTo>
                    <a:pt x="9444" y="8148"/>
                  </a:lnTo>
                  <a:cubicBezTo>
                    <a:pt x="9393" y="8097"/>
                    <a:pt x="9333" y="8074"/>
                    <a:pt x="9274" y="8074"/>
                  </a:cubicBezTo>
                  <a:cubicBezTo>
                    <a:pt x="9225" y="8074"/>
                    <a:pt x="9177" y="8090"/>
                    <a:pt x="9136" y="8117"/>
                  </a:cubicBezTo>
                  <a:cubicBezTo>
                    <a:pt x="9043" y="8179"/>
                    <a:pt x="9043" y="8303"/>
                    <a:pt x="9105" y="8395"/>
                  </a:cubicBezTo>
                  <a:lnTo>
                    <a:pt x="10741" y="10741"/>
                  </a:lnTo>
                  <a:cubicBezTo>
                    <a:pt x="11543" y="11852"/>
                    <a:pt x="10771" y="13395"/>
                    <a:pt x="9414" y="13395"/>
                  </a:cubicBezTo>
                  <a:lnTo>
                    <a:pt x="2624" y="13395"/>
                  </a:lnTo>
                  <a:cubicBezTo>
                    <a:pt x="1266" y="13364"/>
                    <a:pt x="494" y="11852"/>
                    <a:pt x="1297" y="10741"/>
                  </a:cubicBezTo>
                  <a:lnTo>
                    <a:pt x="3951" y="6914"/>
                  </a:lnTo>
                  <a:cubicBezTo>
                    <a:pt x="4445" y="6358"/>
                    <a:pt x="4723" y="5649"/>
                    <a:pt x="4723" y="4908"/>
                  </a:cubicBezTo>
                  <a:lnTo>
                    <a:pt x="4723" y="2562"/>
                  </a:lnTo>
                  <a:lnTo>
                    <a:pt x="7315" y="2562"/>
                  </a:lnTo>
                  <a:lnTo>
                    <a:pt x="7315" y="4908"/>
                  </a:lnTo>
                  <a:cubicBezTo>
                    <a:pt x="7315" y="5649"/>
                    <a:pt x="7593" y="6358"/>
                    <a:pt x="8086" y="6914"/>
                  </a:cubicBezTo>
                  <a:lnTo>
                    <a:pt x="8642" y="7747"/>
                  </a:lnTo>
                  <a:cubicBezTo>
                    <a:pt x="8676" y="7798"/>
                    <a:pt x="8729" y="7821"/>
                    <a:pt x="8785" y="7821"/>
                  </a:cubicBezTo>
                  <a:cubicBezTo>
                    <a:pt x="8830" y="7821"/>
                    <a:pt x="8878" y="7806"/>
                    <a:pt x="8920" y="7778"/>
                  </a:cubicBezTo>
                  <a:cubicBezTo>
                    <a:pt x="9012" y="7716"/>
                    <a:pt x="9043" y="7593"/>
                    <a:pt x="8981" y="7500"/>
                  </a:cubicBezTo>
                  <a:lnTo>
                    <a:pt x="8395" y="6698"/>
                  </a:lnTo>
                  <a:cubicBezTo>
                    <a:pt x="7963" y="6204"/>
                    <a:pt x="7716" y="5556"/>
                    <a:pt x="7716" y="4908"/>
                  </a:cubicBezTo>
                  <a:lnTo>
                    <a:pt x="7716" y="2532"/>
                  </a:lnTo>
                  <a:cubicBezTo>
                    <a:pt x="9259" y="2285"/>
                    <a:pt x="9074" y="32"/>
                    <a:pt x="7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70" name="Google Shape;13670;p88"/>
          <p:cNvGrpSpPr/>
          <p:nvPr/>
        </p:nvGrpSpPr>
        <p:grpSpPr>
          <a:xfrm>
            <a:off x="4057356" y="3418117"/>
            <a:ext cx="326400" cy="344725"/>
            <a:chOff x="7065588" y="3581531"/>
            <a:chExt cx="326400" cy="344725"/>
          </a:xfrm>
        </p:grpSpPr>
        <p:sp>
          <p:nvSpPr>
            <p:cNvPr id="13671" name="Google Shape;13671;p88"/>
            <p:cNvSpPr/>
            <p:nvPr/>
          </p:nvSpPr>
          <p:spPr>
            <a:xfrm>
              <a:off x="7170513" y="3671031"/>
              <a:ext cx="10075" cy="18725"/>
            </a:xfrm>
            <a:custGeom>
              <a:rect b="b" l="l" r="r" t="t"/>
              <a:pathLst>
                <a:path extrusionOk="0" h="749" w="403">
                  <a:moveTo>
                    <a:pt x="201" y="0"/>
                  </a:moveTo>
                  <a:cubicBezTo>
                    <a:pt x="109" y="0"/>
                    <a:pt x="16" y="62"/>
                    <a:pt x="1" y="185"/>
                  </a:cubicBezTo>
                  <a:lnTo>
                    <a:pt x="1" y="587"/>
                  </a:lnTo>
                  <a:cubicBezTo>
                    <a:pt x="16" y="695"/>
                    <a:pt x="109" y="749"/>
                    <a:pt x="201" y="749"/>
                  </a:cubicBezTo>
                  <a:cubicBezTo>
                    <a:pt x="294" y="749"/>
                    <a:pt x="387" y="695"/>
                    <a:pt x="402" y="587"/>
                  </a:cubicBezTo>
                  <a:lnTo>
                    <a:pt x="402" y="185"/>
                  </a:lnTo>
                  <a:cubicBezTo>
                    <a:pt x="387" y="62"/>
                    <a:pt x="294"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2" name="Google Shape;13672;p88"/>
            <p:cNvSpPr/>
            <p:nvPr/>
          </p:nvSpPr>
          <p:spPr>
            <a:xfrm>
              <a:off x="7276988" y="3671031"/>
              <a:ext cx="10825" cy="19300"/>
            </a:xfrm>
            <a:custGeom>
              <a:rect b="b" l="l" r="r" t="t"/>
              <a:pathLst>
                <a:path extrusionOk="0" h="772" w="433">
                  <a:moveTo>
                    <a:pt x="217" y="0"/>
                  </a:moveTo>
                  <a:cubicBezTo>
                    <a:pt x="93" y="0"/>
                    <a:pt x="1" y="62"/>
                    <a:pt x="32" y="185"/>
                  </a:cubicBezTo>
                  <a:lnTo>
                    <a:pt x="32" y="587"/>
                  </a:lnTo>
                  <a:cubicBezTo>
                    <a:pt x="1" y="679"/>
                    <a:pt x="93" y="772"/>
                    <a:pt x="217" y="772"/>
                  </a:cubicBezTo>
                  <a:cubicBezTo>
                    <a:pt x="340" y="772"/>
                    <a:pt x="433" y="679"/>
                    <a:pt x="433" y="587"/>
                  </a:cubicBezTo>
                  <a:lnTo>
                    <a:pt x="433" y="185"/>
                  </a:lnTo>
                  <a:cubicBezTo>
                    <a:pt x="433" y="93"/>
                    <a:pt x="340"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3" name="Google Shape;13673;p88"/>
            <p:cNvSpPr/>
            <p:nvPr/>
          </p:nvSpPr>
          <p:spPr>
            <a:xfrm>
              <a:off x="7207938" y="3679431"/>
              <a:ext cx="41125" cy="16125"/>
            </a:xfrm>
            <a:custGeom>
              <a:rect b="b" l="l" r="r" t="t"/>
              <a:pathLst>
                <a:path extrusionOk="0" h="645" w="1645">
                  <a:moveTo>
                    <a:pt x="298" y="0"/>
                  </a:moveTo>
                  <a:cubicBezTo>
                    <a:pt x="141" y="0"/>
                    <a:pt x="0" y="181"/>
                    <a:pt x="140" y="343"/>
                  </a:cubicBezTo>
                  <a:cubicBezTo>
                    <a:pt x="325" y="544"/>
                    <a:pt x="572" y="644"/>
                    <a:pt x="818" y="644"/>
                  </a:cubicBezTo>
                  <a:cubicBezTo>
                    <a:pt x="1065" y="644"/>
                    <a:pt x="1312" y="544"/>
                    <a:pt x="1497" y="343"/>
                  </a:cubicBezTo>
                  <a:lnTo>
                    <a:pt x="1528" y="343"/>
                  </a:lnTo>
                  <a:cubicBezTo>
                    <a:pt x="1644" y="181"/>
                    <a:pt x="1498" y="0"/>
                    <a:pt x="1353" y="0"/>
                  </a:cubicBezTo>
                  <a:cubicBezTo>
                    <a:pt x="1305" y="0"/>
                    <a:pt x="1258" y="20"/>
                    <a:pt x="1220" y="65"/>
                  </a:cubicBezTo>
                  <a:cubicBezTo>
                    <a:pt x="1127" y="189"/>
                    <a:pt x="973" y="251"/>
                    <a:pt x="818" y="251"/>
                  </a:cubicBezTo>
                  <a:cubicBezTo>
                    <a:pt x="664" y="251"/>
                    <a:pt x="541" y="189"/>
                    <a:pt x="448" y="65"/>
                  </a:cubicBezTo>
                  <a:cubicBezTo>
                    <a:pt x="402" y="20"/>
                    <a:pt x="349"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4" name="Google Shape;13674;p88"/>
            <p:cNvSpPr/>
            <p:nvPr/>
          </p:nvSpPr>
          <p:spPr>
            <a:xfrm>
              <a:off x="7065588" y="3581531"/>
              <a:ext cx="326400" cy="344725"/>
            </a:xfrm>
            <a:custGeom>
              <a:rect b="b" l="l" r="r" t="t"/>
              <a:pathLst>
                <a:path extrusionOk="0" h="13789" w="13056">
                  <a:moveTo>
                    <a:pt x="1389" y="0"/>
                  </a:moveTo>
                  <a:cubicBezTo>
                    <a:pt x="155" y="31"/>
                    <a:pt x="1" y="1790"/>
                    <a:pt x="1204" y="2037"/>
                  </a:cubicBezTo>
                  <a:cubicBezTo>
                    <a:pt x="1328" y="2747"/>
                    <a:pt x="1575" y="3426"/>
                    <a:pt x="1883" y="4074"/>
                  </a:cubicBezTo>
                  <a:cubicBezTo>
                    <a:pt x="2747" y="5710"/>
                    <a:pt x="4044" y="7099"/>
                    <a:pt x="5648" y="8055"/>
                  </a:cubicBezTo>
                  <a:lnTo>
                    <a:pt x="5648" y="13333"/>
                  </a:lnTo>
                  <a:cubicBezTo>
                    <a:pt x="5648" y="13601"/>
                    <a:pt x="5876" y="13789"/>
                    <a:pt x="6131" y="13789"/>
                  </a:cubicBezTo>
                  <a:cubicBezTo>
                    <a:pt x="6227" y="13789"/>
                    <a:pt x="6327" y="13762"/>
                    <a:pt x="6420" y="13703"/>
                  </a:cubicBezTo>
                  <a:lnTo>
                    <a:pt x="6945" y="13271"/>
                  </a:lnTo>
                  <a:cubicBezTo>
                    <a:pt x="7222" y="13055"/>
                    <a:pt x="7377" y="12715"/>
                    <a:pt x="7377" y="12376"/>
                  </a:cubicBezTo>
                  <a:lnTo>
                    <a:pt x="7377" y="11388"/>
                  </a:lnTo>
                  <a:cubicBezTo>
                    <a:pt x="7377" y="11265"/>
                    <a:pt x="7284" y="11172"/>
                    <a:pt x="7161" y="11172"/>
                  </a:cubicBezTo>
                  <a:cubicBezTo>
                    <a:pt x="7068" y="11172"/>
                    <a:pt x="6975" y="11265"/>
                    <a:pt x="6975" y="11388"/>
                  </a:cubicBezTo>
                  <a:lnTo>
                    <a:pt x="6975" y="12376"/>
                  </a:lnTo>
                  <a:cubicBezTo>
                    <a:pt x="6975" y="12592"/>
                    <a:pt x="6852" y="12808"/>
                    <a:pt x="6698" y="12962"/>
                  </a:cubicBezTo>
                  <a:lnTo>
                    <a:pt x="6173" y="13394"/>
                  </a:lnTo>
                  <a:cubicBezTo>
                    <a:pt x="6156" y="13403"/>
                    <a:pt x="6138" y="13406"/>
                    <a:pt x="6119" y="13406"/>
                  </a:cubicBezTo>
                  <a:cubicBezTo>
                    <a:pt x="6068" y="13406"/>
                    <a:pt x="6019" y="13378"/>
                    <a:pt x="6019" y="13333"/>
                  </a:cubicBezTo>
                  <a:lnTo>
                    <a:pt x="6019" y="7932"/>
                  </a:lnTo>
                  <a:cubicBezTo>
                    <a:pt x="6019" y="7839"/>
                    <a:pt x="5988" y="7777"/>
                    <a:pt x="5926" y="7747"/>
                  </a:cubicBezTo>
                  <a:cubicBezTo>
                    <a:pt x="4352" y="6852"/>
                    <a:pt x="3056" y="5494"/>
                    <a:pt x="2254" y="3889"/>
                  </a:cubicBezTo>
                  <a:cubicBezTo>
                    <a:pt x="1945" y="3303"/>
                    <a:pt x="1729" y="2685"/>
                    <a:pt x="1605" y="2037"/>
                  </a:cubicBezTo>
                  <a:lnTo>
                    <a:pt x="3426" y="2037"/>
                  </a:lnTo>
                  <a:cubicBezTo>
                    <a:pt x="3550" y="2037"/>
                    <a:pt x="3642" y="1945"/>
                    <a:pt x="3642" y="1821"/>
                  </a:cubicBezTo>
                  <a:cubicBezTo>
                    <a:pt x="3642" y="1729"/>
                    <a:pt x="3550" y="1636"/>
                    <a:pt x="3426" y="1636"/>
                  </a:cubicBezTo>
                  <a:lnTo>
                    <a:pt x="1389" y="1636"/>
                  </a:lnTo>
                  <a:cubicBezTo>
                    <a:pt x="618" y="1574"/>
                    <a:pt x="618" y="463"/>
                    <a:pt x="1389" y="402"/>
                  </a:cubicBezTo>
                  <a:lnTo>
                    <a:pt x="11666" y="402"/>
                  </a:lnTo>
                  <a:cubicBezTo>
                    <a:pt x="11686" y="400"/>
                    <a:pt x="11704" y="399"/>
                    <a:pt x="11723" y="399"/>
                  </a:cubicBezTo>
                  <a:cubicBezTo>
                    <a:pt x="12512" y="399"/>
                    <a:pt x="12512" y="1638"/>
                    <a:pt x="11723" y="1638"/>
                  </a:cubicBezTo>
                  <a:cubicBezTo>
                    <a:pt x="11704" y="1638"/>
                    <a:pt x="11686" y="1637"/>
                    <a:pt x="11666" y="1636"/>
                  </a:cubicBezTo>
                  <a:lnTo>
                    <a:pt x="4260" y="1636"/>
                  </a:lnTo>
                  <a:cubicBezTo>
                    <a:pt x="4167" y="1636"/>
                    <a:pt x="4074" y="1729"/>
                    <a:pt x="4074" y="1821"/>
                  </a:cubicBezTo>
                  <a:cubicBezTo>
                    <a:pt x="4074" y="1945"/>
                    <a:pt x="4167" y="2037"/>
                    <a:pt x="4260" y="2037"/>
                  </a:cubicBezTo>
                  <a:lnTo>
                    <a:pt x="11450" y="2037"/>
                  </a:lnTo>
                  <a:cubicBezTo>
                    <a:pt x="11296" y="2685"/>
                    <a:pt x="11080" y="3303"/>
                    <a:pt x="10771" y="3889"/>
                  </a:cubicBezTo>
                  <a:cubicBezTo>
                    <a:pt x="9969" y="5494"/>
                    <a:pt x="8673" y="6852"/>
                    <a:pt x="7099" y="7747"/>
                  </a:cubicBezTo>
                  <a:cubicBezTo>
                    <a:pt x="7037" y="7777"/>
                    <a:pt x="7006" y="7839"/>
                    <a:pt x="7006" y="7932"/>
                  </a:cubicBezTo>
                  <a:lnTo>
                    <a:pt x="7006" y="10555"/>
                  </a:lnTo>
                  <a:cubicBezTo>
                    <a:pt x="7006" y="10678"/>
                    <a:pt x="7099" y="10771"/>
                    <a:pt x="7191" y="10771"/>
                  </a:cubicBezTo>
                  <a:cubicBezTo>
                    <a:pt x="7315" y="10771"/>
                    <a:pt x="7407" y="10678"/>
                    <a:pt x="7407" y="10555"/>
                  </a:cubicBezTo>
                  <a:lnTo>
                    <a:pt x="7407" y="8055"/>
                  </a:lnTo>
                  <a:cubicBezTo>
                    <a:pt x="9012" y="7099"/>
                    <a:pt x="10308" y="5710"/>
                    <a:pt x="11142" y="4074"/>
                  </a:cubicBezTo>
                  <a:cubicBezTo>
                    <a:pt x="11481" y="3426"/>
                    <a:pt x="11728" y="2747"/>
                    <a:pt x="11852" y="2037"/>
                  </a:cubicBezTo>
                  <a:cubicBezTo>
                    <a:pt x="13055" y="1790"/>
                    <a:pt x="12901" y="31"/>
                    <a:pt x="11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75" name="Google Shape;13675;p88"/>
          <p:cNvGrpSpPr/>
          <p:nvPr/>
        </p:nvGrpSpPr>
        <p:grpSpPr>
          <a:xfrm>
            <a:off x="3303056" y="3418005"/>
            <a:ext cx="345675" cy="344950"/>
            <a:chOff x="3294263" y="3582256"/>
            <a:chExt cx="345675" cy="344950"/>
          </a:xfrm>
        </p:grpSpPr>
        <p:sp>
          <p:nvSpPr>
            <p:cNvPr id="13676" name="Google Shape;13676;p88"/>
            <p:cNvSpPr/>
            <p:nvPr/>
          </p:nvSpPr>
          <p:spPr>
            <a:xfrm>
              <a:off x="3526513" y="3727206"/>
              <a:ext cx="10050" cy="22550"/>
            </a:xfrm>
            <a:custGeom>
              <a:rect b="b" l="l" r="r" t="t"/>
              <a:pathLst>
                <a:path extrusionOk="0" h="902" w="402">
                  <a:moveTo>
                    <a:pt x="169" y="0"/>
                  </a:moveTo>
                  <a:cubicBezTo>
                    <a:pt x="70" y="0"/>
                    <a:pt x="0" y="84"/>
                    <a:pt x="0" y="191"/>
                  </a:cubicBezTo>
                  <a:lnTo>
                    <a:pt x="0" y="716"/>
                  </a:lnTo>
                  <a:cubicBezTo>
                    <a:pt x="0" y="809"/>
                    <a:pt x="93" y="901"/>
                    <a:pt x="216" y="901"/>
                  </a:cubicBezTo>
                  <a:cubicBezTo>
                    <a:pt x="309" y="901"/>
                    <a:pt x="401" y="809"/>
                    <a:pt x="401" y="716"/>
                  </a:cubicBezTo>
                  <a:lnTo>
                    <a:pt x="401" y="191"/>
                  </a:lnTo>
                  <a:cubicBezTo>
                    <a:pt x="401" y="99"/>
                    <a:pt x="309" y="6"/>
                    <a:pt x="216" y="6"/>
                  </a:cubicBezTo>
                  <a:cubicBezTo>
                    <a:pt x="200" y="2"/>
                    <a:pt x="184" y="0"/>
                    <a:pt x="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7" name="Google Shape;13677;p88"/>
            <p:cNvSpPr/>
            <p:nvPr/>
          </p:nvSpPr>
          <p:spPr>
            <a:xfrm>
              <a:off x="3397663" y="3727206"/>
              <a:ext cx="10050" cy="22550"/>
            </a:xfrm>
            <a:custGeom>
              <a:rect b="b" l="l" r="r" t="t"/>
              <a:pathLst>
                <a:path extrusionOk="0" h="902" w="402">
                  <a:moveTo>
                    <a:pt x="140" y="0"/>
                  </a:moveTo>
                  <a:cubicBezTo>
                    <a:pt x="47" y="0"/>
                    <a:pt x="0" y="84"/>
                    <a:pt x="0" y="191"/>
                  </a:cubicBezTo>
                  <a:lnTo>
                    <a:pt x="0" y="716"/>
                  </a:lnTo>
                  <a:cubicBezTo>
                    <a:pt x="0" y="809"/>
                    <a:pt x="93" y="901"/>
                    <a:pt x="185" y="901"/>
                  </a:cubicBezTo>
                  <a:cubicBezTo>
                    <a:pt x="309" y="901"/>
                    <a:pt x="402" y="809"/>
                    <a:pt x="402" y="716"/>
                  </a:cubicBezTo>
                  <a:lnTo>
                    <a:pt x="402" y="191"/>
                  </a:lnTo>
                  <a:cubicBezTo>
                    <a:pt x="402" y="99"/>
                    <a:pt x="309" y="6"/>
                    <a:pt x="185" y="6"/>
                  </a:cubicBezTo>
                  <a:cubicBezTo>
                    <a:pt x="169" y="2"/>
                    <a:pt x="154" y="0"/>
                    <a:pt x="1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8" name="Google Shape;13678;p88"/>
            <p:cNvSpPr/>
            <p:nvPr/>
          </p:nvSpPr>
          <p:spPr>
            <a:xfrm>
              <a:off x="3448238" y="3758556"/>
              <a:ext cx="35850" cy="15100"/>
            </a:xfrm>
            <a:custGeom>
              <a:rect b="b" l="l" r="r" t="t"/>
              <a:pathLst>
                <a:path extrusionOk="0" h="604" w="1434">
                  <a:moveTo>
                    <a:pt x="289" y="1"/>
                  </a:moveTo>
                  <a:cubicBezTo>
                    <a:pt x="135" y="1"/>
                    <a:pt x="0" y="189"/>
                    <a:pt x="138" y="326"/>
                  </a:cubicBezTo>
                  <a:cubicBezTo>
                    <a:pt x="307" y="511"/>
                    <a:pt x="531" y="604"/>
                    <a:pt x="755" y="604"/>
                  </a:cubicBezTo>
                  <a:cubicBezTo>
                    <a:pt x="979" y="604"/>
                    <a:pt x="1202" y="511"/>
                    <a:pt x="1372" y="326"/>
                  </a:cubicBezTo>
                  <a:cubicBezTo>
                    <a:pt x="1434" y="264"/>
                    <a:pt x="1434" y="141"/>
                    <a:pt x="1372" y="48"/>
                  </a:cubicBezTo>
                  <a:lnTo>
                    <a:pt x="1341" y="79"/>
                  </a:lnTo>
                  <a:cubicBezTo>
                    <a:pt x="1295" y="33"/>
                    <a:pt x="1241" y="10"/>
                    <a:pt x="1191" y="10"/>
                  </a:cubicBezTo>
                  <a:cubicBezTo>
                    <a:pt x="1141" y="10"/>
                    <a:pt x="1094" y="33"/>
                    <a:pt x="1063" y="79"/>
                  </a:cubicBezTo>
                  <a:cubicBezTo>
                    <a:pt x="971" y="172"/>
                    <a:pt x="878" y="203"/>
                    <a:pt x="755" y="203"/>
                  </a:cubicBezTo>
                  <a:cubicBezTo>
                    <a:pt x="631" y="203"/>
                    <a:pt x="508" y="172"/>
                    <a:pt x="446" y="79"/>
                  </a:cubicBezTo>
                  <a:cubicBezTo>
                    <a:pt x="398" y="23"/>
                    <a:pt x="342" y="1"/>
                    <a:pt x="2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9" name="Google Shape;13679;p88"/>
            <p:cNvSpPr/>
            <p:nvPr/>
          </p:nvSpPr>
          <p:spPr>
            <a:xfrm>
              <a:off x="3294263" y="3582256"/>
              <a:ext cx="345675" cy="344950"/>
            </a:xfrm>
            <a:custGeom>
              <a:rect b="b" l="l" r="r" t="t"/>
              <a:pathLst>
                <a:path extrusionOk="0" h="13798" w="13827">
                  <a:moveTo>
                    <a:pt x="4904" y="2531"/>
                  </a:moveTo>
                  <a:cubicBezTo>
                    <a:pt x="4936" y="2531"/>
                    <a:pt x="4968" y="2532"/>
                    <a:pt x="5000" y="2533"/>
                  </a:cubicBezTo>
                  <a:cubicBezTo>
                    <a:pt x="5556" y="2564"/>
                    <a:pt x="6081" y="2625"/>
                    <a:pt x="6636" y="2780"/>
                  </a:cubicBezTo>
                  <a:cubicBezTo>
                    <a:pt x="7253" y="2903"/>
                    <a:pt x="7871" y="2996"/>
                    <a:pt x="8519" y="3027"/>
                  </a:cubicBezTo>
                  <a:cubicBezTo>
                    <a:pt x="9074" y="3027"/>
                    <a:pt x="9630" y="2903"/>
                    <a:pt x="10124" y="2687"/>
                  </a:cubicBezTo>
                  <a:cubicBezTo>
                    <a:pt x="10167" y="2665"/>
                    <a:pt x="10211" y="2655"/>
                    <a:pt x="10252" y="2655"/>
                  </a:cubicBezTo>
                  <a:cubicBezTo>
                    <a:pt x="10327" y="2655"/>
                    <a:pt x="10392" y="2689"/>
                    <a:pt x="10432" y="2749"/>
                  </a:cubicBezTo>
                  <a:cubicBezTo>
                    <a:pt x="10802" y="3150"/>
                    <a:pt x="11111" y="3613"/>
                    <a:pt x="11327" y="4107"/>
                  </a:cubicBezTo>
                  <a:lnTo>
                    <a:pt x="2562" y="4107"/>
                  </a:lnTo>
                  <a:cubicBezTo>
                    <a:pt x="2686" y="3891"/>
                    <a:pt x="2840" y="3644"/>
                    <a:pt x="2994" y="3459"/>
                  </a:cubicBezTo>
                  <a:cubicBezTo>
                    <a:pt x="3468" y="2867"/>
                    <a:pt x="4167" y="2531"/>
                    <a:pt x="4904" y="2531"/>
                  </a:cubicBezTo>
                  <a:close/>
                  <a:moveTo>
                    <a:pt x="1451" y="5372"/>
                  </a:moveTo>
                  <a:lnTo>
                    <a:pt x="1482" y="5496"/>
                  </a:lnTo>
                  <a:cubicBezTo>
                    <a:pt x="1513" y="5742"/>
                    <a:pt x="1575" y="5958"/>
                    <a:pt x="1667" y="6175"/>
                  </a:cubicBezTo>
                  <a:cubicBezTo>
                    <a:pt x="1667" y="6329"/>
                    <a:pt x="1667" y="6452"/>
                    <a:pt x="1698" y="6607"/>
                  </a:cubicBezTo>
                  <a:cubicBezTo>
                    <a:pt x="1698" y="6823"/>
                    <a:pt x="1760" y="7039"/>
                    <a:pt x="1791" y="7255"/>
                  </a:cubicBezTo>
                  <a:cubicBezTo>
                    <a:pt x="1266" y="7224"/>
                    <a:pt x="865" y="6792"/>
                    <a:pt x="865" y="6267"/>
                  </a:cubicBezTo>
                  <a:cubicBezTo>
                    <a:pt x="865" y="5989"/>
                    <a:pt x="988" y="5712"/>
                    <a:pt x="1204" y="5526"/>
                  </a:cubicBezTo>
                  <a:cubicBezTo>
                    <a:pt x="1297" y="5465"/>
                    <a:pt x="1359" y="5403"/>
                    <a:pt x="1451" y="5372"/>
                  </a:cubicBezTo>
                  <a:close/>
                  <a:moveTo>
                    <a:pt x="12376" y="5403"/>
                  </a:moveTo>
                  <a:cubicBezTo>
                    <a:pt x="13302" y="5835"/>
                    <a:pt x="13025" y="7255"/>
                    <a:pt x="11975" y="7286"/>
                  </a:cubicBezTo>
                  <a:lnTo>
                    <a:pt x="12006" y="7255"/>
                  </a:lnTo>
                  <a:cubicBezTo>
                    <a:pt x="12037" y="7100"/>
                    <a:pt x="12099" y="6915"/>
                    <a:pt x="12099" y="6730"/>
                  </a:cubicBezTo>
                  <a:cubicBezTo>
                    <a:pt x="12130" y="6545"/>
                    <a:pt x="12130" y="6391"/>
                    <a:pt x="12160" y="6205"/>
                  </a:cubicBezTo>
                  <a:cubicBezTo>
                    <a:pt x="12253" y="5928"/>
                    <a:pt x="12315" y="5681"/>
                    <a:pt x="12346" y="5403"/>
                  </a:cubicBezTo>
                  <a:close/>
                  <a:moveTo>
                    <a:pt x="11636" y="4508"/>
                  </a:moveTo>
                  <a:cubicBezTo>
                    <a:pt x="11759" y="4508"/>
                    <a:pt x="11852" y="4539"/>
                    <a:pt x="11944" y="4601"/>
                  </a:cubicBezTo>
                  <a:cubicBezTo>
                    <a:pt x="12006" y="4724"/>
                    <a:pt x="12037" y="4878"/>
                    <a:pt x="12006" y="5033"/>
                  </a:cubicBezTo>
                  <a:lnTo>
                    <a:pt x="12006" y="5064"/>
                  </a:lnTo>
                  <a:lnTo>
                    <a:pt x="10895" y="5064"/>
                  </a:lnTo>
                  <a:cubicBezTo>
                    <a:pt x="10679" y="5125"/>
                    <a:pt x="10679" y="5372"/>
                    <a:pt x="10895" y="5434"/>
                  </a:cubicBezTo>
                  <a:lnTo>
                    <a:pt x="11944" y="5434"/>
                  </a:lnTo>
                  <a:lnTo>
                    <a:pt x="11913" y="5557"/>
                  </a:lnTo>
                  <a:cubicBezTo>
                    <a:pt x="11821" y="6020"/>
                    <a:pt x="11636" y="6452"/>
                    <a:pt x="11327" y="6853"/>
                  </a:cubicBezTo>
                  <a:cubicBezTo>
                    <a:pt x="10957" y="7286"/>
                    <a:pt x="10432" y="7532"/>
                    <a:pt x="9877" y="7532"/>
                  </a:cubicBezTo>
                  <a:cubicBezTo>
                    <a:pt x="9841" y="7535"/>
                    <a:pt x="9805" y="7536"/>
                    <a:pt x="9769" y="7536"/>
                  </a:cubicBezTo>
                  <a:cubicBezTo>
                    <a:pt x="9312" y="7536"/>
                    <a:pt x="8862" y="7356"/>
                    <a:pt x="8519" y="7070"/>
                  </a:cubicBezTo>
                  <a:cubicBezTo>
                    <a:pt x="8025" y="6637"/>
                    <a:pt x="7624" y="6082"/>
                    <a:pt x="6914" y="6082"/>
                  </a:cubicBezTo>
                  <a:cubicBezTo>
                    <a:pt x="6327" y="6082"/>
                    <a:pt x="5895" y="6452"/>
                    <a:pt x="5525" y="6853"/>
                  </a:cubicBezTo>
                  <a:cubicBezTo>
                    <a:pt x="5100" y="7279"/>
                    <a:pt x="4515" y="7521"/>
                    <a:pt x="3907" y="7521"/>
                  </a:cubicBezTo>
                  <a:cubicBezTo>
                    <a:pt x="3809" y="7521"/>
                    <a:pt x="3710" y="7514"/>
                    <a:pt x="3612" y="7502"/>
                  </a:cubicBezTo>
                  <a:cubicBezTo>
                    <a:pt x="2655" y="7316"/>
                    <a:pt x="2099" y="6452"/>
                    <a:pt x="1914" y="5588"/>
                  </a:cubicBezTo>
                  <a:lnTo>
                    <a:pt x="1883" y="5465"/>
                  </a:lnTo>
                  <a:lnTo>
                    <a:pt x="10093" y="5465"/>
                  </a:lnTo>
                  <a:cubicBezTo>
                    <a:pt x="10105" y="5468"/>
                    <a:pt x="10116" y="5470"/>
                    <a:pt x="10127" y="5470"/>
                  </a:cubicBezTo>
                  <a:cubicBezTo>
                    <a:pt x="10297" y="5470"/>
                    <a:pt x="10297" y="5058"/>
                    <a:pt x="10127" y="5058"/>
                  </a:cubicBezTo>
                  <a:cubicBezTo>
                    <a:pt x="10116" y="5058"/>
                    <a:pt x="10105" y="5060"/>
                    <a:pt x="10093" y="5064"/>
                  </a:cubicBezTo>
                  <a:lnTo>
                    <a:pt x="1822" y="5064"/>
                  </a:lnTo>
                  <a:cubicBezTo>
                    <a:pt x="1791" y="4971"/>
                    <a:pt x="1791" y="4878"/>
                    <a:pt x="1822" y="4755"/>
                  </a:cubicBezTo>
                  <a:cubicBezTo>
                    <a:pt x="1853" y="4601"/>
                    <a:pt x="1976" y="4508"/>
                    <a:pt x="2099" y="4508"/>
                  </a:cubicBezTo>
                  <a:close/>
                  <a:moveTo>
                    <a:pt x="6914" y="6514"/>
                  </a:moveTo>
                  <a:cubicBezTo>
                    <a:pt x="7500" y="6514"/>
                    <a:pt x="7871" y="7039"/>
                    <a:pt x="8272" y="7409"/>
                  </a:cubicBezTo>
                  <a:cubicBezTo>
                    <a:pt x="8704" y="7779"/>
                    <a:pt x="9259" y="7995"/>
                    <a:pt x="9846" y="7995"/>
                  </a:cubicBezTo>
                  <a:cubicBezTo>
                    <a:pt x="10494" y="7965"/>
                    <a:pt x="11111" y="7687"/>
                    <a:pt x="11574" y="7224"/>
                  </a:cubicBezTo>
                  <a:lnTo>
                    <a:pt x="11636" y="7131"/>
                  </a:lnTo>
                  <a:lnTo>
                    <a:pt x="11574" y="7409"/>
                  </a:lnTo>
                  <a:cubicBezTo>
                    <a:pt x="11327" y="8181"/>
                    <a:pt x="10895" y="8921"/>
                    <a:pt x="10309" y="9508"/>
                  </a:cubicBezTo>
                  <a:cubicBezTo>
                    <a:pt x="9383" y="10403"/>
                    <a:pt x="8179" y="10896"/>
                    <a:pt x="6914" y="10896"/>
                  </a:cubicBezTo>
                  <a:cubicBezTo>
                    <a:pt x="6327" y="10896"/>
                    <a:pt x="5741" y="10773"/>
                    <a:pt x="5186" y="10557"/>
                  </a:cubicBezTo>
                  <a:cubicBezTo>
                    <a:pt x="3766" y="10032"/>
                    <a:pt x="2686" y="8859"/>
                    <a:pt x="2285" y="7409"/>
                  </a:cubicBezTo>
                  <a:cubicBezTo>
                    <a:pt x="2285" y="7409"/>
                    <a:pt x="2223" y="7224"/>
                    <a:pt x="2192" y="7131"/>
                  </a:cubicBezTo>
                  <a:lnTo>
                    <a:pt x="2192" y="7131"/>
                  </a:lnTo>
                  <a:lnTo>
                    <a:pt x="2254" y="7224"/>
                  </a:lnTo>
                  <a:cubicBezTo>
                    <a:pt x="2717" y="7687"/>
                    <a:pt x="3334" y="7995"/>
                    <a:pt x="4013" y="7995"/>
                  </a:cubicBezTo>
                  <a:cubicBezTo>
                    <a:pt x="4568" y="7995"/>
                    <a:pt x="5124" y="7779"/>
                    <a:pt x="5556" y="7409"/>
                  </a:cubicBezTo>
                  <a:cubicBezTo>
                    <a:pt x="5957" y="7070"/>
                    <a:pt x="6327" y="6514"/>
                    <a:pt x="6914" y="6514"/>
                  </a:cubicBezTo>
                  <a:close/>
                  <a:moveTo>
                    <a:pt x="7624" y="11236"/>
                  </a:moveTo>
                  <a:cubicBezTo>
                    <a:pt x="7469" y="11544"/>
                    <a:pt x="7222" y="11760"/>
                    <a:pt x="6914" y="11915"/>
                  </a:cubicBezTo>
                  <a:cubicBezTo>
                    <a:pt x="6605" y="11791"/>
                    <a:pt x="6327" y="11544"/>
                    <a:pt x="6173" y="11267"/>
                  </a:cubicBezTo>
                  <a:cubicBezTo>
                    <a:pt x="6266" y="11267"/>
                    <a:pt x="6760" y="11298"/>
                    <a:pt x="6914" y="11298"/>
                  </a:cubicBezTo>
                  <a:cubicBezTo>
                    <a:pt x="7161" y="11298"/>
                    <a:pt x="7377" y="11267"/>
                    <a:pt x="7624" y="11236"/>
                  </a:cubicBezTo>
                  <a:close/>
                  <a:moveTo>
                    <a:pt x="7901" y="11514"/>
                  </a:moveTo>
                  <a:lnTo>
                    <a:pt x="7901" y="13365"/>
                  </a:lnTo>
                  <a:lnTo>
                    <a:pt x="5865" y="13365"/>
                  </a:lnTo>
                  <a:lnTo>
                    <a:pt x="5895" y="11514"/>
                  </a:lnTo>
                  <a:cubicBezTo>
                    <a:pt x="6111" y="11884"/>
                    <a:pt x="6451" y="12162"/>
                    <a:pt x="6883" y="12285"/>
                  </a:cubicBezTo>
                  <a:lnTo>
                    <a:pt x="6945" y="12285"/>
                  </a:lnTo>
                  <a:cubicBezTo>
                    <a:pt x="7346" y="12162"/>
                    <a:pt x="7685" y="11884"/>
                    <a:pt x="7901" y="11514"/>
                  </a:cubicBezTo>
                  <a:close/>
                  <a:moveTo>
                    <a:pt x="5155" y="10989"/>
                  </a:moveTo>
                  <a:cubicBezTo>
                    <a:pt x="5247" y="11020"/>
                    <a:pt x="5371" y="11051"/>
                    <a:pt x="5494" y="11082"/>
                  </a:cubicBezTo>
                  <a:lnTo>
                    <a:pt x="5494" y="13396"/>
                  </a:lnTo>
                  <a:lnTo>
                    <a:pt x="4939" y="13396"/>
                  </a:lnTo>
                  <a:lnTo>
                    <a:pt x="4939" y="12625"/>
                  </a:lnTo>
                  <a:cubicBezTo>
                    <a:pt x="4939" y="12501"/>
                    <a:pt x="4846" y="12409"/>
                    <a:pt x="4754" y="12409"/>
                  </a:cubicBezTo>
                  <a:cubicBezTo>
                    <a:pt x="4630" y="12409"/>
                    <a:pt x="4538" y="12501"/>
                    <a:pt x="4538" y="12625"/>
                  </a:cubicBezTo>
                  <a:lnTo>
                    <a:pt x="4538" y="13396"/>
                  </a:lnTo>
                  <a:lnTo>
                    <a:pt x="4013" y="13396"/>
                  </a:lnTo>
                  <a:cubicBezTo>
                    <a:pt x="4105" y="12470"/>
                    <a:pt x="4507" y="11637"/>
                    <a:pt x="5155" y="10989"/>
                  </a:cubicBezTo>
                  <a:close/>
                  <a:moveTo>
                    <a:pt x="8673" y="10989"/>
                  </a:moveTo>
                  <a:cubicBezTo>
                    <a:pt x="9321" y="11637"/>
                    <a:pt x="9722" y="12470"/>
                    <a:pt x="9784" y="13396"/>
                  </a:cubicBezTo>
                  <a:lnTo>
                    <a:pt x="9259" y="13396"/>
                  </a:lnTo>
                  <a:lnTo>
                    <a:pt x="9259" y="12625"/>
                  </a:lnTo>
                  <a:cubicBezTo>
                    <a:pt x="9259" y="12501"/>
                    <a:pt x="9167" y="12409"/>
                    <a:pt x="9043" y="12409"/>
                  </a:cubicBezTo>
                  <a:cubicBezTo>
                    <a:pt x="8951" y="12409"/>
                    <a:pt x="8858" y="12501"/>
                    <a:pt x="8858" y="12625"/>
                  </a:cubicBezTo>
                  <a:lnTo>
                    <a:pt x="8858" y="13396"/>
                  </a:lnTo>
                  <a:lnTo>
                    <a:pt x="8334" y="13396"/>
                  </a:lnTo>
                  <a:lnTo>
                    <a:pt x="8334" y="11112"/>
                  </a:lnTo>
                  <a:cubicBezTo>
                    <a:pt x="8457" y="11082"/>
                    <a:pt x="8550" y="11020"/>
                    <a:pt x="8673" y="10989"/>
                  </a:cubicBezTo>
                  <a:close/>
                  <a:moveTo>
                    <a:pt x="6793" y="1"/>
                  </a:moveTo>
                  <a:cubicBezTo>
                    <a:pt x="5384" y="1"/>
                    <a:pt x="4013" y="523"/>
                    <a:pt x="2933" y="1453"/>
                  </a:cubicBezTo>
                  <a:cubicBezTo>
                    <a:pt x="2764" y="1598"/>
                    <a:pt x="2897" y="1818"/>
                    <a:pt x="3067" y="1818"/>
                  </a:cubicBezTo>
                  <a:cubicBezTo>
                    <a:pt x="3114" y="1818"/>
                    <a:pt x="3164" y="1801"/>
                    <a:pt x="3210" y="1761"/>
                  </a:cubicBezTo>
                  <a:cubicBezTo>
                    <a:pt x="4229" y="866"/>
                    <a:pt x="5525" y="373"/>
                    <a:pt x="6914" y="373"/>
                  </a:cubicBezTo>
                  <a:cubicBezTo>
                    <a:pt x="7716" y="373"/>
                    <a:pt x="8550" y="465"/>
                    <a:pt x="9352" y="589"/>
                  </a:cubicBezTo>
                  <a:cubicBezTo>
                    <a:pt x="9832" y="674"/>
                    <a:pt x="10236" y="741"/>
                    <a:pt x="10590" y="741"/>
                  </a:cubicBezTo>
                  <a:cubicBezTo>
                    <a:pt x="10873" y="741"/>
                    <a:pt x="11125" y="698"/>
                    <a:pt x="11358" y="589"/>
                  </a:cubicBezTo>
                  <a:cubicBezTo>
                    <a:pt x="11389" y="589"/>
                    <a:pt x="11451" y="589"/>
                    <a:pt x="11451" y="619"/>
                  </a:cubicBezTo>
                  <a:cubicBezTo>
                    <a:pt x="11605" y="866"/>
                    <a:pt x="11728" y="1329"/>
                    <a:pt x="11420" y="2008"/>
                  </a:cubicBezTo>
                  <a:cubicBezTo>
                    <a:pt x="11296" y="2255"/>
                    <a:pt x="11327" y="2502"/>
                    <a:pt x="11481" y="2718"/>
                  </a:cubicBezTo>
                  <a:cubicBezTo>
                    <a:pt x="11975" y="3397"/>
                    <a:pt x="12315" y="4169"/>
                    <a:pt x="12469" y="5002"/>
                  </a:cubicBezTo>
                  <a:lnTo>
                    <a:pt x="12407" y="4971"/>
                  </a:lnTo>
                  <a:lnTo>
                    <a:pt x="12407" y="4878"/>
                  </a:lnTo>
                  <a:cubicBezTo>
                    <a:pt x="12438" y="4693"/>
                    <a:pt x="12346" y="4508"/>
                    <a:pt x="12222" y="4354"/>
                  </a:cubicBezTo>
                  <a:cubicBezTo>
                    <a:pt x="12099" y="4230"/>
                    <a:pt x="11944" y="4138"/>
                    <a:pt x="11759" y="4138"/>
                  </a:cubicBezTo>
                  <a:cubicBezTo>
                    <a:pt x="11543" y="3520"/>
                    <a:pt x="11173" y="2965"/>
                    <a:pt x="10741" y="2471"/>
                  </a:cubicBezTo>
                  <a:cubicBezTo>
                    <a:pt x="10599" y="2329"/>
                    <a:pt x="10417" y="2254"/>
                    <a:pt x="10239" y="2254"/>
                  </a:cubicBezTo>
                  <a:cubicBezTo>
                    <a:pt x="10146" y="2254"/>
                    <a:pt x="10054" y="2274"/>
                    <a:pt x="9969" y="2317"/>
                  </a:cubicBezTo>
                  <a:cubicBezTo>
                    <a:pt x="9506" y="2533"/>
                    <a:pt x="9012" y="2625"/>
                    <a:pt x="8519" y="2625"/>
                  </a:cubicBezTo>
                  <a:cubicBezTo>
                    <a:pt x="7901" y="2595"/>
                    <a:pt x="7315" y="2533"/>
                    <a:pt x="6729" y="2379"/>
                  </a:cubicBezTo>
                  <a:cubicBezTo>
                    <a:pt x="6142" y="2255"/>
                    <a:pt x="5556" y="2163"/>
                    <a:pt x="5000" y="2132"/>
                  </a:cubicBezTo>
                  <a:cubicBezTo>
                    <a:pt x="4968" y="2131"/>
                    <a:pt x="4936" y="2130"/>
                    <a:pt x="4904" y="2130"/>
                  </a:cubicBezTo>
                  <a:cubicBezTo>
                    <a:pt x="4044" y="2130"/>
                    <a:pt x="3221" y="2527"/>
                    <a:pt x="2686" y="3212"/>
                  </a:cubicBezTo>
                  <a:cubicBezTo>
                    <a:pt x="2439" y="3490"/>
                    <a:pt x="2223" y="3798"/>
                    <a:pt x="2069" y="4107"/>
                  </a:cubicBezTo>
                  <a:cubicBezTo>
                    <a:pt x="1883" y="4138"/>
                    <a:pt x="1698" y="4199"/>
                    <a:pt x="1575" y="4354"/>
                  </a:cubicBezTo>
                  <a:cubicBezTo>
                    <a:pt x="1420" y="4508"/>
                    <a:pt x="1359" y="4724"/>
                    <a:pt x="1390" y="4971"/>
                  </a:cubicBezTo>
                  <a:lnTo>
                    <a:pt x="1328" y="4971"/>
                  </a:lnTo>
                  <a:cubicBezTo>
                    <a:pt x="1513" y="3983"/>
                    <a:pt x="1976" y="3058"/>
                    <a:pt x="2655" y="2317"/>
                  </a:cubicBezTo>
                  <a:cubicBezTo>
                    <a:pt x="2770" y="2156"/>
                    <a:pt x="2628" y="1961"/>
                    <a:pt x="2484" y="1961"/>
                  </a:cubicBezTo>
                  <a:cubicBezTo>
                    <a:pt x="2435" y="1961"/>
                    <a:pt x="2386" y="1984"/>
                    <a:pt x="2346" y="2039"/>
                  </a:cubicBezTo>
                  <a:cubicBezTo>
                    <a:pt x="1544" y="2934"/>
                    <a:pt x="1019" y="4076"/>
                    <a:pt x="865" y="5280"/>
                  </a:cubicBezTo>
                  <a:cubicBezTo>
                    <a:pt x="1" y="6175"/>
                    <a:pt x="618" y="7656"/>
                    <a:pt x="1853" y="7656"/>
                  </a:cubicBezTo>
                  <a:lnTo>
                    <a:pt x="1914" y="7656"/>
                  </a:lnTo>
                  <a:cubicBezTo>
                    <a:pt x="2161" y="8458"/>
                    <a:pt x="2624" y="9199"/>
                    <a:pt x="3241" y="9785"/>
                  </a:cubicBezTo>
                  <a:cubicBezTo>
                    <a:pt x="3673" y="10217"/>
                    <a:pt x="4198" y="10557"/>
                    <a:pt x="4754" y="10835"/>
                  </a:cubicBezTo>
                  <a:cubicBezTo>
                    <a:pt x="4044" y="11575"/>
                    <a:pt x="3643" y="12563"/>
                    <a:pt x="3612" y="13581"/>
                  </a:cubicBezTo>
                  <a:cubicBezTo>
                    <a:pt x="3612" y="13705"/>
                    <a:pt x="3704" y="13797"/>
                    <a:pt x="3828" y="13797"/>
                  </a:cubicBezTo>
                  <a:lnTo>
                    <a:pt x="10000" y="13797"/>
                  </a:lnTo>
                  <a:cubicBezTo>
                    <a:pt x="10093" y="13797"/>
                    <a:pt x="10185" y="13705"/>
                    <a:pt x="10185" y="13581"/>
                  </a:cubicBezTo>
                  <a:cubicBezTo>
                    <a:pt x="10185" y="12563"/>
                    <a:pt x="9784" y="11575"/>
                    <a:pt x="9074" y="10835"/>
                  </a:cubicBezTo>
                  <a:cubicBezTo>
                    <a:pt x="10432" y="10217"/>
                    <a:pt x="11451" y="9076"/>
                    <a:pt x="11913" y="7656"/>
                  </a:cubicBezTo>
                  <a:lnTo>
                    <a:pt x="11944" y="7656"/>
                  </a:lnTo>
                  <a:cubicBezTo>
                    <a:pt x="13210" y="7656"/>
                    <a:pt x="13827" y="6175"/>
                    <a:pt x="12932" y="5280"/>
                  </a:cubicBezTo>
                  <a:cubicBezTo>
                    <a:pt x="12808" y="4261"/>
                    <a:pt x="12407" y="3304"/>
                    <a:pt x="11821" y="2471"/>
                  </a:cubicBezTo>
                  <a:cubicBezTo>
                    <a:pt x="11759" y="2379"/>
                    <a:pt x="11759" y="2255"/>
                    <a:pt x="11790" y="2193"/>
                  </a:cubicBezTo>
                  <a:cubicBezTo>
                    <a:pt x="12222" y="1268"/>
                    <a:pt x="11975" y="681"/>
                    <a:pt x="11821" y="403"/>
                  </a:cubicBezTo>
                  <a:cubicBezTo>
                    <a:pt x="11734" y="252"/>
                    <a:pt x="11572" y="177"/>
                    <a:pt x="11409" y="177"/>
                  </a:cubicBezTo>
                  <a:cubicBezTo>
                    <a:pt x="11339" y="177"/>
                    <a:pt x="11268" y="190"/>
                    <a:pt x="11204" y="218"/>
                  </a:cubicBezTo>
                  <a:cubicBezTo>
                    <a:pt x="11021" y="296"/>
                    <a:pt x="10816" y="325"/>
                    <a:pt x="10580" y="325"/>
                  </a:cubicBezTo>
                  <a:cubicBezTo>
                    <a:pt x="10258" y="325"/>
                    <a:pt x="9877" y="272"/>
                    <a:pt x="9414" y="218"/>
                  </a:cubicBezTo>
                  <a:cubicBezTo>
                    <a:pt x="8580" y="64"/>
                    <a:pt x="7747" y="2"/>
                    <a:pt x="6914" y="2"/>
                  </a:cubicBezTo>
                  <a:cubicBezTo>
                    <a:pt x="6873" y="1"/>
                    <a:pt x="6833" y="1"/>
                    <a:pt x="67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80" name="Google Shape;13680;p88"/>
          <p:cNvGrpSpPr/>
          <p:nvPr/>
        </p:nvGrpSpPr>
        <p:grpSpPr>
          <a:xfrm>
            <a:off x="2526881" y="3418230"/>
            <a:ext cx="360325" cy="344500"/>
            <a:chOff x="4038813" y="2463956"/>
            <a:chExt cx="360325" cy="344500"/>
          </a:xfrm>
        </p:grpSpPr>
        <p:grpSp>
          <p:nvGrpSpPr>
            <p:cNvPr id="13681" name="Google Shape;13681;p88"/>
            <p:cNvGrpSpPr/>
            <p:nvPr/>
          </p:nvGrpSpPr>
          <p:grpSpPr>
            <a:xfrm>
              <a:off x="4038813" y="2575656"/>
              <a:ext cx="360325" cy="232800"/>
              <a:chOff x="4038813" y="2575656"/>
              <a:chExt cx="360325" cy="232800"/>
            </a:xfrm>
          </p:grpSpPr>
          <p:sp>
            <p:nvSpPr>
              <p:cNvPr id="13682" name="Google Shape;13682;p88"/>
              <p:cNvSpPr/>
              <p:nvPr/>
            </p:nvSpPr>
            <p:spPr>
              <a:xfrm>
                <a:off x="4087413" y="2682481"/>
                <a:ext cx="17775" cy="16625"/>
              </a:xfrm>
              <a:custGeom>
                <a:rect b="b" l="l" r="r" t="t"/>
                <a:pathLst>
                  <a:path extrusionOk="0" h="665" w="711">
                    <a:moveTo>
                      <a:pt x="479" y="1"/>
                    </a:moveTo>
                    <a:cubicBezTo>
                      <a:pt x="425" y="1"/>
                      <a:pt x="371" y="24"/>
                      <a:pt x="340" y="70"/>
                    </a:cubicBezTo>
                    <a:lnTo>
                      <a:pt x="63" y="317"/>
                    </a:lnTo>
                    <a:cubicBezTo>
                      <a:pt x="1" y="410"/>
                      <a:pt x="1" y="533"/>
                      <a:pt x="63" y="595"/>
                    </a:cubicBezTo>
                    <a:cubicBezTo>
                      <a:pt x="109" y="641"/>
                      <a:pt x="163" y="664"/>
                      <a:pt x="213" y="664"/>
                    </a:cubicBezTo>
                    <a:cubicBezTo>
                      <a:pt x="263" y="664"/>
                      <a:pt x="309" y="641"/>
                      <a:pt x="340" y="595"/>
                    </a:cubicBezTo>
                    <a:lnTo>
                      <a:pt x="618" y="348"/>
                    </a:lnTo>
                    <a:cubicBezTo>
                      <a:pt x="711" y="255"/>
                      <a:pt x="711" y="132"/>
                      <a:pt x="618" y="70"/>
                    </a:cubicBezTo>
                    <a:cubicBezTo>
                      <a:pt x="587" y="24"/>
                      <a:pt x="533"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3" name="Google Shape;13683;p88"/>
              <p:cNvSpPr/>
              <p:nvPr/>
            </p:nvSpPr>
            <p:spPr>
              <a:xfrm>
                <a:off x="4161488" y="2755781"/>
                <a:ext cx="17775" cy="16800"/>
              </a:xfrm>
              <a:custGeom>
                <a:rect b="b" l="l" r="r" t="t"/>
                <a:pathLst>
                  <a:path extrusionOk="0" h="672" w="711">
                    <a:moveTo>
                      <a:pt x="479" y="1"/>
                    </a:moveTo>
                    <a:cubicBezTo>
                      <a:pt x="425" y="1"/>
                      <a:pt x="371" y="24"/>
                      <a:pt x="340" y="70"/>
                    </a:cubicBezTo>
                    <a:lnTo>
                      <a:pt x="62" y="348"/>
                    </a:lnTo>
                    <a:cubicBezTo>
                      <a:pt x="1" y="410"/>
                      <a:pt x="1" y="533"/>
                      <a:pt x="62" y="626"/>
                    </a:cubicBezTo>
                    <a:cubicBezTo>
                      <a:pt x="109" y="657"/>
                      <a:pt x="163" y="672"/>
                      <a:pt x="213" y="672"/>
                    </a:cubicBezTo>
                    <a:cubicBezTo>
                      <a:pt x="263" y="672"/>
                      <a:pt x="309" y="657"/>
                      <a:pt x="340" y="626"/>
                    </a:cubicBezTo>
                    <a:lnTo>
                      <a:pt x="618" y="348"/>
                    </a:lnTo>
                    <a:cubicBezTo>
                      <a:pt x="710" y="286"/>
                      <a:pt x="710" y="163"/>
                      <a:pt x="618" y="70"/>
                    </a:cubicBezTo>
                    <a:cubicBezTo>
                      <a:pt x="587" y="24"/>
                      <a:pt x="533"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4" name="Google Shape;13684;p88"/>
              <p:cNvSpPr/>
              <p:nvPr/>
            </p:nvSpPr>
            <p:spPr>
              <a:xfrm>
                <a:off x="4115213" y="2715856"/>
                <a:ext cx="29625" cy="28700"/>
              </a:xfrm>
              <a:custGeom>
                <a:rect b="b" l="l" r="r" t="t"/>
                <a:pathLst>
                  <a:path extrusionOk="0" h="1148" w="1185">
                    <a:moveTo>
                      <a:pt x="247" y="1"/>
                    </a:moveTo>
                    <a:cubicBezTo>
                      <a:pt x="123" y="1"/>
                      <a:pt x="31" y="93"/>
                      <a:pt x="31" y="186"/>
                    </a:cubicBezTo>
                    <a:cubicBezTo>
                      <a:pt x="1" y="723"/>
                      <a:pt x="403" y="1144"/>
                      <a:pt x="932" y="1144"/>
                    </a:cubicBezTo>
                    <a:cubicBezTo>
                      <a:pt x="950" y="1144"/>
                      <a:pt x="969" y="1144"/>
                      <a:pt x="987" y="1142"/>
                    </a:cubicBezTo>
                    <a:cubicBezTo>
                      <a:pt x="999" y="1146"/>
                      <a:pt x="1011" y="1148"/>
                      <a:pt x="1021" y="1148"/>
                    </a:cubicBezTo>
                    <a:cubicBezTo>
                      <a:pt x="1184" y="1148"/>
                      <a:pt x="1166" y="761"/>
                      <a:pt x="1006" y="761"/>
                    </a:cubicBezTo>
                    <a:cubicBezTo>
                      <a:pt x="991" y="761"/>
                      <a:pt x="974" y="765"/>
                      <a:pt x="957" y="772"/>
                    </a:cubicBezTo>
                    <a:cubicBezTo>
                      <a:pt x="648" y="772"/>
                      <a:pt x="432" y="525"/>
                      <a:pt x="432" y="248"/>
                    </a:cubicBezTo>
                    <a:cubicBezTo>
                      <a:pt x="432" y="124"/>
                      <a:pt x="370" y="31"/>
                      <a:pt x="247" y="31"/>
                    </a:cubicBezTo>
                    <a:lnTo>
                      <a:pt x="24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5" name="Google Shape;13685;p88"/>
              <p:cNvSpPr/>
              <p:nvPr/>
            </p:nvSpPr>
            <p:spPr>
              <a:xfrm>
                <a:off x="4038813" y="2575656"/>
                <a:ext cx="360325" cy="232800"/>
              </a:xfrm>
              <a:custGeom>
                <a:rect b="b" l="l" r="r" t="t"/>
                <a:pathLst>
                  <a:path extrusionOk="0" h="9312" w="14413">
                    <a:moveTo>
                      <a:pt x="12253" y="1458"/>
                    </a:moveTo>
                    <a:cubicBezTo>
                      <a:pt x="12353" y="1458"/>
                      <a:pt x="12453" y="1504"/>
                      <a:pt x="12530" y="1597"/>
                    </a:cubicBezTo>
                    <a:lnTo>
                      <a:pt x="13796" y="2862"/>
                    </a:lnTo>
                    <a:cubicBezTo>
                      <a:pt x="13981" y="3016"/>
                      <a:pt x="13981" y="3263"/>
                      <a:pt x="13796" y="3417"/>
                    </a:cubicBezTo>
                    <a:lnTo>
                      <a:pt x="12530" y="4683"/>
                    </a:lnTo>
                    <a:lnTo>
                      <a:pt x="10710" y="2862"/>
                    </a:lnTo>
                    <a:lnTo>
                      <a:pt x="11975" y="1597"/>
                    </a:lnTo>
                    <a:cubicBezTo>
                      <a:pt x="12052" y="1504"/>
                      <a:pt x="12152" y="1458"/>
                      <a:pt x="12253" y="1458"/>
                    </a:cubicBezTo>
                    <a:close/>
                    <a:moveTo>
                      <a:pt x="2021" y="1"/>
                    </a:moveTo>
                    <a:cubicBezTo>
                      <a:pt x="1975" y="1"/>
                      <a:pt x="1927" y="17"/>
                      <a:pt x="1883" y="54"/>
                    </a:cubicBezTo>
                    <a:cubicBezTo>
                      <a:pt x="1" y="2276"/>
                      <a:pt x="155" y="5578"/>
                      <a:pt x="2161" y="7645"/>
                    </a:cubicBezTo>
                    <a:cubicBezTo>
                      <a:pt x="3241" y="8726"/>
                      <a:pt x="4661" y="9312"/>
                      <a:pt x="6142" y="9312"/>
                    </a:cubicBezTo>
                    <a:cubicBezTo>
                      <a:pt x="7623" y="9312"/>
                      <a:pt x="9074" y="8726"/>
                      <a:pt x="10123" y="7645"/>
                    </a:cubicBezTo>
                    <a:lnTo>
                      <a:pt x="14104" y="3664"/>
                    </a:lnTo>
                    <a:cubicBezTo>
                      <a:pt x="14413" y="3356"/>
                      <a:pt x="14413" y="2862"/>
                      <a:pt x="14104" y="2553"/>
                    </a:cubicBezTo>
                    <a:lnTo>
                      <a:pt x="12839" y="1288"/>
                    </a:lnTo>
                    <a:cubicBezTo>
                      <a:pt x="12669" y="1134"/>
                      <a:pt x="12461" y="1057"/>
                      <a:pt x="12257" y="1057"/>
                    </a:cubicBezTo>
                    <a:cubicBezTo>
                      <a:pt x="12052" y="1057"/>
                      <a:pt x="11851" y="1134"/>
                      <a:pt x="11697" y="1288"/>
                    </a:cubicBezTo>
                    <a:lnTo>
                      <a:pt x="8025" y="4930"/>
                    </a:lnTo>
                    <a:cubicBezTo>
                      <a:pt x="7963" y="5022"/>
                      <a:pt x="7963" y="5146"/>
                      <a:pt x="8025" y="5207"/>
                    </a:cubicBezTo>
                    <a:cubicBezTo>
                      <a:pt x="8071" y="5254"/>
                      <a:pt x="8125" y="5277"/>
                      <a:pt x="8179" y="5277"/>
                    </a:cubicBezTo>
                    <a:cubicBezTo>
                      <a:pt x="8233" y="5277"/>
                      <a:pt x="8287" y="5254"/>
                      <a:pt x="8333" y="5207"/>
                    </a:cubicBezTo>
                    <a:lnTo>
                      <a:pt x="10401" y="3140"/>
                    </a:lnTo>
                    <a:lnTo>
                      <a:pt x="12253" y="4961"/>
                    </a:lnTo>
                    <a:lnTo>
                      <a:pt x="9815" y="7368"/>
                    </a:lnTo>
                    <a:cubicBezTo>
                      <a:pt x="8858" y="8355"/>
                      <a:pt x="7531" y="8911"/>
                      <a:pt x="6142" y="8911"/>
                    </a:cubicBezTo>
                    <a:cubicBezTo>
                      <a:pt x="4753" y="8911"/>
                      <a:pt x="3426" y="8355"/>
                      <a:pt x="2469" y="7368"/>
                    </a:cubicBezTo>
                    <a:cubicBezTo>
                      <a:pt x="587" y="5423"/>
                      <a:pt x="463" y="2368"/>
                      <a:pt x="2192" y="300"/>
                    </a:cubicBezTo>
                    <a:cubicBezTo>
                      <a:pt x="2286" y="160"/>
                      <a:pt x="2165" y="1"/>
                      <a:pt x="20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86" name="Google Shape;13686;p88"/>
            <p:cNvSpPr/>
            <p:nvPr/>
          </p:nvSpPr>
          <p:spPr>
            <a:xfrm>
              <a:off x="4098213" y="2463956"/>
              <a:ext cx="162050" cy="269675"/>
            </a:xfrm>
            <a:custGeom>
              <a:rect b="b" l="l" r="r" t="t"/>
              <a:pathLst>
                <a:path extrusionOk="0" h="10787" w="6482">
                  <a:moveTo>
                    <a:pt x="4352" y="394"/>
                  </a:moveTo>
                  <a:cubicBezTo>
                    <a:pt x="4453" y="394"/>
                    <a:pt x="4553" y="432"/>
                    <a:pt x="4630" y="510"/>
                  </a:cubicBezTo>
                  <a:lnTo>
                    <a:pt x="5895" y="1775"/>
                  </a:lnTo>
                  <a:cubicBezTo>
                    <a:pt x="6050" y="1929"/>
                    <a:pt x="6050" y="2176"/>
                    <a:pt x="5895" y="2330"/>
                  </a:cubicBezTo>
                  <a:lnTo>
                    <a:pt x="4630" y="3596"/>
                  </a:lnTo>
                  <a:lnTo>
                    <a:pt x="2809" y="1775"/>
                  </a:lnTo>
                  <a:lnTo>
                    <a:pt x="4075" y="510"/>
                  </a:lnTo>
                  <a:cubicBezTo>
                    <a:pt x="4152" y="432"/>
                    <a:pt x="4252" y="394"/>
                    <a:pt x="4352" y="394"/>
                  </a:cubicBezTo>
                  <a:close/>
                  <a:moveTo>
                    <a:pt x="4352" y="0"/>
                  </a:moveTo>
                  <a:cubicBezTo>
                    <a:pt x="4152" y="0"/>
                    <a:pt x="3951" y="77"/>
                    <a:pt x="3797" y="232"/>
                  </a:cubicBezTo>
                  <a:lnTo>
                    <a:pt x="93" y="3935"/>
                  </a:lnTo>
                  <a:cubicBezTo>
                    <a:pt x="1" y="3997"/>
                    <a:pt x="1" y="4120"/>
                    <a:pt x="93" y="4213"/>
                  </a:cubicBezTo>
                  <a:cubicBezTo>
                    <a:pt x="140" y="4244"/>
                    <a:pt x="194" y="4259"/>
                    <a:pt x="244" y="4259"/>
                  </a:cubicBezTo>
                  <a:cubicBezTo>
                    <a:pt x="294" y="4259"/>
                    <a:pt x="340" y="4244"/>
                    <a:pt x="371" y="4213"/>
                  </a:cubicBezTo>
                  <a:lnTo>
                    <a:pt x="2532" y="2053"/>
                  </a:lnTo>
                  <a:lnTo>
                    <a:pt x="4352" y="3904"/>
                  </a:lnTo>
                  <a:lnTo>
                    <a:pt x="1945" y="6281"/>
                  </a:lnTo>
                  <a:cubicBezTo>
                    <a:pt x="279" y="7916"/>
                    <a:pt x="1421" y="10786"/>
                    <a:pt x="3797" y="10786"/>
                  </a:cubicBezTo>
                  <a:cubicBezTo>
                    <a:pt x="4352" y="10786"/>
                    <a:pt x="4908" y="10601"/>
                    <a:pt x="5340" y="10262"/>
                  </a:cubicBezTo>
                  <a:cubicBezTo>
                    <a:pt x="5433" y="10200"/>
                    <a:pt x="5463" y="10077"/>
                    <a:pt x="5402" y="9984"/>
                  </a:cubicBezTo>
                  <a:cubicBezTo>
                    <a:pt x="5351" y="9933"/>
                    <a:pt x="5290" y="9910"/>
                    <a:pt x="5236" y="9910"/>
                  </a:cubicBezTo>
                  <a:cubicBezTo>
                    <a:pt x="5192" y="9910"/>
                    <a:pt x="5152" y="9925"/>
                    <a:pt x="5124" y="9953"/>
                  </a:cubicBezTo>
                  <a:cubicBezTo>
                    <a:pt x="4673" y="10293"/>
                    <a:pt x="4205" y="10439"/>
                    <a:pt x="3763" y="10439"/>
                  </a:cubicBezTo>
                  <a:cubicBezTo>
                    <a:pt x="1996" y="10439"/>
                    <a:pt x="625" y="8119"/>
                    <a:pt x="2254" y="6589"/>
                  </a:cubicBezTo>
                  <a:lnTo>
                    <a:pt x="6173" y="2639"/>
                  </a:lnTo>
                  <a:cubicBezTo>
                    <a:pt x="6482" y="2299"/>
                    <a:pt x="6482" y="1806"/>
                    <a:pt x="6173" y="1497"/>
                  </a:cubicBezTo>
                  <a:lnTo>
                    <a:pt x="4908" y="232"/>
                  </a:lnTo>
                  <a:cubicBezTo>
                    <a:pt x="4754" y="77"/>
                    <a:pt x="4553" y="0"/>
                    <a:pt x="4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87" name="Google Shape;13687;p88"/>
          <p:cNvGrpSpPr/>
          <p:nvPr/>
        </p:nvGrpSpPr>
        <p:grpSpPr>
          <a:xfrm>
            <a:off x="1858938" y="3417642"/>
            <a:ext cx="203700" cy="345675"/>
            <a:chOff x="7861838" y="4141656"/>
            <a:chExt cx="203700" cy="345675"/>
          </a:xfrm>
        </p:grpSpPr>
        <p:sp>
          <p:nvSpPr>
            <p:cNvPr id="13688" name="Google Shape;13688;p88"/>
            <p:cNvSpPr/>
            <p:nvPr/>
          </p:nvSpPr>
          <p:spPr>
            <a:xfrm>
              <a:off x="7915063" y="4445656"/>
              <a:ext cx="10050" cy="17775"/>
            </a:xfrm>
            <a:custGeom>
              <a:rect b="b" l="l" r="r" t="t"/>
              <a:pathLst>
                <a:path extrusionOk="0" h="711" w="402">
                  <a:moveTo>
                    <a:pt x="186" y="0"/>
                  </a:moveTo>
                  <a:cubicBezTo>
                    <a:pt x="93" y="0"/>
                    <a:pt x="1" y="93"/>
                    <a:pt x="1" y="186"/>
                  </a:cubicBezTo>
                  <a:lnTo>
                    <a:pt x="1" y="525"/>
                  </a:lnTo>
                  <a:cubicBezTo>
                    <a:pt x="1" y="618"/>
                    <a:pt x="93" y="710"/>
                    <a:pt x="186" y="710"/>
                  </a:cubicBezTo>
                  <a:cubicBezTo>
                    <a:pt x="309" y="710"/>
                    <a:pt x="402" y="618"/>
                    <a:pt x="402" y="525"/>
                  </a:cubicBezTo>
                  <a:lnTo>
                    <a:pt x="402" y="186"/>
                  </a:lnTo>
                  <a:cubicBezTo>
                    <a:pt x="402" y="93"/>
                    <a:pt x="309" y="0"/>
                    <a:pt x="1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9" name="Google Shape;13689;p88"/>
            <p:cNvSpPr/>
            <p:nvPr/>
          </p:nvSpPr>
          <p:spPr>
            <a:xfrm>
              <a:off x="8002238" y="4445656"/>
              <a:ext cx="10825" cy="17775"/>
            </a:xfrm>
            <a:custGeom>
              <a:rect b="b" l="l" r="r" t="t"/>
              <a:pathLst>
                <a:path extrusionOk="0" h="711" w="433">
                  <a:moveTo>
                    <a:pt x="217" y="0"/>
                  </a:moveTo>
                  <a:cubicBezTo>
                    <a:pt x="94" y="0"/>
                    <a:pt x="32" y="93"/>
                    <a:pt x="32" y="186"/>
                  </a:cubicBezTo>
                  <a:lnTo>
                    <a:pt x="32" y="525"/>
                  </a:lnTo>
                  <a:cubicBezTo>
                    <a:pt x="1" y="618"/>
                    <a:pt x="94" y="710"/>
                    <a:pt x="217" y="710"/>
                  </a:cubicBezTo>
                  <a:cubicBezTo>
                    <a:pt x="340" y="710"/>
                    <a:pt x="433" y="618"/>
                    <a:pt x="433" y="525"/>
                  </a:cubicBezTo>
                  <a:lnTo>
                    <a:pt x="433" y="186"/>
                  </a:lnTo>
                  <a:cubicBezTo>
                    <a:pt x="433" y="93"/>
                    <a:pt x="340"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0" name="Google Shape;13690;p88"/>
            <p:cNvSpPr/>
            <p:nvPr/>
          </p:nvSpPr>
          <p:spPr>
            <a:xfrm>
              <a:off x="7945563" y="4452956"/>
              <a:ext cx="36250" cy="15100"/>
            </a:xfrm>
            <a:custGeom>
              <a:rect b="b" l="l" r="r" t="t"/>
              <a:pathLst>
                <a:path extrusionOk="0" h="604" w="1450">
                  <a:moveTo>
                    <a:pt x="291" y="1"/>
                  </a:moveTo>
                  <a:cubicBezTo>
                    <a:pt x="136" y="1"/>
                    <a:pt x="1" y="196"/>
                    <a:pt x="138" y="356"/>
                  </a:cubicBezTo>
                  <a:cubicBezTo>
                    <a:pt x="293" y="511"/>
                    <a:pt x="509" y="603"/>
                    <a:pt x="725" y="603"/>
                  </a:cubicBezTo>
                  <a:cubicBezTo>
                    <a:pt x="941" y="603"/>
                    <a:pt x="1157" y="511"/>
                    <a:pt x="1311" y="356"/>
                  </a:cubicBezTo>
                  <a:cubicBezTo>
                    <a:pt x="1449" y="196"/>
                    <a:pt x="1313" y="1"/>
                    <a:pt x="1158" y="1"/>
                  </a:cubicBezTo>
                  <a:cubicBezTo>
                    <a:pt x="1105" y="1"/>
                    <a:pt x="1050" y="24"/>
                    <a:pt x="1003" y="79"/>
                  </a:cubicBezTo>
                  <a:cubicBezTo>
                    <a:pt x="925" y="156"/>
                    <a:pt x="825" y="194"/>
                    <a:pt x="725" y="194"/>
                  </a:cubicBezTo>
                  <a:cubicBezTo>
                    <a:pt x="625" y="194"/>
                    <a:pt x="524" y="156"/>
                    <a:pt x="447" y="79"/>
                  </a:cubicBezTo>
                  <a:cubicBezTo>
                    <a:pt x="400" y="24"/>
                    <a:pt x="344" y="1"/>
                    <a:pt x="2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1" name="Google Shape;13691;p88"/>
            <p:cNvSpPr/>
            <p:nvPr/>
          </p:nvSpPr>
          <p:spPr>
            <a:xfrm>
              <a:off x="7861838" y="4141656"/>
              <a:ext cx="203700" cy="345675"/>
            </a:xfrm>
            <a:custGeom>
              <a:rect b="b" l="l" r="r" t="t"/>
              <a:pathLst>
                <a:path extrusionOk="0" h="13827" w="8148">
                  <a:moveTo>
                    <a:pt x="5733" y="430"/>
                  </a:moveTo>
                  <a:cubicBezTo>
                    <a:pt x="6792" y="430"/>
                    <a:pt x="6792" y="2072"/>
                    <a:pt x="5733" y="2072"/>
                  </a:cubicBezTo>
                  <a:cubicBezTo>
                    <a:pt x="5705" y="2072"/>
                    <a:pt x="5677" y="2071"/>
                    <a:pt x="5648" y="2069"/>
                  </a:cubicBezTo>
                  <a:lnTo>
                    <a:pt x="2531" y="2069"/>
                  </a:lnTo>
                  <a:cubicBezTo>
                    <a:pt x="2068" y="2069"/>
                    <a:pt x="1697" y="1698"/>
                    <a:pt x="1697" y="1235"/>
                  </a:cubicBezTo>
                  <a:cubicBezTo>
                    <a:pt x="1697" y="803"/>
                    <a:pt x="2068" y="433"/>
                    <a:pt x="2531" y="433"/>
                  </a:cubicBezTo>
                  <a:lnTo>
                    <a:pt x="5648" y="433"/>
                  </a:lnTo>
                  <a:cubicBezTo>
                    <a:pt x="5677" y="431"/>
                    <a:pt x="5705" y="430"/>
                    <a:pt x="5733" y="430"/>
                  </a:cubicBezTo>
                  <a:close/>
                  <a:moveTo>
                    <a:pt x="2500" y="1"/>
                  </a:moveTo>
                  <a:cubicBezTo>
                    <a:pt x="957" y="1"/>
                    <a:pt x="772" y="2223"/>
                    <a:pt x="2284" y="2470"/>
                  </a:cubicBezTo>
                  <a:lnTo>
                    <a:pt x="2284" y="10988"/>
                  </a:lnTo>
                  <a:cubicBezTo>
                    <a:pt x="1975" y="11142"/>
                    <a:pt x="1667" y="11358"/>
                    <a:pt x="1420" y="11605"/>
                  </a:cubicBezTo>
                  <a:cubicBezTo>
                    <a:pt x="1251" y="11725"/>
                    <a:pt x="1383" y="11940"/>
                    <a:pt x="1538" y="11940"/>
                  </a:cubicBezTo>
                  <a:cubicBezTo>
                    <a:pt x="1581" y="11940"/>
                    <a:pt x="1626" y="11923"/>
                    <a:pt x="1667" y="11883"/>
                  </a:cubicBezTo>
                  <a:cubicBezTo>
                    <a:pt x="1944" y="11667"/>
                    <a:pt x="2222" y="11451"/>
                    <a:pt x="2531" y="11296"/>
                  </a:cubicBezTo>
                  <a:lnTo>
                    <a:pt x="5555" y="11296"/>
                  </a:lnTo>
                  <a:cubicBezTo>
                    <a:pt x="6358" y="11728"/>
                    <a:pt x="7006" y="12376"/>
                    <a:pt x="7499" y="13117"/>
                  </a:cubicBezTo>
                  <a:cubicBezTo>
                    <a:pt x="7592" y="13241"/>
                    <a:pt x="7499" y="13426"/>
                    <a:pt x="7345" y="13426"/>
                  </a:cubicBezTo>
                  <a:lnTo>
                    <a:pt x="772" y="13426"/>
                  </a:lnTo>
                  <a:cubicBezTo>
                    <a:pt x="617" y="13426"/>
                    <a:pt x="525" y="13241"/>
                    <a:pt x="617" y="13117"/>
                  </a:cubicBezTo>
                  <a:cubicBezTo>
                    <a:pt x="772" y="12870"/>
                    <a:pt x="957" y="12654"/>
                    <a:pt x="1173" y="12438"/>
                  </a:cubicBezTo>
                  <a:cubicBezTo>
                    <a:pt x="1289" y="12275"/>
                    <a:pt x="1160" y="12095"/>
                    <a:pt x="1010" y="12095"/>
                  </a:cubicBezTo>
                  <a:cubicBezTo>
                    <a:pt x="961" y="12095"/>
                    <a:pt x="910" y="12115"/>
                    <a:pt x="864" y="12160"/>
                  </a:cubicBezTo>
                  <a:cubicBezTo>
                    <a:pt x="648" y="12407"/>
                    <a:pt x="463" y="12623"/>
                    <a:pt x="278" y="12901"/>
                  </a:cubicBezTo>
                  <a:cubicBezTo>
                    <a:pt x="0" y="13302"/>
                    <a:pt x="309" y="13827"/>
                    <a:pt x="772" y="13827"/>
                  </a:cubicBezTo>
                  <a:lnTo>
                    <a:pt x="7407" y="13827"/>
                  </a:lnTo>
                  <a:cubicBezTo>
                    <a:pt x="7870" y="13827"/>
                    <a:pt x="8148" y="13302"/>
                    <a:pt x="7870" y="12901"/>
                  </a:cubicBezTo>
                  <a:cubicBezTo>
                    <a:pt x="7345" y="12099"/>
                    <a:pt x="6666" y="11451"/>
                    <a:pt x="5833" y="10988"/>
                  </a:cubicBezTo>
                  <a:lnTo>
                    <a:pt x="5833" y="4507"/>
                  </a:lnTo>
                  <a:cubicBezTo>
                    <a:pt x="5833" y="4383"/>
                    <a:pt x="5740" y="4291"/>
                    <a:pt x="5648" y="4291"/>
                  </a:cubicBezTo>
                  <a:cubicBezTo>
                    <a:pt x="5524" y="4291"/>
                    <a:pt x="5432" y="4383"/>
                    <a:pt x="5432" y="4507"/>
                  </a:cubicBezTo>
                  <a:lnTo>
                    <a:pt x="5432" y="10895"/>
                  </a:lnTo>
                  <a:lnTo>
                    <a:pt x="2747" y="10895"/>
                  </a:lnTo>
                  <a:lnTo>
                    <a:pt x="2747" y="10278"/>
                  </a:lnTo>
                  <a:lnTo>
                    <a:pt x="3518" y="10278"/>
                  </a:lnTo>
                  <a:cubicBezTo>
                    <a:pt x="3611" y="10278"/>
                    <a:pt x="3703" y="10185"/>
                    <a:pt x="3703" y="10093"/>
                  </a:cubicBezTo>
                  <a:cubicBezTo>
                    <a:pt x="3703" y="9969"/>
                    <a:pt x="3611" y="9877"/>
                    <a:pt x="3518" y="9877"/>
                  </a:cubicBezTo>
                  <a:lnTo>
                    <a:pt x="2747" y="9877"/>
                  </a:lnTo>
                  <a:lnTo>
                    <a:pt x="2747" y="9506"/>
                  </a:lnTo>
                  <a:lnTo>
                    <a:pt x="3518" y="9506"/>
                  </a:lnTo>
                  <a:cubicBezTo>
                    <a:pt x="3703" y="9475"/>
                    <a:pt x="3703" y="9198"/>
                    <a:pt x="3518" y="9136"/>
                  </a:cubicBezTo>
                  <a:lnTo>
                    <a:pt x="2747" y="9136"/>
                  </a:lnTo>
                  <a:lnTo>
                    <a:pt x="2747" y="8766"/>
                  </a:lnTo>
                  <a:lnTo>
                    <a:pt x="3518" y="8766"/>
                  </a:lnTo>
                  <a:cubicBezTo>
                    <a:pt x="3611" y="8766"/>
                    <a:pt x="3703" y="8673"/>
                    <a:pt x="3703" y="8580"/>
                  </a:cubicBezTo>
                  <a:cubicBezTo>
                    <a:pt x="3703" y="8457"/>
                    <a:pt x="3611" y="8364"/>
                    <a:pt x="3518" y="8364"/>
                  </a:cubicBezTo>
                  <a:lnTo>
                    <a:pt x="2747" y="8364"/>
                  </a:lnTo>
                  <a:lnTo>
                    <a:pt x="2747" y="8025"/>
                  </a:lnTo>
                  <a:lnTo>
                    <a:pt x="3518" y="8025"/>
                  </a:lnTo>
                  <a:cubicBezTo>
                    <a:pt x="3611" y="8025"/>
                    <a:pt x="3703" y="7932"/>
                    <a:pt x="3703" y="7809"/>
                  </a:cubicBezTo>
                  <a:cubicBezTo>
                    <a:pt x="3703" y="7685"/>
                    <a:pt x="3611" y="7624"/>
                    <a:pt x="3518" y="7624"/>
                  </a:cubicBezTo>
                  <a:lnTo>
                    <a:pt x="2747" y="7624"/>
                  </a:lnTo>
                  <a:lnTo>
                    <a:pt x="2747" y="7253"/>
                  </a:lnTo>
                  <a:lnTo>
                    <a:pt x="3827" y="7253"/>
                  </a:lnTo>
                  <a:cubicBezTo>
                    <a:pt x="3950" y="7253"/>
                    <a:pt x="4043" y="7161"/>
                    <a:pt x="4043" y="7037"/>
                  </a:cubicBezTo>
                  <a:cubicBezTo>
                    <a:pt x="4043" y="6945"/>
                    <a:pt x="3950" y="6852"/>
                    <a:pt x="3827" y="6852"/>
                  </a:cubicBezTo>
                  <a:lnTo>
                    <a:pt x="2747" y="6852"/>
                  </a:lnTo>
                  <a:lnTo>
                    <a:pt x="2747" y="6482"/>
                  </a:lnTo>
                  <a:lnTo>
                    <a:pt x="3518" y="6482"/>
                  </a:lnTo>
                  <a:cubicBezTo>
                    <a:pt x="3611" y="6482"/>
                    <a:pt x="3703" y="6389"/>
                    <a:pt x="3703" y="6297"/>
                  </a:cubicBezTo>
                  <a:cubicBezTo>
                    <a:pt x="3703" y="6173"/>
                    <a:pt x="3611" y="6081"/>
                    <a:pt x="3518" y="6081"/>
                  </a:cubicBezTo>
                  <a:lnTo>
                    <a:pt x="2747" y="6081"/>
                  </a:lnTo>
                  <a:lnTo>
                    <a:pt x="2747" y="5741"/>
                  </a:lnTo>
                  <a:lnTo>
                    <a:pt x="3518" y="5741"/>
                  </a:lnTo>
                  <a:cubicBezTo>
                    <a:pt x="3611" y="5741"/>
                    <a:pt x="3703" y="5649"/>
                    <a:pt x="3703" y="5525"/>
                  </a:cubicBezTo>
                  <a:cubicBezTo>
                    <a:pt x="3703" y="5402"/>
                    <a:pt x="3611" y="5309"/>
                    <a:pt x="3518" y="5309"/>
                  </a:cubicBezTo>
                  <a:lnTo>
                    <a:pt x="2747" y="5309"/>
                  </a:lnTo>
                  <a:lnTo>
                    <a:pt x="2747" y="4970"/>
                  </a:lnTo>
                  <a:lnTo>
                    <a:pt x="3518" y="4970"/>
                  </a:lnTo>
                  <a:cubicBezTo>
                    <a:pt x="3611" y="4970"/>
                    <a:pt x="3703" y="4877"/>
                    <a:pt x="3703" y="4754"/>
                  </a:cubicBezTo>
                  <a:cubicBezTo>
                    <a:pt x="3703" y="4646"/>
                    <a:pt x="3610" y="4562"/>
                    <a:pt x="3525" y="4562"/>
                  </a:cubicBezTo>
                  <a:cubicBezTo>
                    <a:pt x="3512" y="4562"/>
                    <a:pt x="3500" y="4564"/>
                    <a:pt x="3487" y="4568"/>
                  </a:cubicBezTo>
                  <a:lnTo>
                    <a:pt x="2716" y="4568"/>
                  </a:lnTo>
                  <a:lnTo>
                    <a:pt x="2716" y="4198"/>
                  </a:lnTo>
                  <a:lnTo>
                    <a:pt x="3487" y="4198"/>
                  </a:lnTo>
                  <a:cubicBezTo>
                    <a:pt x="3673" y="4136"/>
                    <a:pt x="3673" y="3859"/>
                    <a:pt x="3487" y="3797"/>
                  </a:cubicBezTo>
                  <a:lnTo>
                    <a:pt x="2716" y="3797"/>
                  </a:lnTo>
                  <a:lnTo>
                    <a:pt x="2716" y="3427"/>
                  </a:lnTo>
                  <a:lnTo>
                    <a:pt x="3796" y="3427"/>
                  </a:lnTo>
                  <a:cubicBezTo>
                    <a:pt x="3920" y="3427"/>
                    <a:pt x="4012" y="3365"/>
                    <a:pt x="4012" y="3241"/>
                  </a:cubicBezTo>
                  <a:cubicBezTo>
                    <a:pt x="4012" y="3118"/>
                    <a:pt x="3920" y="3025"/>
                    <a:pt x="3796" y="3025"/>
                  </a:cubicBezTo>
                  <a:lnTo>
                    <a:pt x="2716" y="3025"/>
                  </a:lnTo>
                  <a:lnTo>
                    <a:pt x="2716" y="2470"/>
                  </a:lnTo>
                  <a:lnTo>
                    <a:pt x="5401" y="2470"/>
                  </a:lnTo>
                  <a:lnTo>
                    <a:pt x="5401" y="3704"/>
                  </a:lnTo>
                  <a:cubicBezTo>
                    <a:pt x="5401" y="3828"/>
                    <a:pt x="5493" y="3920"/>
                    <a:pt x="5617" y="3920"/>
                  </a:cubicBezTo>
                  <a:cubicBezTo>
                    <a:pt x="5710" y="3920"/>
                    <a:pt x="5802" y="3828"/>
                    <a:pt x="5802" y="3704"/>
                  </a:cubicBezTo>
                  <a:lnTo>
                    <a:pt x="5802" y="2470"/>
                  </a:lnTo>
                  <a:cubicBezTo>
                    <a:pt x="7314" y="2223"/>
                    <a:pt x="7129" y="1"/>
                    <a:pt x="56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92" name="Google Shape;13692;p88"/>
          <p:cNvGrpSpPr/>
          <p:nvPr/>
        </p:nvGrpSpPr>
        <p:grpSpPr>
          <a:xfrm>
            <a:off x="1067092" y="3417542"/>
            <a:ext cx="297850" cy="345875"/>
            <a:chOff x="3318963" y="4141656"/>
            <a:chExt cx="297850" cy="345875"/>
          </a:xfrm>
        </p:grpSpPr>
        <p:sp>
          <p:nvSpPr>
            <p:cNvPr id="13693" name="Google Shape;13693;p88"/>
            <p:cNvSpPr/>
            <p:nvPr/>
          </p:nvSpPr>
          <p:spPr>
            <a:xfrm>
              <a:off x="3511063" y="4180831"/>
              <a:ext cx="14700" cy="14300"/>
            </a:xfrm>
            <a:custGeom>
              <a:rect b="b" l="l" r="r" t="t"/>
              <a:pathLst>
                <a:path extrusionOk="0" h="572" w="588">
                  <a:moveTo>
                    <a:pt x="375" y="0"/>
                  </a:moveTo>
                  <a:cubicBezTo>
                    <a:pt x="325" y="0"/>
                    <a:pt x="279" y="23"/>
                    <a:pt x="248" y="70"/>
                  </a:cubicBezTo>
                  <a:lnTo>
                    <a:pt x="63" y="224"/>
                  </a:lnTo>
                  <a:cubicBezTo>
                    <a:pt x="1" y="286"/>
                    <a:pt x="1" y="440"/>
                    <a:pt x="63" y="502"/>
                  </a:cubicBezTo>
                  <a:cubicBezTo>
                    <a:pt x="109" y="548"/>
                    <a:pt x="163" y="571"/>
                    <a:pt x="217" y="571"/>
                  </a:cubicBezTo>
                  <a:cubicBezTo>
                    <a:pt x="271" y="571"/>
                    <a:pt x="325" y="548"/>
                    <a:pt x="371" y="502"/>
                  </a:cubicBezTo>
                  <a:lnTo>
                    <a:pt x="526" y="347"/>
                  </a:lnTo>
                  <a:cubicBezTo>
                    <a:pt x="587" y="255"/>
                    <a:pt x="587" y="131"/>
                    <a:pt x="526" y="70"/>
                  </a:cubicBezTo>
                  <a:cubicBezTo>
                    <a:pt x="479" y="23"/>
                    <a:pt x="425" y="0"/>
                    <a:pt x="3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4" name="Google Shape;13694;p88"/>
            <p:cNvSpPr/>
            <p:nvPr/>
          </p:nvSpPr>
          <p:spPr>
            <a:xfrm>
              <a:off x="3556588" y="4226331"/>
              <a:ext cx="15475" cy="14500"/>
            </a:xfrm>
            <a:custGeom>
              <a:rect b="b" l="l" r="r" t="t"/>
              <a:pathLst>
                <a:path extrusionOk="0" h="580" w="619">
                  <a:moveTo>
                    <a:pt x="398" y="1"/>
                  </a:moveTo>
                  <a:cubicBezTo>
                    <a:pt x="348" y="1"/>
                    <a:pt x="294" y="24"/>
                    <a:pt x="248" y="70"/>
                  </a:cubicBezTo>
                  <a:lnTo>
                    <a:pt x="93" y="225"/>
                  </a:lnTo>
                  <a:cubicBezTo>
                    <a:pt x="1" y="317"/>
                    <a:pt x="1" y="441"/>
                    <a:pt x="93" y="533"/>
                  </a:cubicBezTo>
                  <a:cubicBezTo>
                    <a:pt x="124" y="564"/>
                    <a:pt x="171" y="580"/>
                    <a:pt x="221" y="580"/>
                  </a:cubicBezTo>
                  <a:cubicBezTo>
                    <a:pt x="271" y="580"/>
                    <a:pt x="325" y="564"/>
                    <a:pt x="371" y="533"/>
                  </a:cubicBezTo>
                  <a:lnTo>
                    <a:pt x="525" y="348"/>
                  </a:lnTo>
                  <a:cubicBezTo>
                    <a:pt x="618" y="286"/>
                    <a:pt x="618" y="163"/>
                    <a:pt x="525" y="70"/>
                  </a:cubicBezTo>
                  <a:cubicBezTo>
                    <a:pt x="495" y="24"/>
                    <a:pt x="448" y="1"/>
                    <a:pt x="3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5" name="Google Shape;13695;p88"/>
            <p:cNvSpPr/>
            <p:nvPr/>
          </p:nvSpPr>
          <p:spPr>
            <a:xfrm>
              <a:off x="3528813" y="4201856"/>
              <a:ext cx="22075" cy="21625"/>
            </a:xfrm>
            <a:custGeom>
              <a:rect b="b" l="l" r="r" t="t"/>
              <a:pathLst>
                <a:path extrusionOk="0" h="865" w="883">
                  <a:moveTo>
                    <a:pt x="217" y="0"/>
                  </a:moveTo>
                  <a:cubicBezTo>
                    <a:pt x="93" y="0"/>
                    <a:pt x="1" y="62"/>
                    <a:pt x="1" y="185"/>
                  </a:cubicBezTo>
                  <a:cubicBezTo>
                    <a:pt x="1" y="370"/>
                    <a:pt x="63" y="556"/>
                    <a:pt x="186" y="679"/>
                  </a:cubicBezTo>
                  <a:cubicBezTo>
                    <a:pt x="309" y="802"/>
                    <a:pt x="495" y="864"/>
                    <a:pt x="680" y="864"/>
                  </a:cubicBezTo>
                  <a:cubicBezTo>
                    <a:pt x="882" y="864"/>
                    <a:pt x="868" y="457"/>
                    <a:pt x="687" y="457"/>
                  </a:cubicBezTo>
                  <a:cubicBezTo>
                    <a:pt x="675" y="457"/>
                    <a:pt x="662" y="459"/>
                    <a:pt x="649" y="463"/>
                  </a:cubicBezTo>
                  <a:cubicBezTo>
                    <a:pt x="587" y="463"/>
                    <a:pt x="525" y="432"/>
                    <a:pt x="464" y="401"/>
                  </a:cubicBezTo>
                  <a:cubicBezTo>
                    <a:pt x="433" y="340"/>
                    <a:pt x="402" y="278"/>
                    <a:pt x="402" y="216"/>
                  </a:cubicBezTo>
                  <a:cubicBezTo>
                    <a:pt x="402" y="93"/>
                    <a:pt x="340"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6" name="Google Shape;13696;p88"/>
            <p:cNvSpPr/>
            <p:nvPr/>
          </p:nvSpPr>
          <p:spPr>
            <a:xfrm>
              <a:off x="3318963" y="4404556"/>
              <a:ext cx="75625" cy="82975"/>
            </a:xfrm>
            <a:custGeom>
              <a:rect b="b" l="l" r="r" t="t"/>
              <a:pathLst>
                <a:path extrusionOk="0" h="3319" w="3025">
                  <a:moveTo>
                    <a:pt x="1513" y="410"/>
                  </a:moveTo>
                  <a:cubicBezTo>
                    <a:pt x="1543" y="410"/>
                    <a:pt x="1543" y="410"/>
                    <a:pt x="1574" y="441"/>
                  </a:cubicBezTo>
                  <a:cubicBezTo>
                    <a:pt x="2099" y="996"/>
                    <a:pt x="2593" y="1830"/>
                    <a:pt x="2346" y="2416"/>
                  </a:cubicBezTo>
                  <a:cubicBezTo>
                    <a:pt x="2145" y="2740"/>
                    <a:pt x="1821" y="2902"/>
                    <a:pt x="1497" y="2902"/>
                  </a:cubicBezTo>
                  <a:cubicBezTo>
                    <a:pt x="1173" y="2902"/>
                    <a:pt x="849" y="2740"/>
                    <a:pt x="648" y="2416"/>
                  </a:cubicBezTo>
                  <a:cubicBezTo>
                    <a:pt x="402" y="1830"/>
                    <a:pt x="895" y="996"/>
                    <a:pt x="1420" y="441"/>
                  </a:cubicBezTo>
                  <a:cubicBezTo>
                    <a:pt x="1451" y="410"/>
                    <a:pt x="1451" y="410"/>
                    <a:pt x="1482" y="410"/>
                  </a:cubicBezTo>
                  <a:close/>
                  <a:moveTo>
                    <a:pt x="1509" y="1"/>
                  </a:moveTo>
                  <a:cubicBezTo>
                    <a:pt x="1381" y="1"/>
                    <a:pt x="1250" y="55"/>
                    <a:pt x="1142" y="163"/>
                  </a:cubicBezTo>
                  <a:cubicBezTo>
                    <a:pt x="340" y="996"/>
                    <a:pt x="0" y="1922"/>
                    <a:pt x="278" y="2601"/>
                  </a:cubicBezTo>
                  <a:cubicBezTo>
                    <a:pt x="540" y="3079"/>
                    <a:pt x="1019" y="3319"/>
                    <a:pt x="1497" y="3319"/>
                  </a:cubicBezTo>
                  <a:cubicBezTo>
                    <a:pt x="1976" y="3319"/>
                    <a:pt x="2454" y="3079"/>
                    <a:pt x="2716" y="2601"/>
                  </a:cubicBezTo>
                  <a:cubicBezTo>
                    <a:pt x="3025" y="1922"/>
                    <a:pt x="2685" y="996"/>
                    <a:pt x="1852" y="163"/>
                  </a:cubicBezTo>
                  <a:cubicBezTo>
                    <a:pt x="1760" y="55"/>
                    <a:pt x="1636" y="1"/>
                    <a:pt x="15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7" name="Google Shape;13697;p88"/>
            <p:cNvSpPr/>
            <p:nvPr/>
          </p:nvSpPr>
          <p:spPr>
            <a:xfrm>
              <a:off x="3352913" y="4141656"/>
              <a:ext cx="263900" cy="256175"/>
            </a:xfrm>
            <a:custGeom>
              <a:rect b="b" l="l" r="r" t="t"/>
              <a:pathLst>
                <a:path extrusionOk="0" h="10247" w="10556">
                  <a:moveTo>
                    <a:pt x="3920" y="4329"/>
                  </a:moveTo>
                  <a:cubicBezTo>
                    <a:pt x="4020" y="4329"/>
                    <a:pt x="4120" y="4368"/>
                    <a:pt x="4198" y="4445"/>
                  </a:cubicBezTo>
                  <a:lnTo>
                    <a:pt x="5864" y="6111"/>
                  </a:lnTo>
                  <a:cubicBezTo>
                    <a:pt x="6018" y="6266"/>
                    <a:pt x="6018" y="6482"/>
                    <a:pt x="5864" y="6636"/>
                  </a:cubicBezTo>
                  <a:lnTo>
                    <a:pt x="5617" y="6914"/>
                  </a:lnTo>
                  <a:cubicBezTo>
                    <a:pt x="5540" y="6991"/>
                    <a:pt x="5440" y="7030"/>
                    <a:pt x="5339" y="7030"/>
                  </a:cubicBezTo>
                  <a:cubicBezTo>
                    <a:pt x="5239" y="7030"/>
                    <a:pt x="5139" y="6991"/>
                    <a:pt x="5062" y="6914"/>
                  </a:cubicBezTo>
                  <a:lnTo>
                    <a:pt x="3395" y="5216"/>
                  </a:lnTo>
                  <a:cubicBezTo>
                    <a:pt x="3241" y="5093"/>
                    <a:pt x="3241" y="4846"/>
                    <a:pt x="3395" y="4692"/>
                  </a:cubicBezTo>
                  <a:lnTo>
                    <a:pt x="3642" y="4445"/>
                  </a:lnTo>
                  <a:cubicBezTo>
                    <a:pt x="3719" y="4368"/>
                    <a:pt x="3819" y="4329"/>
                    <a:pt x="3920" y="4329"/>
                  </a:cubicBezTo>
                  <a:close/>
                  <a:moveTo>
                    <a:pt x="7469" y="1"/>
                  </a:moveTo>
                  <a:cubicBezTo>
                    <a:pt x="6821" y="63"/>
                    <a:pt x="6234" y="340"/>
                    <a:pt x="5802" y="772"/>
                  </a:cubicBezTo>
                  <a:cubicBezTo>
                    <a:pt x="5370" y="1297"/>
                    <a:pt x="5062" y="1914"/>
                    <a:pt x="4969" y="2562"/>
                  </a:cubicBezTo>
                  <a:cubicBezTo>
                    <a:pt x="4907" y="3118"/>
                    <a:pt x="4660" y="3643"/>
                    <a:pt x="4290" y="4044"/>
                  </a:cubicBezTo>
                  <a:cubicBezTo>
                    <a:pt x="4167" y="3951"/>
                    <a:pt x="4043" y="3920"/>
                    <a:pt x="3920" y="3920"/>
                  </a:cubicBezTo>
                  <a:cubicBezTo>
                    <a:pt x="3704" y="3920"/>
                    <a:pt x="3519" y="4013"/>
                    <a:pt x="3364" y="4167"/>
                  </a:cubicBezTo>
                  <a:lnTo>
                    <a:pt x="3087" y="4445"/>
                  </a:lnTo>
                  <a:cubicBezTo>
                    <a:pt x="2840" y="4692"/>
                    <a:pt x="2778" y="5062"/>
                    <a:pt x="2963" y="5371"/>
                  </a:cubicBezTo>
                  <a:lnTo>
                    <a:pt x="1297" y="7068"/>
                  </a:lnTo>
                  <a:cubicBezTo>
                    <a:pt x="834" y="7500"/>
                    <a:pt x="525" y="8056"/>
                    <a:pt x="371" y="8642"/>
                  </a:cubicBezTo>
                  <a:cubicBezTo>
                    <a:pt x="309" y="8858"/>
                    <a:pt x="247" y="9043"/>
                    <a:pt x="124" y="9229"/>
                  </a:cubicBezTo>
                  <a:cubicBezTo>
                    <a:pt x="0" y="9445"/>
                    <a:pt x="31" y="9722"/>
                    <a:pt x="216" y="9907"/>
                  </a:cubicBezTo>
                  <a:lnTo>
                    <a:pt x="402" y="10093"/>
                  </a:lnTo>
                  <a:cubicBezTo>
                    <a:pt x="494" y="10185"/>
                    <a:pt x="618" y="10247"/>
                    <a:pt x="772" y="10247"/>
                  </a:cubicBezTo>
                  <a:cubicBezTo>
                    <a:pt x="864" y="10247"/>
                    <a:pt x="988" y="10216"/>
                    <a:pt x="1080" y="10185"/>
                  </a:cubicBezTo>
                  <a:cubicBezTo>
                    <a:pt x="1266" y="10062"/>
                    <a:pt x="1451" y="9969"/>
                    <a:pt x="1667" y="9938"/>
                  </a:cubicBezTo>
                  <a:cubicBezTo>
                    <a:pt x="2130" y="9815"/>
                    <a:pt x="2562" y="9599"/>
                    <a:pt x="2932" y="9290"/>
                  </a:cubicBezTo>
                  <a:cubicBezTo>
                    <a:pt x="3107" y="9165"/>
                    <a:pt x="2979" y="8940"/>
                    <a:pt x="2809" y="8940"/>
                  </a:cubicBezTo>
                  <a:cubicBezTo>
                    <a:pt x="2769" y="8940"/>
                    <a:pt x="2727" y="8952"/>
                    <a:pt x="2685" y="8982"/>
                  </a:cubicBezTo>
                  <a:cubicBezTo>
                    <a:pt x="2346" y="9229"/>
                    <a:pt x="1945" y="9414"/>
                    <a:pt x="1543" y="9537"/>
                  </a:cubicBezTo>
                  <a:cubicBezTo>
                    <a:pt x="1297" y="9599"/>
                    <a:pt x="1080" y="9691"/>
                    <a:pt x="864" y="9846"/>
                  </a:cubicBezTo>
                  <a:cubicBezTo>
                    <a:pt x="846" y="9855"/>
                    <a:pt x="826" y="9859"/>
                    <a:pt x="805" y="9859"/>
                  </a:cubicBezTo>
                  <a:cubicBezTo>
                    <a:pt x="754" y="9859"/>
                    <a:pt x="701" y="9837"/>
                    <a:pt x="679" y="9815"/>
                  </a:cubicBezTo>
                  <a:lnTo>
                    <a:pt x="494" y="9630"/>
                  </a:lnTo>
                  <a:cubicBezTo>
                    <a:pt x="432" y="9568"/>
                    <a:pt x="432" y="9506"/>
                    <a:pt x="463" y="9445"/>
                  </a:cubicBezTo>
                  <a:cubicBezTo>
                    <a:pt x="587" y="9229"/>
                    <a:pt x="679" y="8982"/>
                    <a:pt x="741" y="8735"/>
                  </a:cubicBezTo>
                  <a:cubicBezTo>
                    <a:pt x="895" y="8210"/>
                    <a:pt x="1173" y="7716"/>
                    <a:pt x="1574" y="7346"/>
                  </a:cubicBezTo>
                  <a:lnTo>
                    <a:pt x="3241" y="5679"/>
                  </a:lnTo>
                  <a:lnTo>
                    <a:pt x="4630" y="7068"/>
                  </a:lnTo>
                  <a:lnTo>
                    <a:pt x="3241" y="8457"/>
                  </a:lnTo>
                  <a:cubicBezTo>
                    <a:pt x="3148" y="8519"/>
                    <a:pt x="3148" y="8642"/>
                    <a:pt x="3241" y="8735"/>
                  </a:cubicBezTo>
                  <a:cubicBezTo>
                    <a:pt x="3287" y="8781"/>
                    <a:pt x="3341" y="8804"/>
                    <a:pt x="3391" y="8804"/>
                  </a:cubicBezTo>
                  <a:cubicBezTo>
                    <a:pt x="3441" y="8804"/>
                    <a:pt x="3488" y="8781"/>
                    <a:pt x="3519" y="8735"/>
                  </a:cubicBezTo>
                  <a:lnTo>
                    <a:pt x="4938" y="7315"/>
                  </a:lnTo>
                  <a:cubicBezTo>
                    <a:pt x="5067" y="7392"/>
                    <a:pt x="5206" y="7432"/>
                    <a:pt x="5342" y="7432"/>
                  </a:cubicBezTo>
                  <a:cubicBezTo>
                    <a:pt x="5534" y="7432"/>
                    <a:pt x="5720" y="7354"/>
                    <a:pt x="5864" y="7192"/>
                  </a:cubicBezTo>
                  <a:lnTo>
                    <a:pt x="6142" y="6945"/>
                  </a:lnTo>
                  <a:cubicBezTo>
                    <a:pt x="6389" y="6698"/>
                    <a:pt x="6450" y="6297"/>
                    <a:pt x="6265" y="5988"/>
                  </a:cubicBezTo>
                  <a:cubicBezTo>
                    <a:pt x="6666" y="5618"/>
                    <a:pt x="7191" y="5371"/>
                    <a:pt x="7716" y="5309"/>
                  </a:cubicBezTo>
                  <a:cubicBezTo>
                    <a:pt x="8395" y="5216"/>
                    <a:pt x="9012" y="4939"/>
                    <a:pt x="9506" y="4476"/>
                  </a:cubicBezTo>
                  <a:cubicBezTo>
                    <a:pt x="10555" y="3457"/>
                    <a:pt x="10555" y="1791"/>
                    <a:pt x="9506" y="772"/>
                  </a:cubicBezTo>
                  <a:cubicBezTo>
                    <a:pt x="9197" y="433"/>
                    <a:pt x="8765" y="186"/>
                    <a:pt x="8333" y="93"/>
                  </a:cubicBezTo>
                  <a:cubicBezTo>
                    <a:pt x="8311" y="88"/>
                    <a:pt x="8290" y="85"/>
                    <a:pt x="8270" y="85"/>
                  </a:cubicBezTo>
                  <a:cubicBezTo>
                    <a:pt x="8179" y="85"/>
                    <a:pt x="8112" y="141"/>
                    <a:pt x="8086" y="217"/>
                  </a:cubicBezTo>
                  <a:cubicBezTo>
                    <a:pt x="8055" y="340"/>
                    <a:pt x="8117" y="433"/>
                    <a:pt x="8210" y="464"/>
                  </a:cubicBezTo>
                  <a:cubicBezTo>
                    <a:pt x="9876" y="896"/>
                    <a:pt x="10462" y="2994"/>
                    <a:pt x="9228" y="4198"/>
                  </a:cubicBezTo>
                  <a:cubicBezTo>
                    <a:pt x="8796" y="4599"/>
                    <a:pt x="8240" y="4846"/>
                    <a:pt x="7654" y="4908"/>
                  </a:cubicBezTo>
                  <a:cubicBezTo>
                    <a:pt x="7037" y="5000"/>
                    <a:pt x="6450" y="5278"/>
                    <a:pt x="6018" y="5679"/>
                  </a:cubicBezTo>
                  <a:lnTo>
                    <a:pt x="4599" y="4291"/>
                  </a:lnTo>
                  <a:cubicBezTo>
                    <a:pt x="5031" y="3828"/>
                    <a:pt x="5309" y="3272"/>
                    <a:pt x="5370" y="2655"/>
                  </a:cubicBezTo>
                  <a:cubicBezTo>
                    <a:pt x="5463" y="2069"/>
                    <a:pt x="5710" y="1513"/>
                    <a:pt x="6080" y="1050"/>
                  </a:cubicBezTo>
                  <a:cubicBezTo>
                    <a:pt x="6450" y="680"/>
                    <a:pt x="6975" y="464"/>
                    <a:pt x="7500" y="402"/>
                  </a:cubicBezTo>
                  <a:cubicBezTo>
                    <a:pt x="7592" y="402"/>
                    <a:pt x="7685" y="309"/>
                    <a:pt x="7685" y="186"/>
                  </a:cubicBezTo>
                  <a:cubicBezTo>
                    <a:pt x="7654" y="93"/>
                    <a:pt x="7561" y="1"/>
                    <a:pt x="74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98" name="Google Shape;13698;p88"/>
          <p:cNvGrpSpPr/>
          <p:nvPr/>
        </p:nvGrpSpPr>
        <p:grpSpPr>
          <a:xfrm>
            <a:off x="1048192" y="3983830"/>
            <a:ext cx="335650" cy="345675"/>
            <a:chOff x="6318738" y="2463556"/>
            <a:chExt cx="335650" cy="345675"/>
          </a:xfrm>
        </p:grpSpPr>
        <p:sp>
          <p:nvSpPr>
            <p:cNvPr id="13699" name="Google Shape;13699;p88"/>
            <p:cNvSpPr/>
            <p:nvPr/>
          </p:nvSpPr>
          <p:spPr>
            <a:xfrm>
              <a:off x="6429063" y="2508306"/>
              <a:ext cx="10825" cy="20100"/>
            </a:xfrm>
            <a:custGeom>
              <a:rect b="b" l="l" r="r" t="t"/>
              <a:pathLst>
                <a:path extrusionOk="0" h="804" w="433">
                  <a:moveTo>
                    <a:pt x="217" y="1"/>
                  </a:moveTo>
                  <a:cubicBezTo>
                    <a:pt x="93" y="1"/>
                    <a:pt x="1" y="93"/>
                    <a:pt x="1" y="217"/>
                  </a:cubicBezTo>
                  <a:lnTo>
                    <a:pt x="1" y="587"/>
                  </a:lnTo>
                  <a:cubicBezTo>
                    <a:pt x="1" y="711"/>
                    <a:pt x="93" y="803"/>
                    <a:pt x="217" y="803"/>
                  </a:cubicBezTo>
                  <a:cubicBezTo>
                    <a:pt x="340" y="803"/>
                    <a:pt x="433" y="711"/>
                    <a:pt x="433" y="587"/>
                  </a:cubicBezTo>
                  <a:lnTo>
                    <a:pt x="433" y="217"/>
                  </a:lnTo>
                  <a:cubicBezTo>
                    <a:pt x="433" y="93"/>
                    <a:pt x="340"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0" name="Google Shape;13700;p88"/>
            <p:cNvSpPr/>
            <p:nvPr/>
          </p:nvSpPr>
          <p:spPr>
            <a:xfrm>
              <a:off x="6533213" y="2508306"/>
              <a:ext cx="10075" cy="20100"/>
            </a:xfrm>
            <a:custGeom>
              <a:rect b="b" l="l" r="r" t="t"/>
              <a:pathLst>
                <a:path extrusionOk="0" h="804" w="403">
                  <a:moveTo>
                    <a:pt x="217" y="1"/>
                  </a:moveTo>
                  <a:cubicBezTo>
                    <a:pt x="94" y="1"/>
                    <a:pt x="1" y="93"/>
                    <a:pt x="1" y="217"/>
                  </a:cubicBezTo>
                  <a:lnTo>
                    <a:pt x="1" y="587"/>
                  </a:lnTo>
                  <a:cubicBezTo>
                    <a:pt x="1" y="711"/>
                    <a:pt x="94" y="803"/>
                    <a:pt x="217" y="803"/>
                  </a:cubicBezTo>
                  <a:cubicBezTo>
                    <a:pt x="310" y="803"/>
                    <a:pt x="402" y="711"/>
                    <a:pt x="402" y="587"/>
                  </a:cubicBezTo>
                  <a:lnTo>
                    <a:pt x="402" y="217"/>
                  </a:lnTo>
                  <a:cubicBezTo>
                    <a:pt x="402" y="93"/>
                    <a:pt x="340"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1" name="Google Shape;13701;p88"/>
            <p:cNvSpPr/>
            <p:nvPr/>
          </p:nvSpPr>
          <p:spPr>
            <a:xfrm>
              <a:off x="6467638" y="2517481"/>
              <a:ext cx="38425" cy="16325"/>
            </a:xfrm>
            <a:custGeom>
              <a:rect b="b" l="l" r="r" t="t"/>
              <a:pathLst>
                <a:path extrusionOk="0" h="653" w="1537">
                  <a:moveTo>
                    <a:pt x="1258" y="1"/>
                  </a:moveTo>
                  <a:cubicBezTo>
                    <a:pt x="1209" y="1"/>
                    <a:pt x="1157" y="20"/>
                    <a:pt x="1112" y="66"/>
                  </a:cubicBezTo>
                  <a:cubicBezTo>
                    <a:pt x="1019" y="158"/>
                    <a:pt x="896" y="220"/>
                    <a:pt x="741" y="220"/>
                  </a:cubicBezTo>
                  <a:cubicBezTo>
                    <a:pt x="587" y="220"/>
                    <a:pt x="464" y="189"/>
                    <a:pt x="371" y="66"/>
                  </a:cubicBezTo>
                  <a:cubicBezTo>
                    <a:pt x="325" y="35"/>
                    <a:pt x="271" y="20"/>
                    <a:pt x="217" y="20"/>
                  </a:cubicBezTo>
                  <a:cubicBezTo>
                    <a:pt x="163" y="20"/>
                    <a:pt x="109" y="35"/>
                    <a:pt x="62" y="66"/>
                  </a:cubicBezTo>
                  <a:cubicBezTo>
                    <a:pt x="1" y="158"/>
                    <a:pt x="1" y="282"/>
                    <a:pt x="62" y="344"/>
                  </a:cubicBezTo>
                  <a:cubicBezTo>
                    <a:pt x="248" y="560"/>
                    <a:pt x="494" y="652"/>
                    <a:pt x="741" y="652"/>
                  </a:cubicBezTo>
                  <a:lnTo>
                    <a:pt x="741" y="621"/>
                  </a:lnTo>
                  <a:cubicBezTo>
                    <a:pt x="988" y="621"/>
                    <a:pt x="1235" y="529"/>
                    <a:pt x="1420" y="344"/>
                  </a:cubicBezTo>
                  <a:cubicBezTo>
                    <a:pt x="1537" y="181"/>
                    <a:pt x="1408" y="1"/>
                    <a:pt x="12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2" name="Google Shape;13702;p88"/>
            <p:cNvSpPr/>
            <p:nvPr/>
          </p:nvSpPr>
          <p:spPr>
            <a:xfrm>
              <a:off x="6415938" y="2603206"/>
              <a:ext cx="202175" cy="137375"/>
            </a:xfrm>
            <a:custGeom>
              <a:rect b="b" l="l" r="r" t="t"/>
              <a:pathLst>
                <a:path extrusionOk="0" h="5495" w="8087">
                  <a:moveTo>
                    <a:pt x="217" y="1"/>
                  </a:moveTo>
                  <a:cubicBezTo>
                    <a:pt x="94" y="1"/>
                    <a:pt x="1" y="93"/>
                    <a:pt x="1" y="217"/>
                  </a:cubicBezTo>
                  <a:lnTo>
                    <a:pt x="1" y="5309"/>
                  </a:lnTo>
                  <a:cubicBezTo>
                    <a:pt x="1" y="5402"/>
                    <a:pt x="94" y="5494"/>
                    <a:pt x="217" y="5494"/>
                  </a:cubicBezTo>
                  <a:lnTo>
                    <a:pt x="1421" y="5494"/>
                  </a:lnTo>
                  <a:cubicBezTo>
                    <a:pt x="1513" y="5494"/>
                    <a:pt x="1606" y="5402"/>
                    <a:pt x="1606" y="5309"/>
                  </a:cubicBezTo>
                  <a:cubicBezTo>
                    <a:pt x="1606" y="5186"/>
                    <a:pt x="1513" y="5093"/>
                    <a:pt x="1421" y="5093"/>
                  </a:cubicBezTo>
                  <a:lnTo>
                    <a:pt x="402" y="5093"/>
                  </a:lnTo>
                  <a:lnTo>
                    <a:pt x="402" y="402"/>
                  </a:lnTo>
                  <a:lnTo>
                    <a:pt x="7686" y="402"/>
                  </a:lnTo>
                  <a:lnTo>
                    <a:pt x="7686" y="5093"/>
                  </a:lnTo>
                  <a:lnTo>
                    <a:pt x="2223" y="5093"/>
                  </a:lnTo>
                  <a:cubicBezTo>
                    <a:pt x="2100" y="5093"/>
                    <a:pt x="2007" y="5186"/>
                    <a:pt x="2007" y="5309"/>
                  </a:cubicBezTo>
                  <a:cubicBezTo>
                    <a:pt x="2007" y="5402"/>
                    <a:pt x="2100" y="5494"/>
                    <a:pt x="2223" y="5494"/>
                  </a:cubicBezTo>
                  <a:lnTo>
                    <a:pt x="7871" y="5494"/>
                  </a:lnTo>
                  <a:cubicBezTo>
                    <a:pt x="7994" y="5494"/>
                    <a:pt x="8087" y="5402"/>
                    <a:pt x="8087" y="5278"/>
                  </a:cubicBezTo>
                  <a:lnTo>
                    <a:pt x="8087" y="217"/>
                  </a:lnTo>
                  <a:cubicBezTo>
                    <a:pt x="8087" y="93"/>
                    <a:pt x="7994" y="1"/>
                    <a:pt x="79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3" name="Google Shape;13703;p88"/>
            <p:cNvSpPr/>
            <p:nvPr/>
          </p:nvSpPr>
          <p:spPr>
            <a:xfrm>
              <a:off x="6318738" y="2463556"/>
              <a:ext cx="335650" cy="345675"/>
            </a:xfrm>
            <a:custGeom>
              <a:rect b="b" l="l" r="r" t="t"/>
              <a:pathLst>
                <a:path extrusionOk="0" h="13827" w="13426">
                  <a:moveTo>
                    <a:pt x="11790" y="402"/>
                  </a:moveTo>
                  <a:cubicBezTo>
                    <a:pt x="12438" y="433"/>
                    <a:pt x="12993" y="958"/>
                    <a:pt x="12993" y="1637"/>
                  </a:cubicBezTo>
                  <a:lnTo>
                    <a:pt x="12993" y="4198"/>
                  </a:lnTo>
                  <a:lnTo>
                    <a:pt x="11357" y="4198"/>
                  </a:lnTo>
                  <a:cubicBezTo>
                    <a:pt x="11265" y="4198"/>
                    <a:pt x="11172" y="4260"/>
                    <a:pt x="11172" y="4383"/>
                  </a:cubicBezTo>
                  <a:cubicBezTo>
                    <a:pt x="11172" y="4507"/>
                    <a:pt x="11265" y="4599"/>
                    <a:pt x="11357" y="4599"/>
                  </a:cubicBezTo>
                  <a:lnTo>
                    <a:pt x="12993" y="4599"/>
                  </a:lnTo>
                  <a:lnTo>
                    <a:pt x="12993" y="10864"/>
                  </a:lnTo>
                  <a:cubicBezTo>
                    <a:pt x="12993" y="11543"/>
                    <a:pt x="12438" y="12099"/>
                    <a:pt x="11790" y="12099"/>
                  </a:cubicBezTo>
                  <a:lnTo>
                    <a:pt x="1636" y="12099"/>
                  </a:lnTo>
                  <a:cubicBezTo>
                    <a:pt x="926" y="12099"/>
                    <a:pt x="371" y="11543"/>
                    <a:pt x="402" y="10864"/>
                  </a:cubicBezTo>
                  <a:lnTo>
                    <a:pt x="402" y="4568"/>
                  </a:lnTo>
                  <a:lnTo>
                    <a:pt x="10555" y="4568"/>
                  </a:lnTo>
                  <a:cubicBezTo>
                    <a:pt x="10648" y="4568"/>
                    <a:pt x="10740" y="4476"/>
                    <a:pt x="10740" y="4352"/>
                  </a:cubicBezTo>
                  <a:cubicBezTo>
                    <a:pt x="10740" y="4260"/>
                    <a:pt x="10648" y="4167"/>
                    <a:pt x="10555" y="4167"/>
                  </a:cubicBezTo>
                  <a:lnTo>
                    <a:pt x="402" y="4167"/>
                  </a:lnTo>
                  <a:lnTo>
                    <a:pt x="402" y="1637"/>
                  </a:lnTo>
                  <a:cubicBezTo>
                    <a:pt x="402" y="958"/>
                    <a:pt x="926" y="433"/>
                    <a:pt x="1605" y="402"/>
                  </a:cubicBezTo>
                  <a:close/>
                  <a:moveTo>
                    <a:pt x="3889" y="12500"/>
                  </a:moveTo>
                  <a:lnTo>
                    <a:pt x="3889" y="13055"/>
                  </a:lnTo>
                  <a:cubicBezTo>
                    <a:pt x="3889" y="13240"/>
                    <a:pt x="3735" y="13426"/>
                    <a:pt x="3549" y="13426"/>
                  </a:cubicBezTo>
                  <a:lnTo>
                    <a:pt x="2192" y="13426"/>
                  </a:lnTo>
                  <a:cubicBezTo>
                    <a:pt x="1975" y="13426"/>
                    <a:pt x="1821" y="13240"/>
                    <a:pt x="1821" y="13055"/>
                  </a:cubicBezTo>
                  <a:lnTo>
                    <a:pt x="1821" y="12500"/>
                  </a:lnTo>
                  <a:close/>
                  <a:moveTo>
                    <a:pt x="11574" y="12500"/>
                  </a:moveTo>
                  <a:lnTo>
                    <a:pt x="11574" y="13055"/>
                  </a:lnTo>
                  <a:cubicBezTo>
                    <a:pt x="11574" y="13240"/>
                    <a:pt x="11419" y="13426"/>
                    <a:pt x="11203" y="13426"/>
                  </a:cubicBezTo>
                  <a:lnTo>
                    <a:pt x="9876" y="13426"/>
                  </a:lnTo>
                  <a:cubicBezTo>
                    <a:pt x="9660" y="13426"/>
                    <a:pt x="9506" y="13240"/>
                    <a:pt x="9506" y="13055"/>
                  </a:cubicBezTo>
                  <a:lnTo>
                    <a:pt x="9506" y="12500"/>
                  </a:lnTo>
                  <a:close/>
                  <a:moveTo>
                    <a:pt x="1636" y="1"/>
                  </a:moveTo>
                  <a:cubicBezTo>
                    <a:pt x="741" y="32"/>
                    <a:pt x="0" y="742"/>
                    <a:pt x="0" y="1637"/>
                  </a:cubicBezTo>
                  <a:lnTo>
                    <a:pt x="0" y="10864"/>
                  </a:lnTo>
                  <a:cubicBezTo>
                    <a:pt x="0" y="11697"/>
                    <a:pt x="618" y="12376"/>
                    <a:pt x="1420" y="12500"/>
                  </a:cubicBezTo>
                  <a:lnTo>
                    <a:pt x="1420" y="13055"/>
                  </a:lnTo>
                  <a:cubicBezTo>
                    <a:pt x="1420" y="13487"/>
                    <a:pt x="1759" y="13827"/>
                    <a:pt x="2192" y="13827"/>
                  </a:cubicBezTo>
                  <a:lnTo>
                    <a:pt x="3549" y="13827"/>
                  </a:lnTo>
                  <a:cubicBezTo>
                    <a:pt x="3982" y="13827"/>
                    <a:pt x="4321" y="13487"/>
                    <a:pt x="4321" y="13055"/>
                  </a:cubicBezTo>
                  <a:lnTo>
                    <a:pt x="4321" y="12500"/>
                  </a:lnTo>
                  <a:lnTo>
                    <a:pt x="9105" y="12500"/>
                  </a:lnTo>
                  <a:lnTo>
                    <a:pt x="9105" y="13055"/>
                  </a:lnTo>
                  <a:cubicBezTo>
                    <a:pt x="9105" y="13487"/>
                    <a:pt x="9444" y="13827"/>
                    <a:pt x="9876" y="13827"/>
                  </a:cubicBezTo>
                  <a:lnTo>
                    <a:pt x="11234" y="13827"/>
                  </a:lnTo>
                  <a:cubicBezTo>
                    <a:pt x="11666" y="13827"/>
                    <a:pt x="12006" y="13487"/>
                    <a:pt x="12006" y="13055"/>
                  </a:cubicBezTo>
                  <a:lnTo>
                    <a:pt x="12006" y="12500"/>
                  </a:lnTo>
                  <a:cubicBezTo>
                    <a:pt x="12808" y="12376"/>
                    <a:pt x="13425" y="11697"/>
                    <a:pt x="13425" y="10864"/>
                  </a:cubicBezTo>
                  <a:lnTo>
                    <a:pt x="13425" y="1637"/>
                  </a:lnTo>
                  <a:cubicBezTo>
                    <a:pt x="13425" y="742"/>
                    <a:pt x="12685" y="1"/>
                    <a:pt x="117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4" name="Google Shape;13704;p88"/>
            <p:cNvSpPr/>
            <p:nvPr/>
          </p:nvSpPr>
          <p:spPr>
            <a:xfrm>
              <a:off x="6385088" y="2491331"/>
              <a:ext cx="202175" cy="60225"/>
            </a:xfrm>
            <a:custGeom>
              <a:rect b="b" l="l" r="r" t="t"/>
              <a:pathLst>
                <a:path extrusionOk="0" h="2409" w="8087">
                  <a:moveTo>
                    <a:pt x="7438" y="371"/>
                  </a:moveTo>
                  <a:cubicBezTo>
                    <a:pt x="7562" y="371"/>
                    <a:pt x="7685" y="495"/>
                    <a:pt x="7685" y="618"/>
                  </a:cubicBezTo>
                  <a:lnTo>
                    <a:pt x="7685" y="1760"/>
                  </a:lnTo>
                  <a:cubicBezTo>
                    <a:pt x="7685" y="1914"/>
                    <a:pt x="7562" y="2007"/>
                    <a:pt x="7438" y="2007"/>
                  </a:cubicBezTo>
                  <a:lnTo>
                    <a:pt x="649" y="2007"/>
                  </a:lnTo>
                  <a:cubicBezTo>
                    <a:pt x="525" y="2007"/>
                    <a:pt x="402" y="1914"/>
                    <a:pt x="402" y="1760"/>
                  </a:cubicBezTo>
                  <a:lnTo>
                    <a:pt x="402" y="618"/>
                  </a:lnTo>
                  <a:cubicBezTo>
                    <a:pt x="402" y="495"/>
                    <a:pt x="525" y="371"/>
                    <a:pt x="649" y="371"/>
                  </a:cubicBezTo>
                  <a:close/>
                  <a:moveTo>
                    <a:pt x="649" y="1"/>
                  </a:moveTo>
                  <a:cubicBezTo>
                    <a:pt x="309" y="1"/>
                    <a:pt x="0" y="279"/>
                    <a:pt x="0" y="618"/>
                  </a:cubicBezTo>
                  <a:lnTo>
                    <a:pt x="0" y="1791"/>
                  </a:lnTo>
                  <a:cubicBezTo>
                    <a:pt x="0" y="2130"/>
                    <a:pt x="309" y="2408"/>
                    <a:pt x="649" y="2408"/>
                  </a:cubicBezTo>
                  <a:lnTo>
                    <a:pt x="7438" y="2408"/>
                  </a:lnTo>
                  <a:cubicBezTo>
                    <a:pt x="7808" y="2408"/>
                    <a:pt x="8086" y="2099"/>
                    <a:pt x="8086" y="1760"/>
                  </a:cubicBezTo>
                  <a:lnTo>
                    <a:pt x="8086" y="587"/>
                  </a:lnTo>
                  <a:cubicBezTo>
                    <a:pt x="8055" y="248"/>
                    <a:pt x="7778" y="1"/>
                    <a:pt x="74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5" name="Google Shape;13705;p88"/>
            <p:cNvSpPr/>
            <p:nvPr/>
          </p:nvSpPr>
          <p:spPr>
            <a:xfrm>
              <a:off x="6359638" y="2603206"/>
              <a:ext cx="40125" cy="137550"/>
            </a:xfrm>
            <a:custGeom>
              <a:rect b="b" l="l" r="r" t="t"/>
              <a:pathLst>
                <a:path extrusionOk="0" h="5502" w="1605">
                  <a:moveTo>
                    <a:pt x="787" y="410"/>
                  </a:moveTo>
                  <a:cubicBezTo>
                    <a:pt x="980" y="410"/>
                    <a:pt x="1173" y="541"/>
                    <a:pt x="1173" y="803"/>
                  </a:cubicBezTo>
                  <a:lnTo>
                    <a:pt x="1173" y="4692"/>
                  </a:lnTo>
                  <a:cubicBezTo>
                    <a:pt x="1173" y="4954"/>
                    <a:pt x="980" y="5085"/>
                    <a:pt x="787" y="5085"/>
                  </a:cubicBezTo>
                  <a:cubicBezTo>
                    <a:pt x="594" y="5085"/>
                    <a:pt x="401" y="4954"/>
                    <a:pt x="401" y="4692"/>
                  </a:cubicBezTo>
                  <a:lnTo>
                    <a:pt x="401" y="803"/>
                  </a:lnTo>
                  <a:cubicBezTo>
                    <a:pt x="401" y="541"/>
                    <a:pt x="594" y="410"/>
                    <a:pt x="787" y="410"/>
                  </a:cubicBezTo>
                  <a:close/>
                  <a:moveTo>
                    <a:pt x="802" y="1"/>
                  </a:moveTo>
                  <a:cubicBezTo>
                    <a:pt x="370" y="1"/>
                    <a:pt x="0" y="371"/>
                    <a:pt x="0" y="803"/>
                  </a:cubicBezTo>
                  <a:lnTo>
                    <a:pt x="0" y="4692"/>
                  </a:lnTo>
                  <a:cubicBezTo>
                    <a:pt x="0" y="5232"/>
                    <a:pt x="401" y="5502"/>
                    <a:pt x="802" y="5502"/>
                  </a:cubicBezTo>
                  <a:cubicBezTo>
                    <a:pt x="1204" y="5502"/>
                    <a:pt x="1605" y="5232"/>
                    <a:pt x="1605" y="4692"/>
                  </a:cubicBezTo>
                  <a:lnTo>
                    <a:pt x="1605" y="803"/>
                  </a:lnTo>
                  <a:cubicBezTo>
                    <a:pt x="1605" y="371"/>
                    <a:pt x="1234" y="1"/>
                    <a:pt x="8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06" name="Google Shape;13706;p88"/>
          <p:cNvGrpSpPr/>
          <p:nvPr/>
        </p:nvGrpSpPr>
        <p:grpSpPr>
          <a:xfrm>
            <a:off x="1787563" y="3999592"/>
            <a:ext cx="346450" cy="314150"/>
            <a:chOff x="4051938" y="1937256"/>
            <a:chExt cx="346450" cy="314150"/>
          </a:xfrm>
        </p:grpSpPr>
        <p:sp>
          <p:nvSpPr>
            <p:cNvPr id="13707" name="Google Shape;13707;p88"/>
            <p:cNvSpPr/>
            <p:nvPr/>
          </p:nvSpPr>
          <p:spPr>
            <a:xfrm>
              <a:off x="4165338" y="2050031"/>
              <a:ext cx="104200" cy="88750"/>
            </a:xfrm>
            <a:custGeom>
              <a:rect b="b" l="l" r="r" t="t"/>
              <a:pathLst>
                <a:path extrusionOk="0" h="3550" w="4168">
                  <a:moveTo>
                    <a:pt x="2373" y="399"/>
                  </a:moveTo>
                  <a:cubicBezTo>
                    <a:pt x="3071" y="399"/>
                    <a:pt x="3735" y="945"/>
                    <a:pt x="3735" y="1759"/>
                  </a:cubicBezTo>
                  <a:cubicBezTo>
                    <a:pt x="3735" y="2531"/>
                    <a:pt x="3149" y="3148"/>
                    <a:pt x="2377" y="3148"/>
                  </a:cubicBezTo>
                  <a:cubicBezTo>
                    <a:pt x="1174" y="3148"/>
                    <a:pt x="556" y="1667"/>
                    <a:pt x="1421" y="802"/>
                  </a:cubicBezTo>
                  <a:cubicBezTo>
                    <a:pt x="1700" y="523"/>
                    <a:pt x="2040" y="399"/>
                    <a:pt x="2373" y="399"/>
                  </a:cubicBezTo>
                  <a:close/>
                  <a:moveTo>
                    <a:pt x="2382" y="1"/>
                  </a:moveTo>
                  <a:cubicBezTo>
                    <a:pt x="1948" y="1"/>
                    <a:pt x="1504" y="163"/>
                    <a:pt x="1143" y="525"/>
                  </a:cubicBezTo>
                  <a:cubicBezTo>
                    <a:pt x="1" y="1636"/>
                    <a:pt x="803" y="3549"/>
                    <a:pt x="2377" y="3549"/>
                  </a:cubicBezTo>
                  <a:cubicBezTo>
                    <a:pt x="3365" y="3549"/>
                    <a:pt x="4167" y="2747"/>
                    <a:pt x="4167" y="1759"/>
                  </a:cubicBezTo>
                  <a:cubicBezTo>
                    <a:pt x="4146" y="697"/>
                    <a:pt x="3283" y="1"/>
                    <a:pt x="2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8" name="Google Shape;13708;p88"/>
            <p:cNvSpPr/>
            <p:nvPr/>
          </p:nvSpPr>
          <p:spPr>
            <a:xfrm>
              <a:off x="4051938" y="1937256"/>
              <a:ext cx="346450" cy="314150"/>
            </a:xfrm>
            <a:custGeom>
              <a:rect b="b" l="l" r="r" t="t"/>
              <a:pathLst>
                <a:path extrusionOk="0" h="12566" w="13858">
                  <a:moveTo>
                    <a:pt x="6913" y="2258"/>
                  </a:moveTo>
                  <a:cubicBezTo>
                    <a:pt x="7037" y="2382"/>
                    <a:pt x="7129" y="2474"/>
                    <a:pt x="7253" y="2567"/>
                  </a:cubicBezTo>
                  <a:lnTo>
                    <a:pt x="6574" y="2567"/>
                  </a:lnTo>
                  <a:cubicBezTo>
                    <a:pt x="6697" y="2474"/>
                    <a:pt x="6790" y="2382"/>
                    <a:pt x="6913" y="2258"/>
                  </a:cubicBezTo>
                  <a:close/>
                  <a:moveTo>
                    <a:pt x="6296" y="1826"/>
                  </a:moveTo>
                  <a:lnTo>
                    <a:pt x="6450" y="1919"/>
                  </a:lnTo>
                  <a:lnTo>
                    <a:pt x="6574" y="2042"/>
                  </a:lnTo>
                  <a:cubicBezTo>
                    <a:pt x="6358" y="2227"/>
                    <a:pt x="6173" y="2412"/>
                    <a:pt x="5957" y="2628"/>
                  </a:cubicBezTo>
                  <a:lnTo>
                    <a:pt x="5740" y="2659"/>
                  </a:lnTo>
                  <a:lnTo>
                    <a:pt x="5432" y="2690"/>
                  </a:lnTo>
                  <a:cubicBezTo>
                    <a:pt x="5710" y="2382"/>
                    <a:pt x="5987" y="2073"/>
                    <a:pt x="6296" y="1826"/>
                  </a:cubicBezTo>
                  <a:close/>
                  <a:moveTo>
                    <a:pt x="4660" y="1178"/>
                  </a:moveTo>
                  <a:cubicBezTo>
                    <a:pt x="5123" y="1178"/>
                    <a:pt x="5555" y="1332"/>
                    <a:pt x="5957" y="1579"/>
                  </a:cubicBezTo>
                  <a:cubicBezTo>
                    <a:pt x="5555" y="1919"/>
                    <a:pt x="5216" y="2320"/>
                    <a:pt x="4876" y="2721"/>
                  </a:cubicBezTo>
                  <a:cubicBezTo>
                    <a:pt x="4352" y="2814"/>
                    <a:pt x="3858" y="2937"/>
                    <a:pt x="3364" y="3091"/>
                  </a:cubicBezTo>
                  <a:lnTo>
                    <a:pt x="3364" y="3091"/>
                  </a:lnTo>
                  <a:cubicBezTo>
                    <a:pt x="3370" y="2212"/>
                    <a:pt x="3616" y="1576"/>
                    <a:pt x="4074" y="1332"/>
                  </a:cubicBezTo>
                  <a:cubicBezTo>
                    <a:pt x="4228" y="1209"/>
                    <a:pt x="4444" y="1178"/>
                    <a:pt x="4660" y="1178"/>
                  </a:cubicBezTo>
                  <a:close/>
                  <a:moveTo>
                    <a:pt x="4660" y="406"/>
                  </a:moveTo>
                  <a:cubicBezTo>
                    <a:pt x="5617" y="406"/>
                    <a:pt x="6543" y="962"/>
                    <a:pt x="7253" y="1548"/>
                  </a:cubicBezTo>
                  <a:cubicBezTo>
                    <a:pt x="7685" y="1888"/>
                    <a:pt x="8055" y="2258"/>
                    <a:pt x="8395" y="2659"/>
                  </a:cubicBezTo>
                  <a:lnTo>
                    <a:pt x="7870" y="2598"/>
                  </a:lnTo>
                  <a:cubicBezTo>
                    <a:pt x="7623" y="2320"/>
                    <a:pt x="7345" y="2073"/>
                    <a:pt x="7068" y="1857"/>
                  </a:cubicBezTo>
                  <a:cubicBezTo>
                    <a:pt x="6440" y="1345"/>
                    <a:pt x="5549" y="746"/>
                    <a:pt x="4699" y="746"/>
                  </a:cubicBezTo>
                  <a:cubicBezTo>
                    <a:pt x="4421" y="746"/>
                    <a:pt x="4147" y="810"/>
                    <a:pt x="3889" y="962"/>
                  </a:cubicBezTo>
                  <a:cubicBezTo>
                    <a:pt x="3302" y="1271"/>
                    <a:pt x="2963" y="2042"/>
                    <a:pt x="2963" y="3061"/>
                  </a:cubicBezTo>
                  <a:lnTo>
                    <a:pt x="2839" y="3061"/>
                  </a:lnTo>
                  <a:cubicBezTo>
                    <a:pt x="2747" y="3061"/>
                    <a:pt x="2685" y="3061"/>
                    <a:pt x="2593" y="3091"/>
                  </a:cubicBezTo>
                  <a:cubicBezTo>
                    <a:pt x="2593" y="1919"/>
                    <a:pt x="2994" y="1055"/>
                    <a:pt x="3704" y="653"/>
                  </a:cubicBezTo>
                  <a:lnTo>
                    <a:pt x="3673" y="653"/>
                  </a:lnTo>
                  <a:cubicBezTo>
                    <a:pt x="3981" y="499"/>
                    <a:pt x="4321" y="406"/>
                    <a:pt x="4660" y="406"/>
                  </a:cubicBezTo>
                  <a:close/>
                  <a:moveTo>
                    <a:pt x="9298" y="1170"/>
                  </a:moveTo>
                  <a:cubicBezTo>
                    <a:pt x="9457" y="1170"/>
                    <a:pt x="9626" y="1225"/>
                    <a:pt x="9753" y="1301"/>
                  </a:cubicBezTo>
                  <a:cubicBezTo>
                    <a:pt x="10215" y="1579"/>
                    <a:pt x="10462" y="2196"/>
                    <a:pt x="10493" y="3091"/>
                  </a:cubicBezTo>
                  <a:cubicBezTo>
                    <a:pt x="9999" y="2937"/>
                    <a:pt x="9475" y="2814"/>
                    <a:pt x="8981" y="2721"/>
                  </a:cubicBezTo>
                  <a:cubicBezTo>
                    <a:pt x="8641" y="2320"/>
                    <a:pt x="8271" y="1950"/>
                    <a:pt x="7901" y="1579"/>
                  </a:cubicBezTo>
                  <a:cubicBezTo>
                    <a:pt x="8271" y="1332"/>
                    <a:pt x="8734" y="1178"/>
                    <a:pt x="9197" y="1178"/>
                  </a:cubicBezTo>
                  <a:cubicBezTo>
                    <a:pt x="9230" y="1173"/>
                    <a:pt x="9264" y="1170"/>
                    <a:pt x="9298" y="1170"/>
                  </a:cubicBezTo>
                  <a:close/>
                  <a:moveTo>
                    <a:pt x="9197" y="406"/>
                  </a:moveTo>
                  <a:cubicBezTo>
                    <a:pt x="9536" y="406"/>
                    <a:pt x="9845" y="499"/>
                    <a:pt x="10154" y="653"/>
                  </a:cubicBezTo>
                  <a:cubicBezTo>
                    <a:pt x="10864" y="1055"/>
                    <a:pt x="11234" y="1950"/>
                    <a:pt x="11234" y="3184"/>
                  </a:cubicBezTo>
                  <a:lnTo>
                    <a:pt x="11234" y="3400"/>
                  </a:lnTo>
                  <a:lnTo>
                    <a:pt x="10894" y="3246"/>
                  </a:lnTo>
                  <a:lnTo>
                    <a:pt x="10894" y="3153"/>
                  </a:lnTo>
                  <a:cubicBezTo>
                    <a:pt x="10894" y="2073"/>
                    <a:pt x="10555" y="1301"/>
                    <a:pt x="9969" y="962"/>
                  </a:cubicBezTo>
                  <a:cubicBezTo>
                    <a:pt x="9722" y="808"/>
                    <a:pt x="9475" y="746"/>
                    <a:pt x="9197" y="746"/>
                  </a:cubicBezTo>
                  <a:cubicBezTo>
                    <a:pt x="8611" y="808"/>
                    <a:pt x="8055" y="962"/>
                    <a:pt x="7561" y="1301"/>
                  </a:cubicBezTo>
                  <a:lnTo>
                    <a:pt x="7253" y="1055"/>
                  </a:lnTo>
                  <a:cubicBezTo>
                    <a:pt x="7839" y="653"/>
                    <a:pt x="8518" y="437"/>
                    <a:pt x="9197" y="406"/>
                  </a:cubicBezTo>
                  <a:close/>
                  <a:moveTo>
                    <a:pt x="2809" y="3462"/>
                  </a:moveTo>
                  <a:cubicBezTo>
                    <a:pt x="3025" y="3462"/>
                    <a:pt x="3210" y="3647"/>
                    <a:pt x="3241" y="3863"/>
                  </a:cubicBezTo>
                  <a:cubicBezTo>
                    <a:pt x="3257" y="4167"/>
                    <a:pt x="3031" y="4330"/>
                    <a:pt x="2807" y="4330"/>
                  </a:cubicBezTo>
                  <a:cubicBezTo>
                    <a:pt x="2599" y="4330"/>
                    <a:pt x="2391" y="4191"/>
                    <a:pt x="2377" y="3894"/>
                  </a:cubicBezTo>
                  <a:cubicBezTo>
                    <a:pt x="2377" y="3770"/>
                    <a:pt x="2438" y="3647"/>
                    <a:pt x="2531" y="3554"/>
                  </a:cubicBezTo>
                  <a:cubicBezTo>
                    <a:pt x="2623" y="3493"/>
                    <a:pt x="2716" y="3462"/>
                    <a:pt x="2809" y="3462"/>
                  </a:cubicBezTo>
                  <a:close/>
                  <a:moveTo>
                    <a:pt x="3858" y="4172"/>
                  </a:moveTo>
                  <a:lnTo>
                    <a:pt x="3704" y="4449"/>
                  </a:lnTo>
                  <a:lnTo>
                    <a:pt x="3549" y="4727"/>
                  </a:lnTo>
                  <a:cubicBezTo>
                    <a:pt x="3518" y="4634"/>
                    <a:pt x="3518" y="4542"/>
                    <a:pt x="3488" y="4449"/>
                  </a:cubicBezTo>
                  <a:cubicBezTo>
                    <a:pt x="3518" y="4388"/>
                    <a:pt x="3580" y="4326"/>
                    <a:pt x="3580" y="4264"/>
                  </a:cubicBezTo>
                  <a:lnTo>
                    <a:pt x="3858" y="4172"/>
                  </a:lnTo>
                  <a:close/>
                  <a:moveTo>
                    <a:pt x="9969" y="4172"/>
                  </a:moveTo>
                  <a:lnTo>
                    <a:pt x="9969" y="4172"/>
                  </a:lnTo>
                  <a:cubicBezTo>
                    <a:pt x="10092" y="4202"/>
                    <a:pt x="10246" y="4264"/>
                    <a:pt x="10370" y="4295"/>
                  </a:cubicBezTo>
                  <a:cubicBezTo>
                    <a:pt x="10339" y="4449"/>
                    <a:pt x="10308" y="4573"/>
                    <a:pt x="10277" y="4727"/>
                  </a:cubicBezTo>
                  <a:lnTo>
                    <a:pt x="10154" y="4449"/>
                  </a:lnTo>
                  <a:cubicBezTo>
                    <a:pt x="10092" y="4357"/>
                    <a:pt x="10030" y="4264"/>
                    <a:pt x="9969" y="4172"/>
                  </a:cubicBezTo>
                  <a:close/>
                  <a:moveTo>
                    <a:pt x="3117" y="4727"/>
                  </a:moveTo>
                  <a:cubicBezTo>
                    <a:pt x="3179" y="4881"/>
                    <a:pt x="3210" y="5067"/>
                    <a:pt x="3272" y="5252"/>
                  </a:cubicBezTo>
                  <a:cubicBezTo>
                    <a:pt x="3210" y="5406"/>
                    <a:pt x="3117" y="5591"/>
                    <a:pt x="3055" y="5745"/>
                  </a:cubicBezTo>
                  <a:cubicBezTo>
                    <a:pt x="2932" y="5406"/>
                    <a:pt x="2839" y="5097"/>
                    <a:pt x="2778" y="4789"/>
                  </a:cubicBezTo>
                  <a:lnTo>
                    <a:pt x="2901" y="4789"/>
                  </a:lnTo>
                  <a:lnTo>
                    <a:pt x="2901" y="4758"/>
                  </a:lnTo>
                  <a:cubicBezTo>
                    <a:pt x="2994" y="4758"/>
                    <a:pt x="3055" y="4758"/>
                    <a:pt x="3117" y="4727"/>
                  </a:cubicBezTo>
                  <a:close/>
                  <a:moveTo>
                    <a:pt x="10771" y="4449"/>
                  </a:moveTo>
                  <a:lnTo>
                    <a:pt x="11080" y="4604"/>
                  </a:lnTo>
                  <a:cubicBezTo>
                    <a:pt x="11018" y="4974"/>
                    <a:pt x="10894" y="5375"/>
                    <a:pt x="10771" y="5745"/>
                  </a:cubicBezTo>
                  <a:cubicBezTo>
                    <a:pt x="10709" y="5591"/>
                    <a:pt x="10648" y="5437"/>
                    <a:pt x="10555" y="5283"/>
                  </a:cubicBezTo>
                  <a:cubicBezTo>
                    <a:pt x="10648" y="5005"/>
                    <a:pt x="10709" y="4727"/>
                    <a:pt x="10771" y="4449"/>
                  </a:cubicBezTo>
                  <a:close/>
                  <a:moveTo>
                    <a:pt x="2377" y="4789"/>
                  </a:moveTo>
                  <a:cubicBezTo>
                    <a:pt x="2469" y="5283"/>
                    <a:pt x="2623" y="5776"/>
                    <a:pt x="2809" y="6270"/>
                  </a:cubicBezTo>
                  <a:cubicBezTo>
                    <a:pt x="2623" y="6764"/>
                    <a:pt x="2469" y="7289"/>
                    <a:pt x="2377" y="7782"/>
                  </a:cubicBezTo>
                  <a:cubicBezTo>
                    <a:pt x="1605" y="7350"/>
                    <a:pt x="1173" y="6795"/>
                    <a:pt x="1173" y="6270"/>
                  </a:cubicBezTo>
                  <a:cubicBezTo>
                    <a:pt x="1173" y="5776"/>
                    <a:pt x="1605" y="5221"/>
                    <a:pt x="2377" y="4789"/>
                  </a:cubicBezTo>
                  <a:close/>
                  <a:moveTo>
                    <a:pt x="11481" y="4789"/>
                  </a:moveTo>
                  <a:cubicBezTo>
                    <a:pt x="12252" y="5252"/>
                    <a:pt x="12654" y="5776"/>
                    <a:pt x="12654" y="6301"/>
                  </a:cubicBezTo>
                  <a:cubicBezTo>
                    <a:pt x="12654" y="6826"/>
                    <a:pt x="12221" y="7350"/>
                    <a:pt x="11450" y="7813"/>
                  </a:cubicBezTo>
                  <a:cubicBezTo>
                    <a:pt x="11357" y="7289"/>
                    <a:pt x="11203" y="6795"/>
                    <a:pt x="11018" y="6301"/>
                  </a:cubicBezTo>
                  <a:cubicBezTo>
                    <a:pt x="11203" y="5807"/>
                    <a:pt x="11357" y="5313"/>
                    <a:pt x="11481" y="4789"/>
                  </a:cubicBezTo>
                  <a:close/>
                  <a:moveTo>
                    <a:pt x="8919" y="3925"/>
                  </a:moveTo>
                  <a:lnTo>
                    <a:pt x="9413" y="4017"/>
                  </a:lnTo>
                  <a:lnTo>
                    <a:pt x="9382" y="4017"/>
                  </a:lnTo>
                  <a:cubicBezTo>
                    <a:pt x="9536" y="4233"/>
                    <a:pt x="9660" y="4449"/>
                    <a:pt x="9783" y="4665"/>
                  </a:cubicBezTo>
                  <a:cubicBezTo>
                    <a:pt x="10370" y="5653"/>
                    <a:pt x="10771" y="6702"/>
                    <a:pt x="11049" y="7844"/>
                  </a:cubicBezTo>
                  <a:cubicBezTo>
                    <a:pt x="11018" y="7834"/>
                    <a:pt x="10990" y="7830"/>
                    <a:pt x="10965" y="7830"/>
                  </a:cubicBezTo>
                  <a:cubicBezTo>
                    <a:pt x="10915" y="7830"/>
                    <a:pt x="10874" y="7844"/>
                    <a:pt x="10833" y="7844"/>
                  </a:cubicBezTo>
                  <a:lnTo>
                    <a:pt x="10709" y="7906"/>
                  </a:lnTo>
                  <a:cubicBezTo>
                    <a:pt x="10462" y="6826"/>
                    <a:pt x="10030" y="5776"/>
                    <a:pt x="9475" y="4820"/>
                  </a:cubicBezTo>
                  <a:cubicBezTo>
                    <a:pt x="9290" y="4511"/>
                    <a:pt x="9104" y="4202"/>
                    <a:pt x="8919" y="3925"/>
                  </a:cubicBezTo>
                  <a:close/>
                  <a:moveTo>
                    <a:pt x="4938" y="3925"/>
                  </a:moveTo>
                  <a:cubicBezTo>
                    <a:pt x="4722" y="4202"/>
                    <a:pt x="4568" y="4511"/>
                    <a:pt x="4352" y="4851"/>
                  </a:cubicBezTo>
                  <a:cubicBezTo>
                    <a:pt x="3920" y="5591"/>
                    <a:pt x="3549" y="6424"/>
                    <a:pt x="3302" y="7289"/>
                  </a:cubicBezTo>
                  <a:cubicBezTo>
                    <a:pt x="3210" y="7566"/>
                    <a:pt x="3148" y="7875"/>
                    <a:pt x="3086" y="8153"/>
                  </a:cubicBezTo>
                  <a:cubicBezTo>
                    <a:pt x="2994" y="8122"/>
                    <a:pt x="2901" y="8091"/>
                    <a:pt x="2809" y="8029"/>
                  </a:cubicBezTo>
                  <a:lnTo>
                    <a:pt x="2747" y="7998"/>
                  </a:lnTo>
                  <a:cubicBezTo>
                    <a:pt x="2870" y="7443"/>
                    <a:pt x="3025" y="6918"/>
                    <a:pt x="3241" y="6394"/>
                  </a:cubicBezTo>
                  <a:cubicBezTo>
                    <a:pt x="3457" y="5776"/>
                    <a:pt x="3734" y="5221"/>
                    <a:pt x="4043" y="4665"/>
                  </a:cubicBezTo>
                  <a:cubicBezTo>
                    <a:pt x="4167" y="4449"/>
                    <a:pt x="4321" y="4233"/>
                    <a:pt x="4444" y="4017"/>
                  </a:cubicBezTo>
                  <a:lnTo>
                    <a:pt x="4938" y="3925"/>
                  </a:lnTo>
                  <a:close/>
                  <a:moveTo>
                    <a:pt x="3549" y="7875"/>
                  </a:moveTo>
                  <a:lnTo>
                    <a:pt x="3704" y="8153"/>
                  </a:lnTo>
                  <a:lnTo>
                    <a:pt x="3858" y="8430"/>
                  </a:lnTo>
                  <a:cubicBezTo>
                    <a:pt x="3734" y="8400"/>
                    <a:pt x="3580" y="8338"/>
                    <a:pt x="3457" y="8307"/>
                  </a:cubicBezTo>
                  <a:cubicBezTo>
                    <a:pt x="3488" y="8153"/>
                    <a:pt x="3518" y="8029"/>
                    <a:pt x="3549" y="7875"/>
                  </a:cubicBezTo>
                  <a:close/>
                  <a:moveTo>
                    <a:pt x="10277" y="7875"/>
                  </a:moveTo>
                  <a:cubicBezTo>
                    <a:pt x="10308" y="7968"/>
                    <a:pt x="10339" y="8091"/>
                    <a:pt x="10339" y="8184"/>
                  </a:cubicBezTo>
                  <a:cubicBezTo>
                    <a:pt x="10308" y="8214"/>
                    <a:pt x="10277" y="8276"/>
                    <a:pt x="10246" y="8369"/>
                  </a:cubicBezTo>
                  <a:lnTo>
                    <a:pt x="9969" y="8430"/>
                  </a:lnTo>
                  <a:cubicBezTo>
                    <a:pt x="10030" y="8338"/>
                    <a:pt x="10092" y="8245"/>
                    <a:pt x="10154" y="8153"/>
                  </a:cubicBezTo>
                  <a:cubicBezTo>
                    <a:pt x="10185" y="8060"/>
                    <a:pt x="10246" y="7968"/>
                    <a:pt x="10277" y="7875"/>
                  </a:cubicBezTo>
                  <a:close/>
                  <a:moveTo>
                    <a:pt x="3889" y="6826"/>
                  </a:moveTo>
                  <a:cubicBezTo>
                    <a:pt x="4043" y="7165"/>
                    <a:pt x="4197" y="7474"/>
                    <a:pt x="4383" y="7782"/>
                  </a:cubicBezTo>
                  <a:cubicBezTo>
                    <a:pt x="4537" y="8091"/>
                    <a:pt x="4753" y="8400"/>
                    <a:pt x="4938" y="8677"/>
                  </a:cubicBezTo>
                  <a:cubicBezTo>
                    <a:pt x="4784" y="8646"/>
                    <a:pt x="4599" y="8616"/>
                    <a:pt x="4444" y="8585"/>
                  </a:cubicBezTo>
                  <a:cubicBezTo>
                    <a:pt x="4321" y="8369"/>
                    <a:pt x="4167" y="8153"/>
                    <a:pt x="4074" y="7937"/>
                  </a:cubicBezTo>
                  <a:cubicBezTo>
                    <a:pt x="3950" y="7721"/>
                    <a:pt x="3827" y="7535"/>
                    <a:pt x="3734" y="7319"/>
                  </a:cubicBezTo>
                  <a:cubicBezTo>
                    <a:pt x="3765" y="7165"/>
                    <a:pt x="3827" y="6980"/>
                    <a:pt x="3889" y="6826"/>
                  </a:cubicBezTo>
                  <a:close/>
                  <a:moveTo>
                    <a:pt x="9969" y="6826"/>
                  </a:moveTo>
                  <a:cubicBezTo>
                    <a:pt x="10030" y="6980"/>
                    <a:pt x="10092" y="7165"/>
                    <a:pt x="10123" y="7319"/>
                  </a:cubicBezTo>
                  <a:cubicBezTo>
                    <a:pt x="10030" y="7535"/>
                    <a:pt x="9907" y="7752"/>
                    <a:pt x="9783" y="7937"/>
                  </a:cubicBezTo>
                  <a:cubicBezTo>
                    <a:pt x="9660" y="8153"/>
                    <a:pt x="9536" y="8369"/>
                    <a:pt x="9413" y="8585"/>
                  </a:cubicBezTo>
                  <a:lnTo>
                    <a:pt x="8919" y="8677"/>
                  </a:lnTo>
                  <a:lnTo>
                    <a:pt x="8888" y="8677"/>
                  </a:lnTo>
                  <a:cubicBezTo>
                    <a:pt x="9104" y="8400"/>
                    <a:pt x="9290" y="8091"/>
                    <a:pt x="9475" y="7782"/>
                  </a:cubicBezTo>
                  <a:cubicBezTo>
                    <a:pt x="9660" y="7474"/>
                    <a:pt x="9814" y="7134"/>
                    <a:pt x="9969" y="6826"/>
                  </a:cubicBezTo>
                  <a:close/>
                  <a:moveTo>
                    <a:pt x="6902" y="3739"/>
                  </a:moveTo>
                  <a:cubicBezTo>
                    <a:pt x="7376" y="3739"/>
                    <a:pt x="7855" y="3770"/>
                    <a:pt x="8333" y="3832"/>
                  </a:cubicBezTo>
                  <a:cubicBezTo>
                    <a:pt x="8611" y="4202"/>
                    <a:pt x="8888" y="4604"/>
                    <a:pt x="9104" y="5005"/>
                  </a:cubicBezTo>
                  <a:cubicBezTo>
                    <a:pt x="9351" y="5437"/>
                    <a:pt x="9567" y="5838"/>
                    <a:pt x="9753" y="6270"/>
                  </a:cubicBezTo>
                  <a:cubicBezTo>
                    <a:pt x="9567" y="6702"/>
                    <a:pt x="9351" y="7134"/>
                    <a:pt x="9104" y="7566"/>
                  </a:cubicBezTo>
                  <a:cubicBezTo>
                    <a:pt x="8888" y="7968"/>
                    <a:pt x="8611" y="8369"/>
                    <a:pt x="8333" y="8739"/>
                  </a:cubicBezTo>
                  <a:cubicBezTo>
                    <a:pt x="7870" y="8801"/>
                    <a:pt x="7376" y="8832"/>
                    <a:pt x="6913" y="8832"/>
                  </a:cubicBezTo>
                  <a:cubicBezTo>
                    <a:pt x="6450" y="8832"/>
                    <a:pt x="5957" y="8801"/>
                    <a:pt x="5494" y="8739"/>
                  </a:cubicBezTo>
                  <a:cubicBezTo>
                    <a:pt x="5216" y="8369"/>
                    <a:pt x="4938" y="7968"/>
                    <a:pt x="4722" y="7566"/>
                  </a:cubicBezTo>
                  <a:cubicBezTo>
                    <a:pt x="4475" y="7134"/>
                    <a:pt x="4259" y="6733"/>
                    <a:pt x="4074" y="6301"/>
                  </a:cubicBezTo>
                  <a:cubicBezTo>
                    <a:pt x="4259" y="5838"/>
                    <a:pt x="4475" y="5437"/>
                    <a:pt x="4722" y="5005"/>
                  </a:cubicBezTo>
                  <a:cubicBezTo>
                    <a:pt x="4938" y="4604"/>
                    <a:pt x="5216" y="4202"/>
                    <a:pt x="5494" y="3832"/>
                  </a:cubicBezTo>
                  <a:cubicBezTo>
                    <a:pt x="5957" y="3770"/>
                    <a:pt x="6427" y="3739"/>
                    <a:pt x="6902" y="3739"/>
                  </a:cubicBezTo>
                  <a:close/>
                  <a:moveTo>
                    <a:pt x="11022" y="8264"/>
                  </a:moveTo>
                  <a:cubicBezTo>
                    <a:pt x="11234" y="8264"/>
                    <a:pt x="11427" y="8432"/>
                    <a:pt x="11481" y="8646"/>
                  </a:cubicBezTo>
                  <a:cubicBezTo>
                    <a:pt x="11481" y="8801"/>
                    <a:pt x="11419" y="8924"/>
                    <a:pt x="11296" y="9017"/>
                  </a:cubicBezTo>
                  <a:lnTo>
                    <a:pt x="11296" y="9048"/>
                  </a:lnTo>
                  <a:cubicBezTo>
                    <a:pt x="11240" y="9095"/>
                    <a:pt x="11183" y="9115"/>
                    <a:pt x="11126" y="9115"/>
                  </a:cubicBezTo>
                  <a:cubicBezTo>
                    <a:pt x="10777" y="9115"/>
                    <a:pt x="10473" y="8329"/>
                    <a:pt x="10925" y="8276"/>
                  </a:cubicBezTo>
                  <a:cubicBezTo>
                    <a:pt x="10958" y="8268"/>
                    <a:pt x="10990" y="8264"/>
                    <a:pt x="11022" y="8264"/>
                  </a:cubicBezTo>
                  <a:close/>
                  <a:moveTo>
                    <a:pt x="7253" y="10004"/>
                  </a:moveTo>
                  <a:cubicBezTo>
                    <a:pt x="7160" y="10097"/>
                    <a:pt x="7037" y="10190"/>
                    <a:pt x="6944" y="10313"/>
                  </a:cubicBezTo>
                  <a:cubicBezTo>
                    <a:pt x="6821" y="10190"/>
                    <a:pt x="6697" y="10097"/>
                    <a:pt x="6605" y="10004"/>
                  </a:cubicBezTo>
                  <a:close/>
                  <a:moveTo>
                    <a:pt x="8395" y="9912"/>
                  </a:moveTo>
                  <a:lnTo>
                    <a:pt x="8395" y="9912"/>
                  </a:lnTo>
                  <a:cubicBezTo>
                    <a:pt x="8117" y="10220"/>
                    <a:pt x="7839" y="10498"/>
                    <a:pt x="7561" y="10776"/>
                  </a:cubicBezTo>
                  <a:cubicBezTo>
                    <a:pt x="7500" y="10745"/>
                    <a:pt x="7438" y="10714"/>
                    <a:pt x="7407" y="10652"/>
                  </a:cubicBezTo>
                  <a:cubicBezTo>
                    <a:pt x="7345" y="10622"/>
                    <a:pt x="7284" y="10591"/>
                    <a:pt x="7253" y="10560"/>
                  </a:cubicBezTo>
                  <a:cubicBezTo>
                    <a:pt x="7469" y="10375"/>
                    <a:pt x="7654" y="10159"/>
                    <a:pt x="7870" y="9974"/>
                  </a:cubicBezTo>
                  <a:lnTo>
                    <a:pt x="7901" y="9974"/>
                  </a:lnTo>
                  <a:lnTo>
                    <a:pt x="8395" y="9912"/>
                  </a:lnTo>
                  <a:close/>
                  <a:moveTo>
                    <a:pt x="3364" y="9480"/>
                  </a:moveTo>
                  <a:lnTo>
                    <a:pt x="3364" y="9480"/>
                  </a:lnTo>
                  <a:cubicBezTo>
                    <a:pt x="3858" y="9634"/>
                    <a:pt x="4352" y="9758"/>
                    <a:pt x="4876" y="9850"/>
                  </a:cubicBezTo>
                  <a:cubicBezTo>
                    <a:pt x="5216" y="10251"/>
                    <a:pt x="5555" y="10622"/>
                    <a:pt x="5957" y="10992"/>
                  </a:cubicBezTo>
                  <a:cubicBezTo>
                    <a:pt x="5555" y="11239"/>
                    <a:pt x="5123" y="11362"/>
                    <a:pt x="4660" y="11393"/>
                  </a:cubicBezTo>
                  <a:cubicBezTo>
                    <a:pt x="4444" y="11393"/>
                    <a:pt x="4259" y="11362"/>
                    <a:pt x="4074" y="11270"/>
                  </a:cubicBezTo>
                  <a:cubicBezTo>
                    <a:pt x="3611" y="10992"/>
                    <a:pt x="3364" y="10375"/>
                    <a:pt x="3364" y="9480"/>
                  </a:cubicBezTo>
                  <a:close/>
                  <a:moveTo>
                    <a:pt x="10493" y="9480"/>
                  </a:moveTo>
                  <a:cubicBezTo>
                    <a:pt x="10493" y="10375"/>
                    <a:pt x="10215" y="10992"/>
                    <a:pt x="9753" y="11270"/>
                  </a:cubicBezTo>
                  <a:cubicBezTo>
                    <a:pt x="9598" y="11362"/>
                    <a:pt x="9382" y="11393"/>
                    <a:pt x="9197" y="11393"/>
                  </a:cubicBezTo>
                  <a:cubicBezTo>
                    <a:pt x="8734" y="11362"/>
                    <a:pt x="8271" y="11239"/>
                    <a:pt x="7901" y="10992"/>
                  </a:cubicBezTo>
                  <a:cubicBezTo>
                    <a:pt x="8271" y="10622"/>
                    <a:pt x="8641" y="10251"/>
                    <a:pt x="8981" y="9850"/>
                  </a:cubicBezTo>
                  <a:cubicBezTo>
                    <a:pt x="9475" y="9758"/>
                    <a:pt x="9999" y="9634"/>
                    <a:pt x="10493" y="9480"/>
                  </a:cubicBezTo>
                  <a:close/>
                  <a:moveTo>
                    <a:pt x="2623" y="9202"/>
                  </a:moveTo>
                  <a:lnTo>
                    <a:pt x="2963" y="9325"/>
                  </a:lnTo>
                  <a:lnTo>
                    <a:pt x="2963" y="9418"/>
                  </a:lnTo>
                  <a:cubicBezTo>
                    <a:pt x="2963" y="10498"/>
                    <a:pt x="3272" y="11270"/>
                    <a:pt x="3889" y="11609"/>
                  </a:cubicBezTo>
                  <a:cubicBezTo>
                    <a:pt x="4105" y="11733"/>
                    <a:pt x="4383" y="11794"/>
                    <a:pt x="4660" y="11794"/>
                  </a:cubicBezTo>
                  <a:cubicBezTo>
                    <a:pt x="5216" y="11764"/>
                    <a:pt x="5771" y="11578"/>
                    <a:pt x="6265" y="11270"/>
                  </a:cubicBezTo>
                  <a:lnTo>
                    <a:pt x="6327" y="11301"/>
                  </a:lnTo>
                  <a:cubicBezTo>
                    <a:pt x="6389" y="11362"/>
                    <a:pt x="6481" y="11424"/>
                    <a:pt x="6574" y="11486"/>
                  </a:cubicBezTo>
                  <a:cubicBezTo>
                    <a:pt x="6018" y="11887"/>
                    <a:pt x="5339" y="12134"/>
                    <a:pt x="4660" y="12165"/>
                  </a:cubicBezTo>
                  <a:cubicBezTo>
                    <a:pt x="4321" y="12165"/>
                    <a:pt x="3981" y="12103"/>
                    <a:pt x="3704" y="11918"/>
                  </a:cubicBezTo>
                  <a:cubicBezTo>
                    <a:pt x="2994" y="11517"/>
                    <a:pt x="2593" y="10622"/>
                    <a:pt x="2593" y="9418"/>
                  </a:cubicBezTo>
                  <a:lnTo>
                    <a:pt x="2593" y="9202"/>
                  </a:lnTo>
                  <a:close/>
                  <a:moveTo>
                    <a:pt x="11265" y="9480"/>
                  </a:moveTo>
                  <a:cubicBezTo>
                    <a:pt x="11265" y="10652"/>
                    <a:pt x="10864" y="11517"/>
                    <a:pt x="10154" y="11918"/>
                  </a:cubicBezTo>
                  <a:cubicBezTo>
                    <a:pt x="9876" y="12103"/>
                    <a:pt x="9536" y="12165"/>
                    <a:pt x="9197" y="12165"/>
                  </a:cubicBezTo>
                  <a:cubicBezTo>
                    <a:pt x="8240" y="12165"/>
                    <a:pt x="7314" y="11609"/>
                    <a:pt x="6605" y="11023"/>
                  </a:cubicBezTo>
                  <a:cubicBezTo>
                    <a:pt x="6173" y="10683"/>
                    <a:pt x="5802" y="10313"/>
                    <a:pt x="5463" y="9912"/>
                  </a:cubicBezTo>
                  <a:lnTo>
                    <a:pt x="5463" y="9912"/>
                  </a:lnTo>
                  <a:lnTo>
                    <a:pt x="5710" y="9943"/>
                  </a:lnTo>
                  <a:lnTo>
                    <a:pt x="5987" y="9974"/>
                  </a:lnTo>
                  <a:cubicBezTo>
                    <a:pt x="6234" y="10220"/>
                    <a:pt x="6512" y="10498"/>
                    <a:pt x="6790" y="10714"/>
                  </a:cubicBezTo>
                  <a:cubicBezTo>
                    <a:pt x="7469" y="11270"/>
                    <a:pt x="8302" y="11825"/>
                    <a:pt x="9197" y="11825"/>
                  </a:cubicBezTo>
                  <a:cubicBezTo>
                    <a:pt x="9475" y="11825"/>
                    <a:pt x="9753" y="11764"/>
                    <a:pt x="9969" y="11609"/>
                  </a:cubicBezTo>
                  <a:cubicBezTo>
                    <a:pt x="10555" y="11301"/>
                    <a:pt x="10894" y="10529"/>
                    <a:pt x="10894" y="9511"/>
                  </a:cubicBezTo>
                  <a:lnTo>
                    <a:pt x="11018" y="9511"/>
                  </a:lnTo>
                  <a:cubicBezTo>
                    <a:pt x="11110" y="9511"/>
                    <a:pt x="11172" y="9511"/>
                    <a:pt x="11265" y="9480"/>
                  </a:cubicBezTo>
                  <a:close/>
                  <a:moveTo>
                    <a:pt x="4528" y="1"/>
                  </a:moveTo>
                  <a:cubicBezTo>
                    <a:pt x="4146" y="1"/>
                    <a:pt x="3792" y="117"/>
                    <a:pt x="3488" y="283"/>
                  </a:cubicBezTo>
                  <a:cubicBezTo>
                    <a:pt x="2654" y="777"/>
                    <a:pt x="2191" y="1795"/>
                    <a:pt x="2191" y="3153"/>
                  </a:cubicBezTo>
                  <a:lnTo>
                    <a:pt x="2191" y="3338"/>
                  </a:lnTo>
                  <a:cubicBezTo>
                    <a:pt x="2099" y="3431"/>
                    <a:pt x="2037" y="3523"/>
                    <a:pt x="2006" y="3647"/>
                  </a:cubicBezTo>
                  <a:cubicBezTo>
                    <a:pt x="710" y="4326"/>
                    <a:pt x="0" y="5252"/>
                    <a:pt x="0" y="6270"/>
                  </a:cubicBezTo>
                  <a:cubicBezTo>
                    <a:pt x="31" y="6918"/>
                    <a:pt x="309" y="7535"/>
                    <a:pt x="772" y="7998"/>
                  </a:cubicBezTo>
                  <a:cubicBezTo>
                    <a:pt x="803" y="8045"/>
                    <a:pt x="849" y="8068"/>
                    <a:pt x="899" y="8068"/>
                  </a:cubicBezTo>
                  <a:cubicBezTo>
                    <a:pt x="949" y="8068"/>
                    <a:pt x="1003" y="8045"/>
                    <a:pt x="1049" y="7998"/>
                  </a:cubicBezTo>
                  <a:cubicBezTo>
                    <a:pt x="1142" y="7937"/>
                    <a:pt x="1142" y="7782"/>
                    <a:pt x="1049" y="7721"/>
                  </a:cubicBezTo>
                  <a:cubicBezTo>
                    <a:pt x="648" y="7350"/>
                    <a:pt x="432" y="6826"/>
                    <a:pt x="401" y="6270"/>
                  </a:cubicBezTo>
                  <a:cubicBezTo>
                    <a:pt x="401" y="5468"/>
                    <a:pt x="957" y="4727"/>
                    <a:pt x="1975" y="4110"/>
                  </a:cubicBezTo>
                  <a:cubicBezTo>
                    <a:pt x="2006" y="4233"/>
                    <a:pt x="2068" y="4357"/>
                    <a:pt x="2130" y="4449"/>
                  </a:cubicBezTo>
                  <a:cubicBezTo>
                    <a:pt x="1266" y="4974"/>
                    <a:pt x="772" y="5622"/>
                    <a:pt x="772" y="6270"/>
                  </a:cubicBezTo>
                  <a:cubicBezTo>
                    <a:pt x="772" y="7042"/>
                    <a:pt x="1389" y="7782"/>
                    <a:pt x="2500" y="8338"/>
                  </a:cubicBezTo>
                  <a:cubicBezTo>
                    <a:pt x="3826" y="8927"/>
                    <a:pt x="5263" y="9235"/>
                    <a:pt x="6707" y="9235"/>
                  </a:cubicBezTo>
                  <a:cubicBezTo>
                    <a:pt x="6775" y="9235"/>
                    <a:pt x="6844" y="9234"/>
                    <a:pt x="6913" y="9233"/>
                  </a:cubicBezTo>
                  <a:cubicBezTo>
                    <a:pt x="7592" y="9233"/>
                    <a:pt x="8271" y="9171"/>
                    <a:pt x="8950" y="9079"/>
                  </a:cubicBezTo>
                  <a:cubicBezTo>
                    <a:pt x="9382" y="8986"/>
                    <a:pt x="9783" y="8893"/>
                    <a:pt x="10185" y="8770"/>
                  </a:cubicBezTo>
                  <a:cubicBezTo>
                    <a:pt x="10185" y="8893"/>
                    <a:pt x="10215" y="9017"/>
                    <a:pt x="10308" y="9109"/>
                  </a:cubicBezTo>
                  <a:cubicBezTo>
                    <a:pt x="9814" y="9264"/>
                    <a:pt x="9320" y="9387"/>
                    <a:pt x="8827" y="9449"/>
                  </a:cubicBezTo>
                  <a:cubicBezTo>
                    <a:pt x="8179" y="9541"/>
                    <a:pt x="7530" y="9603"/>
                    <a:pt x="6913" y="9603"/>
                  </a:cubicBezTo>
                  <a:cubicBezTo>
                    <a:pt x="6847" y="9604"/>
                    <a:pt x="6782" y="9605"/>
                    <a:pt x="6716" y="9605"/>
                  </a:cubicBezTo>
                  <a:cubicBezTo>
                    <a:pt x="5210" y="9605"/>
                    <a:pt x="3737" y="9267"/>
                    <a:pt x="2377" y="8646"/>
                  </a:cubicBezTo>
                  <a:cubicBezTo>
                    <a:pt x="2099" y="8523"/>
                    <a:pt x="1852" y="8369"/>
                    <a:pt x="1605" y="8184"/>
                  </a:cubicBezTo>
                  <a:cubicBezTo>
                    <a:pt x="1572" y="8162"/>
                    <a:pt x="1536" y="8151"/>
                    <a:pt x="1498" y="8151"/>
                  </a:cubicBezTo>
                  <a:cubicBezTo>
                    <a:pt x="1429" y="8151"/>
                    <a:pt x="1356" y="8186"/>
                    <a:pt x="1296" y="8245"/>
                  </a:cubicBezTo>
                  <a:cubicBezTo>
                    <a:pt x="1235" y="8338"/>
                    <a:pt x="1266" y="8461"/>
                    <a:pt x="1358" y="8523"/>
                  </a:cubicBezTo>
                  <a:cubicBezTo>
                    <a:pt x="1605" y="8708"/>
                    <a:pt x="1883" y="8893"/>
                    <a:pt x="2191" y="9048"/>
                  </a:cubicBezTo>
                  <a:lnTo>
                    <a:pt x="2191" y="9418"/>
                  </a:lnTo>
                  <a:cubicBezTo>
                    <a:pt x="2191" y="10776"/>
                    <a:pt x="2654" y="11794"/>
                    <a:pt x="3488" y="12288"/>
                  </a:cubicBezTo>
                  <a:cubicBezTo>
                    <a:pt x="3858" y="12473"/>
                    <a:pt x="4228" y="12566"/>
                    <a:pt x="4660" y="12566"/>
                  </a:cubicBezTo>
                  <a:cubicBezTo>
                    <a:pt x="5463" y="12535"/>
                    <a:pt x="6265" y="12257"/>
                    <a:pt x="6944" y="11764"/>
                  </a:cubicBezTo>
                  <a:cubicBezTo>
                    <a:pt x="7592" y="12257"/>
                    <a:pt x="8395" y="12535"/>
                    <a:pt x="9228" y="12566"/>
                  </a:cubicBezTo>
                  <a:cubicBezTo>
                    <a:pt x="9629" y="12566"/>
                    <a:pt x="10030" y="12473"/>
                    <a:pt x="10370" y="12288"/>
                  </a:cubicBezTo>
                  <a:cubicBezTo>
                    <a:pt x="11203" y="11794"/>
                    <a:pt x="11666" y="10776"/>
                    <a:pt x="11666" y="9418"/>
                  </a:cubicBezTo>
                  <a:lnTo>
                    <a:pt x="11666" y="9233"/>
                  </a:lnTo>
                  <a:cubicBezTo>
                    <a:pt x="11759" y="9140"/>
                    <a:pt x="11820" y="9048"/>
                    <a:pt x="11851" y="8924"/>
                  </a:cubicBezTo>
                  <a:cubicBezTo>
                    <a:pt x="13147" y="8245"/>
                    <a:pt x="13857" y="7289"/>
                    <a:pt x="13857" y="6270"/>
                  </a:cubicBezTo>
                  <a:cubicBezTo>
                    <a:pt x="13826" y="5838"/>
                    <a:pt x="13703" y="5406"/>
                    <a:pt x="13456" y="5036"/>
                  </a:cubicBezTo>
                  <a:cubicBezTo>
                    <a:pt x="13416" y="4976"/>
                    <a:pt x="13350" y="4942"/>
                    <a:pt x="13284" y="4942"/>
                  </a:cubicBezTo>
                  <a:cubicBezTo>
                    <a:pt x="13248" y="4942"/>
                    <a:pt x="13211" y="4952"/>
                    <a:pt x="13178" y="4974"/>
                  </a:cubicBezTo>
                  <a:cubicBezTo>
                    <a:pt x="13086" y="5036"/>
                    <a:pt x="13055" y="5159"/>
                    <a:pt x="13116" y="5252"/>
                  </a:cubicBezTo>
                  <a:cubicBezTo>
                    <a:pt x="13302" y="5560"/>
                    <a:pt x="13425" y="5931"/>
                    <a:pt x="13425" y="6270"/>
                  </a:cubicBezTo>
                  <a:cubicBezTo>
                    <a:pt x="13425" y="7103"/>
                    <a:pt x="12870" y="7844"/>
                    <a:pt x="11851" y="8461"/>
                  </a:cubicBezTo>
                  <a:cubicBezTo>
                    <a:pt x="11820" y="8338"/>
                    <a:pt x="11759" y="8214"/>
                    <a:pt x="11666" y="8122"/>
                  </a:cubicBezTo>
                  <a:cubicBezTo>
                    <a:pt x="12561" y="7597"/>
                    <a:pt x="13055" y="6949"/>
                    <a:pt x="13055" y="6270"/>
                  </a:cubicBezTo>
                  <a:cubicBezTo>
                    <a:pt x="13055" y="5499"/>
                    <a:pt x="12437" y="4789"/>
                    <a:pt x="11296" y="4233"/>
                  </a:cubicBezTo>
                  <a:cubicBezTo>
                    <a:pt x="10000" y="3644"/>
                    <a:pt x="8563" y="3336"/>
                    <a:pt x="7120" y="3336"/>
                  </a:cubicBezTo>
                  <a:cubicBezTo>
                    <a:pt x="7051" y="3336"/>
                    <a:pt x="6982" y="3337"/>
                    <a:pt x="6913" y="3338"/>
                  </a:cubicBezTo>
                  <a:cubicBezTo>
                    <a:pt x="5802" y="3338"/>
                    <a:pt x="4722" y="3462"/>
                    <a:pt x="3642" y="3801"/>
                  </a:cubicBezTo>
                  <a:cubicBezTo>
                    <a:pt x="3642" y="3678"/>
                    <a:pt x="3580" y="3554"/>
                    <a:pt x="3518" y="3462"/>
                  </a:cubicBezTo>
                  <a:cubicBezTo>
                    <a:pt x="4012" y="3307"/>
                    <a:pt x="4506" y="3184"/>
                    <a:pt x="5000" y="3122"/>
                  </a:cubicBezTo>
                  <a:cubicBezTo>
                    <a:pt x="5648" y="3030"/>
                    <a:pt x="6296" y="2968"/>
                    <a:pt x="6944" y="2968"/>
                  </a:cubicBezTo>
                  <a:cubicBezTo>
                    <a:pt x="8179" y="2968"/>
                    <a:pt x="9444" y="3153"/>
                    <a:pt x="10617" y="3554"/>
                  </a:cubicBezTo>
                  <a:cubicBezTo>
                    <a:pt x="11357" y="3801"/>
                    <a:pt x="12036" y="4172"/>
                    <a:pt x="12623" y="4696"/>
                  </a:cubicBezTo>
                  <a:cubicBezTo>
                    <a:pt x="12669" y="4727"/>
                    <a:pt x="12723" y="4742"/>
                    <a:pt x="12777" y="4742"/>
                  </a:cubicBezTo>
                  <a:cubicBezTo>
                    <a:pt x="12831" y="4742"/>
                    <a:pt x="12885" y="4727"/>
                    <a:pt x="12931" y="4696"/>
                  </a:cubicBezTo>
                  <a:cubicBezTo>
                    <a:pt x="12993" y="4604"/>
                    <a:pt x="12993" y="4480"/>
                    <a:pt x="12931" y="4388"/>
                  </a:cubicBezTo>
                  <a:cubicBezTo>
                    <a:pt x="12561" y="4048"/>
                    <a:pt x="12129" y="3770"/>
                    <a:pt x="11666" y="3554"/>
                  </a:cubicBezTo>
                  <a:lnTo>
                    <a:pt x="11666" y="3184"/>
                  </a:lnTo>
                  <a:cubicBezTo>
                    <a:pt x="11666" y="1826"/>
                    <a:pt x="11203" y="808"/>
                    <a:pt x="10370" y="314"/>
                  </a:cubicBezTo>
                  <a:cubicBezTo>
                    <a:pt x="10030" y="129"/>
                    <a:pt x="9629" y="5"/>
                    <a:pt x="9197" y="5"/>
                  </a:cubicBezTo>
                  <a:cubicBezTo>
                    <a:pt x="8395" y="67"/>
                    <a:pt x="7592" y="345"/>
                    <a:pt x="6944" y="838"/>
                  </a:cubicBezTo>
                  <a:cubicBezTo>
                    <a:pt x="6265" y="345"/>
                    <a:pt x="5463" y="36"/>
                    <a:pt x="4660" y="5"/>
                  </a:cubicBezTo>
                  <a:cubicBezTo>
                    <a:pt x="4616" y="2"/>
                    <a:pt x="4571" y="1"/>
                    <a:pt x="45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09" name="Google Shape;13709;p88"/>
          <p:cNvSpPr/>
          <p:nvPr/>
        </p:nvSpPr>
        <p:spPr>
          <a:xfrm>
            <a:off x="2532281" y="3983530"/>
            <a:ext cx="349525" cy="346275"/>
          </a:xfrm>
          <a:custGeom>
            <a:rect b="b" l="l" r="r" t="t"/>
            <a:pathLst>
              <a:path extrusionOk="0" h="13851" w="13981">
                <a:moveTo>
                  <a:pt x="11018" y="2011"/>
                </a:moveTo>
                <a:lnTo>
                  <a:pt x="11913" y="2906"/>
                </a:lnTo>
                <a:cubicBezTo>
                  <a:pt x="11758" y="3029"/>
                  <a:pt x="11604" y="3122"/>
                  <a:pt x="11419" y="3214"/>
                </a:cubicBezTo>
                <a:lnTo>
                  <a:pt x="10709" y="2505"/>
                </a:lnTo>
                <a:cubicBezTo>
                  <a:pt x="10802" y="2319"/>
                  <a:pt x="10894" y="2165"/>
                  <a:pt x="11018" y="2011"/>
                </a:cubicBezTo>
                <a:close/>
                <a:moveTo>
                  <a:pt x="10524" y="2906"/>
                </a:moveTo>
                <a:lnTo>
                  <a:pt x="11018" y="3430"/>
                </a:lnTo>
                <a:cubicBezTo>
                  <a:pt x="10802" y="3492"/>
                  <a:pt x="10586" y="3554"/>
                  <a:pt x="10370" y="3554"/>
                </a:cubicBezTo>
                <a:cubicBezTo>
                  <a:pt x="10370" y="3338"/>
                  <a:pt x="10431" y="3091"/>
                  <a:pt x="10524" y="2906"/>
                </a:cubicBezTo>
                <a:close/>
                <a:moveTo>
                  <a:pt x="10482" y="437"/>
                </a:moveTo>
                <a:cubicBezTo>
                  <a:pt x="10563" y="437"/>
                  <a:pt x="10647" y="468"/>
                  <a:pt x="10709" y="530"/>
                </a:cubicBezTo>
                <a:lnTo>
                  <a:pt x="11079" y="900"/>
                </a:lnTo>
                <a:cubicBezTo>
                  <a:pt x="11172" y="1023"/>
                  <a:pt x="11172" y="1208"/>
                  <a:pt x="11079" y="1301"/>
                </a:cubicBezTo>
                <a:cubicBezTo>
                  <a:pt x="10462" y="1918"/>
                  <a:pt x="10061" y="2721"/>
                  <a:pt x="9968" y="3585"/>
                </a:cubicBezTo>
                <a:cubicBezTo>
                  <a:pt x="9567" y="3554"/>
                  <a:pt x="9197" y="3492"/>
                  <a:pt x="8827" y="3430"/>
                </a:cubicBezTo>
                <a:cubicBezTo>
                  <a:pt x="8981" y="2319"/>
                  <a:pt x="9475" y="1301"/>
                  <a:pt x="10246" y="530"/>
                </a:cubicBezTo>
                <a:lnTo>
                  <a:pt x="10277" y="530"/>
                </a:lnTo>
                <a:cubicBezTo>
                  <a:pt x="10323" y="468"/>
                  <a:pt x="10401" y="437"/>
                  <a:pt x="10482" y="437"/>
                </a:cubicBezTo>
                <a:close/>
                <a:moveTo>
                  <a:pt x="7890" y="5239"/>
                </a:moveTo>
                <a:cubicBezTo>
                  <a:pt x="8130" y="5239"/>
                  <a:pt x="8362" y="5268"/>
                  <a:pt x="8611" y="5313"/>
                </a:cubicBezTo>
                <a:lnTo>
                  <a:pt x="8580" y="5313"/>
                </a:lnTo>
                <a:cubicBezTo>
                  <a:pt x="8672" y="5653"/>
                  <a:pt x="8672" y="5961"/>
                  <a:pt x="8672" y="6301"/>
                </a:cubicBezTo>
                <a:lnTo>
                  <a:pt x="7623" y="5251"/>
                </a:lnTo>
                <a:cubicBezTo>
                  <a:pt x="7714" y="5243"/>
                  <a:pt x="7803" y="5239"/>
                  <a:pt x="7890" y="5239"/>
                </a:cubicBezTo>
                <a:close/>
                <a:moveTo>
                  <a:pt x="7160" y="5344"/>
                </a:moveTo>
                <a:lnTo>
                  <a:pt x="8580" y="6764"/>
                </a:lnTo>
                <a:cubicBezTo>
                  <a:pt x="8518" y="6949"/>
                  <a:pt x="8395" y="7134"/>
                  <a:pt x="8302" y="7288"/>
                </a:cubicBezTo>
                <a:lnTo>
                  <a:pt x="6635" y="5622"/>
                </a:lnTo>
                <a:lnTo>
                  <a:pt x="6728" y="5560"/>
                </a:lnTo>
                <a:cubicBezTo>
                  <a:pt x="6851" y="5467"/>
                  <a:pt x="7006" y="5406"/>
                  <a:pt x="7160" y="5344"/>
                </a:cubicBezTo>
                <a:close/>
                <a:moveTo>
                  <a:pt x="6327" y="5869"/>
                </a:moveTo>
                <a:lnTo>
                  <a:pt x="8024" y="7597"/>
                </a:lnTo>
                <a:lnTo>
                  <a:pt x="7870" y="7782"/>
                </a:lnTo>
                <a:lnTo>
                  <a:pt x="7777" y="7875"/>
                </a:lnTo>
                <a:lnTo>
                  <a:pt x="6049" y="6146"/>
                </a:lnTo>
                <a:cubicBezTo>
                  <a:pt x="6049" y="6146"/>
                  <a:pt x="6327" y="5869"/>
                  <a:pt x="6327" y="5869"/>
                </a:cubicBezTo>
                <a:close/>
                <a:moveTo>
                  <a:pt x="5771" y="6455"/>
                </a:moveTo>
                <a:lnTo>
                  <a:pt x="7469" y="8152"/>
                </a:lnTo>
                <a:cubicBezTo>
                  <a:pt x="7314" y="8276"/>
                  <a:pt x="7160" y="8368"/>
                  <a:pt x="6975" y="8430"/>
                </a:cubicBezTo>
                <a:lnTo>
                  <a:pt x="5494" y="6949"/>
                </a:lnTo>
                <a:cubicBezTo>
                  <a:pt x="5524" y="6825"/>
                  <a:pt x="5586" y="6702"/>
                  <a:pt x="5679" y="6609"/>
                </a:cubicBezTo>
                <a:lnTo>
                  <a:pt x="5648" y="6609"/>
                </a:lnTo>
                <a:lnTo>
                  <a:pt x="5771" y="6455"/>
                </a:lnTo>
                <a:close/>
                <a:moveTo>
                  <a:pt x="5339" y="7381"/>
                </a:moveTo>
                <a:lnTo>
                  <a:pt x="6543" y="8584"/>
                </a:lnTo>
                <a:cubicBezTo>
                  <a:pt x="6419" y="8615"/>
                  <a:pt x="6327" y="8615"/>
                  <a:pt x="6203" y="8615"/>
                </a:cubicBezTo>
                <a:cubicBezTo>
                  <a:pt x="5926" y="8615"/>
                  <a:pt x="5648" y="8584"/>
                  <a:pt x="5401" y="8523"/>
                </a:cubicBezTo>
                <a:cubicBezTo>
                  <a:pt x="5308" y="8152"/>
                  <a:pt x="5277" y="7751"/>
                  <a:pt x="5339" y="7381"/>
                </a:cubicBezTo>
                <a:close/>
                <a:moveTo>
                  <a:pt x="9012" y="5406"/>
                </a:moveTo>
                <a:lnTo>
                  <a:pt x="9320" y="5437"/>
                </a:lnTo>
                <a:cubicBezTo>
                  <a:pt x="9598" y="5467"/>
                  <a:pt x="9876" y="5498"/>
                  <a:pt x="10154" y="5498"/>
                </a:cubicBezTo>
                <a:cubicBezTo>
                  <a:pt x="10215" y="5930"/>
                  <a:pt x="10215" y="6331"/>
                  <a:pt x="10154" y="6764"/>
                </a:cubicBezTo>
                <a:cubicBezTo>
                  <a:pt x="9722" y="8368"/>
                  <a:pt x="8456" y="9665"/>
                  <a:pt x="6821" y="10097"/>
                </a:cubicBezTo>
                <a:cubicBezTo>
                  <a:pt x="6635" y="10127"/>
                  <a:pt x="6419" y="10127"/>
                  <a:pt x="6203" y="10127"/>
                </a:cubicBezTo>
                <a:cubicBezTo>
                  <a:pt x="5987" y="10127"/>
                  <a:pt x="5771" y="10127"/>
                  <a:pt x="5586" y="10097"/>
                </a:cubicBezTo>
                <a:cubicBezTo>
                  <a:pt x="5555" y="9695"/>
                  <a:pt x="5524" y="9325"/>
                  <a:pt x="5463" y="8924"/>
                </a:cubicBezTo>
                <a:lnTo>
                  <a:pt x="5463" y="8924"/>
                </a:lnTo>
                <a:cubicBezTo>
                  <a:pt x="5710" y="8986"/>
                  <a:pt x="5956" y="8986"/>
                  <a:pt x="6203" y="9016"/>
                </a:cubicBezTo>
                <a:cubicBezTo>
                  <a:pt x="7129" y="9016"/>
                  <a:pt x="7932" y="8368"/>
                  <a:pt x="8518" y="7659"/>
                </a:cubicBezTo>
                <a:cubicBezTo>
                  <a:pt x="9166" y="6856"/>
                  <a:pt x="9135" y="6208"/>
                  <a:pt x="9012" y="5406"/>
                </a:cubicBezTo>
                <a:close/>
                <a:moveTo>
                  <a:pt x="3611" y="10282"/>
                </a:moveTo>
                <a:lnTo>
                  <a:pt x="3611" y="10282"/>
                </a:lnTo>
                <a:cubicBezTo>
                  <a:pt x="3580" y="10529"/>
                  <a:pt x="3549" y="10745"/>
                  <a:pt x="3457" y="10961"/>
                </a:cubicBezTo>
                <a:lnTo>
                  <a:pt x="2963" y="10436"/>
                </a:lnTo>
                <a:cubicBezTo>
                  <a:pt x="3179" y="10374"/>
                  <a:pt x="3395" y="10313"/>
                  <a:pt x="3611" y="10282"/>
                </a:cubicBezTo>
                <a:close/>
                <a:moveTo>
                  <a:pt x="2562" y="10621"/>
                </a:moveTo>
                <a:lnTo>
                  <a:pt x="3302" y="11362"/>
                </a:lnTo>
                <a:cubicBezTo>
                  <a:pt x="3210" y="11516"/>
                  <a:pt x="3086" y="11671"/>
                  <a:pt x="2963" y="11825"/>
                </a:cubicBezTo>
                <a:lnTo>
                  <a:pt x="2099" y="10930"/>
                </a:lnTo>
                <a:cubicBezTo>
                  <a:pt x="2253" y="10837"/>
                  <a:pt x="2407" y="10714"/>
                  <a:pt x="2562" y="10621"/>
                </a:cubicBezTo>
                <a:close/>
                <a:moveTo>
                  <a:pt x="10461" y="1"/>
                </a:moveTo>
                <a:cubicBezTo>
                  <a:pt x="10271" y="1"/>
                  <a:pt x="10080" y="78"/>
                  <a:pt x="9938" y="221"/>
                </a:cubicBezTo>
                <a:cubicBezTo>
                  <a:pt x="9104" y="1085"/>
                  <a:pt x="8580" y="2165"/>
                  <a:pt x="8425" y="3307"/>
                </a:cubicBezTo>
                <a:cubicBezTo>
                  <a:pt x="8194" y="3276"/>
                  <a:pt x="7970" y="3261"/>
                  <a:pt x="7746" y="3261"/>
                </a:cubicBezTo>
                <a:cubicBezTo>
                  <a:pt x="7523" y="3261"/>
                  <a:pt x="7299" y="3276"/>
                  <a:pt x="7067" y="3307"/>
                </a:cubicBezTo>
                <a:cubicBezTo>
                  <a:pt x="5277" y="3770"/>
                  <a:pt x="3889" y="5190"/>
                  <a:pt x="3426" y="6980"/>
                </a:cubicBezTo>
                <a:cubicBezTo>
                  <a:pt x="3333" y="7412"/>
                  <a:pt x="3333" y="7875"/>
                  <a:pt x="3426" y="8337"/>
                </a:cubicBezTo>
                <a:cubicBezTo>
                  <a:pt x="2932" y="8368"/>
                  <a:pt x="2438" y="8492"/>
                  <a:pt x="1975" y="8708"/>
                </a:cubicBezTo>
                <a:cubicBezTo>
                  <a:pt x="1883" y="8770"/>
                  <a:pt x="1821" y="8862"/>
                  <a:pt x="1883" y="8986"/>
                </a:cubicBezTo>
                <a:cubicBezTo>
                  <a:pt x="1906" y="9055"/>
                  <a:pt x="1981" y="9090"/>
                  <a:pt x="2056" y="9090"/>
                </a:cubicBezTo>
                <a:cubicBezTo>
                  <a:pt x="2081" y="9090"/>
                  <a:pt x="2106" y="9086"/>
                  <a:pt x="2130" y="9078"/>
                </a:cubicBezTo>
                <a:cubicBezTo>
                  <a:pt x="2562" y="8893"/>
                  <a:pt x="3025" y="8770"/>
                  <a:pt x="3487" y="8708"/>
                </a:cubicBezTo>
                <a:cubicBezTo>
                  <a:pt x="3487" y="8831"/>
                  <a:pt x="3642" y="9819"/>
                  <a:pt x="3611" y="9819"/>
                </a:cubicBezTo>
                <a:cubicBezTo>
                  <a:pt x="2778" y="9942"/>
                  <a:pt x="1975" y="10344"/>
                  <a:pt x="1358" y="10961"/>
                </a:cubicBezTo>
                <a:cubicBezTo>
                  <a:pt x="1312" y="11007"/>
                  <a:pt x="1242" y="11030"/>
                  <a:pt x="1169" y="11030"/>
                </a:cubicBezTo>
                <a:cubicBezTo>
                  <a:pt x="1096" y="11030"/>
                  <a:pt x="1019" y="11007"/>
                  <a:pt x="957" y="10961"/>
                </a:cubicBezTo>
                <a:lnTo>
                  <a:pt x="586" y="10560"/>
                </a:lnTo>
                <a:cubicBezTo>
                  <a:pt x="463" y="10436"/>
                  <a:pt x="463" y="10251"/>
                  <a:pt x="586" y="10127"/>
                </a:cubicBezTo>
                <a:cubicBezTo>
                  <a:pt x="864" y="9881"/>
                  <a:pt x="1142" y="9634"/>
                  <a:pt x="1451" y="9449"/>
                </a:cubicBezTo>
                <a:cubicBezTo>
                  <a:pt x="1654" y="9322"/>
                  <a:pt x="1544" y="9070"/>
                  <a:pt x="1361" y="9070"/>
                </a:cubicBezTo>
                <a:cubicBezTo>
                  <a:pt x="1322" y="9070"/>
                  <a:pt x="1279" y="9082"/>
                  <a:pt x="1235" y="9109"/>
                </a:cubicBezTo>
                <a:cubicBezTo>
                  <a:pt x="926" y="9325"/>
                  <a:pt x="617" y="9541"/>
                  <a:pt x="309" y="9819"/>
                </a:cubicBezTo>
                <a:cubicBezTo>
                  <a:pt x="31" y="10097"/>
                  <a:pt x="0" y="10560"/>
                  <a:pt x="278" y="10837"/>
                </a:cubicBezTo>
                <a:lnTo>
                  <a:pt x="648" y="11208"/>
                </a:lnTo>
                <a:cubicBezTo>
                  <a:pt x="802" y="11331"/>
                  <a:pt x="957" y="11424"/>
                  <a:pt x="1142" y="11424"/>
                </a:cubicBezTo>
                <a:lnTo>
                  <a:pt x="1173" y="11485"/>
                </a:lnTo>
                <a:cubicBezTo>
                  <a:pt x="1358" y="11485"/>
                  <a:pt x="1512" y="11424"/>
                  <a:pt x="1636" y="11300"/>
                </a:cubicBezTo>
                <a:lnTo>
                  <a:pt x="1759" y="11208"/>
                </a:lnTo>
                <a:lnTo>
                  <a:pt x="2716" y="12164"/>
                </a:lnTo>
                <a:lnTo>
                  <a:pt x="2623" y="12288"/>
                </a:lnTo>
                <a:cubicBezTo>
                  <a:pt x="2346" y="12566"/>
                  <a:pt x="2376" y="12998"/>
                  <a:pt x="2623" y="13275"/>
                </a:cubicBezTo>
                <a:lnTo>
                  <a:pt x="2994" y="13646"/>
                </a:lnTo>
                <a:cubicBezTo>
                  <a:pt x="3144" y="13781"/>
                  <a:pt x="3331" y="13850"/>
                  <a:pt x="3511" y="13850"/>
                </a:cubicBezTo>
                <a:cubicBezTo>
                  <a:pt x="3702" y="13850"/>
                  <a:pt x="3885" y="13773"/>
                  <a:pt x="4012" y="13615"/>
                </a:cubicBezTo>
                <a:cubicBezTo>
                  <a:pt x="5092" y="12442"/>
                  <a:pt x="5463" y="11424"/>
                  <a:pt x="5555" y="10529"/>
                </a:cubicBezTo>
                <a:cubicBezTo>
                  <a:pt x="5771" y="10560"/>
                  <a:pt x="5995" y="10575"/>
                  <a:pt x="6219" y="10575"/>
                </a:cubicBezTo>
                <a:cubicBezTo>
                  <a:pt x="6443" y="10575"/>
                  <a:pt x="6666" y="10560"/>
                  <a:pt x="6882" y="10529"/>
                </a:cubicBezTo>
                <a:cubicBezTo>
                  <a:pt x="8672" y="10066"/>
                  <a:pt x="10092" y="8677"/>
                  <a:pt x="10555" y="6887"/>
                </a:cubicBezTo>
                <a:cubicBezTo>
                  <a:pt x="10617" y="6424"/>
                  <a:pt x="10617" y="5961"/>
                  <a:pt x="10555" y="5529"/>
                </a:cubicBezTo>
                <a:cubicBezTo>
                  <a:pt x="11018" y="5467"/>
                  <a:pt x="11450" y="5375"/>
                  <a:pt x="11882" y="5190"/>
                </a:cubicBezTo>
                <a:cubicBezTo>
                  <a:pt x="12005" y="5128"/>
                  <a:pt x="12036" y="5004"/>
                  <a:pt x="12005" y="4912"/>
                </a:cubicBezTo>
                <a:cubicBezTo>
                  <a:pt x="11961" y="4845"/>
                  <a:pt x="11884" y="4794"/>
                  <a:pt x="11810" y="4794"/>
                </a:cubicBezTo>
                <a:cubicBezTo>
                  <a:pt x="11782" y="4794"/>
                  <a:pt x="11753" y="4802"/>
                  <a:pt x="11728" y="4819"/>
                </a:cubicBezTo>
                <a:cubicBezTo>
                  <a:pt x="11234" y="5035"/>
                  <a:pt x="10678" y="5128"/>
                  <a:pt x="10154" y="5159"/>
                </a:cubicBezTo>
                <a:cubicBezTo>
                  <a:pt x="9722" y="5128"/>
                  <a:pt x="9320" y="5097"/>
                  <a:pt x="8919" y="5035"/>
                </a:cubicBezTo>
                <a:cubicBezTo>
                  <a:pt x="8540" y="4972"/>
                  <a:pt x="8176" y="4919"/>
                  <a:pt x="7823" y="4919"/>
                </a:cubicBezTo>
                <a:cubicBezTo>
                  <a:pt x="7315" y="4919"/>
                  <a:pt x="6831" y="5029"/>
                  <a:pt x="6358" y="5375"/>
                </a:cubicBezTo>
                <a:cubicBezTo>
                  <a:pt x="5987" y="5653"/>
                  <a:pt x="5648" y="5992"/>
                  <a:pt x="5339" y="6362"/>
                </a:cubicBezTo>
                <a:cubicBezTo>
                  <a:pt x="4753" y="7226"/>
                  <a:pt x="4845" y="7905"/>
                  <a:pt x="5000" y="8800"/>
                </a:cubicBezTo>
                <a:cubicBezTo>
                  <a:pt x="5092" y="9263"/>
                  <a:pt x="5154" y="9757"/>
                  <a:pt x="5154" y="10251"/>
                </a:cubicBezTo>
                <a:cubicBezTo>
                  <a:pt x="5031" y="11424"/>
                  <a:pt x="4537" y="12535"/>
                  <a:pt x="3704" y="13368"/>
                </a:cubicBezTo>
                <a:cubicBezTo>
                  <a:pt x="3642" y="13430"/>
                  <a:pt x="3565" y="13461"/>
                  <a:pt x="3487" y="13461"/>
                </a:cubicBezTo>
                <a:cubicBezTo>
                  <a:pt x="3410" y="13461"/>
                  <a:pt x="3333" y="13430"/>
                  <a:pt x="3271" y="13368"/>
                </a:cubicBezTo>
                <a:lnTo>
                  <a:pt x="2901" y="12967"/>
                </a:lnTo>
                <a:cubicBezTo>
                  <a:pt x="2778" y="12874"/>
                  <a:pt x="2778" y="12689"/>
                  <a:pt x="2901" y="12566"/>
                </a:cubicBezTo>
                <a:cubicBezTo>
                  <a:pt x="3549" y="11887"/>
                  <a:pt x="3950" y="11022"/>
                  <a:pt x="4012" y="10097"/>
                </a:cubicBezTo>
                <a:cubicBezTo>
                  <a:pt x="4012" y="9109"/>
                  <a:pt x="3642" y="8121"/>
                  <a:pt x="3796" y="7103"/>
                </a:cubicBezTo>
                <a:cubicBezTo>
                  <a:pt x="4228" y="5498"/>
                  <a:pt x="5494" y="4202"/>
                  <a:pt x="7129" y="3770"/>
                </a:cubicBezTo>
                <a:cubicBezTo>
                  <a:pt x="7294" y="3745"/>
                  <a:pt x="7459" y="3735"/>
                  <a:pt x="7623" y="3735"/>
                </a:cubicBezTo>
                <a:cubicBezTo>
                  <a:pt x="8431" y="3735"/>
                  <a:pt x="9222" y="3988"/>
                  <a:pt x="10012" y="3988"/>
                </a:cubicBezTo>
                <a:cubicBezTo>
                  <a:pt x="10049" y="3988"/>
                  <a:pt x="10086" y="3987"/>
                  <a:pt x="10123" y="3986"/>
                </a:cubicBezTo>
                <a:cubicBezTo>
                  <a:pt x="11049" y="3924"/>
                  <a:pt x="11913" y="3523"/>
                  <a:pt x="12592" y="2875"/>
                </a:cubicBezTo>
                <a:cubicBezTo>
                  <a:pt x="12653" y="2813"/>
                  <a:pt x="12723" y="2782"/>
                  <a:pt x="12792" y="2782"/>
                </a:cubicBezTo>
                <a:cubicBezTo>
                  <a:pt x="12862" y="2782"/>
                  <a:pt x="12931" y="2813"/>
                  <a:pt x="12993" y="2875"/>
                </a:cubicBezTo>
                <a:lnTo>
                  <a:pt x="13394" y="3245"/>
                </a:lnTo>
                <a:cubicBezTo>
                  <a:pt x="13518" y="3338"/>
                  <a:pt x="13518" y="3554"/>
                  <a:pt x="13394" y="3677"/>
                </a:cubicBezTo>
                <a:cubicBezTo>
                  <a:pt x="13086" y="3924"/>
                  <a:pt x="12777" y="4171"/>
                  <a:pt x="12437" y="4387"/>
                </a:cubicBezTo>
                <a:cubicBezTo>
                  <a:pt x="12234" y="4514"/>
                  <a:pt x="12344" y="4766"/>
                  <a:pt x="12527" y="4766"/>
                </a:cubicBezTo>
                <a:cubicBezTo>
                  <a:pt x="12567" y="4766"/>
                  <a:pt x="12609" y="4754"/>
                  <a:pt x="12653" y="4727"/>
                </a:cubicBezTo>
                <a:cubicBezTo>
                  <a:pt x="12993" y="4511"/>
                  <a:pt x="13332" y="4264"/>
                  <a:pt x="13672" y="3955"/>
                </a:cubicBezTo>
                <a:cubicBezTo>
                  <a:pt x="13950" y="3708"/>
                  <a:pt x="13981" y="3245"/>
                  <a:pt x="13672" y="2937"/>
                </a:cubicBezTo>
                <a:lnTo>
                  <a:pt x="13332" y="2566"/>
                </a:lnTo>
                <a:cubicBezTo>
                  <a:pt x="13189" y="2423"/>
                  <a:pt x="13006" y="2354"/>
                  <a:pt x="12823" y="2354"/>
                </a:cubicBezTo>
                <a:cubicBezTo>
                  <a:pt x="12651" y="2354"/>
                  <a:pt x="12480" y="2416"/>
                  <a:pt x="12345" y="2536"/>
                </a:cubicBezTo>
                <a:lnTo>
                  <a:pt x="12221" y="2628"/>
                </a:lnTo>
                <a:lnTo>
                  <a:pt x="11265" y="1702"/>
                </a:lnTo>
                <a:lnTo>
                  <a:pt x="11357" y="1579"/>
                </a:lnTo>
                <a:cubicBezTo>
                  <a:pt x="11635" y="1301"/>
                  <a:pt x="11604" y="869"/>
                  <a:pt x="11357" y="591"/>
                </a:cubicBezTo>
                <a:lnTo>
                  <a:pt x="10956" y="221"/>
                </a:lnTo>
                <a:cubicBezTo>
                  <a:pt x="10821" y="71"/>
                  <a:pt x="10642" y="1"/>
                  <a:pt x="104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10" name="Google Shape;13710;p88"/>
          <p:cNvGrpSpPr/>
          <p:nvPr/>
        </p:nvGrpSpPr>
        <p:grpSpPr>
          <a:xfrm>
            <a:off x="3301506" y="3983780"/>
            <a:ext cx="348775" cy="345775"/>
            <a:chOff x="3293488" y="1921231"/>
            <a:chExt cx="348775" cy="345775"/>
          </a:xfrm>
        </p:grpSpPr>
        <p:sp>
          <p:nvSpPr>
            <p:cNvPr id="13711" name="Google Shape;13711;p88"/>
            <p:cNvSpPr/>
            <p:nvPr/>
          </p:nvSpPr>
          <p:spPr>
            <a:xfrm>
              <a:off x="3423113" y="2086131"/>
              <a:ext cx="10050" cy="16375"/>
            </a:xfrm>
            <a:custGeom>
              <a:rect b="b" l="l" r="r" t="t"/>
              <a:pathLst>
                <a:path extrusionOk="0" h="655" w="402">
                  <a:moveTo>
                    <a:pt x="170" y="1"/>
                  </a:moveTo>
                  <a:cubicBezTo>
                    <a:pt x="71" y="1"/>
                    <a:pt x="1" y="84"/>
                    <a:pt x="1" y="192"/>
                  </a:cubicBezTo>
                  <a:lnTo>
                    <a:pt x="1" y="469"/>
                  </a:lnTo>
                  <a:cubicBezTo>
                    <a:pt x="1" y="562"/>
                    <a:pt x="93" y="655"/>
                    <a:pt x="217" y="655"/>
                  </a:cubicBezTo>
                  <a:cubicBezTo>
                    <a:pt x="309" y="655"/>
                    <a:pt x="402" y="562"/>
                    <a:pt x="402" y="469"/>
                  </a:cubicBezTo>
                  <a:lnTo>
                    <a:pt x="402" y="192"/>
                  </a:lnTo>
                  <a:cubicBezTo>
                    <a:pt x="402" y="68"/>
                    <a:pt x="309" y="7"/>
                    <a:pt x="217" y="7"/>
                  </a:cubicBezTo>
                  <a:cubicBezTo>
                    <a:pt x="201" y="2"/>
                    <a:pt x="185"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2" name="Google Shape;13712;p88"/>
            <p:cNvSpPr/>
            <p:nvPr/>
          </p:nvSpPr>
          <p:spPr>
            <a:xfrm>
              <a:off x="3496413" y="2086131"/>
              <a:ext cx="10050" cy="16375"/>
            </a:xfrm>
            <a:custGeom>
              <a:rect b="b" l="l" r="r" t="t"/>
              <a:pathLst>
                <a:path extrusionOk="0" h="655" w="402">
                  <a:moveTo>
                    <a:pt x="233" y="1"/>
                  </a:moveTo>
                  <a:cubicBezTo>
                    <a:pt x="218" y="1"/>
                    <a:pt x="202" y="2"/>
                    <a:pt x="186" y="7"/>
                  </a:cubicBezTo>
                  <a:cubicBezTo>
                    <a:pt x="93" y="7"/>
                    <a:pt x="1" y="68"/>
                    <a:pt x="1" y="192"/>
                  </a:cubicBezTo>
                  <a:lnTo>
                    <a:pt x="1" y="469"/>
                  </a:lnTo>
                  <a:cubicBezTo>
                    <a:pt x="1" y="562"/>
                    <a:pt x="93" y="655"/>
                    <a:pt x="186" y="655"/>
                  </a:cubicBezTo>
                  <a:cubicBezTo>
                    <a:pt x="309" y="655"/>
                    <a:pt x="402" y="562"/>
                    <a:pt x="402" y="469"/>
                  </a:cubicBezTo>
                  <a:lnTo>
                    <a:pt x="402" y="192"/>
                  </a:lnTo>
                  <a:cubicBezTo>
                    <a:pt x="402" y="84"/>
                    <a:pt x="332" y="1"/>
                    <a:pt x="2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3" name="Google Shape;13713;p88"/>
            <p:cNvSpPr/>
            <p:nvPr/>
          </p:nvSpPr>
          <p:spPr>
            <a:xfrm>
              <a:off x="3448788" y="2092031"/>
              <a:ext cx="30675" cy="14150"/>
            </a:xfrm>
            <a:custGeom>
              <a:rect b="b" l="l" r="r" t="t"/>
              <a:pathLst>
                <a:path extrusionOk="0" h="566" w="1227">
                  <a:moveTo>
                    <a:pt x="273" y="1"/>
                  </a:moveTo>
                  <a:cubicBezTo>
                    <a:pt x="125" y="1"/>
                    <a:pt x="1" y="196"/>
                    <a:pt x="116" y="357"/>
                  </a:cubicBezTo>
                  <a:cubicBezTo>
                    <a:pt x="255" y="496"/>
                    <a:pt x="447" y="565"/>
                    <a:pt x="636" y="565"/>
                  </a:cubicBezTo>
                  <a:cubicBezTo>
                    <a:pt x="825" y="565"/>
                    <a:pt x="1011" y="496"/>
                    <a:pt x="1134" y="357"/>
                  </a:cubicBezTo>
                  <a:cubicBezTo>
                    <a:pt x="1227" y="264"/>
                    <a:pt x="1227" y="141"/>
                    <a:pt x="1134" y="48"/>
                  </a:cubicBezTo>
                  <a:cubicBezTo>
                    <a:pt x="1092" y="21"/>
                    <a:pt x="1045" y="5"/>
                    <a:pt x="999" y="5"/>
                  </a:cubicBezTo>
                  <a:cubicBezTo>
                    <a:pt x="943" y="5"/>
                    <a:pt x="890" y="28"/>
                    <a:pt x="856" y="79"/>
                  </a:cubicBezTo>
                  <a:cubicBezTo>
                    <a:pt x="795" y="141"/>
                    <a:pt x="717" y="172"/>
                    <a:pt x="640" y="172"/>
                  </a:cubicBezTo>
                  <a:cubicBezTo>
                    <a:pt x="563" y="172"/>
                    <a:pt x="486" y="141"/>
                    <a:pt x="424" y="79"/>
                  </a:cubicBezTo>
                  <a:cubicBezTo>
                    <a:pt x="377" y="24"/>
                    <a:pt x="324" y="1"/>
                    <a:pt x="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4" name="Google Shape;13714;p88"/>
            <p:cNvSpPr/>
            <p:nvPr/>
          </p:nvSpPr>
          <p:spPr>
            <a:xfrm>
              <a:off x="3293488" y="1921231"/>
              <a:ext cx="348775" cy="345775"/>
            </a:xfrm>
            <a:custGeom>
              <a:rect b="b" l="l" r="r" t="t"/>
              <a:pathLst>
                <a:path extrusionOk="0" h="13831" w="13951">
                  <a:moveTo>
                    <a:pt x="2069" y="1186"/>
                  </a:moveTo>
                  <a:cubicBezTo>
                    <a:pt x="2616" y="1186"/>
                    <a:pt x="3164" y="1541"/>
                    <a:pt x="3211" y="2251"/>
                  </a:cubicBezTo>
                  <a:cubicBezTo>
                    <a:pt x="3180" y="2868"/>
                    <a:pt x="2686" y="3362"/>
                    <a:pt x="2069" y="3393"/>
                  </a:cubicBezTo>
                  <a:cubicBezTo>
                    <a:pt x="1451" y="3393"/>
                    <a:pt x="927" y="2868"/>
                    <a:pt x="927" y="2251"/>
                  </a:cubicBezTo>
                  <a:cubicBezTo>
                    <a:pt x="973" y="1541"/>
                    <a:pt x="1521" y="1186"/>
                    <a:pt x="2069" y="1186"/>
                  </a:cubicBezTo>
                  <a:close/>
                  <a:moveTo>
                    <a:pt x="3334" y="3115"/>
                  </a:moveTo>
                  <a:lnTo>
                    <a:pt x="5587" y="5368"/>
                  </a:lnTo>
                  <a:cubicBezTo>
                    <a:pt x="5760" y="5566"/>
                    <a:pt x="5577" y="5822"/>
                    <a:pt x="5355" y="5822"/>
                  </a:cubicBezTo>
                  <a:cubicBezTo>
                    <a:pt x="5299" y="5822"/>
                    <a:pt x="5241" y="5806"/>
                    <a:pt x="5186" y="5769"/>
                  </a:cubicBezTo>
                  <a:lnTo>
                    <a:pt x="2933" y="3516"/>
                  </a:lnTo>
                  <a:cubicBezTo>
                    <a:pt x="3087" y="3393"/>
                    <a:pt x="3211" y="3269"/>
                    <a:pt x="3334" y="3115"/>
                  </a:cubicBezTo>
                  <a:close/>
                  <a:moveTo>
                    <a:pt x="9877" y="3609"/>
                  </a:moveTo>
                  <a:cubicBezTo>
                    <a:pt x="10000" y="3763"/>
                    <a:pt x="10124" y="3887"/>
                    <a:pt x="10278" y="4010"/>
                  </a:cubicBezTo>
                  <a:lnTo>
                    <a:pt x="8519" y="5769"/>
                  </a:lnTo>
                  <a:cubicBezTo>
                    <a:pt x="8450" y="5845"/>
                    <a:pt x="8373" y="5876"/>
                    <a:pt x="8299" y="5876"/>
                  </a:cubicBezTo>
                  <a:cubicBezTo>
                    <a:pt x="8073" y="5876"/>
                    <a:pt x="7885" y="5585"/>
                    <a:pt x="8118" y="5399"/>
                  </a:cubicBezTo>
                  <a:lnTo>
                    <a:pt x="9877" y="3609"/>
                  </a:lnTo>
                  <a:close/>
                  <a:moveTo>
                    <a:pt x="6852" y="4519"/>
                  </a:moveTo>
                  <a:cubicBezTo>
                    <a:pt x="7277" y="4519"/>
                    <a:pt x="7701" y="4627"/>
                    <a:pt x="8087" y="4843"/>
                  </a:cubicBezTo>
                  <a:lnTo>
                    <a:pt x="7840" y="5090"/>
                  </a:lnTo>
                  <a:cubicBezTo>
                    <a:pt x="7344" y="5586"/>
                    <a:pt x="7788" y="6263"/>
                    <a:pt x="8314" y="6263"/>
                  </a:cubicBezTo>
                  <a:cubicBezTo>
                    <a:pt x="8475" y="6263"/>
                    <a:pt x="8644" y="6199"/>
                    <a:pt x="8797" y="6047"/>
                  </a:cubicBezTo>
                  <a:lnTo>
                    <a:pt x="9043" y="5831"/>
                  </a:lnTo>
                  <a:cubicBezTo>
                    <a:pt x="9229" y="6170"/>
                    <a:pt x="9321" y="6572"/>
                    <a:pt x="9321" y="7004"/>
                  </a:cubicBezTo>
                  <a:cubicBezTo>
                    <a:pt x="9321" y="8398"/>
                    <a:pt x="8181" y="9489"/>
                    <a:pt x="6849" y="9489"/>
                  </a:cubicBezTo>
                  <a:cubicBezTo>
                    <a:pt x="6648" y="9489"/>
                    <a:pt x="6442" y="9464"/>
                    <a:pt x="6235" y="9411"/>
                  </a:cubicBezTo>
                  <a:cubicBezTo>
                    <a:pt x="4661" y="9010"/>
                    <a:pt x="3890" y="7251"/>
                    <a:pt x="4661" y="5831"/>
                  </a:cubicBezTo>
                  <a:lnTo>
                    <a:pt x="4661" y="5831"/>
                  </a:lnTo>
                  <a:lnTo>
                    <a:pt x="4908" y="6047"/>
                  </a:lnTo>
                  <a:cubicBezTo>
                    <a:pt x="5031" y="6186"/>
                    <a:pt x="5201" y="6255"/>
                    <a:pt x="5375" y="6255"/>
                  </a:cubicBezTo>
                  <a:cubicBezTo>
                    <a:pt x="5548" y="6255"/>
                    <a:pt x="5726" y="6186"/>
                    <a:pt x="5865" y="6047"/>
                  </a:cubicBezTo>
                  <a:cubicBezTo>
                    <a:pt x="6142" y="5800"/>
                    <a:pt x="6142" y="5368"/>
                    <a:pt x="5865" y="5090"/>
                  </a:cubicBezTo>
                  <a:lnTo>
                    <a:pt x="5618" y="4843"/>
                  </a:lnTo>
                  <a:cubicBezTo>
                    <a:pt x="6004" y="4627"/>
                    <a:pt x="6428" y="4519"/>
                    <a:pt x="6852" y="4519"/>
                  </a:cubicBezTo>
                  <a:close/>
                  <a:moveTo>
                    <a:pt x="4630" y="8855"/>
                  </a:moveTo>
                  <a:cubicBezTo>
                    <a:pt x="4754" y="9010"/>
                    <a:pt x="4877" y="9133"/>
                    <a:pt x="5031" y="9257"/>
                  </a:cubicBezTo>
                  <a:lnTo>
                    <a:pt x="3735" y="10553"/>
                  </a:lnTo>
                  <a:cubicBezTo>
                    <a:pt x="3612" y="10399"/>
                    <a:pt x="3488" y="10275"/>
                    <a:pt x="3365" y="10152"/>
                  </a:cubicBezTo>
                  <a:lnTo>
                    <a:pt x="4630" y="8855"/>
                  </a:lnTo>
                  <a:close/>
                  <a:moveTo>
                    <a:pt x="9043" y="8855"/>
                  </a:moveTo>
                  <a:lnTo>
                    <a:pt x="10741" y="10553"/>
                  </a:lnTo>
                  <a:cubicBezTo>
                    <a:pt x="10587" y="10676"/>
                    <a:pt x="10463" y="10800"/>
                    <a:pt x="10371" y="10954"/>
                  </a:cubicBezTo>
                  <a:lnTo>
                    <a:pt x="8673" y="9257"/>
                  </a:lnTo>
                  <a:cubicBezTo>
                    <a:pt x="8797" y="9133"/>
                    <a:pt x="8920" y="9010"/>
                    <a:pt x="9043" y="8855"/>
                  </a:cubicBezTo>
                  <a:close/>
                  <a:moveTo>
                    <a:pt x="11605" y="10707"/>
                  </a:moveTo>
                  <a:cubicBezTo>
                    <a:pt x="12191" y="10707"/>
                    <a:pt x="12685" y="11201"/>
                    <a:pt x="12685" y="11787"/>
                  </a:cubicBezTo>
                  <a:cubicBezTo>
                    <a:pt x="12685" y="12437"/>
                    <a:pt x="12144" y="12874"/>
                    <a:pt x="11584" y="12874"/>
                  </a:cubicBezTo>
                  <a:cubicBezTo>
                    <a:pt x="11320" y="12874"/>
                    <a:pt x="11051" y="12776"/>
                    <a:pt x="10833" y="12559"/>
                  </a:cubicBezTo>
                  <a:cubicBezTo>
                    <a:pt x="10155" y="11880"/>
                    <a:pt x="10648" y="10707"/>
                    <a:pt x="11605" y="10707"/>
                  </a:cubicBezTo>
                  <a:close/>
                  <a:moveTo>
                    <a:pt x="11632" y="0"/>
                  </a:moveTo>
                  <a:cubicBezTo>
                    <a:pt x="10128" y="0"/>
                    <a:pt x="8836" y="1644"/>
                    <a:pt x="9661" y="3269"/>
                  </a:cubicBezTo>
                  <a:lnTo>
                    <a:pt x="8365" y="4566"/>
                  </a:lnTo>
                  <a:cubicBezTo>
                    <a:pt x="7902" y="4272"/>
                    <a:pt x="7369" y="4126"/>
                    <a:pt x="6837" y="4126"/>
                  </a:cubicBezTo>
                  <a:cubicBezTo>
                    <a:pt x="6304" y="4126"/>
                    <a:pt x="5772" y="4272"/>
                    <a:pt x="5309" y="4566"/>
                  </a:cubicBezTo>
                  <a:lnTo>
                    <a:pt x="3519" y="2745"/>
                  </a:lnTo>
                  <a:cubicBezTo>
                    <a:pt x="3581" y="2560"/>
                    <a:pt x="3612" y="2405"/>
                    <a:pt x="3612" y="2251"/>
                  </a:cubicBezTo>
                  <a:cubicBezTo>
                    <a:pt x="3612" y="1309"/>
                    <a:pt x="2845" y="694"/>
                    <a:pt x="2044" y="694"/>
                  </a:cubicBezTo>
                  <a:cubicBezTo>
                    <a:pt x="1663" y="694"/>
                    <a:pt x="1275" y="832"/>
                    <a:pt x="958" y="1140"/>
                  </a:cubicBezTo>
                  <a:cubicBezTo>
                    <a:pt x="1" y="2128"/>
                    <a:pt x="680" y="3763"/>
                    <a:pt x="2069" y="3763"/>
                  </a:cubicBezTo>
                  <a:cubicBezTo>
                    <a:pt x="2223" y="3763"/>
                    <a:pt x="2377" y="3763"/>
                    <a:pt x="2562" y="3702"/>
                  </a:cubicBezTo>
                  <a:lnTo>
                    <a:pt x="4383" y="5522"/>
                  </a:lnTo>
                  <a:cubicBezTo>
                    <a:pt x="4106" y="5954"/>
                    <a:pt x="3951" y="6479"/>
                    <a:pt x="3951" y="7004"/>
                  </a:cubicBezTo>
                  <a:cubicBezTo>
                    <a:pt x="3951" y="7528"/>
                    <a:pt x="4106" y="8084"/>
                    <a:pt x="4383" y="8547"/>
                  </a:cubicBezTo>
                  <a:lnTo>
                    <a:pt x="2995" y="9936"/>
                  </a:lnTo>
                  <a:cubicBezTo>
                    <a:pt x="2717" y="9812"/>
                    <a:pt x="2408" y="9720"/>
                    <a:pt x="2100" y="9720"/>
                  </a:cubicBezTo>
                  <a:cubicBezTo>
                    <a:pt x="958" y="9720"/>
                    <a:pt x="32" y="10645"/>
                    <a:pt x="32" y="11787"/>
                  </a:cubicBezTo>
                  <a:cubicBezTo>
                    <a:pt x="32" y="12250"/>
                    <a:pt x="186" y="12682"/>
                    <a:pt x="464" y="13053"/>
                  </a:cubicBezTo>
                  <a:cubicBezTo>
                    <a:pt x="515" y="13104"/>
                    <a:pt x="575" y="13126"/>
                    <a:pt x="629" y="13126"/>
                  </a:cubicBezTo>
                  <a:cubicBezTo>
                    <a:pt x="674" y="13126"/>
                    <a:pt x="714" y="13111"/>
                    <a:pt x="742" y="13083"/>
                  </a:cubicBezTo>
                  <a:cubicBezTo>
                    <a:pt x="834" y="13022"/>
                    <a:pt x="865" y="12898"/>
                    <a:pt x="803" y="12806"/>
                  </a:cubicBezTo>
                  <a:cubicBezTo>
                    <a:pt x="556" y="12528"/>
                    <a:pt x="433" y="12158"/>
                    <a:pt x="433" y="11787"/>
                  </a:cubicBezTo>
                  <a:cubicBezTo>
                    <a:pt x="433" y="10892"/>
                    <a:pt x="1174" y="10152"/>
                    <a:pt x="2100" y="10152"/>
                  </a:cubicBezTo>
                  <a:cubicBezTo>
                    <a:pt x="2995" y="10152"/>
                    <a:pt x="3735" y="10892"/>
                    <a:pt x="3735" y="11787"/>
                  </a:cubicBezTo>
                  <a:cubicBezTo>
                    <a:pt x="3735" y="12713"/>
                    <a:pt x="2995" y="13454"/>
                    <a:pt x="2100" y="13454"/>
                  </a:cubicBezTo>
                  <a:cubicBezTo>
                    <a:pt x="1822" y="13454"/>
                    <a:pt x="1575" y="13361"/>
                    <a:pt x="1328" y="13269"/>
                  </a:cubicBezTo>
                  <a:cubicBezTo>
                    <a:pt x="1295" y="13247"/>
                    <a:pt x="1259" y="13237"/>
                    <a:pt x="1222" y="13237"/>
                  </a:cubicBezTo>
                  <a:cubicBezTo>
                    <a:pt x="1156" y="13237"/>
                    <a:pt x="1090" y="13271"/>
                    <a:pt x="1050" y="13330"/>
                  </a:cubicBezTo>
                  <a:cubicBezTo>
                    <a:pt x="1019" y="13454"/>
                    <a:pt x="1050" y="13577"/>
                    <a:pt x="1143" y="13608"/>
                  </a:cubicBezTo>
                  <a:cubicBezTo>
                    <a:pt x="1412" y="13742"/>
                    <a:pt x="1680" y="13830"/>
                    <a:pt x="1949" y="13830"/>
                  </a:cubicBezTo>
                  <a:cubicBezTo>
                    <a:pt x="1989" y="13830"/>
                    <a:pt x="2029" y="13828"/>
                    <a:pt x="2069" y="13824"/>
                  </a:cubicBezTo>
                  <a:cubicBezTo>
                    <a:pt x="3211" y="13824"/>
                    <a:pt x="4136" y="12929"/>
                    <a:pt x="4136" y="11787"/>
                  </a:cubicBezTo>
                  <a:cubicBezTo>
                    <a:pt x="4136" y="11479"/>
                    <a:pt x="4075" y="11170"/>
                    <a:pt x="3920" y="10892"/>
                  </a:cubicBezTo>
                  <a:lnTo>
                    <a:pt x="5340" y="9473"/>
                  </a:lnTo>
                  <a:cubicBezTo>
                    <a:pt x="5803" y="9750"/>
                    <a:pt x="6320" y="9889"/>
                    <a:pt x="6833" y="9889"/>
                  </a:cubicBezTo>
                  <a:cubicBezTo>
                    <a:pt x="7346" y="9889"/>
                    <a:pt x="7855" y="9750"/>
                    <a:pt x="8303" y="9473"/>
                  </a:cubicBezTo>
                  <a:lnTo>
                    <a:pt x="10155" y="11324"/>
                  </a:lnTo>
                  <a:cubicBezTo>
                    <a:pt x="9821" y="12414"/>
                    <a:pt x="10690" y="13312"/>
                    <a:pt x="11617" y="13312"/>
                  </a:cubicBezTo>
                  <a:cubicBezTo>
                    <a:pt x="11976" y="13312"/>
                    <a:pt x="12344" y="13178"/>
                    <a:pt x="12654" y="12867"/>
                  </a:cubicBezTo>
                  <a:cubicBezTo>
                    <a:pt x="13639" y="11855"/>
                    <a:pt x="12854" y="10286"/>
                    <a:pt x="11610" y="10286"/>
                  </a:cubicBezTo>
                  <a:cubicBezTo>
                    <a:pt x="11450" y="10286"/>
                    <a:pt x="11283" y="10312"/>
                    <a:pt x="11111" y="10368"/>
                  </a:cubicBezTo>
                  <a:lnTo>
                    <a:pt x="9290" y="8516"/>
                  </a:lnTo>
                  <a:cubicBezTo>
                    <a:pt x="9599" y="8053"/>
                    <a:pt x="9722" y="7528"/>
                    <a:pt x="9722" y="6973"/>
                  </a:cubicBezTo>
                  <a:cubicBezTo>
                    <a:pt x="9722" y="6448"/>
                    <a:pt x="9599" y="5954"/>
                    <a:pt x="9321" y="5492"/>
                  </a:cubicBezTo>
                  <a:lnTo>
                    <a:pt x="10617" y="4195"/>
                  </a:lnTo>
                  <a:cubicBezTo>
                    <a:pt x="10952" y="4369"/>
                    <a:pt x="11300" y="4449"/>
                    <a:pt x="11640" y="4449"/>
                  </a:cubicBezTo>
                  <a:cubicBezTo>
                    <a:pt x="12803" y="4449"/>
                    <a:pt x="13858" y="3510"/>
                    <a:pt x="13858" y="2220"/>
                  </a:cubicBezTo>
                  <a:cubicBezTo>
                    <a:pt x="13858" y="1788"/>
                    <a:pt x="13734" y="1356"/>
                    <a:pt x="13488" y="1017"/>
                  </a:cubicBezTo>
                  <a:cubicBezTo>
                    <a:pt x="13448" y="957"/>
                    <a:pt x="13382" y="923"/>
                    <a:pt x="13316" y="923"/>
                  </a:cubicBezTo>
                  <a:cubicBezTo>
                    <a:pt x="13279" y="923"/>
                    <a:pt x="13243" y="933"/>
                    <a:pt x="13210" y="955"/>
                  </a:cubicBezTo>
                  <a:lnTo>
                    <a:pt x="13210" y="986"/>
                  </a:lnTo>
                  <a:cubicBezTo>
                    <a:pt x="13117" y="1047"/>
                    <a:pt x="13086" y="1171"/>
                    <a:pt x="13148" y="1263"/>
                  </a:cubicBezTo>
                  <a:cubicBezTo>
                    <a:pt x="13951" y="2467"/>
                    <a:pt x="13086" y="4072"/>
                    <a:pt x="11636" y="4072"/>
                  </a:cubicBezTo>
                  <a:cubicBezTo>
                    <a:pt x="10648" y="4072"/>
                    <a:pt x="9815" y="3239"/>
                    <a:pt x="9815" y="2251"/>
                  </a:cubicBezTo>
                  <a:cubicBezTo>
                    <a:pt x="9815" y="1233"/>
                    <a:pt x="10617" y="430"/>
                    <a:pt x="11636" y="430"/>
                  </a:cubicBezTo>
                  <a:cubicBezTo>
                    <a:pt x="12006" y="430"/>
                    <a:pt x="12346" y="554"/>
                    <a:pt x="12654" y="739"/>
                  </a:cubicBezTo>
                  <a:cubicBezTo>
                    <a:pt x="12685" y="765"/>
                    <a:pt x="12718" y="776"/>
                    <a:pt x="12750" y="776"/>
                  </a:cubicBezTo>
                  <a:cubicBezTo>
                    <a:pt x="12909" y="776"/>
                    <a:pt x="13050" y="502"/>
                    <a:pt x="12870" y="399"/>
                  </a:cubicBezTo>
                  <a:cubicBezTo>
                    <a:pt x="12467" y="122"/>
                    <a:pt x="12042" y="0"/>
                    <a:pt x="11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15" name="Google Shape;13715;p88"/>
          <p:cNvGrpSpPr/>
          <p:nvPr/>
        </p:nvGrpSpPr>
        <p:grpSpPr>
          <a:xfrm>
            <a:off x="4094393" y="3984505"/>
            <a:ext cx="252325" cy="344325"/>
            <a:chOff x="6360388" y="4142256"/>
            <a:chExt cx="252325" cy="344325"/>
          </a:xfrm>
        </p:grpSpPr>
        <p:sp>
          <p:nvSpPr>
            <p:cNvPr id="13716" name="Google Shape;13716;p88"/>
            <p:cNvSpPr/>
            <p:nvPr/>
          </p:nvSpPr>
          <p:spPr>
            <a:xfrm>
              <a:off x="6427138" y="4405531"/>
              <a:ext cx="11600" cy="17575"/>
            </a:xfrm>
            <a:custGeom>
              <a:rect b="b" l="l" r="r" t="t"/>
              <a:pathLst>
                <a:path extrusionOk="0" h="703" w="464">
                  <a:moveTo>
                    <a:pt x="232" y="1"/>
                  </a:moveTo>
                  <a:cubicBezTo>
                    <a:pt x="116" y="1"/>
                    <a:pt x="0" y="62"/>
                    <a:pt x="47" y="186"/>
                  </a:cubicBezTo>
                  <a:lnTo>
                    <a:pt x="47" y="587"/>
                  </a:lnTo>
                  <a:cubicBezTo>
                    <a:pt x="78" y="664"/>
                    <a:pt x="155" y="703"/>
                    <a:pt x="232" y="703"/>
                  </a:cubicBezTo>
                  <a:cubicBezTo>
                    <a:pt x="309" y="703"/>
                    <a:pt x="386" y="664"/>
                    <a:pt x="417" y="587"/>
                  </a:cubicBezTo>
                  <a:lnTo>
                    <a:pt x="417" y="186"/>
                  </a:lnTo>
                  <a:cubicBezTo>
                    <a:pt x="463" y="62"/>
                    <a:pt x="348" y="1"/>
                    <a:pt x="2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7" name="Google Shape;13717;p88"/>
            <p:cNvSpPr/>
            <p:nvPr/>
          </p:nvSpPr>
          <p:spPr>
            <a:xfrm>
              <a:off x="6534388" y="4406106"/>
              <a:ext cx="10825" cy="18150"/>
            </a:xfrm>
            <a:custGeom>
              <a:rect b="b" l="l" r="r" t="t"/>
              <a:pathLst>
                <a:path extrusionOk="0" h="726" w="433">
                  <a:moveTo>
                    <a:pt x="216" y="1"/>
                  </a:moveTo>
                  <a:cubicBezTo>
                    <a:pt x="108" y="1"/>
                    <a:pt x="0" y="55"/>
                    <a:pt x="16" y="163"/>
                  </a:cubicBezTo>
                  <a:lnTo>
                    <a:pt x="16" y="564"/>
                  </a:lnTo>
                  <a:cubicBezTo>
                    <a:pt x="31" y="672"/>
                    <a:pt x="124" y="726"/>
                    <a:pt x="216" y="726"/>
                  </a:cubicBezTo>
                  <a:cubicBezTo>
                    <a:pt x="309" y="726"/>
                    <a:pt x="401" y="672"/>
                    <a:pt x="417" y="564"/>
                  </a:cubicBezTo>
                  <a:lnTo>
                    <a:pt x="417" y="163"/>
                  </a:lnTo>
                  <a:cubicBezTo>
                    <a:pt x="432" y="55"/>
                    <a:pt x="324" y="1"/>
                    <a:pt x="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8" name="Google Shape;13718;p88"/>
            <p:cNvSpPr/>
            <p:nvPr/>
          </p:nvSpPr>
          <p:spPr>
            <a:xfrm>
              <a:off x="6466863" y="4413706"/>
              <a:ext cx="37850" cy="15575"/>
            </a:xfrm>
            <a:custGeom>
              <a:rect b="b" l="l" r="r" t="t"/>
              <a:pathLst>
                <a:path extrusionOk="0" h="623" w="1514">
                  <a:moveTo>
                    <a:pt x="236" y="1"/>
                  </a:moveTo>
                  <a:cubicBezTo>
                    <a:pt x="192" y="1"/>
                    <a:pt x="152" y="16"/>
                    <a:pt x="124" y="44"/>
                  </a:cubicBezTo>
                  <a:cubicBezTo>
                    <a:pt x="32" y="106"/>
                    <a:pt x="1" y="260"/>
                    <a:pt x="93" y="322"/>
                  </a:cubicBezTo>
                  <a:cubicBezTo>
                    <a:pt x="279" y="522"/>
                    <a:pt x="525" y="623"/>
                    <a:pt x="772" y="623"/>
                  </a:cubicBezTo>
                  <a:cubicBezTo>
                    <a:pt x="1019" y="623"/>
                    <a:pt x="1266" y="522"/>
                    <a:pt x="1451" y="322"/>
                  </a:cubicBezTo>
                  <a:cubicBezTo>
                    <a:pt x="1513" y="260"/>
                    <a:pt x="1513" y="136"/>
                    <a:pt x="1451" y="44"/>
                  </a:cubicBezTo>
                  <a:cubicBezTo>
                    <a:pt x="1410" y="16"/>
                    <a:pt x="1362" y="1"/>
                    <a:pt x="1316" y="1"/>
                  </a:cubicBezTo>
                  <a:cubicBezTo>
                    <a:pt x="1260" y="1"/>
                    <a:pt x="1208" y="24"/>
                    <a:pt x="1174" y="75"/>
                  </a:cubicBezTo>
                  <a:cubicBezTo>
                    <a:pt x="1066" y="183"/>
                    <a:pt x="919" y="237"/>
                    <a:pt x="776" y="237"/>
                  </a:cubicBezTo>
                  <a:cubicBezTo>
                    <a:pt x="633" y="237"/>
                    <a:pt x="495" y="183"/>
                    <a:pt x="402" y="75"/>
                  </a:cubicBezTo>
                  <a:cubicBezTo>
                    <a:pt x="351" y="24"/>
                    <a:pt x="291" y="1"/>
                    <a:pt x="2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9" name="Google Shape;13719;p88"/>
            <p:cNvSpPr/>
            <p:nvPr/>
          </p:nvSpPr>
          <p:spPr>
            <a:xfrm>
              <a:off x="6360388" y="4142256"/>
              <a:ext cx="252325" cy="344325"/>
            </a:xfrm>
            <a:custGeom>
              <a:rect b="b" l="l" r="r" t="t"/>
              <a:pathLst>
                <a:path extrusionOk="0" h="13773" w="10093">
                  <a:moveTo>
                    <a:pt x="5031" y="2199"/>
                  </a:moveTo>
                  <a:cubicBezTo>
                    <a:pt x="5525" y="2569"/>
                    <a:pt x="5803" y="3156"/>
                    <a:pt x="5772" y="3773"/>
                  </a:cubicBezTo>
                  <a:cubicBezTo>
                    <a:pt x="5772" y="3896"/>
                    <a:pt x="5772" y="4020"/>
                    <a:pt x="5741" y="4143"/>
                  </a:cubicBezTo>
                  <a:lnTo>
                    <a:pt x="4352" y="4143"/>
                  </a:lnTo>
                  <a:cubicBezTo>
                    <a:pt x="4322" y="4020"/>
                    <a:pt x="4322" y="3896"/>
                    <a:pt x="4322" y="3773"/>
                  </a:cubicBezTo>
                  <a:cubicBezTo>
                    <a:pt x="4291" y="3156"/>
                    <a:pt x="4568" y="2569"/>
                    <a:pt x="5031" y="2199"/>
                  </a:cubicBezTo>
                  <a:close/>
                  <a:moveTo>
                    <a:pt x="6698" y="4544"/>
                  </a:moveTo>
                  <a:cubicBezTo>
                    <a:pt x="7531" y="4544"/>
                    <a:pt x="7531" y="5779"/>
                    <a:pt x="6698" y="5779"/>
                  </a:cubicBezTo>
                  <a:lnTo>
                    <a:pt x="3365" y="5779"/>
                  </a:lnTo>
                  <a:cubicBezTo>
                    <a:pt x="3025" y="5748"/>
                    <a:pt x="2748" y="5501"/>
                    <a:pt x="2748" y="5162"/>
                  </a:cubicBezTo>
                  <a:lnTo>
                    <a:pt x="2778" y="5162"/>
                  </a:lnTo>
                  <a:cubicBezTo>
                    <a:pt x="2778" y="4822"/>
                    <a:pt x="3025" y="4544"/>
                    <a:pt x="3365" y="4544"/>
                  </a:cubicBezTo>
                  <a:close/>
                  <a:moveTo>
                    <a:pt x="3334" y="6179"/>
                  </a:moveTo>
                  <a:cubicBezTo>
                    <a:pt x="3344" y="6179"/>
                    <a:pt x="3355" y="6180"/>
                    <a:pt x="3365" y="6180"/>
                  </a:cubicBezTo>
                  <a:lnTo>
                    <a:pt x="6729" y="6180"/>
                  </a:lnTo>
                  <a:cubicBezTo>
                    <a:pt x="7562" y="6180"/>
                    <a:pt x="7562" y="7384"/>
                    <a:pt x="6729" y="7384"/>
                  </a:cubicBezTo>
                  <a:lnTo>
                    <a:pt x="3365" y="7384"/>
                  </a:lnTo>
                  <a:cubicBezTo>
                    <a:pt x="2542" y="7384"/>
                    <a:pt x="2532" y="6179"/>
                    <a:pt x="3334" y="6179"/>
                  </a:cubicBezTo>
                  <a:close/>
                  <a:moveTo>
                    <a:pt x="5031" y="0"/>
                  </a:moveTo>
                  <a:cubicBezTo>
                    <a:pt x="4954" y="0"/>
                    <a:pt x="4877" y="23"/>
                    <a:pt x="4815" y="69"/>
                  </a:cubicBezTo>
                  <a:cubicBezTo>
                    <a:pt x="4352" y="255"/>
                    <a:pt x="3982" y="532"/>
                    <a:pt x="3704" y="934"/>
                  </a:cubicBezTo>
                  <a:cubicBezTo>
                    <a:pt x="3567" y="1071"/>
                    <a:pt x="3701" y="1259"/>
                    <a:pt x="3855" y="1259"/>
                  </a:cubicBezTo>
                  <a:cubicBezTo>
                    <a:pt x="3909" y="1259"/>
                    <a:pt x="3965" y="1236"/>
                    <a:pt x="4013" y="1180"/>
                  </a:cubicBezTo>
                  <a:cubicBezTo>
                    <a:pt x="4260" y="841"/>
                    <a:pt x="4599" y="594"/>
                    <a:pt x="4970" y="440"/>
                  </a:cubicBezTo>
                  <a:cubicBezTo>
                    <a:pt x="4985" y="424"/>
                    <a:pt x="5008" y="417"/>
                    <a:pt x="5031" y="417"/>
                  </a:cubicBezTo>
                  <a:cubicBezTo>
                    <a:pt x="5054" y="417"/>
                    <a:pt x="5078" y="424"/>
                    <a:pt x="5093" y="440"/>
                  </a:cubicBezTo>
                  <a:cubicBezTo>
                    <a:pt x="5587" y="625"/>
                    <a:pt x="5988" y="995"/>
                    <a:pt x="6266" y="1427"/>
                  </a:cubicBezTo>
                  <a:cubicBezTo>
                    <a:pt x="6544" y="1921"/>
                    <a:pt x="6698" y="2477"/>
                    <a:pt x="6698" y="3032"/>
                  </a:cubicBezTo>
                  <a:cubicBezTo>
                    <a:pt x="6698" y="3433"/>
                    <a:pt x="6636" y="3804"/>
                    <a:pt x="6513" y="4143"/>
                  </a:cubicBezTo>
                  <a:lnTo>
                    <a:pt x="6173" y="4143"/>
                  </a:lnTo>
                  <a:cubicBezTo>
                    <a:pt x="6173" y="4020"/>
                    <a:pt x="6173" y="3896"/>
                    <a:pt x="6173" y="3773"/>
                  </a:cubicBezTo>
                  <a:cubicBezTo>
                    <a:pt x="6204" y="2970"/>
                    <a:pt x="5803" y="2230"/>
                    <a:pt x="5155" y="1798"/>
                  </a:cubicBezTo>
                  <a:cubicBezTo>
                    <a:pt x="5124" y="1767"/>
                    <a:pt x="5085" y="1751"/>
                    <a:pt x="5047" y="1751"/>
                  </a:cubicBezTo>
                  <a:cubicBezTo>
                    <a:pt x="5008" y="1751"/>
                    <a:pt x="4970" y="1767"/>
                    <a:pt x="4939" y="1798"/>
                  </a:cubicBezTo>
                  <a:cubicBezTo>
                    <a:pt x="4167" y="2322"/>
                    <a:pt x="3797" y="3248"/>
                    <a:pt x="3920" y="4143"/>
                  </a:cubicBezTo>
                  <a:lnTo>
                    <a:pt x="3581" y="4143"/>
                  </a:lnTo>
                  <a:cubicBezTo>
                    <a:pt x="3303" y="3403"/>
                    <a:pt x="3303" y="2569"/>
                    <a:pt x="3643" y="1829"/>
                  </a:cubicBezTo>
                  <a:cubicBezTo>
                    <a:pt x="3673" y="1705"/>
                    <a:pt x="3643" y="1582"/>
                    <a:pt x="3519" y="1551"/>
                  </a:cubicBezTo>
                  <a:cubicBezTo>
                    <a:pt x="3493" y="1534"/>
                    <a:pt x="3465" y="1526"/>
                    <a:pt x="3437" y="1526"/>
                  </a:cubicBezTo>
                  <a:cubicBezTo>
                    <a:pt x="3365" y="1526"/>
                    <a:pt x="3294" y="1577"/>
                    <a:pt x="3272" y="1643"/>
                  </a:cubicBezTo>
                  <a:cubicBezTo>
                    <a:pt x="3087" y="2075"/>
                    <a:pt x="2964" y="2538"/>
                    <a:pt x="2964" y="3001"/>
                  </a:cubicBezTo>
                  <a:cubicBezTo>
                    <a:pt x="2964" y="3372"/>
                    <a:pt x="3025" y="3773"/>
                    <a:pt x="3149" y="4143"/>
                  </a:cubicBezTo>
                  <a:cubicBezTo>
                    <a:pt x="2285" y="4328"/>
                    <a:pt x="2069" y="5409"/>
                    <a:pt x="2778" y="5933"/>
                  </a:cubicBezTo>
                  <a:cubicBezTo>
                    <a:pt x="2192" y="6365"/>
                    <a:pt x="2223" y="7198"/>
                    <a:pt x="2809" y="7600"/>
                  </a:cubicBezTo>
                  <a:cubicBezTo>
                    <a:pt x="2408" y="7816"/>
                    <a:pt x="2007" y="8063"/>
                    <a:pt x="1667" y="8371"/>
                  </a:cubicBezTo>
                  <a:cubicBezTo>
                    <a:pt x="649" y="9112"/>
                    <a:pt x="32" y="10285"/>
                    <a:pt x="1" y="11550"/>
                  </a:cubicBezTo>
                  <a:cubicBezTo>
                    <a:pt x="1" y="12754"/>
                    <a:pt x="988" y="13741"/>
                    <a:pt x="2223" y="13741"/>
                  </a:cubicBezTo>
                  <a:lnTo>
                    <a:pt x="2192" y="13772"/>
                  </a:lnTo>
                  <a:lnTo>
                    <a:pt x="7871" y="13772"/>
                  </a:lnTo>
                  <a:cubicBezTo>
                    <a:pt x="9105" y="13772"/>
                    <a:pt x="10093" y="12784"/>
                    <a:pt x="10093" y="11550"/>
                  </a:cubicBezTo>
                  <a:cubicBezTo>
                    <a:pt x="10093" y="11272"/>
                    <a:pt x="10062" y="10964"/>
                    <a:pt x="10000" y="10686"/>
                  </a:cubicBezTo>
                  <a:cubicBezTo>
                    <a:pt x="9969" y="10593"/>
                    <a:pt x="9846" y="10532"/>
                    <a:pt x="9753" y="10532"/>
                  </a:cubicBezTo>
                  <a:cubicBezTo>
                    <a:pt x="9630" y="10562"/>
                    <a:pt x="9568" y="10686"/>
                    <a:pt x="9599" y="10778"/>
                  </a:cubicBezTo>
                  <a:cubicBezTo>
                    <a:pt x="9661" y="11025"/>
                    <a:pt x="9691" y="11303"/>
                    <a:pt x="9691" y="11550"/>
                  </a:cubicBezTo>
                  <a:cubicBezTo>
                    <a:pt x="9691" y="12568"/>
                    <a:pt x="8889" y="13371"/>
                    <a:pt x="7871" y="13371"/>
                  </a:cubicBezTo>
                  <a:lnTo>
                    <a:pt x="2192" y="13371"/>
                  </a:lnTo>
                  <a:cubicBezTo>
                    <a:pt x="1204" y="13371"/>
                    <a:pt x="371" y="12568"/>
                    <a:pt x="371" y="11550"/>
                  </a:cubicBezTo>
                  <a:cubicBezTo>
                    <a:pt x="371" y="10501"/>
                    <a:pt x="896" y="9513"/>
                    <a:pt x="1883" y="8711"/>
                  </a:cubicBezTo>
                  <a:cubicBezTo>
                    <a:pt x="2346" y="8340"/>
                    <a:pt x="2840" y="8032"/>
                    <a:pt x="3365" y="7785"/>
                  </a:cubicBezTo>
                  <a:lnTo>
                    <a:pt x="6698" y="7785"/>
                  </a:lnTo>
                  <a:cubicBezTo>
                    <a:pt x="6945" y="7877"/>
                    <a:pt x="8611" y="8649"/>
                    <a:pt x="9321" y="10099"/>
                  </a:cubicBezTo>
                  <a:cubicBezTo>
                    <a:pt x="9362" y="10182"/>
                    <a:pt x="9431" y="10216"/>
                    <a:pt x="9499" y="10216"/>
                  </a:cubicBezTo>
                  <a:cubicBezTo>
                    <a:pt x="9637" y="10216"/>
                    <a:pt x="9774" y="10079"/>
                    <a:pt x="9691" y="9914"/>
                  </a:cubicBezTo>
                  <a:cubicBezTo>
                    <a:pt x="9136" y="8927"/>
                    <a:pt x="8303" y="8124"/>
                    <a:pt x="7284" y="7631"/>
                  </a:cubicBezTo>
                  <a:cubicBezTo>
                    <a:pt x="7840" y="7229"/>
                    <a:pt x="7871" y="6396"/>
                    <a:pt x="7315" y="5964"/>
                  </a:cubicBezTo>
                  <a:cubicBezTo>
                    <a:pt x="8025" y="5439"/>
                    <a:pt x="7778" y="4328"/>
                    <a:pt x="6914" y="4174"/>
                  </a:cubicBezTo>
                  <a:cubicBezTo>
                    <a:pt x="7253" y="3186"/>
                    <a:pt x="7130" y="2106"/>
                    <a:pt x="6605" y="1211"/>
                  </a:cubicBezTo>
                  <a:cubicBezTo>
                    <a:pt x="6266" y="687"/>
                    <a:pt x="5803" y="285"/>
                    <a:pt x="5247" y="69"/>
                  </a:cubicBezTo>
                  <a:cubicBezTo>
                    <a:pt x="5186" y="23"/>
                    <a:pt x="5109" y="0"/>
                    <a:pt x="50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20" name="Google Shape;13720;p88"/>
          <p:cNvGrpSpPr/>
          <p:nvPr/>
        </p:nvGrpSpPr>
        <p:grpSpPr>
          <a:xfrm>
            <a:off x="1052429" y="1765586"/>
            <a:ext cx="327175" cy="345675"/>
            <a:chOff x="4058863" y="3580756"/>
            <a:chExt cx="327175" cy="345675"/>
          </a:xfrm>
        </p:grpSpPr>
        <p:sp>
          <p:nvSpPr>
            <p:cNvPr id="13721" name="Google Shape;13721;p88"/>
            <p:cNvSpPr/>
            <p:nvPr/>
          </p:nvSpPr>
          <p:spPr>
            <a:xfrm>
              <a:off x="4284163" y="3726581"/>
              <a:ext cx="10050" cy="22400"/>
            </a:xfrm>
            <a:custGeom>
              <a:rect b="b" l="l" r="r" t="t"/>
              <a:pathLst>
                <a:path extrusionOk="0" h="896" w="402">
                  <a:moveTo>
                    <a:pt x="217" y="0"/>
                  </a:moveTo>
                  <a:cubicBezTo>
                    <a:pt x="93" y="0"/>
                    <a:pt x="1" y="93"/>
                    <a:pt x="1" y="185"/>
                  </a:cubicBezTo>
                  <a:lnTo>
                    <a:pt x="1" y="710"/>
                  </a:lnTo>
                  <a:cubicBezTo>
                    <a:pt x="1" y="803"/>
                    <a:pt x="93" y="895"/>
                    <a:pt x="217" y="895"/>
                  </a:cubicBezTo>
                  <a:cubicBezTo>
                    <a:pt x="309" y="895"/>
                    <a:pt x="402" y="803"/>
                    <a:pt x="402" y="710"/>
                  </a:cubicBezTo>
                  <a:lnTo>
                    <a:pt x="402" y="185"/>
                  </a:lnTo>
                  <a:cubicBezTo>
                    <a:pt x="402" y="93"/>
                    <a:pt x="309"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2" name="Google Shape;13722;p88"/>
            <p:cNvSpPr/>
            <p:nvPr/>
          </p:nvSpPr>
          <p:spPr>
            <a:xfrm>
              <a:off x="4155313" y="3726581"/>
              <a:ext cx="10050" cy="22400"/>
            </a:xfrm>
            <a:custGeom>
              <a:rect b="b" l="l" r="r" t="t"/>
              <a:pathLst>
                <a:path extrusionOk="0" h="896" w="402">
                  <a:moveTo>
                    <a:pt x="217" y="0"/>
                  </a:moveTo>
                  <a:cubicBezTo>
                    <a:pt x="93" y="0"/>
                    <a:pt x="1" y="93"/>
                    <a:pt x="1" y="185"/>
                  </a:cubicBezTo>
                  <a:lnTo>
                    <a:pt x="1" y="710"/>
                  </a:lnTo>
                  <a:cubicBezTo>
                    <a:pt x="1" y="803"/>
                    <a:pt x="93" y="895"/>
                    <a:pt x="217" y="895"/>
                  </a:cubicBezTo>
                  <a:cubicBezTo>
                    <a:pt x="309" y="895"/>
                    <a:pt x="402" y="803"/>
                    <a:pt x="402" y="710"/>
                  </a:cubicBezTo>
                  <a:lnTo>
                    <a:pt x="402" y="185"/>
                  </a:lnTo>
                  <a:cubicBezTo>
                    <a:pt x="402" y="93"/>
                    <a:pt x="309"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3" name="Google Shape;13723;p88"/>
            <p:cNvSpPr/>
            <p:nvPr/>
          </p:nvSpPr>
          <p:spPr>
            <a:xfrm>
              <a:off x="4206463" y="3757806"/>
              <a:ext cx="35300" cy="15275"/>
            </a:xfrm>
            <a:custGeom>
              <a:rect b="b" l="l" r="r" t="t"/>
              <a:pathLst>
                <a:path extrusionOk="0" h="611" w="1412">
                  <a:moveTo>
                    <a:pt x="272" y="0"/>
                  </a:moveTo>
                  <a:cubicBezTo>
                    <a:pt x="125" y="0"/>
                    <a:pt x="0" y="195"/>
                    <a:pt x="115" y="356"/>
                  </a:cubicBezTo>
                  <a:cubicBezTo>
                    <a:pt x="285" y="526"/>
                    <a:pt x="508" y="611"/>
                    <a:pt x="732" y="611"/>
                  </a:cubicBezTo>
                  <a:cubicBezTo>
                    <a:pt x="956" y="611"/>
                    <a:pt x="1180" y="526"/>
                    <a:pt x="1349" y="356"/>
                  </a:cubicBezTo>
                  <a:cubicBezTo>
                    <a:pt x="1411" y="264"/>
                    <a:pt x="1411" y="140"/>
                    <a:pt x="1319" y="48"/>
                  </a:cubicBezTo>
                  <a:lnTo>
                    <a:pt x="1319" y="78"/>
                  </a:lnTo>
                  <a:cubicBezTo>
                    <a:pt x="1288" y="32"/>
                    <a:pt x="1241" y="9"/>
                    <a:pt x="1191" y="9"/>
                  </a:cubicBezTo>
                  <a:cubicBezTo>
                    <a:pt x="1141" y="9"/>
                    <a:pt x="1087" y="32"/>
                    <a:pt x="1041" y="78"/>
                  </a:cubicBezTo>
                  <a:cubicBezTo>
                    <a:pt x="964" y="171"/>
                    <a:pt x="856" y="217"/>
                    <a:pt x="744" y="217"/>
                  </a:cubicBezTo>
                  <a:cubicBezTo>
                    <a:pt x="632" y="217"/>
                    <a:pt x="516" y="171"/>
                    <a:pt x="424" y="78"/>
                  </a:cubicBezTo>
                  <a:cubicBezTo>
                    <a:pt x="376" y="23"/>
                    <a:pt x="323" y="0"/>
                    <a:pt x="2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4" name="Google Shape;13724;p88"/>
            <p:cNvSpPr/>
            <p:nvPr/>
          </p:nvSpPr>
          <p:spPr>
            <a:xfrm>
              <a:off x="4058863" y="3580756"/>
              <a:ext cx="327175" cy="345675"/>
            </a:xfrm>
            <a:custGeom>
              <a:rect b="b" l="l" r="r" t="t"/>
              <a:pathLst>
                <a:path extrusionOk="0" h="13827" w="13087">
                  <a:moveTo>
                    <a:pt x="7635" y="2169"/>
                  </a:moveTo>
                  <a:cubicBezTo>
                    <a:pt x="7725" y="2169"/>
                    <a:pt x="7815" y="2209"/>
                    <a:pt x="7871" y="2284"/>
                  </a:cubicBezTo>
                  <a:cubicBezTo>
                    <a:pt x="8550" y="3056"/>
                    <a:pt x="9383" y="3704"/>
                    <a:pt x="10340" y="4136"/>
                  </a:cubicBezTo>
                  <a:lnTo>
                    <a:pt x="3704" y="4136"/>
                  </a:lnTo>
                  <a:cubicBezTo>
                    <a:pt x="5062" y="3673"/>
                    <a:pt x="6328" y="3056"/>
                    <a:pt x="7469" y="2223"/>
                  </a:cubicBezTo>
                  <a:cubicBezTo>
                    <a:pt x="7518" y="2186"/>
                    <a:pt x="7576" y="2169"/>
                    <a:pt x="7635" y="2169"/>
                  </a:cubicBezTo>
                  <a:close/>
                  <a:moveTo>
                    <a:pt x="6636" y="433"/>
                  </a:moveTo>
                  <a:cubicBezTo>
                    <a:pt x="9213" y="433"/>
                    <a:pt x="11428" y="2155"/>
                    <a:pt x="12097" y="4624"/>
                  </a:cubicBezTo>
                  <a:lnTo>
                    <a:pt x="12097" y="4624"/>
                  </a:lnTo>
                  <a:cubicBezTo>
                    <a:pt x="12032" y="4436"/>
                    <a:pt x="11886" y="4281"/>
                    <a:pt x="11698" y="4198"/>
                  </a:cubicBezTo>
                  <a:cubicBezTo>
                    <a:pt x="11605" y="4167"/>
                    <a:pt x="11512" y="4136"/>
                    <a:pt x="11389" y="4136"/>
                  </a:cubicBezTo>
                  <a:cubicBezTo>
                    <a:pt x="10154" y="3735"/>
                    <a:pt x="9043" y="3025"/>
                    <a:pt x="8179" y="2037"/>
                  </a:cubicBezTo>
                  <a:cubicBezTo>
                    <a:pt x="8033" y="1873"/>
                    <a:pt x="7832" y="1784"/>
                    <a:pt x="7629" y="1784"/>
                  </a:cubicBezTo>
                  <a:cubicBezTo>
                    <a:pt x="7489" y="1784"/>
                    <a:pt x="7348" y="1826"/>
                    <a:pt x="7223" y="1914"/>
                  </a:cubicBezTo>
                  <a:cubicBezTo>
                    <a:pt x="6420" y="2500"/>
                    <a:pt x="4291" y="3858"/>
                    <a:pt x="1914" y="4136"/>
                  </a:cubicBezTo>
                  <a:lnTo>
                    <a:pt x="1853" y="4136"/>
                  </a:lnTo>
                  <a:cubicBezTo>
                    <a:pt x="1544" y="4136"/>
                    <a:pt x="1266" y="4352"/>
                    <a:pt x="1174" y="4661"/>
                  </a:cubicBezTo>
                  <a:cubicBezTo>
                    <a:pt x="1143" y="4753"/>
                    <a:pt x="1143" y="4877"/>
                    <a:pt x="1143" y="5000"/>
                  </a:cubicBezTo>
                  <a:lnTo>
                    <a:pt x="1081" y="5031"/>
                  </a:lnTo>
                  <a:cubicBezTo>
                    <a:pt x="1606" y="2346"/>
                    <a:pt x="3920" y="433"/>
                    <a:pt x="6636" y="433"/>
                  </a:cubicBezTo>
                  <a:close/>
                  <a:moveTo>
                    <a:pt x="12122" y="4722"/>
                  </a:moveTo>
                  <a:lnTo>
                    <a:pt x="12122" y="4722"/>
                  </a:lnTo>
                  <a:cubicBezTo>
                    <a:pt x="12148" y="4824"/>
                    <a:pt x="12171" y="4927"/>
                    <a:pt x="12191" y="5031"/>
                  </a:cubicBezTo>
                  <a:lnTo>
                    <a:pt x="12130" y="5000"/>
                  </a:lnTo>
                  <a:lnTo>
                    <a:pt x="12130" y="4907"/>
                  </a:lnTo>
                  <a:cubicBezTo>
                    <a:pt x="12136" y="4844"/>
                    <a:pt x="12133" y="4782"/>
                    <a:pt x="12122" y="4722"/>
                  </a:cubicBezTo>
                  <a:close/>
                  <a:moveTo>
                    <a:pt x="12099" y="5401"/>
                  </a:moveTo>
                  <a:cubicBezTo>
                    <a:pt x="12839" y="5772"/>
                    <a:pt x="12839" y="6821"/>
                    <a:pt x="12099" y="7160"/>
                  </a:cubicBezTo>
                  <a:lnTo>
                    <a:pt x="12130" y="7191"/>
                  </a:lnTo>
                  <a:cubicBezTo>
                    <a:pt x="12006" y="7253"/>
                    <a:pt x="11852" y="7284"/>
                    <a:pt x="11728" y="7284"/>
                  </a:cubicBezTo>
                  <a:cubicBezTo>
                    <a:pt x="11759" y="7130"/>
                    <a:pt x="11790" y="6975"/>
                    <a:pt x="11821" y="6821"/>
                  </a:cubicBezTo>
                  <a:cubicBezTo>
                    <a:pt x="11852" y="6636"/>
                    <a:pt x="11852" y="6420"/>
                    <a:pt x="11883" y="6235"/>
                  </a:cubicBezTo>
                  <a:cubicBezTo>
                    <a:pt x="11975" y="5957"/>
                    <a:pt x="12037" y="5710"/>
                    <a:pt x="12068" y="5432"/>
                  </a:cubicBezTo>
                  <a:lnTo>
                    <a:pt x="12068" y="5401"/>
                  </a:lnTo>
                  <a:close/>
                  <a:moveTo>
                    <a:pt x="1205" y="5432"/>
                  </a:moveTo>
                  <a:cubicBezTo>
                    <a:pt x="1235" y="5710"/>
                    <a:pt x="1297" y="5957"/>
                    <a:pt x="1390" y="6204"/>
                  </a:cubicBezTo>
                  <a:lnTo>
                    <a:pt x="1421" y="6265"/>
                  </a:lnTo>
                  <a:lnTo>
                    <a:pt x="1421" y="6358"/>
                  </a:lnTo>
                  <a:cubicBezTo>
                    <a:pt x="1421" y="6512"/>
                    <a:pt x="1421" y="6667"/>
                    <a:pt x="1451" y="6790"/>
                  </a:cubicBezTo>
                  <a:cubicBezTo>
                    <a:pt x="1482" y="6975"/>
                    <a:pt x="1513" y="7130"/>
                    <a:pt x="1544" y="7315"/>
                  </a:cubicBezTo>
                  <a:cubicBezTo>
                    <a:pt x="1421" y="7315"/>
                    <a:pt x="1266" y="7284"/>
                    <a:pt x="1174" y="7222"/>
                  </a:cubicBezTo>
                  <a:cubicBezTo>
                    <a:pt x="834" y="7037"/>
                    <a:pt x="618" y="6697"/>
                    <a:pt x="618" y="6327"/>
                  </a:cubicBezTo>
                  <a:lnTo>
                    <a:pt x="618" y="6296"/>
                  </a:lnTo>
                  <a:cubicBezTo>
                    <a:pt x="618" y="6018"/>
                    <a:pt x="742" y="5741"/>
                    <a:pt x="958" y="5556"/>
                  </a:cubicBezTo>
                  <a:cubicBezTo>
                    <a:pt x="1019" y="5494"/>
                    <a:pt x="1112" y="5463"/>
                    <a:pt x="1174" y="5432"/>
                  </a:cubicBezTo>
                  <a:close/>
                  <a:moveTo>
                    <a:pt x="11420" y="4537"/>
                  </a:moveTo>
                  <a:cubicBezTo>
                    <a:pt x="11605" y="4537"/>
                    <a:pt x="11759" y="4722"/>
                    <a:pt x="11728" y="4877"/>
                  </a:cubicBezTo>
                  <a:lnTo>
                    <a:pt x="11728" y="5062"/>
                  </a:lnTo>
                  <a:lnTo>
                    <a:pt x="3396" y="5062"/>
                  </a:lnTo>
                  <a:cubicBezTo>
                    <a:pt x="3272" y="5062"/>
                    <a:pt x="3180" y="5154"/>
                    <a:pt x="3211" y="5278"/>
                  </a:cubicBezTo>
                  <a:cubicBezTo>
                    <a:pt x="3211" y="5401"/>
                    <a:pt x="3272" y="5494"/>
                    <a:pt x="3396" y="5494"/>
                  </a:cubicBezTo>
                  <a:lnTo>
                    <a:pt x="11667" y="5494"/>
                  </a:lnTo>
                  <a:cubicBezTo>
                    <a:pt x="11636" y="5586"/>
                    <a:pt x="11605" y="5710"/>
                    <a:pt x="11574" y="5802"/>
                  </a:cubicBezTo>
                  <a:cubicBezTo>
                    <a:pt x="11543" y="5926"/>
                    <a:pt x="11512" y="6049"/>
                    <a:pt x="11451" y="6173"/>
                  </a:cubicBezTo>
                  <a:cubicBezTo>
                    <a:pt x="11296" y="6667"/>
                    <a:pt x="10957" y="7068"/>
                    <a:pt x="10494" y="7346"/>
                  </a:cubicBezTo>
                  <a:cubicBezTo>
                    <a:pt x="10206" y="7496"/>
                    <a:pt x="9888" y="7570"/>
                    <a:pt x="9568" y="7570"/>
                  </a:cubicBezTo>
                  <a:cubicBezTo>
                    <a:pt x="9099" y="7570"/>
                    <a:pt x="8626" y="7411"/>
                    <a:pt x="8241" y="7099"/>
                  </a:cubicBezTo>
                  <a:cubicBezTo>
                    <a:pt x="7778" y="6667"/>
                    <a:pt x="7346" y="6111"/>
                    <a:pt x="6636" y="6111"/>
                  </a:cubicBezTo>
                  <a:cubicBezTo>
                    <a:pt x="5957" y="6111"/>
                    <a:pt x="5525" y="6667"/>
                    <a:pt x="5031" y="7099"/>
                  </a:cubicBezTo>
                  <a:cubicBezTo>
                    <a:pt x="4667" y="7411"/>
                    <a:pt x="4205" y="7567"/>
                    <a:pt x="3738" y="7567"/>
                  </a:cubicBezTo>
                  <a:cubicBezTo>
                    <a:pt x="3375" y="7567"/>
                    <a:pt x="3010" y="7473"/>
                    <a:pt x="2686" y="7284"/>
                  </a:cubicBezTo>
                  <a:cubicBezTo>
                    <a:pt x="2192" y="6913"/>
                    <a:pt x="1822" y="6389"/>
                    <a:pt x="1698" y="5802"/>
                  </a:cubicBezTo>
                  <a:cubicBezTo>
                    <a:pt x="1667" y="5710"/>
                    <a:pt x="1637" y="5586"/>
                    <a:pt x="1637" y="5463"/>
                  </a:cubicBezTo>
                  <a:lnTo>
                    <a:pt x="2624" y="5463"/>
                  </a:lnTo>
                  <a:cubicBezTo>
                    <a:pt x="2717" y="5463"/>
                    <a:pt x="2809" y="5370"/>
                    <a:pt x="2809" y="5278"/>
                  </a:cubicBezTo>
                  <a:cubicBezTo>
                    <a:pt x="2809" y="5154"/>
                    <a:pt x="2717" y="5062"/>
                    <a:pt x="2624" y="5062"/>
                  </a:cubicBezTo>
                  <a:lnTo>
                    <a:pt x="1575" y="5062"/>
                  </a:lnTo>
                  <a:cubicBezTo>
                    <a:pt x="1575" y="5000"/>
                    <a:pt x="1575" y="4938"/>
                    <a:pt x="1544" y="4877"/>
                  </a:cubicBezTo>
                  <a:cubicBezTo>
                    <a:pt x="1544" y="4691"/>
                    <a:pt x="1667" y="4537"/>
                    <a:pt x="1853" y="4537"/>
                  </a:cubicBezTo>
                  <a:close/>
                  <a:moveTo>
                    <a:pt x="5926" y="11234"/>
                  </a:moveTo>
                  <a:lnTo>
                    <a:pt x="6173" y="11265"/>
                  </a:lnTo>
                  <a:lnTo>
                    <a:pt x="6173" y="11296"/>
                  </a:lnTo>
                  <a:lnTo>
                    <a:pt x="6914" y="11296"/>
                  </a:lnTo>
                  <a:cubicBezTo>
                    <a:pt x="7068" y="11296"/>
                    <a:pt x="7223" y="11265"/>
                    <a:pt x="7377" y="11234"/>
                  </a:cubicBezTo>
                  <a:lnTo>
                    <a:pt x="7377" y="11234"/>
                  </a:lnTo>
                  <a:cubicBezTo>
                    <a:pt x="7331" y="11666"/>
                    <a:pt x="6991" y="11882"/>
                    <a:pt x="6652" y="11882"/>
                  </a:cubicBezTo>
                  <a:cubicBezTo>
                    <a:pt x="6312" y="11882"/>
                    <a:pt x="5973" y="11666"/>
                    <a:pt x="5926" y="11234"/>
                  </a:cubicBezTo>
                  <a:close/>
                  <a:moveTo>
                    <a:pt x="1297" y="7654"/>
                  </a:moveTo>
                  <a:cubicBezTo>
                    <a:pt x="1390" y="7685"/>
                    <a:pt x="1513" y="7685"/>
                    <a:pt x="1606" y="7685"/>
                  </a:cubicBezTo>
                  <a:lnTo>
                    <a:pt x="1667" y="7685"/>
                  </a:lnTo>
                  <a:cubicBezTo>
                    <a:pt x="2130" y="9074"/>
                    <a:pt x="3149" y="10216"/>
                    <a:pt x="4476" y="10833"/>
                  </a:cubicBezTo>
                  <a:cubicBezTo>
                    <a:pt x="3982" y="11388"/>
                    <a:pt x="3612" y="12067"/>
                    <a:pt x="3457" y="12777"/>
                  </a:cubicBezTo>
                  <a:cubicBezTo>
                    <a:pt x="3087" y="12561"/>
                    <a:pt x="2840" y="12160"/>
                    <a:pt x="2840" y="11728"/>
                  </a:cubicBezTo>
                  <a:lnTo>
                    <a:pt x="2840" y="11759"/>
                  </a:lnTo>
                  <a:cubicBezTo>
                    <a:pt x="2840" y="11450"/>
                    <a:pt x="2717" y="11172"/>
                    <a:pt x="2501" y="10956"/>
                  </a:cubicBezTo>
                  <a:cubicBezTo>
                    <a:pt x="2223" y="10709"/>
                    <a:pt x="2007" y="10432"/>
                    <a:pt x="1822" y="10123"/>
                  </a:cubicBezTo>
                  <a:cubicBezTo>
                    <a:pt x="1421" y="9352"/>
                    <a:pt x="1205" y="8518"/>
                    <a:pt x="1235" y="7654"/>
                  </a:cubicBezTo>
                  <a:close/>
                  <a:moveTo>
                    <a:pt x="6636" y="6512"/>
                  </a:moveTo>
                  <a:cubicBezTo>
                    <a:pt x="7037" y="6574"/>
                    <a:pt x="7408" y="6790"/>
                    <a:pt x="7655" y="7099"/>
                  </a:cubicBezTo>
                  <a:cubicBezTo>
                    <a:pt x="8087" y="7562"/>
                    <a:pt x="8642" y="7870"/>
                    <a:pt x="9229" y="7994"/>
                  </a:cubicBezTo>
                  <a:cubicBezTo>
                    <a:pt x="9310" y="8001"/>
                    <a:pt x="9392" y="8005"/>
                    <a:pt x="9473" y="8005"/>
                  </a:cubicBezTo>
                  <a:cubicBezTo>
                    <a:pt x="10038" y="8005"/>
                    <a:pt x="10587" y="7820"/>
                    <a:pt x="11019" y="7469"/>
                  </a:cubicBezTo>
                  <a:cubicBezTo>
                    <a:pt x="11142" y="7376"/>
                    <a:pt x="11266" y="7284"/>
                    <a:pt x="11358" y="7160"/>
                  </a:cubicBezTo>
                  <a:lnTo>
                    <a:pt x="11358" y="7160"/>
                  </a:lnTo>
                  <a:cubicBezTo>
                    <a:pt x="11358" y="7222"/>
                    <a:pt x="11327" y="7284"/>
                    <a:pt x="11296" y="7346"/>
                  </a:cubicBezTo>
                  <a:cubicBezTo>
                    <a:pt x="11111" y="8117"/>
                    <a:pt x="10710" y="8827"/>
                    <a:pt x="10154" y="9413"/>
                  </a:cubicBezTo>
                  <a:cubicBezTo>
                    <a:pt x="10062" y="9475"/>
                    <a:pt x="10062" y="9598"/>
                    <a:pt x="10154" y="9691"/>
                  </a:cubicBezTo>
                  <a:cubicBezTo>
                    <a:pt x="10201" y="9722"/>
                    <a:pt x="10255" y="9737"/>
                    <a:pt x="10305" y="9737"/>
                  </a:cubicBezTo>
                  <a:cubicBezTo>
                    <a:pt x="10355" y="9737"/>
                    <a:pt x="10401" y="9722"/>
                    <a:pt x="10432" y="9691"/>
                  </a:cubicBezTo>
                  <a:cubicBezTo>
                    <a:pt x="10803" y="9290"/>
                    <a:pt x="11111" y="8858"/>
                    <a:pt x="11327" y="8364"/>
                  </a:cubicBezTo>
                  <a:cubicBezTo>
                    <a:pt x="11389" y="8271"/>
                    <a:pt x="11451" y="8148"/>
                    <a:pt x="11482" y="8025"/>
                  </a:cubicBezTo>
                  <a:cubicBezTo>
                    <a:pt x="11543" y="7932"/>
                    <a:pt x="11574" y="7808"/>
                    <a:pt x="11605" y="7716"/>
                  </a:cubicBezTo>
                  <a:lnTo>
                    <a:pt x="11667" y="7716"/>
                  </a:lnTo>
                  <a:cubicBezTo>
                    <a:pt x="11759" y="7716"/>
                    <a:pt x="11883" y="7685"/>
                    <a:pt x="11975" y="7654"/>
                  </a:cubicBezTo>
                  <a:lnTo>
                    <a:pt x="12006" y="7654"/>
                  </a:lnTo>
                  <a:cubicBezTo>
                    <a:pt x="12068" y="8518"/>
                    <a:pt x="11852" y="9382"/>
                    <a:pt x="11451" y="10123"/>
                  </a:cubicBezTo>
                  <a:cubicBezTo>
                    <a:pt x="11266" y="10432"/>
                    <a:pt x="11049" y="10709"/>
                    <a:pt x="10772" y="10956"/>
                  </a:cubicBezTo>
                  <a:cubicBezTo>
                    <a:pt x="10556" y="11172"/>
                    <a:pt x="10432" y="11450"/>
                    <a:pt x="10432" y="11759"/>
                  </a:cubicBezTo>
                  <a:cubicBezTo>
                    <a:pt x="10432" y="12191"/>
                    <a:pt x="10216" y="12592"/>
                    <a:pt x="9815" y="12808"/>
                  </a:cubicBezTo>
                  <a:cubicBezTo>
                    <a:pt x="9630" y="12067"/>
                    <a:pt x="9290" y="11419"/>
                    <a:pt x="8797" y="10864"/>
                  </a:cubicBezTo>
                  <a:cubicBezTo>
                    <a:pt x="9105" y="10709"/>
                    <a:pt x="9414" y="10524"/>
                    <a:pt x="9722" y="10339"/>
                  </a:cubicBezTo>
                  <a:lnTo>
                    <a:pt x="9846" y="10247"/>
                  </a:lnTo>
                  <a:cubicBezTo>
                    <a:pt x="10021" y="10096"/>
                    <a:pt x="9892" y="9865"/>
                    <a:pt x="9722" y="9865"/>
                  </a:cubicBezTo>
                  <a:cubicBezTo>
                    <a:pt x="9682" y="9865"/>
                    <a:pt x="9640" y="9878"/>
                    <a:pt x="9599" y="9907"/>
                  </a:cubicBezTo>
                  <a:cubicBezTo>
                    <a:pt x="9229" y="10216"/>
                    <a:pt x="8797" y="10432"/>
                    <a:pt x="8364" y="10617"/>
                  </a:cubicBezTo>
                  <a:cubicBezTo>
                    <a:pt x="7826" y="10819"/>
                    <a:pt x="7260" y="10920"/>
                    <a:pt x="6691" y="10920"/>
                  </a:cubicBezTo>
                  <a:cubicBezTo>
                    <a:pt x="6217" y="10920"/>
                    <a:pt x="5741" y="10850"/>
                    <a:pt x="5278" y="10709"/>
                  </a:cubicBezTo>
                  <a:cubicBezTo>
                    <a:pt x="3704" y="10247"/>
                    <a:pt x="2470" y="9012"/>
                    <a:pt x="2007" y="7438"/>
                  </a:cubicBezTo>
                  <a:cubicBezTo>
                    <a:pt x="1976" y="7346"/>
                    <a:pt x="1945" y="7253"/>
                    <a:pt x="1945" y="7191"/>
                  </a:cubicBezTo>
                  <a:lnTo>
                    <a:pt x="1945" y="7191"/>
                  </a:lnTo>
                  <a:cubicBezTo>
                    <a:pt x="2254" y="7531"/>
                    <a:pt x="2655" y="7808"/>
                    <a:pt x="3087" y="7932"/>
                  </a:cubicBezTo>
                  <a:cubicBezTo>
                    <a:pt x="3303" y="7978"/>
                    <a:pt x="3519" y="8001"/>
                    <a:pt x="3731" y="8001"/>
                  </a:cubicBezTo>
                  <a:cubicBezTo>
                    <a:pt x="3944" y="8001"/>
                    <a:pt x="4152" y="7978"/>
                    <a:pt x="4352" y="7932"/>
                  </a:cubicBezTo>
                  <a:cubicBezTo>
                    <a:pt x="4846" y="7778"/>
                    <a:pt x="5278" y="7500"/>
                    <a:pt x="5618" y="7099"/>
                  </a:cubicBezTo>
                  <a:cubicBezTo>
                    <a:pt x="5865" y="6790"/>
                    <a:pt x="6235" y="6574"/>
                    <a:pt x="6636" y="6512"/>
                  </a:cubicBezTo>
                  <a:close/>
                  <a:moveTo>
                    <a:pt x="4877" y="11018"/>
                  </a:moveTo>
                  <a:cubicBezTo>
                    <a:pt x="5001" y="11049"/>
                    <a:pt x="5093" y="11080"/>
                    <a:pt x="5217" y="11111"/>
                  </a:cubicBezTo>
                  <a:lnTo>
                    <a:pt x="5217" y="13394"/>
                  </a:lnTo>
                  <a:lnTo>
                    <a:pt x="4692" y="13394"/>
                  </a:lnTo>
                  <a:lnTo>
                    <a:pt x="4692" y="12623"/>
                  </a:lnTo>
                  <a:cubicBezTo>
                    <a:pt x="4661" y="12530"/>
                    <a:pt x="4576" y="12484"/>
                    <a:pt x="4491" y="12484"/>
                  </a:cubicBezTo>
                  <a:cubicBezTo>
                    <a:pt x="4406" y="12484"/>
                    <a:pt x="4322" y="12530"/>
                    <a:pt x="4291" y="12623"/>
                  </a:cubicBezTo>
                  <a:lnTo>
                    <a:pt x="4291" y="13394"/>
                  </a:lnTo>
                  <a:lnTo>
                    <a:pt x="3766" y="13394"/>
                  </a:lnTo>
                  <a:cubicBezTo>
                    <a:pt x="3859" y="12499"/>
                    <a:pt x="4260" y="11666"/>
                    <a:pt x="4877" y="11018"/>
                  </a:cubicBezTo>
                  <a:close/>
                  <a:moveTo>
                    <a:pt x="5618" y="11543"/>
                  </a:moveTo>
                  <a:cubicBezTo>
                    <a:pt x="5834" y="11913"/>
                    <a:pt x="6173" y="12191"/>
                    <a:pt x="6605" y="12314"/>
                  </a:cubicBezTo>
                  <a:lnTo>
                    <a:pt x="6667" y="12314"/>
                  </a:lnTo>
                  <a:cubicBezTo>
                    <a:pt x="7068" y="12191"/>
                    <a:pt x="7439" y="11913"/>
                    <a:pt x="7655" y="11574"/>
                  </a:cubicBezTo>
                  <a:lnTo>
                    <a:pt x="7655" y="13394"/>
                  </a:lnTo>
                  <a:lnTo>
                    <a:pt x="5618" y="13394"/>
                  </a:lnTo>
                  <a:lnTo>
                    <a:pt x="5618" y="11543"/>
                  </a:lnTo>
                  <a:close/>
                  <a:moveTo>
                    <a:pt x="8395" y="11018"/>
                  </a:moveTo>
                  <a:lnTo>
                    <a:pt x="8395" y="11049"/>
                  </a:lnTo>
                  <a:cubicBezTo>
                    <a:pt x="8920" y="11574"/>
                    <a:pt x="9259" y="12222"/>
                    <a:pt x="9445" y="12932"/>
                  </a:cubicBezTo>
                  <a:cubicBezTo>
                    <a:pt x="9445" y="12962"/>
                    <a:pt x="9445" y="12993"/>
                    <a:pt x="9445" y="13024"/>
                  </a:cubicBezTo>
                  <a:cubicBezTo>
                    <a:pt x="9460" y="13040"/>
                    <a:pt x="9460" y="13040"/>
                    <a:pt x="9456" y="13040"/>
                  </a:cubicBezTo>
                  <a:cubicBezTo>
                    <a:pt x="9452" y="13040"/>
                    <a:pt x="9445" y="13040"/>
                    <a:pt x="9445" y="13055"/>
                  </a:cubicBezTo>
                  <a:cubicBezTo>
                    <a:pt x="9445" y="13178"/>
                    <a:pt x="9476" y="13271"/>
                    <a:pt x="9506" y="13394"/>
                  </a:cubicBezTo>
                  <a:lnTo>
                    <a:pt x="8982" y="13394"/>
                  </a:lnTo>
                  <a:lnTo>
                    <a:pt x="8982" y="12623"/>
                  </a:lnTo>
                  <a:cubicBezTo>
                    <a:pt x="8982" y="12530"/>
                    <a:pt x="8889" y="12438"/>
                    <a:pt x="8766" y="12438"/>
                  </a:cubicBezTo>
                  <a:cubicBezTo>
                    <a:pt x="8673" y="12438"/>
                    <a:pt x="8581" y="12530"/>
                    <a:pt x="8581" y="12623"/>
                  </a:cubicBezTo>
                  <a:lnTo>
                    <a:pt x="8581" y="13394"/>
                  </a:lnTo>
                  <a:lnTo>
                    <a:pt x="8056" y="13394"/>
                  </a:lnTo>
                  <a:lnTo>
                    <a:pt x="8056" y="11111"/>
                  </a:lnTo>
                  <a:cubicBezTo>
                    <a:pt x="8148" y="11111"/>
                    <a:pt x="8272" y="11049"/>
                    <a:pt x="8395" y="11018"/>
                  </a:cubicBezTo>
                  <a:close/>
                  <a:moveTo>
                    <a:pt x="6636" y="0"/>
                  </a:moveTo>
                  <a:cubicBezTo>
                    <a:pt x="3581" y="0"/>
                    <a:pt x="989" y="2284"/>
                    <a:pt x="618" y="5340"/>
                  </a:cubicBezTo>
                  <a:cubicBezTo>
                    <a:pt x="1" y="5957"/>
                    <a:pt x="94" y="7006"/>
                    <a:pt x="865" y="7469"/>
                  </a:cubicBezTo>
                  <a:cubicBezTo>
                    <a:pt x="772" y="8457"/>
                    <a:pt x="1019" y="9444"/>
                    <a:pt x="1482" y="10339"/>
                  </a:cubicBezTo>
                  <a:cubicBezTo>
                    <a:pt x="1698" y="10679"/>
                    <a:pt x="1945" y="11018"/>
                    <a:pt x="2254" y="11265"/>
                  </a:cubicBezTo>
                  <a:cubicBezTo>
                    <a:pt x="2377" y="11419"/>
                    <a:pt x="2439" y="11604"/>
                    <a:pt x="2439" y="11790"/>
                  </a:cubicBezTo>
                  <a:cubicBezTo>
                    <a:pt x="2470" y="12253"/>
                    <a:pt x="2562" y="12715"/>
                    <a:pt x="3365" y="13240"/>
                  </a:cubicBezTo>
                  <a:cubicBezTo>
                    <a:pt x="3365" y="13364"/>
                    <a:pt x="3365" y="13487"/>
                    <a:pt x="3365" y="13610"/>
                  </a:cubicBezTo>
                  <a:cubicBezTo>
                    <a:pt x="3365" y="13734"/>
                    <a:pt x="3457" y="13826"/>
                    <a:pt x="3550" y="13826"/>
                  </a:cubicBezTo>
                  <a:lnTo>
                    <a:pt x="9722" y="13826"/>
                  </a:lnTo>
                  <a:cubicBezTo>
                    <a:pt x="9815" y="13826"/>
                    <a:pt x="9908" y="13734"/>
                    <a:pt x="9908" y="13610"/>
                  </a:cubicBezTo>
                  <a:cubicBezTo>
                    <a:pt x="9908" y="13487"/>
                    <a:pt x="9908" y="13364"/>
                    <a:pt x="9908" y="13240"/>
                  </a:cubicBezTo>
                  <a:cubicBezTo>
                    <a:pt x="10710" y="12715"/>
                    <a:pt x="10803" y="12283"/>
                    <a:pt x="10864" y="11790"/>
                  </a:cubicBezTo>
                  <a:cubicBezTo>
                    <a:pt x="10864" y="11604"/>
                    <a:pt x="10926" y="11419"/>
                    <a:pt x="11019" y="11265"/>
                  </a:cubicBezTo>
                  <a:cubicBezTo>
                    <a:pt x="11327" y="11018"/>
                    <a:pt x="11605" y="10709"/>
                    <a:pt x="11790" y="10339"/>
                  </a:cubicBezTo>
                  <a:cubicBezTo>
                    <a:pt x="12284" y="9475"/>
                    <a:pt x="12500" y="8487"/>
                    <a:pt x="12438" y="7500"/>
                  </a:cubicBezTo>
                  <a:cubicBezTo>
                    <a:pt x="12839" y="7222"/>
                    <a:pt x="13055" y="6790"/>
                    <a:pt x="13086" y="6327"/>
                  </a:cubicBezTo>
                  <a:lnTo>
                    <a:pt x="13055" y="6296"/>
                  </a:lnTo>
                  <a:cubicBezTo>
                    <a:pt x="13055" y="5926"/>
                    <a:pt x="12901" y="5586"/>
                    <a:pt x="12654" y="5340"/>
                  </a:cubicBezTo>
                  <a:cubicBezTo>
                    <a:pt x="12284" y="2284"/>
                    <a:pt x="9692" y="0"/>
                    <a:pt x="6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25" name="Google Shape;13725;p88"/>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Premium Icons</a:t>
            </a:r>
            <a:endParaRPr/>
          </a:p>
        </p:txBody>
      </p:sp>
    </p:spTree>
  </p:cSld>
  <p:clrMapOvr>
    <a:masterClrMapping/>
  </p:clrMapOvr>
</p:sld>
</file>

<file path=ppt/slides/slide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729" name="Shape 13729"/>
        <p:cNvGrpSpPr/>
        <p:nvPr/>
      </p:nvGrpSpPr>
      <p:grpSpPr>
        <a:xfrm>
          <a:off x="0" y="0"/>
          <a:ext cx="0" cy="0"/>
          <a:chOff x="0" y="0"/>
          <a:chExt cx="0" cy="0"/>
        </a:xfrm>
      </p:grpSpPr>
      <p:grpSp>
        <p:nvGrpSpPr>
          <p:cNvPr id="13730" name="Google Shape;13730;p89"/>
          <p:cNvGrpSpPr/>
          <p:nvPr/>
        </p:nvGrpSpPr>
        <p:grpSpPr>
          <a:xfrm>
            <a:off x="1052575" y="1765913"/>
            <a:ext cx="363425" cy="363425"/>
            <a:chOff x="6243125" y="3052825"/>
            <a:chExt cx="363425" cy="363425"/>
          </a:xfrm>
        </p:grpSpPr>
        <p:sp>
          <p:nvSpPr>
            <p:cNvPr id="13731" name="Google Shape;13731;p89"/>
            <p:cNvSpPr/>
            <p:nvPr/>
          </p:nvSpPr>
          <p:spPr>
            <a:xfrm>
              <a:off x="6243125" y="3052825"/>
              <a:ext cx="363425" cy="363425"/>
            </a:xfrm>
            <a:custGeom>
              <a:rect b="b" l="l" r="r" t="t"/>
              <a:pathLst>
                <a:path extrusionOk="0" h="14537" w="14537">
                  <a:moveTo>
                    <a:pt x="13673" y="556"/>
                  </a:moveTo>
                  <a:cubicBezTo>
                    <a:pt x="13827" y="556"/>
                    <a:pt x="13951" y="711"/>
                    <a:pt x="13951" y="865"/>
                  </a:cubicBezTo>
                  <a:lnTo>
                    <a:pt x="13951" y="10401"/>
                  </a:lnTo>
                  <a:lnTo>
                    <a:pt x="8550" y="10401"/>
                  </a:lnTo>
                  <a:cubicBezTo>
                    <a:pt x="8531" y="10399"/>
                    <a:pt x="8513" y="10397"/>
                    <a:pt x="8496" y="10397"/>
                  </a:cubicBezTo>
                  <a:cubicBezTo>
                    <a:pt x="8136" y="10397"/>
                    <a:pt x="8136" y="10961"/>
                    <a:pt x="8496" y="10961"/>
                  </a:cubicBezTo>
                  <a:cubicBezTo>
                    <a:pt x="8513" y="10961"/>
                    <a:pt x="8531" y="10960"/>
                    <a:pt x="8550" y="10957"/>
                  </a:cubicBezTo>
                  <a:lnTo>
                    <a:pt x="13951" y="10957"/>
                  </a:lnTo>
                  <a:lnTo>
                    <a:pt x="13951" y="11790"/>
                  </a:lnTo>
                  <a:cubicBezTo>
                    <a:pt x="13951" y="11975"/>
                    <a:pt x="13827" y="12099"/>
                    <a:pt x="13673" y="12099"/>
                  </a:cubicBezTo>
                  <a:lnTo>
                    <a:pt x="834" y="12099"/>
                  </a:lnTo>
                  <a:cubicBezTo>
                    <a:pt x="680" y="12099"/>
                    <a:pt x="556" y="11975"/>
                    <a:pt x="556" y="11821"/>
                  </a:cubicBezTo>
                  <a:lnTo>
                    <a:pt x="556" y="10957"/>
                  </a:lnTo>
                  <a:lnTo>
                    <a:pt x="5957" y="10957"/>
                  </a:lnTo>
                  <a:cubicBezTo>
                    <a:pt x="6297" y="10926"/>
                    <a:pt x="6297" y="10432"/>
                    <a:pt x="5957" y="10401"/>
                  </a:cubicBezTo>
                  <a:lnTo>
                    <a:pt x="556" y="10401"/>
                  </a:lnTo>
                  <a:lnTo>
                    <a:pt x="556" y="865"/>
                  </a:lnTo>
                  <a:cubicBezTo>
                    <a:pt x="556" y="711"/>
                    <a:pt x="680" y="556"/>
                    <a:pt x="834" y="556"/>
                  </a:cubicBezTo>
                  <a:close/>
                  <a:moveTo>
                    <a:pt x="8673" y="12685"/>
                  </a:moveTo>
                  <a:lnTo>
                    <a:pt x="8673" y="13981"/>
                  </a:lnTo>
                  <a:lnTo>
                    <a:pt x="5834" y="13981"/>
                  </a:lnTo>
                  <a:lnTo>
                    <a:pt x="5834" y="12685"/>
                  </a:lnTo>
                  <a:close/>
                  <a:moveTo>
                    <a:pt x="13673" y="1"/>
                  </a:moveTo>
                  <a:lnTo>
                    <a:pt x="13673" y="32"/>
                  </a:lnTo>
                  <a:lnTo>
                    <a:pt x="834" y="32"/>
                  </a:lnTo>
                  <a:cubicBezTo>
                    <a:pt x="371" y="32"/>
                    <a:pt x="1" y="402"/>
                    <a:pt x="1" y="865"/>
                  </a:cubicBezTo>
                  <a:lnTo>
                    <a:pt x="1" y="11821"/>
                  </a:lnTo>
                  <a:cubicBezTo>
                    <a:pt x="1" y="12284"/>
                    <a:pt x="371" y="12685"/>
                    <a:pt x="834" y="12685"/>
                  </a:cubicBezTo>
                  <a:lnTo>
                    <a:pt x="5278" y="12685"/>
                  </a:lnTo>
                  <a:lnTo>
                    <a:pt x="5278" y="13981"/>
                  </a:lnTo>
                  <a:lnTo>
                    <a:pt x="3859" y="13981"/>
                  </a:lnTo>
                  <a:cubicBezTo>
                    <a:pt x="3704" y="13981"/>
                    <a:pt x="3550" y="14105"/>
                    <a:pt x="3581" y="14259"/>
                  </a:cubicBezTo>
                  <a:cubicBezTo>
                    <a:pt x="3581" y="14413"/>
                    <a:pt x="3704" y="14537"/>
                    <a:pt x="3859" y="14537"/>
                  </a:cubicBezTo>
                  <a:lnTo>
                    <a:pt x="10648" y="14537"/>
                  </a:lnTo>
                  <a:cubicBezTo>
                    <a:pt x="10833" y="14537"/>
                    <a:pt x="10957" y="14413"/>
                    <a:pt x="10957" y="14259"/>
                  </a:cubicBezTo>
                  <a:cubicBezTo>
                    <a:pt x="10957" y="14105"/>
                    <a:pt x="10833" y="13981"/>
                    <a:pt x="10648" y="13981"/>
                  </a:cubicBezTo>
                  <a:lnTo>
                    <a:pt x="9260" y="13981"/>
                  </a:lnTo>
                  <a:lnTo>
                    <a:pt x="9260" y="12685"/>
                  </a:lnTo>
                  <a:lnTo>
                    <a:pt x="13673" y="12685"/>
                  </a:lnTo>
                  <a:cubicBezTo>
                    <a:pt x="14136" y="12685"/>
                    <a:pt x="14537" y="12284"/>
                    <a:pt x="14537" y="11821"/>
                  </a:cubicBezTo>
                  <a:lnTo>
                    <a:pt x="14537" y="865"/>
                  </a:lnTo>
                  <a:cubicBezTo>
                    <a:pt x="14537" y="371"/>
                    <a:pt x="14136" y="1"/>
                    <a:pt x="136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2" name="Google Shape;13732;p89"/>
            <p:cNvSpPr/>
            <p:nvPr/>
          </p:nvSpPr>
          <p:spPr>
            <a:xfrm>
              <a:off x="6285575" y="3097575"/>
              <a:ext cx="277775" cy="78725"/>
            </a:xfrm>
            <a:custGeom>
              <a:rect b="b" l="l" r="r" t="t"/>
              <a:pathLst>
                <a:path extrusionOk="0" h="3149" w="11111">
                  <a:moveTo>
                    <a:pt x="10555" y="556"/>
                  </a:moveTo>
                  <a:lnTo>
                    <a:pt x="10555" y="2562"/>
                  </a:lnTo>
                  <a:lnTo>
                    <a:pt x="556" y="2562"/>
                  </a:lnTo>
                  <a:lnTo>
                    <a:pt x="556" y="556"/>
                  </a:lnTo>
                  <a:close/>
                  <a:moveTo>
                    <a:pt x="278" y="1"/>
                  </a:moveTo>
                  <a:cubicBezTo>
                    <a:pt x="124" y="1"/>
                    <a:pt x="0" y="124"/>
                    <a:pt x="0" y="279"/>
                  </a:cubicBezTo>
                  <a:lnTo>
                    <a:pt x="0" y="2871"/>
                  </a:lnTo>
                  <a:cubicBezTo>
                    <a:pt x="0" y="3025"/>
                    <a:pt x="124" y="3149"/>
                    <a:pt x="278" y="3149"/>
                  </a:cubicBezTo>
                  <a:lnTo>
                    <a:pt x="278" y="3118"/>
                  </a:lnTo>
                  <a:lnTo>
                    <a:pt x="10833" y="3118"/>
                  </a:lnTo>
                  <a:cubicBezTo>
                    <a:pt x="10987" y="3118"/>
                    <a:pt x="11111" y="2995"/>
                    <a:pt x="11111" y="2840"/>
                  </a:cubicBezTo>
                  <a:lnTo>
                    <a:pt x="11111" y="279"/>
                  </a:lnTo>
                  <a:cubicBezTo>
                    <a:pt x="11111" y="124"/>
                    <a:pt x="10987" y="1"/>
                    <a:pt x="108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3" name="Google Shape;13733;p89"/>
            <p:cNvSpPr/>
            <p:nvPr/>
          </p:nvSpPr>
          <p:spPr>
            <a:xfrm>
              <a:off x="6285575" y="3204050"/>
              <a:ext cx="125000" cy="77950"/>
            </a:xfrm>
            <a:custGeom>
              <a:rect b="b" l="l" r="r" t="t"/>
              <a:pathLst>
                <a:path extrusionOk="0" h="3118" w="5000">
                  <a:moveTo>
                    <a:pt x="4414" y="556"/>
                  </a:moveTo>
                  <a:lnTo>
                    <a:pt x="4414" y="2562"/>
                  </a:lnTo>
                  <a:lnTo>
                    <a:pt x="556" y="2562"/>
                  </a:lnTo>
                  <a:lnTo>
                    <a:pt x="556" y="556"/>
                  </a:lnTo>
                  <a:close/>
                  <a:moveTo>
                    <a:pt x="278" y="1"/>
                  </a:moveTo>
                  <a:cubicBezTo>
                    <a:pt x="124" y="1"/>
                    <a:pt x="0" y="124"/>
                    <a:pt x="0" y="279"/>
                  </a:cubicBezTo>
                  <a:lnTo>
                    <a:pt x="0" y="2840"/>
                  </a:lnTo>
                  <a:cubicBezTo>
                    <a:pt x="0" y="2994"/>
                    <a:pt x="124" y="3118"/>
                    <a:pt x="278" y="3118"/>
                  </a:cubicBezTo>
                  <a:lnTo>
                    <a:pt x="4722" y="3118"/>
                  </a:lnTo>
                  <a:cubicBezTo>
                    <a:pt x="4877" y="3118"/>
                    <a:pt x="5000" y="2994"/>
                    <a:pt x="5000" y="2840"/>
                  </a:cubicBezTo>
                  <a:lnTo>
                    <a:pt x="5000" y="279"/>
                  </a:lnTo>
                  <a:cubicBezTo>
                    <a:pt x="5000" y="124"/>
                    <a:pt x="4877" y="1"/>
                    <a:pt x="47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4" name="Google Shape;13734;p89"/>
            <p:cNvSpPr/>
            <p:nvPr/>
          </p:nvSpPr>
          <p:spPr>
            <a:xfrm>
              <a:off x="6438350" y="3204050"/>
              <a:ext cx="125000" cy="77950"/>
            </a:xfrm>
            <a:custGeom>
              <a:rect b="b" l="l" r="r" t="t"/>
              <a:pathLst>
                <a:path extrusionOk="0" h="3118" w="5000">
                  <a:moveTo>
                    <a:pt x="4444" y="556"/>
                  </a:moveTo>
                  <a:lnTo>
                    <a:pt x="4444" y="2562"/>
                  </a:lnTo>
                  <a:lnTo>
                    <a:pt x="586" y="2562"/>
                  </a:lnTo>
                  <a:lnTo>
                    <a:pt x="586" y="556"/>
                  </a:lnTo>
                  <a:close/>
                  <a:moveTo>
                    <a:pt x="309" y="1"/>
                  </a:moveTo>
                  <a:cubicBezTo>
                    <a:pt x="154" y="1"/>
                    <a:pt x="0" y="124"/>
                    <a:pt x="0" y="279"/>
                  </a:cubicBezTo>
                  <a:lnTo>
                    <a:pt x="0" y="2840"/>
                  </a:lnTo>
                  <a:cubicBezTo>
                    <a:pt x="0" y="2994"/>
                    <a:pt x="154" y="3118"/>
                    <a:pt x="309" y="3118"/>
                  </a:cubicBezTo>
                  <a:lnTo>
                    <a:pt x="4722" y="3118"/>
                  </a:lnTo>
                  <a:cubicBezTo>
                    <a:pt x="4876" y="3118"/>
                    <a:pt x="5000" y="2994"/>
                    <a:pt x="5000" y="2840"/>
                  </a:cubicBezTo>
                  <a:lnTo>
                    <a:pt x="5000" y="279"/>
                  </a:lnTo>
                  <a:cubicBezTo>
                    <a:pt x="5000" y="124"/>
                    <a:pt x="4876" y="1"/>
                    <a:pt x="47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5" name="Google Shape;13735;p89"/>
            <p:cNvSpPr/>
            <p:nvPr/>
          </p:nvSpPr>
          <p:spPr>
            <a:xfrm>
              <a:off x="6416650" y="3312350"/>
              <a:ext cx="15625" cy="14125"/>
            </a:xfrm>
            <a:custGeom>
              <a:rect b="b" l="l" r="r" t="t"/>
              <a:pathLst>
                <a:path extrusionOk="0" h="565" w="625">
                  <a:moveTo>
                    <a:pt x="318" y="1"/>
                  </a:moveTo>
                  <a:cubicBezTo>
                    <a:pt x="160" y="1"/>
                    <a:pt x="0" y="121"/>
                    <a:pt x="35" y="329"/>
                  </a:cubicBezTo>
                  <a:cubicBezTo>
                    <a:pt x="62" y="491"/>
                    <a:pt x="184" y="565"/>
                    <a:pt x="307" y="565"/>
                  </a:cubicBezTo>
                  <a:cubicBezTo>
                    <a:pt x="465" y="565"/>
                    <a:pt x="625" y="444"/>
                    <a:pt x="590" y="236"/>
                  </a:cubicBezTo>
                  <a:cubicBezTo>
                    <a:pt x="563" y="74"/>
                    <a:pt x="441" y="1"/>
                    <a:pt x="3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36" name="Google Shape;13736;p89"/>
          <p:cNvGrpSpPr/>
          <p:nvPr/>
        </p:nvGrpSpPr>
        <p:grpSpPr>
          <a:xfrm>
            <a:off x="1703363" y="1765913"/>
            <a:ext cx="387325" cy="363425"/>
            <a:chOff x="5481625" y="3052825"/>
            <a:chExt cx="387325" cy="363425"/>
          </a:xfrm>
        </p:grpSpPr>
        <p:sp>
          <p:nvSpPr>
            <p:cNvPr id="13737" name="Google Shape;13737;p89"/>
            <p:cNvSpPr/>
            <p:nvPr/>
          </p:nvSpPr>
          <p:spPr>
            <a:xfrm>
              <a:off x="5650600" y="3095400"/>
              <a:ext cx="66375" cy="57000"/>
            </a:xfrm>
            <a:custGeom>
              <a:rect b="b" l="l" r="r" t="t"/>
              <a:pathLst>
                <a:path extrusionOk="0" h="2280" w="2655">
                  <a:moveTo>
                    <a:pt x="1142" y="582"/>
                  </a:moveTo>
                  <a:cubicBezTo>
                    <a:pt x="1636" y="582"/>
                    <a:pt x="1883" y="1168"/>
                    <a:pt x="1512" y="1538"/>
                  </a:cubicBezTo>
                  <a:cubicBezTo>
                    <a:pt x="1404" y="1657"/>
                    <a:pt x="1267" y="1709"/>
                    <a:pt x="1131" y="1709"/>
                  </a:cubicBezTo>
                  <a:cubicBezTo>
                    <a:pt x="841" y="1709"/>
                    <a:pt x="556" y="1473"/>
                    <a:pt x="556" y="1137"/>
                  </a:cubicBezTo>
                  <a:cubicBezTo>
                    <a:pt x="556" y="829"/>
                    <a:pt x="802" y="582"/>
                    <a:pt x="1142" y="582"/>
                  </a:cubicBezTo>
                  <a:close/>
                  <a:moveTo>
                    <a:pt x="1134" y="1"/>
                  </a:moveTo>
                  <a:cubicBezTo>
                    <a:pt x="549" y="1"/>
                    <a:pt x="0" y="449"/>
                    <a:pt x="0" y="1137"/>
                  </a:cubicBezTo>
                  <a:cubicBezTo>
                    <a:pt x="0" y="1754"/>
                    <a:pt x="494" y="2279"/>
                    <a:pt x="1142" y="2279"/>
                  </a:cubicBezTo>
                  <a:cubicBezTo>
                    <a:pt x="2130" y="2279"/>
                    <a:pt x="2654" y="1045"/>
                    <a:pt x="1944" y="335"/>
                  </a:cubicBezTo>
                  <a:cubicBezTo>
                    <a:pt x="1704" y="104"/>
                    <a:pt x="1415" y="1"/>
                    <a:pt x="11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8" name="Google Shape;13738;p89"/>
            <p:cNvSpPr/>
            <p:nvPr/>
          </p:nvSpPr>
          <p:spPr>
            <a:xfrm>
              <a:off x="5550300" y="3295250"/>
              <a:ext cx="66375" cy="56975"/>
            </a:xfrm>
            <a:custGeom>
              <a:rect b="b" l="l" r="r" t="t"/>
              <a:pathLst>
                <a:path extrusionOk="0" h="2279" w="2655">
                  <a:moveTo>
                    <a:pt x="1142" y="581"/>
                  </a:moveTo>
                  <a:cubicBezTo>
                    <a:pt x="1636" y="581"/>
                    <a:pt x="1913" y="1198"/>
                    <a:pt x="1543" y="1538"/>
                  </a:cubicBezTo>
                  <a:cubicBezTo>
                    <a:pt x="1421" y="1660"/>
                    <a:pt x="1272" y="1715"/>
                    <a:pt x="1127" y="1715"/>
                  </a:cubicBezTo>
                  <a:cubicBezTo>
                    <a:pt x="833" y="1715"/>
                    <a:pt x="556" y="1488"/>
                    <a:pt x="556" y="1136"/>
                  </a:cubicBezTo>
                  <a:cubicBezTo>
                    <a:pt x="556" y="828"/>
                    <a:pt x="833" y="581"/>
                    <a:pt x="1142" y="581"/>
                  </a:cubicBezTo>
                  <a:close/>
                  <a:moveTo>
                    <a:pt x="1147" y="0"/>
                  </a:moveTo>
                  <a:cubicBezTo>
                    <a:pt x="563" y="0"/>
                    <a:pt x="0" y="449"/>
                    <a:pt x="0" y="1136"/>
                  </a:cubicBezTo>
                  <a:cubicBezTo>
                    <a:pt x="0" y="1754"/>
                    <a:pt x="525" y="2278"/>
                    <a:pt x="1142" y="2278"/>
                  </a:cubicBezTo>
                  <a:cubicBezTo>
                    <a:pt x="2160" y="2278"/>
                    <a:pt x="2654" y="1044"/>
                    <a:pt x="1944" y="334"/>
                  </a:cubicBezTo>
                  <a:cubicBezTo>
                    <a:pt x="1714" y="104"/>
                    <a:pt x="1428" y="0"/>
                    <a:pt x="11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9" name="Google Shape;13739;p89"/>
            <p:cNvSpPr/>
            <p:nvPr/>
          </p:nvSpPr>
          <p:spPr>
            <a:xfrm>
              <a:off x="5481625" y="3059950"/>
              <a:ext cx="387325" cy="356300"/>
            </a:xfrm>
            <a:custGeom>
              <a:rect b="b" l="l" r="r" t="t"/>
              <a:pathLst>
                <a:path extrusionOk="0" h="14252" w="15493">
                  <a:moveTo>
                    <a:pt x="7901" y="4530"/>
                  </a:moveTo>
                  <a:cubicBezTo>
                    <a:pt x="8426" y="4530"/>
                    <a:pt x="8919" y="4870"/>
                    <a:pt x="9166" y="5364"/>
                  </a:cubicBezTo>
                  <a:cubicBezTo>
                    <a:pt x="8765" y="5580"/>
                    <a:pt x="8325" y="5688"/>
                    <a:pt x="7886" y="5688"/>
                  </a:cubicBezTo>
                  <a:cubicBezTo>
                    <a:pt x="7446" y="5688"/>
                    <a:pt x="7006" y="5580"/>
                    <a:pt x="6605" y="5364"/>
                  </a:cubicBezTo>
                  <a:cubicBezTo>
                    <a:pt x="6852" y="4870"/>
                    <a:pt x="7345" y="4530"/>
                    <a:pt x="7901" y="4530"/>
                  </a:cubicBezTo>
                  <a:close/>
                  <a:moveTo>
                    <a:pt x="3889" y="8296"/>
                  </a:moveTo>
                  <a:cubicBezTo>
                    <a:pt x="4630" y="8296"/>
                    <a:pt x="5339" y="8573"/>
                    <a:pt x="5833" y="9129"/>
                  </a:cubicBezTo>
                  <a:cubicBezTo>
                    <a:pt x="6882" y="10240"/>
                    <a:pt x="6790" y="12030"/>
                    <a:pt x="5648" y="13017"/>
                  </a:cubicBezTo>
                  <a:cubicBezTo>
                    <a:pt x="5262" y="12323"/>
                    <a:pt x="4568" y="11976"/>
                    <a:pt x="3877" y="11976"/>
                  </a:cubicBezTo>
                  <a:cubicBezTo>
                    <a:pt x="3187" y="11976"/>
                    <a:pt x="2500" y="12323"/>
                    <a:pt x="2130" y="13017"/>
                  </a:cubicBezTo>
                  <a:cubicBezTo>
                    <a:pt x="247" y="11382"/>
                    <a:pt x="1389" y="8296"/>
                    <a:pt x="3889" y="8296"/>
                  </a:cubicBezTo>
                  <a:close/>
                  <a:moveTo>
                    <a:pt x="11859" y="8306"/>
                  </a:moveTo>
                  <a:cubicBezTo>
                    <a:pt x="13233" y="8306"/>
                    <a:pt x="14546" y="9365"/>
                    <a:pt x="14567" y="10981"/>
                  </a:cubicBezTo>
                  <a:lnTo>
                    <a:pt x="14598" y="10981"/>
                  </a:lnTo>
                  <a:cubicBezTo>
                    <a:pt x="14567" y="11783"/>
                    <a:pt x="14228" y="12524"/>
                    <a:pt x="13641" y="13017"/>
                  </a:cubicBezTo>
                  <a:cubicBezTo>
                    <a:pt x="13271" y="12323"/>
                    <a:pt x="12584" y="11976"/>
                    <a:pt x="11894" y="11976"/>
                  </a:cubicBezTo>
                  <a:cubicBezTo>
                    <a:pt x="11203" y="11976"/>
                    <a:pt x="10509" y="12323"/>
                    <a:pt x="10123" y="13017"/>
                  </a:cubicBezTo>
                  <a:cubicBezTo>
                    <a:pt x="8950" y="12030"/>
                    <a:pt x="8889" y="10240"/>
                    <a:pt x="9938" y="9129"/>
                  </a:cubicBezTo>
                  <a:cubicBezTo>
                    <a:pt x="10496" y="8560"/>
                    <a:pt x="11185" y="8306"/>
                    <a:pt x="11859" y="8306"/>
                  </a:cubicBezTo>
                  <a:close/>
                  <a:moveTo>
                    <a:pt x="3904" y="12547"/>
                  </a:moveTo>
                  <a:cubicBezTo>
                    <a:pt x="4414" y="12547"/>
                    <a:pt x="4923" y="12817"/>
                    <a:pt x="5185" y="13357"/>
                  </a:cubicBezTo>
                  <a:cubicBezTo>
                    <a:pt x="4784" y="13573"/>
                    <a:pt x="4344" y="13681"/>
                    <a:pt x="3904" y="13681"/>
                  </a:cubicBezTo>
                  <a:cubicBezTo>
                    <a:pt x="3465" y="13681"/>
                    <a:pt x="3025" y="13573"/>
                    <a:pt x="2624" y="13357"/>
                  </a:cubicBezTo>
                  <a:cubicBezTo>
                    <a:pt x="2886" y="12817"/>
                    <a:pt x="3395" y="12547"/>
                    <a:pt x="3904" y="12547"/>
                  </a:cubicBezTo>
                  <a:close/>
                  <a:moveTo>
                    <a:pt x="11909" y="12547"/>
                  </a:moveTo>
                  <a:cubicBezTo>
                    <a:pt x="12422" y="12547"/>
                    <a:pt x="12931" y="12817"/>
                    <a:pt x="13178" y="13357"/>
                  </a:cubicBezTo>
                  <a:cubicBezTo>
                    <a:pt x="12777" y="13573"/>
                    <a:pt x="12337" y="13681"/>
                    <a:pt x="11898" y="13681"/>
                  </a:cubicBezTo>
                  <a:cubicBezTo>
                    <a:pt x="11458" y="13681"/>
                    <a:pt x="11018" y="13573"/>
                    <a:pt x="10617" y="13357"/>
                  </a:cubicBezTo>
                  <a:cubicBezTo>
                    <a:pt x="10879" y="12817"/>
                    <a:pt x="11396" y="12547"/>
                    <a:pt x="11909" y="12547"/>
                  </a:cubicBezTo>
                  <a:close/>
                  <a:moveTo>
                    <a:pt x="6621" y="0"/>
                  </a:moveTo>
                  <a:cubicBezTo>
                    <a:pt x="6583" y="0"/>
                    <a:pt x="6545" y="8"/>
                    <a:pt x="6512" y="25"/>
                  </a:cubicBezTo>
                  <a:cubicBezTo>
                    <a:pt x="3457" y="1413"/>
                    <a:pt x="4259" y="5950"/>
                    <a:pt x="7592" y="6228"/>
                  </a:cubicBezTo>
                  <a:lnTo>
                    <a:pt x="7592" y="7833"/>
                  </a:lnTo>
                  <a:lnTo>
                    <a:pt x="6111" y="8573"/>
                  </a:lnTo>
                  <a:cubicBezTo>
                    <a:pt x="5470" y="7991"/>
                    <a:pt x="4680" y="7716"/>
                    <a:pt x="3899" y="7716"/>
                  </a:cubicBezTo>
                  <a:cubicBezTo>
                    <a:pt x="2612" y="7716"/>
                    <a:pt x="1352" y="8463"/>
                    <a:pt x="834" y="9808"/>
                  </a:cubicBezTo>
                  <a:cubicBezTo>
                    <a:pt x="0" y="11937"/>
                    <a:pt x="1574" y="14252"/>
                    <a:pt x="3889" y="14252"/>
                  </a:cubicBezTo>
                  <a:cubicBezTo>
                    <a:pt x="5679" y="14252"/>
                    <a:pt x="7160" y="12801"/>
                    <a:pt x="7160" y="10981"/>
                  </a:cubicBezTo>
                  <a:cubicBezTo>
                    <a:pt x="7160" y="10271"/>
                    <a:pt x="6913" y="9592"/>
                    <a:pt x="6481" y="9005"/>
                  </a:cubicBezTo>
                  <a:lnTo>
                    <a:pt x="7901" y="8326"/>
                  </a:lnTo>
                  <a:lnTo>
                    <a:pt x="9290" y="9005"/>
                  </a:lnTo>
                  <a:cubicBezTo>
                    <a:pt x="8271" y="10425"/>
                    <a:pt x="8518" y="12400"/>
                    <a:pt x="9876" y="13480"/>
                  </a:cubicBezTo>
                  <a:cubicBezTo>
                    <a:pt x="10472" y="13954"/>
                    <a:pt x="11186" y="14184"/>
                    <a:pt x="11896" y="14184"/>
                  </a:cubicBezTo>
                  <a:cubicBezTo>
                    <a:pt x="12806" y="14184"/>
                    <a:pt x="13710" y="13807"/>
                    <a:pt x="14351" y="13079"/>
                  </a:cubicBezTo>
                  <a:cubicBezTo>
                    <a:pt x="15493" y="11783"/>
                    <a:pt x="15400" y="9808"/>
                    <a:pt x="14166" y="8604"/>
                  </a:cubicBezTo>
                  <a:cubicBezTo>
                    <a:pt x="13525" y="7995"/>
                    <a:pt x="12702" y="7686"/>
                    <a:pt x="11882" y="7686"/>
                  </a:cubicBezTo>
                  <a:cubicBezTo>
                    <a:pt x="11082" y="7686"/>
                    <a:pt x="10285" y="7979"/>
                    <a:pt x="9660" y="8573"/>
                  </a:cubicBezTo>
                  <a:lnTo>
                    <a:pt x="8179" y="7833"/>
                  </a:lnTo>
                  <a:lnTo>
                    <a:pt x="8179" y="6228"/>
                  </a:lnTo>
                  <a:cubicBezTo>
                    <a:pt x="11512" y="5950"/>
                    <a:pt x="12283" y="1413"/>
                    <a:pt x="9259" y="25"/>
                  </a:cubicBezTo>
                  <a:cubicBezTo>
                    <a:pt x="9218" y="8"/>
                    <a:pt x="9176" y="0"/>
                    <a:pt x="9136" y="0"/>
                  </a:cubicBezTo>
                  <a:cubicBezTo>
                    <a:pt x="9026" y="0"/>
                    <a:pt x="8925" y="58"/>
                    <a:pt x="8858" y="148"/>
                  </a:cubicBezTo>
                  <a:cubicBezTo>
                    <a:pt x="8796" y="302"/>
                    <a:pt x="8858" y="488"/>
                    <a:pt x="9012" y="549"/>
                  </a:cubicBezTo>
                  <a:cubicBezTo>
                    <a:pt x="10802" y="1383"/>
                    <a:pt x="11111" y="3759"/>
                    <a:pt x="9629" y="5055"/>
                  </a:cubicBezTo>
                  <a:cubicBezTo>
                    <a:pt x="9259" y="4345"/>
                    <a:pt x="8572" y="3990"/>
                    <a:pt x="7886" y="3990"/>
                  </a:cubicBezTo>
                  <a:cubicBezTo>
                    <a:pt x="7199" y="3990"/>
                    <a:pt x="6512" y="4345"/>
                    <a:pt x="6142" y="5055"/>
                  </a:cubicBezTo>
                  <a:cubicBezTo>
                    <a:pt x="4630" y="3759"/>
                    <a:pt x="4969" y="1383"/>
                    <a:pt x="6759" y="549"/>
                  </a:cubicBezTo>
                  <a:cubicBezTo>
                    <a:pt x="6913" y="488"/>
                    <a:pt x="6975" y="302"/>
                    <a:pt x="6882" y="148"/>
                  </a:cubicBezTo>
                  <a:cubicBezTo>
                    <a:pt x="6837" y="58"/>
                    <a:pt x="6726" y="0"/>
                    <a:pt x="6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0" name="Google Shape;13740;p89"/>
            <p:cNvSpPr/>
            <p:nvPr/>
          </p:nvSpPr>
          <p:spPr>
            <a:xfrm>
              <a:off x="5750125" y="3295250"/>
              <a:ext cx="66375" cy="56975"/>
            </a:xfrm>
            <a:custGeom>
              <a:rect b="b" l="l" r="r" t="t"/>
              <a:pathLst>
                <a:path extrusionOk="0" h="2279" w="2655">
                  <a:moveTo>
                    <a:pt x="1142" y="581"/>
                  </a:moveTo>
                  <a:cubicBezTo>
                    <a:pt x="1667" y="581"/>
                    <a:pt x="1914" y="1198"/>
                    <a:pt x="1543" y="1538"/>
                  </a:cubicBezTo>
                  <a:cubicBezTo>
                    <a:pt x="1431" y="1660"/>
                    <a:pt x="1289" y="1715"/>
                    <a:pt x="1149" y="1715"/>
                  </a:cubicBezTo>
                  <a:cubicBezTo>
                    <a:pt x="864" y="1715"/>
                    <a:pt x="587" y="1488"/>
                    <a:pt x="587" y="1136"/>
                  </a:cubicBezTo>
                  <a:cubicBezTo>
                    <a:pt x="587" y="828"/>
                    <a:pt x="833" y="581"/>
                    <a:pt x="1142" y="581"/>
                  </a:cubicBezTo>
                  <a:close/>
                  <a:moveTo>
                    <a:pt x="1148" y="0"/>
                  </a:moveTo>
                  <a:cubicBezTo>
                    <a:pt x="563" y="0"/>
                    <a:pt x="0" y="449"/>
                    <a:pt x="0" y="1136"/>
                  </a:cubicBezTo>
                  <a:cubicBezTo>
                    <a:pt x="0" y="1754"/>
                    <a:pt x="525" y="2278"/>
                    <a:pt x="1142" y="2278"/>
                  </a:cubicBezTo>
                  <a:cubicBezTo>
                    <a:pt x="2161" y="2278"/>
                    <a:pt x="2654" y="1044"/>
                    <a:pt x="1945" y="334"/>
                  </a:cubicBezTo>
                  <a:cubicBezTo>
                    <a:pt x="1714" y="104"/>
                    <a:pt x="1428" y="0"/>
                    <a:pt x="11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1" name="Google Shape;13741;p89"/>
            <p:cNvSpPr/>
            <p:nvPr/>
          </p:nvSpPr>
          <p:spPr>
            <a:xfrm>
              <a:off x="5669100" y="3052825"/>
              <a:ext cx="17000" cy="14425"/>
            </a:xfrm>
            <a:custGeom>
              <a:rect b="b" l="l" r="r" t="t"/>
              <a:pathLst>
                <a:path extrusionOk="0" h="577" w="680">
                  <a:moveTo>
                    <a:pt x="402" y="1"/>
                  </a:moveTo>
                  <a:cubicBezTo>
                    <a:pt x="124" y="1"/>
                    <a:pt x="1" y="310"/>
                    <a:pt x="186" y="495"/>
                  </a:cubicBezTo>
                  <a:cubicBezTo>
                    <a:pt x="243" y="552"/>
                    <a:pt x="311" y="576"/>
                    <a:pt x="379" y="576"/>
                  </a:cubicBezTo>
                  <a:cubicBezTo>
                    <a:pt x="531" y="576"/>
                    <a:pt x="680" y="450"/>
                    <a:pt x="680" y="279"/>
                  </a:cubicBezTo>
                  <a:cubicBezTo>
                    <a:pt x="680" y="124"/>
                    <a:pt x="556" y="1"/>
                    <a:pt x="4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42" name="Google Shape;13742;p89"/>
          <p:cNvGrpSpPr/>
          <p:nvPr/>
        </p:nvGrpSpPr>
        <p:grpSpPr>
          <a:xfrm>
            <a:off x="2482750" y="1765575"/>
            <a:ext cx="312900" cy="364100"/>
            <a:chOff x="2518100" y="3601800"/>
            <a:chExt cx="312900" cy="364100"/>
          </a:xfrm>
        </p:grpSpPr>
        <p:sp>
          <p:nvSpPr>
            <p:cNvPr id="13743" name="Google Shape;13743;p89"/>
            <p:cNvSpPr/>
            <p:nvPr/>
          </p:nvSpPr>
          <p:spPr>
            <a:xfrm>
              <a:off x="2560550" y="3734875"/>
              <a:ext cx="156650" cy="141725"/>
            </a:xfrm>
            <a:custGeom>
              <a:rect b="b" l="l" r="r" t="t"/>
              <a:pathLst>
                <a:path extrusionOk="0" h="5669" w="6266">
                  <a:moveTo>
                    <a:pt x="3426" y="556"/>
                  </a:moveTo>
                  <a:lnTo>
                    <a:pt x="3426" y="1698"/>
                  </a:lnTo>
                  <a:cubicBezTo>
                    <a:pt x="2531" y="1822"/>
                    <a:pt x="1852" y="2531"/>
                    <a:pt x="1729" y="3396"/>
                  </a:cubicBezTo>
                  <a:lnTo>
                    <a:pt x="587" y="3396"/>
                  </a:lnTo>
                  <a:lnTo>
                    <a:pt x="587" y="556"/>
                  </a:lnTo>
                  <a:close/>
                  <a:moveTo>
                    <a:pt x="3426" y="2285"/>
                  </a:moveTo>
                  <a:lnTo>
                    <a:pt x="3426" y="3396"/>
                  </a:lnTo>
                  <a:lnTo>
                    <a:pt x="2315" y="3396"/>
                  </a:lnTo>
                  <a:cubicBezTo>
                    <a:pt x="2407" y="2840"/>
                    <a:pt x="2870" y="2408"/>
                    <a:pt x="3426" y="2285"/>
                  </a:cubicBezTo>
                  <a:close/>
                  <a:moveTo>
                    <a:pt x="3981" y="2285"/>
                  </a:moveTo>
                  <a:cubicBezTo>
                    <a:pt x="4630" y="2408"/>
                    <a:pt x="5123" y="2994"/>
                    <a:pt x="5123" y="3673"/>
                  </a:cubicBezTo>
                  <a:cubicBezTo>
                    <a:pt x="5107" y="4588"/>
                    <a:pt x="4391" y="5081"/>
                    <a:pt x="3682" y="5081"/>
                  </a:cubicBezTo>
                  <a:cubicBezTo>
                    <a:pt x="3074" y="5081"/>
                    <a:pt x="2471" y="4720"/>
                    <a:pt x="2315" y="3951"/>
                  </a:cubicBezTo>
                  <a:lnTo>
                    <a:pt x="3704" y="3951"/>
                  </a:lnTo>
                  <a:cubicBezTo>
                    <a:pt x="3858" y="3951"/>
                    <a:pt x="3981" y="3828"/>
                    <a:pt x="3981" y="3673"/>
                  </a:cubicBezTo>
                  <a:lnTo>
                    <a:pt x="3981" y="2285"/>
                  </a:lnTo>
                  <a:close/>
                  <a:moveTo>
                    <a:pt x="309" y="1"/>
                  </a:moveTo>
                  <a:cubicBezTo>
                    <a:pt x="124" y="1"/>
                    <a:pt x="0" y="124"/>
                    <a:pt x="0" y="279"/>
                  </a:cubicBezTo>
                  <a:lnTo>
                    <a:pt x="0" y="3673"/>
                  </a:lnTo>
                  <a:cubicBezTo>
                    <a:pt x="0" y="3828"/>
                    <a:pt x="124" y="3951"/>
                    <a:pt x="309" y="3951"/>
                  </a:cubicBezTo>
                  <a:lnTo>
                    <a:pt x="1729" y="3951"/>
                  </a:lnTo>
                  <a:cubicBezTo>
                    <a:pt x="1890" y="5021"/>
                    <a:pt x="2791" y="5669"/>
                    <a:pt x="3715" y="5669"/>
                  </a:cubicBezTo>
                  <a:cubicBezTo>
                    <a:pt x="4203" y="5669"/>
                    <a:pt x="4698" y="5488"/>
                    <a:pt x="5092" y="5093"/>
                  </a:cubicBezTo>
                  <a:cubicBezTo>
                    <a:pt x="6265" y="3920"/>
                    <a:pt x="5586" y="1945"/>
                    <a:pt x="3981" y="1698"/>
                  </a:cubicBezTo>
                  <a:lnTo>
                    <a:pt x="3981" y="279"/>
                  </a:lnTo>
                  <a:cubicBezTo>
                    <a:pt x="3981" y="124"/>
                    <a:pt x="3858" y="1"/>
                    <a:pt x="3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4" name="Google Shape;13744;p89"/>
            <p:cNvSpPr/>
            <p:nvPr/>
          </p:nvSpPr>
          <p:spPr>
            <a:xfrm>
              <a:off x="2557900" y="3904525"/>
              <a:ext cx="144625" cy="14100"/>
            </a:xfrm>
            <a:custGeom>
              <a:rect b="b" l="l" r="r" t="t"/>
              <a:pathLst>
                <a:path extrusionOk="0" h="564" w="5785">
                  <a:moveTo>
                    <a:pt x="361" y="0"/>
                  </a:moveTo>
                  <a:cubicBezTo>
                    <a:pt x="1" y="0"/>
                    <a:pt x="1" y="564"/>
                    <a:pt x="361" y="564"/>
                  </a:cubicBezTo>
                  <a:cubicBezTo>
                    <a:pt x="378" y="564"/>
                    <a:pt x="396" y="563"/>
                    <a:pt x="415" y="560"/>
                  </a:cubicBezTo>
                  <a:lnTo>
                    <a:pt x="5507" y="560"/>
                  </a:lnTo>
                  <a:cubicBezTo>
                    <a:pt x="5661" y="560"/>
                    <a:pt x="5785" y="436"/>
                    <a:pt x="5785" y="282"/>
                  </a:cubicBezTo>
                  <a:cubicBezTo>
                    <a:pt x="5785" y="128"/>
                    <a:pt x="5661" y="4"/>
                    <a:pt x="5507" y="4"/>
                  </a:cubicBezTo>
                  <a:lnTo>
                    <a:pt x="415" y="4"/>
                  </a:lnTo>
                  <a:cubicBezTo>
                    <a:pt x="396" y="2"/>
                    <a:pt x="378" y="0"/>
                    <a:pt x="3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5" name="Google Shape;13745;p89"/>
            <p:cNvSpPr/>
            <p:nvPr/>
          </p:nvSpPr>
          <p:spPr>
            <a:xfrm>
              <a:off x="2772325" y="3669300"/>
              <a:ext cx="58675" cy="250000"/>
            </a:xfrm>
            <a:custGeom>
              <a:rect b="b" l="l" r="r" t="t"/>
              <a:pathLst>
                <a:path extrusionOk="0" h="10000" w="2347">
                  <a:moveTo>
                    <a:pt x="1189" y="587"/>
                  </a:moveTo>
                  <a:cubicBezTo>
                    <a:pt x="1498" y="587"/>
                    <a:pt x="1745" y="865"/>
                    <a:pt x="1745" y="1173"/>
                  </a:cubicBezTo>
                  <a:lnTo>
                    <a:pt x="1745" y="1729"/>
                  </a:lnTo>
                  <a:lnTo>
                    <a:pt x="634" y="1729"/>
                  </a:lnTo>
                  <a:lnTo>
                    <a:pt x="634" y="1204"/>
                  </a:lnTo>
                  <a:cubicBezTo>
                    <a:pt x="604" y="911"/>
                    <a:pt x="853" y="646"/>
                    <a:pt x="1142" y="646"/>
                  </a:cubicBezTo>
                  <a:cubicBezTo>
                    <a:pt x="1158" y="646"/>
                    <a:pt x="1173" y="647"/>
                    <a:pt x="1189" y="649"/>
                  </a:cubicBezTo>
                  <a:lnTo>
                    <a:pt x="1189" y="587"/>
                  </a:lnTo>
                  <a:close/>
                  <a:moveTo>
                    <a:pt x="1745" y="2315"/>
                  </a:moveTo>
                  <a:lnTo>
                    <a:pt x="1745" y="6852"/>
                  </a:lnTo>
                  <a:lnTo>
                    <a:pt x="634" y="6852"/>
                  </a:lnTo>
                  <a:lnTo>
                    <a:pt x="634" y="2315"/>
                  </a:lnTo>
                  <a:close/>
                  <a:moveTo>
                    <a:pt x="1652" y="7407"/>
                  </a:moveTo>
                  <a:lnTo>
                    <a:pt x="1189" y="8796"/>
                  </a:lnTo>
                  <a:lnTo>
                    <a:pt x="726" y="7407"/>
                  </a:lnTo>
                  <a:close/>
                  <a:moveTo>
                    <a:pt x="1174" y="1"/>
                  </a:moveTo>
                  <a:cubicBezTo>
                    <a:pt x="587" y="1"/>
                    <a:pt x="1" y="402"/>
                    <a:pt x="47" y="1204"/>
                  </a:cubicBezTo>
                  <a:lnTo>
                    <a:pt x="47" y="7160"/>
                  </a:lnTo>
                  <a:cubicBezTo>
                    <a:pt x="16" y="7191"/>
                    <a:pt x="16" y="7222"/>
                    <a:pt x="47" y="7253"/>
                  </a:cubicBezTo>
                  <a:lnTo>
                    <a:pt x="78" y="7253"/>
                  </a:lnTo>
                  <a:lnTo>
                    <a:pt x="911" y="9784"/>
                  </a:lnTo>
                  <a:cubicBezTo>
                    <a:pt x="942" y="9907"/>
                    <a:pt x="1066" y="10000"/>
                    <a:pt x="1189" y="10000"/>
                  </a:cubicBezTo>
                  <a:cubicBezTo>
                    <a:pt x="1312" y="10000"/>
                    <a:pt x="1405" y="9907"/>
                    <a:pt x="1467" y="9784"/>
                  </a:cubicBezTo>
                  <a:lnTo>
                    <a:pt x="2300" y="7253"/>
                  </a:lnTo>
                  <a:cubicBezTo>
                    <a:pt x="2300" y="7222"/>
                    <a:pt x="2300" y="7191"/>
                    <a:pt x="2300" y="7160"/>
                  </a:cubicBezTo>
                  <a:lnTo>
                    <a:pt x="2300" y="1204"/>
                  </a:lnTo>
                  <a:cubicBezTo>
                    <a:pt x="2346" y="402"/>
                    <a:pt x="1760" y="1"/>
                    <a:pt x="11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6" name="Google Shape;13746;p89"/>
            <p:cNvSpPr/>
            <p:nvPr/>
          </p:nvSpPr>
          <p:spPr>
            <a:xfrm>
              <a:off x="2621325" y="3951675"/>
              <a:ext cx="18725" cy="14225"/>
            </a:xfrm>
            <a:custGeom>
              <a:rect b="b" l="l" r="r" t="t"/>
              <a:pathLst>
                <a:path extrusionOk="0" h="569" w="749">
                  <a:moveTo>
                    <a:pt x="415" y="1"/>
                  </a:moveTo>
                  <a:cubicBezTo>
                    <a:pt x="371" y="1"/>
                    <a:pt x="326" y="11"/>
                    <a:pt x="285" y="32"/>
                  </a:cubicBezTo>
                  <a:cubicBezTo>
                    <a:pt x="0" y="213"/>
                    <a:pt x="172" y="568"/>
                    <a:pt x="417" y="568"/>
                  </a:cubicBezTo>
                  <a:cubicBezTo>
                    <a:pt x="464" y="568"/>
                    <a:pt x="513" y="555"/>
                    <a:pt x="563" y="526"/>
                  </a:cubicBezTo>
                  <a:cubicBezTo>
                    <a:pt x="686" y="433"/>
                    <a:pt x="748" y="279"/>
                    <a:pt x="655" y="124"/>
                  </a:cubicBezTo>
                  <a:cubicBezTo>
                    <a:pt x="594" y="42"/>
                    <a:pt x="505" y="1"/>
                    <a:pt x="4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7" name="Google Shape;13747;p89"/>
            <p:cNvSpPr/>
            <p:nvPr/>
          </p:nvSpPr>
          <p:spPr>
            <a:xfrm>
              <a:off x="2518100" y="3601800"/>
              <a:ext cx="226875" cy="363800"/>
            </a:xfrm>
            <a:custGeom>
              <a:rect b="b" l="l" r="r" t="t"/>
              <a:pathLst>
                <a:path extrusionOk="0" h="14552" w="9075">
                  <a:moveTo>
                    <a:pt x="8241" y="1435"/>
                  </a:moveTo>
                  <a:cubicBezTo>
                    <a:pt x="8395" y="1435"/>
                    <a:pt x="8519" y="1559"/>
                    <a:pt x="8519" y="1744"/>
                  </a:cubicBezTo>
                  <a:lnTo>
                    <a:pt x="8519" y="3441"/>
                  </a:lnTo>
                  <a:lnTo>
                    <a:pt x="587" y="3441"/>
                  </a:lnTo>
                  <a:lnTo>
                    <a:pt x="587" y="1744"/>
                  </a:lnTo>
                  <a:cubicBezTo>
                    <a:pt x="587" y="1559"/>
                    <a:pt x="711" y="1435"/>
                    <a:pt x="865" y="1435"/>
                  </a:cubicBezTo>
                  <a:lnTo>
                    <a:pt x="1698" y="1435"/>
                  </a:lnTo>
                  <a:lnTo>
                    <a:pt x="1698" y="2022"/>
                  </a:lnTo>
                  <a:cubicBezTo>
                    <a:pt x="1683" y="2238"/>
                    <a:pt x="1837" y="2346"/>
                    <a:pt x="1991" y="2346"/>
                  </a:cubicBezTo>
                  <a:cubicBezTo>
                    <a:pt x="2146" y="2346"/>
                    <a:pt x="2300" y="2238"/>
                    <a:pt x="2285" y="2022"/>
                  </a:cubicBezTo>
                  <a:lnTo>
                    <a:pt x="2285" y="1435"/>
                  </a:lnTo>
                  <a:lnTo>
                    <a:pt x="3396" y="1435"/>
                  </a:lnTo>
                  <a:lnTo>
                    <a:pt x="3396" y="2022"/>
                  </a:lnTo>
                  <a:cubicBezTo>
                    <a:pt x="3396" y="2176"/>
                    <a:pt x="3550" y="2299"/>
                    <a:pt x="3704" y="2299"/>
                  </a:cubicBezTo>
                  <a:cubicBezTo>
                    <a:pt x="3859" y="2299"/>
                    <a:pt x="3982" y="2176"/>
                    <a:pt x="3982" y="2022"/>
                  </a:cubicBezTo>
                  <a:lnTo>
                    <a:pt x="3982" y="1435"/>
                  </a:lnTo>
                  <a:lnTo>
                    <a:pt x="5124" y="1435"/>
                  </a:lnTo>
                  <a:lnTo>
                    <a:pt x="5124" y="2022"/>
                  </a:lnTo>
                  <a:cubicBezTo>
                    <a:pt x="5093" y="2238"/>
                    <a:pt x="5247" y="2346"/>
                    <a:pt x="5402" y="2346"/>
                  </a:cubicBezTo>
                  <a:cubicBezTo>
                    <a:pt x="5556" y="2346"/>
                    <a:pt x="5710" y="2238"/>
                    <a:pt x="5679" y="2022"/>
                  </a:cubicBezTo>
                  <a:lnTo>
                    <a:pt x="5679" y="1435"/>
                  </a:lnTo>
                  <a:lnTo>
                    <a:pt x="6821" y="1435"/>
                  </a:lnTo>
                  <a:lnTo>
                    <a:pt x="6821" y="2022"/>
                  </a:lnTo>
                  <a:cubicBezTo>
                    <a:pt x="6790" y="2238"/>
                    <a:pt x="6945" y="2346"/>
                    <a:pt x="7099" y="2346"/>
                  </a:cubicBezTo>
                  <a:cubicBezTo>
                    <a:pt x="7253" y="2346"/>
                    <a:pt x="7408" y="2238"/>
                    <a:pt x="7377" y="2022"/>
                  </a:cubicBezTo>
                  <a:lnTo>
                    <a:pt x="7377" y="1435"/>
                  </a:lnTo>
                  <a:close/>
                  <a:moveTo>
                    <a:pt x="1991" y="0"/>
                  </a:moveTo>
                  <a:cubicBezTo>
                    <a:pt x="1837" y="0"/>
                    <a:pt x="1683" y="108"/>
                    <a:pt x="1698" y="324"/>
                  </a:cubicBezTo>
                  <a:lnTo>
                    <a:pt x="1698" y="880"/>
                  </a:lnTo>
                  <a:lnTo>
                    <a:pt x="865" y="880"/>
                  </a:lnTo>
                  <a:cubicBezTo>
                    <a:pt x="371" y="880"/>
                    <a:pt x="1" y="1250"/>
                    <a:pt x="1" y="1744"/>
                  </a:cubicBezTo>
                  <a:lnTo>
                    <a:pt x="1" y="14274"/>
                  </a:lnTo>
                  <a:cubicBezTo>
                    <a:pt x="1" y="14428"/>
                    <a:pt x="124" y="14551"/>
                    <a:pt x="279" y="14551"/>
                  </a:cubicBezTo>
                  <a:lnTo>
                    <a:pt x="3272" y="14551"/>
                  </a:lnTo>
                  <a:cubicBezTo>
                    <a:pt x="3427" y="14551"/>
                    <a:pt x="3550" y="14428"/>
                    <a:pt x="3550" y="14274"/>
                  </a:cubicBezTo>
                  <a:cubicBezTo>
                    <a:pt x="3550" y="14119"/>
                    <a:pt x="3427" y="13996"/>
                    <a:pt x="3272" y="13996"/>
                  </a:cubicBezTo>
                  <a:lnTo>
                    <a:pt x="556" y="13996"/>
                  </a:lnTo>
                  <a:lnTo>
                    <a:pt x="556" y="3997"/>
                  </a:lnTo>
                  <a:lnTo>
                    <a:pt x="8519" y="3997"/>
                  </a:lnTo>
                  <a:lnTo>
                    <a:pt x="8519" y="13996"/>
                  </a:lnTo>
                  <a:lnTo>
                    <a:pt x="5834" y="13996"/>
                  </a:lnTo>
                  <a:cubicBezTo>
                    <a:pt x="5649" y="13996"/>
                    <a:pt x="5525" y="14119"/>
                    <a:pt x="5525" y="14274"/>
                  </a:cubicBezTo>
                  <a:cubicBezTo>
                    <a:pt x="5525" y="14428"/>
                    <a:pt x="5649" y="14551"/>
                    <a:pt x="5834" y="14551"/>
                  </a:cubicBezTo>
                  <a:lnTo>
                    <a:pt x="8797" y="14551"/>
                  </a:lnTo>
                  <a:cubicBezTo>
                    <a:pt x="8951" y="14551"/>
                    <a:pt x="9074" y="14428"/>
                    <a:pt x="9074" y="14274"/>
                  </a:cubicBezTo>
                  <a:lnTo>
                    <a:pt x="9074" y="1744"/>
                  </a:lnTo>
                  <a:cubicBezTo>
                    <a:pt x="9074" y="1250"/>
                    <a:pt x="8704" y="880"/>
                    <a:pt x="8241" y="880"/>
                  </a:cubicBezTo>
                  <a:lnTo>
                    <a:pt x="7377" y="880"/>
                  </a:lnTo>
                  <a:lnTo>
                    <a:pt x="7377" y="324"/>
                  </a:lnTo>
                  <a:cubicBezTo>
                    <a:pt x="7408" y="108"/>
                    <a:pt x="7253" y="0"/>
                    <a:pt x="7099" y="0"/>
                  </a:cubicBezTo>
                  <a:cubicBezTo>
                    <a:pt x="6945" y="0"/>
                    <a:pt x="6790" y="108"/>
                    <a:pt x="6821" y="324"/>
                  </a:cubicBezTo>
                  <a:lnTo>
                    <a:pt x="6821" y="880"/>
                  </a:lnTo>
                  <a:lnTo>
                    <a:pt x="5679" y="880"/>
                  </a:lnTo>
                  <a:lnTo>
                    <a:pt x="5679" y="324"/>
                  </a:lnTo>
                  <a:cubicBezTo>
                    <a:pt x="5695" y="108"/>
                    <a:pt x="5541" y="0"/>
                    <a:pt x="5390" y="0"/>
                  </a:cubicBezTo>
                  <a:cubicBezTo>
                    <a:pt x="5240" y="0"/>
                    <a:pt x="5093" y="108"/>
                    <a:pt x="5124" y="324"/>
                  </a:cubicBezTo>
                  <a:lnTo>
                    <a:pt x="5124" y="880"/>
                  </a:lnTo>
                  <a:lnTo>
                    <a:pt x="3982" y="880"/>
                  </a:lnTo>
                  <a:lnTo>
                    <a:pt x="3982" y="324"/>
                  </a:lnTo>
                  <a:cubicBezTo>
                    <a:pt x="3982" y="170"/>
                    <a:pt x="3859" y="16"/>
                    <a:pt x="3704" y="16"/>
                  </a:cubicBezTo>
                  <a:cubicBezTo>
                    <a:pt x="3519" y="16"/>
                    <a:pt x="3396" y="170"/>
                    <a:pt x="3396" y="324"/>
                  </a:cubicBezTo>
                  <a:lnTo>
                    <a:pt x="3396" y="880"/>
                  </a:lnTo>
                  <a:lnTo>
                    <a:pt x="2285" y="880"/>
                  </a:lnTo>
                  <a:lnTo>
                    <a:pt x="2285" y="324"/>
                  </a:lnTo>
                  <a:cubicBezTo>
                    <a:pt x="2300" y="108"/>
                    <a:pt x="2146" y="0"/>
                    <a:pt x="19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48" name="Google Shape;13748;p89"/>
          <p:cNvGrpSpPr/>
          <p:nvPr/>
        </p:nvGrpSpPr>
        <p:grpSpPr>
          <a:xfrm>
            <a:off x="3234350" y="1765913"/>
            <a:ext cx="370375" cy="363425"/>
            <a:chOff x="4747100" y="3052825"/>
            <a:chExt cx="370375" cy="363425"/>
          </a:xfrm>
        </p:grpSpPr>
        <p:sp>
          <p:nvSpPr>
            <p:cNvPr id="13749" name="Google Shape;13749;p89"/>
            <p:cNvSpPr/>
            <p:nvPr/>
          </p:nvSpPr>
          <p:spPr>
            <a:xfrm>
              <a:off x="4983200" y="3354500"/>
              <a:ext cx="16225" cy="14600"/>
            </a:xfrm>
            <a:custGeom>
              <a:rect b="b" l="l" r="r" t="t"/>
              <a:pathLst>
                <a:path extrusionOk="0" h="584" w="649">
                  <a:moveTo>
                    <a:pt x="371" y="1"/>
                  </a:moveTo>
                  <a:cubicBezTo>
                    <a:pt x="124" y="1"/>
                    <a:pt x="1" y="310"/>
                    <a:pt x="155" y="495"/>
                  </a:cubicBezTo>
                  <a:cubicBezTo>
                    <a:pt x="217" y="556"/>
                    <a:pt x="292" y="584"/>
                    <a:pt x="365" y="584"/>
                  </a:cubicBezTo>
                  <a:cubicBezTo>
                    <a:pt x="511" y="584"/>
                    <a:pt x="649" y="474"/>
                    <a:pt x="649" y="310"/>
                  </a:cubicBezTo>
                  <a:cubicBezTo>
                    <a:pt x="649" y="124"/>
                    <a:pt x="525" y="1"/>
                    <a:pt x="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0" name="Google Shape;13750;p89"/>
            <p:cNvSpPr/>
            <p:nvPr/>
          </p:nvSpPr>
          <p:spPr>
            <a:xfrm>
              <a:off x="4747100" y="3052825"/>
              <a:ext cx="370375" cy="363425"/>
            </a:xfrm>
            <a:custGeom>
              <a:rect b="b" l="l" r="r" t="t"/>
              <a:pathLst>
                <a:path extrusionOk="0" h="14537" w="14815">
                  <a:moveTo>
                    <a:pt x="13395" y="5865"/>
                  </a:moveTo>
                  <a:cubicBezTo>
                    <a:pt x="14105" y="5896"/>
                    <a:pt x="14105" y="6945"/>
                    <a:pt x="13395" y="7007"/>
                  </a:cubicBezTo>
                  <a:lnTo>
                    <a:pt x="12562" y="7007"/>
                  </a:lnTo>
                  <a:cubicBezTo>
                    <a:pt x="11852" y="6945"/>
                    <a:pt x="11852" y="5896"/>
                    <a:pt x="12562" y="5865"/>
                  </a:cubicBezTo>
                  <a:close/>
                  <a:moveTo>
                    <a:pt x="13395" y="7562"/>
                  </a:moveTo>
                  <a:cubicBezTo>
                    <a:pt x="13703" y="7562"/>
                    <a:pt x="13981" y="7809"/>
                    <a:pt x="13981" y="8118"/>
                  </a:cubicBezTo>
                  <a:cubicBezTo>
                    <a:pt x="13981" y="8426"/>
                    <a:pt x="13703" y="8704"/>
                    <a:pt x="13395" y="8704"/>
                  </a:cubicBezTo>
                  <a:lnTo>
                    <a:pt x="12562" y="8704"/>
                  </a:lnTo>
                  <a:cubicBezTo>
                    <a:pt x="11790" y="8704"/>
                    <a:pt x="11790" y="7562"/>
                    <a:pt x="12562" y="7562"/>
                  </a:cubicBezTo>
                  <a:close/>
                  <a:moveTo>
                    <a:pt x="13395" y="9260"/>
                  </a:moveTo>
                  <a:cubicBezTo>
                    <a:pt x="13703" y="9260"/>
                    <a:pt x="13981" y="9506"/>
                    <a:pt x="13981" y="9815"/>
                  </a:cubicBezTo>
                  <a:cubicBezTo>
                    <a:pt x="13981" y="10154"/>
                    <a:pt x="13703" y="10401"/>
                    <a:pt x="13395" y="10401"/>
                  </a:cubicBezTo>
                  <a:lnTo>
                    <a:pt x="12562" y="10401"/>
                  </a:lnTo>
                  <a:cubicBezTo>
                    <a:pt x="11852" y="10340"/>
                    <a:pt x="11852" y="9321"/>
                    <a:pt x="12562" y="9260"/>
                  </a:cubicBezTo>
                  <a:close/>
                  <a:moveTo>
                    <a:pt x="1698" y="6698"/>
                  </a:moveTo>
                  <a:lnTo>
                    <a:pt x="1698" y="12099"/>
                  </a:lnTo>
                  <a:lnTo>
                    <a:pt x="556" y="12099"/>
                  </a:lnTo>
                  <a:lnTo>
                    <a:pt x="556" y="6698"/>
                  </a:lnTo>
                  <a:close/>
                  <a:moveTo>
                    <a:pt x="8488" y="5001"/>
                  </a:moveTo>
                  <a:cubicBezTo>
                    <a:pt x="8334" y="5649"/>
                    <a:pt x="7747" y="6142"/>
                    <a:pt x="7099" y="6142"/>
                  </a:cubicBezTo>
                  <a:lnTo>
                    <a:pt x="6266" y="6142"/>
                  </a:lnTo>
                  <a:cubicBezTo>
                    <a:pt x="6081" y="6142"/>
                    <a:pt x="5957" y="6266"/>
                    <a:pt x="5957" y="6420"/>
                  </a:cubicBezTo>
                  <a:lnTo>
                    <a:pt x="5957" y="7253"/>
                  </a:lnTo>
                  <a:cubicBezTo>
                    <a:pt x="5957" y="8056"/>
                    <a:pt x="5340" y="8673"/>
                    <a:pt x="4537" y="8673"/>
                  </a:cubicBezTo>
                  <a:cubicBezTo>
                    <a:pt x="4528" y="8672"/>
                    <a:pt x="4519" y="8672"/>
                    <a:pt x="4510" y="8672"/>
                  </a:cubicBezTo>
                  <a:cubicBezTo>
                    <a:pt x="4145" y="8672"/>
                    <a:pt x="4145" y="9261"/>
                    <a:pt x="4510" y="9261"/>
                  </a:cubicBezTo>
                  <a:cubicBezTo>
                    <a:pt x="4519" y="9261"/>
                    <a:pt x="4528" y="9260"/>
                    <a:pt x="4537" y="9260"/>
                  </a:cubicBezTo>
                  <a:cubicBezTo>
                    <a:pt x="5093" y="9260"/>
                    <a:pt x="5587" y="9043"/>
                    <a:pt x="5957" y="8642"/>
                  </a:cubicBezTo>
                  <a:lnTo>
                    <a:pt x="5957" y="12099"/>
                  </a:lnTo>
                  <a:lnTo>
                    <a:pt x="5155" y="12099"/>
                  </a:lnTo>
                  <a:cubicBezTo>
                    <a:pt x="4846" y="12099"/>
                    <a:pt x="4537" y="11975"/>
                    <a:pt x="4321" y="11759"/>
                  </a:cubicBezTo>
                  <a:cubicBezTo>
                    <a:pt x="3982" y="11420"/>
                    <a:pt x="3550" y="11235"/>
                    <a:pt x="3087" y="11235"/>
                  </a:cubicBezTo>
                  <a:lnTo>
                    <a:pt x="2285" y="11235"/>
                  </a:lnTo>
                  <a:lnTo>
                    <a:pt x="2285" y="7531"/>
                  </a:lnTo>
                  <a:cubicBezTo>
                    <a:pt x="3303" y="7439"/>
                    <a:pt x="4167" y="6729"/>
                    <a:pt x="4507" y="5741"/>
                  </a:cubicBezTo>
                  <a:cubicBezTo>
                    <a:pt x="4661" y="5309"/>
                    <a:pt x="5062" y="5001"/>
                    <a:pt x="5525" y="5001"/>
                  </a:cubicBezTo>
                  <a:close/>
                  <a:moveTo>
                    <a:pt x="13395" y="10957"/>
                  </a:moveTo>
                  <a:cubicBezTo>
                    <a:pt x="13703" y="10957"/>
                    <a:pt x="13981" y="11204"/>
                    <a:pt x="13981" y="11543"/>
                  </a:cubicBezTo>
                  <a:cubicBezTo>
                    <a:pt x="13981" y="11852"/>
                    <a:pt x="13703" y="12099"/>
                    <a:pt x="13395" y="12099"/>
                  </a:cubicBezTo>
                  <a:lnTo>
                    <a:pt x="12562" y="12099"/>
                  </a:lnTo>
                  <a:cubicBezTo>
                    <a:pt x="11790" y="12099"/>
                    <a:pt x="11790" y="10957"/>
                    <a:pt x="12562" y="10957"/>
                  </a:cubicBezTo>
                  <a:close/>
                  <a:moveTo>
                    <a:pt x="7099" y="1"/>
                  </a:moveTo>
                  <a:cubicBezTo>
                    <a:pt x="6482" y="1"/>
                    <a:pt x="5957" y="526"/>
                    <a:pt x="5957" y="1143"/>
                  </a:cubicBezTo>
                  <a:lnTo>
                    <a:pt x="5957" y="4445"/>
                  </a:lnTo>
                  <a:lnTo>
                    <a:pt x="5525" y="4445"/>
                  </a:lnTo>
                  <a:cubicBezTo>
                    <a:pt x="5503" y="4444"/>
                    <a:pt x="5480" y="4444"/>
                    <a:pt x="5458" y="4444"/>
                  </a:cubicBezTo>
                  <a:cubicBezTo>
                    <a:pt x="4777" y="4444"/>
                    <a:pt x="4190" y="4899"/>
                    <a:pt x="3951" y="5556"/>
                  </a:cubicBezTo>
                  <a:cubicBezTo>
                    <a:pt x="3704" y="6297"/>
                    <a:pt x="3056" y="6852"/>
                    <a:pt x="2285" y="6976"/>
                  </a:cubicBezTo>
                  <a:lnTo>
                    <a:pt x="2285" y="6420"/>
                  </a:lnTo>
                  <a:cubicBezTo>
                    <a:pt x="2285" y="6266"/>
                    <a:pt x="2130" y="6142"/>
                    <a:pt x="1976" y="6142"/>
                  </a:cubicBezTo>
                  <a:lnTo>
                    <a:pt x="279" y="6142"/>
                  </a:lnTo>
                  <a:cubicBezTo>
                    <a:pt x="124" y="6142"/>
                    <a:pt x="1" y="6266"/>
                    <a:pt x="1" y="6420"/>
                  </a:cubicBezTo>
                  <a:lnTo>
                    <a:pt x="1" y="12377"/>
                  </a:lnTo>
                  <a:cubicBezTo>
                    <a:pt x="1" y="12531"/>
                    <a:pt x="124" y="12654"/>
                    <a:pt x="279" y="12654"/>
                  </a:cubicBezTo>
                  <a:lnTo>
                    <a:pt x="1976" y="12654"/>
                  </a:lnTo>
                  <a:cubicBezTo>
                    <a:pt x="2130" y="12654"/>
                    <a:pt x="2254" y="12531"/>
                    <a:pt x="2285" y="12377"/>
                  </a:cubicBezTo>
                  <a:lnTo>
                    <a:pt x="2285" y="11790"/>
                  </a:lnTo>
                  <a:lnTo>
                    <a:pt x="3087" y="11790"/>
                  </a:lnTo>
                  <a:cubicBezTo>
                    <a:pt x="3396" y="11790"/>
                    <a:pt x="3673" y="11914"/>
                    <a:pt x="3889" y="12130"/>
                  </a:cubicBezTo>
                  <a:cubicBezTo>
                    <a:pt x="4229" y="12469"/>
                    <a:pt x="4661" y="12654"/>
                    <a:pt x="5124" y="12654"/>
                  </a:cubicBezTo>
                  <a:lnTo>
                    <a:pt x="5957" y="12654"/>
                  </a:lnTo>
                  <a:lnTo>
                    <a:pt x="5957" y="13364"/>
                  </a:lnTo>
                  <a:cubicBezTo>
                    <a:pt x="5957" y="14012"/>
                    <a:pt x="6451" y="14506"/>
                    <a:pt x="7068" y="14506"/>
                  </a:cubicBezTo>
                  <a:lnTo>
                    <a:pt x="8519" y="14506"/>
                  </a:lnTo>
                  <a:cubicBezTo>
                    <a:pt x="8673" y="14506"/>
                    <a:pt x="8796" y="14383"/>
                    <a:pt x="8796" y="14228"/>
                  </a:cubicBezTo>
                  <a:cubicBezTo>
                    <a:pt x="8796" y="14074"/>
                    <a:pt x="8673" y="13950"/>
                    <a:pt x="8519" y="13950"/>
                  </a:cubicBezTo>
                  <a:lnTo>
                    <a:pt x="7068" y="13950"/>
                  </a:lnTo>
                  <a:cubicBezTo>
                    <a:pt x="6760" y="13950"/>
                    <a:pt x="6513" y="13704"/>
                    <a:pt x="6513" y="13364"/>
                  </a:cubicBezTo>
                  <a:lnTo>
                    <a:pt x="6513" y="6698"/>
                  </a:lnTo>
                  <a:lnTo>
                    <a:pt x="7068" y="6698"/>
                  </a:lnTo>
                  <a:cubicBezTo>
                    <a:pt x="8179" y="6698"/>
                    <a:pt x="9074" y="5803"/>
                    <a:pt x="9074" y="4723"/>
                  </a:cubicBezTo>
                  <a:cubicBezTo>
                    <a:pt x="9074" y="4582"/>
                    <a:pt x="8971" y="4441"/>
                    <a:pt x="8813" y="4441"/>
                  </a:cubicBezTo>
                  <a:cubicBezTo>
                    <a:pt x="8797" y="4441"/>
                    <a:pt x="8782" y="4442"/>
                    <a:pt x="8766" y="4445"/>
                  </a:cubicBezTo>
                  <a:lnTo>
                    <a:pt x="6544" y="4445"/>
                  </a:lnTo>
                  <a:lnTo>
                    <a:pt x="6544" y="1143"/>
                  </a:lnTo>
                  <a:cubicBezTo>
                    <a:pt x="6544" y="834"/>
                    <a:pt x="6790" y="556"/>
                    <a:pt x="7130" y="556"/>
                  </a:cubicBezTo>
                  <a:lnTo>
                    <a:pt x="12562" y="556"/>
                  </a:lnTo>
                  <a:cubicBezTo>
                    <a:pt x="12870" y="587"/>
                    <a:pt x="13117" y="834"/>
                    <a:pt x="13117" y="1143"/>
                  </a:cubicBezTo>
                  <a:lnTo>
                    <a:pt x="13117" y="5278"/>
                  </a:lnTo>
                  <a:lnTo>
                    <a:pt x="12531" y="5278"/>
                  </a:lnTo>
                  <a:cubicBezTo>
                    <a:pt x="11481" y="5278"/>
                    <a:pt x="10988" y="6575"/>
                    <a:pt x="11790" y="7253"/>
                  </a:cubicBezTo>
                  <a:cubicBezTo>
                    <a:pt x="11265" y="7716"/>
                    <a:pt x="11265" y="8519"/>
                    <a:pt x="11790" y="8982"/>
                  </a:cubicBezTo>
                  <a:cubicBezTo>
                    <a:pt x="11265" y="9414"/>
                    <a:pt x="11265" y="10216"/>
                    <a:pt x="11790" y="10679"/>
                  </a:cubicBezTo>
                  <a:cubicBezTo>
                    <a:pt x="10988" y="11358"/>
                    <a:pt x="11481" y="12654"/>
                    <a:pt x="12531" y="12654"/>
                  </a:cubicBezTo>
                  <a:lnTo>
                    <a:pt x="13117" y="12654"/>
                  </a:lnTo>
                  <a:lnTo>
                    <a:pt x="13117" y="13395"/>
                  </a:lnTo>
                  <a:cubicBezTo>
                    <a:pt x="13117" y="13704"/>
                    <a:pt x="12839" y="13981"/>
                    <a:pt x="12531" y="13981"/>
                  </a:cubicBezTo>
                  <a:lnTo>
                    <a:pt x="11111" y="13981"/>
                  </a:lnTo>
                  <a:cubicBezTo>
                    <a:pt x="11095" y="13979"/>
                    <a:pt x="11079" y="13977"/>
                    <a:pt x="11064" y="13977"/>
                  </a:cubicBezTo>
                  <a:cubicBezTo>
                    <a:pt x="10905" y="13977"/>
                    <a:pt x="10802" y="14118"/>
                    <a:pt x="10802" y="14259"/>
                  </a:cubicBezTo>
                  <a:cubicBezTo>
                    <a:pt x="10802" y="14413"/>
                    <a:pt x="10926" y="14537"/>
                    <a:pt x="11111" y="14537"/>
                  </a:cubicBezTo>
                  <a:lnTo>
                    <a:pt x="12531" y="14537"/>
                  </a:lnTo>
                  <a:cubicBezTo>
                    <a:pt x="13179" y="14506"/>
                    <a:pt x="13673" y="14012"/>
                    <a:pt x="13673" y="13395"/>
                  </a:cubicBezTo>
                  <a:lnTo>
                    <a:pt x="13673" y="12623"/>
                  </a:lnTo>
                  <a:cubicBezTo>
                    <a:pt x="14568" y="12407"/>
                    <a:pt x="14814" y="11266"/>
                    <a:pt x="14136" y="10679"/>
                  </a:cubicBezTo>
                  <a:cubicBezTo>
                    <a:pt x="14660" y="10216"/>
                    <a:pt x="14660" y="9414"/>
                    <a:pt x="14136" y="8982"/>
                  </a:cubicBezTo>
                  <a:cubicBezTo>
                    <a:pt x="14660" y="8519"/>
                    <a:pt x="14660" y="7716"/>
                    <a:pt x="14136" y="7253"/>
                  </a:cubicBezTo>
                  <a:cubicBezTo>
                    <a:pt x="14382" y="7037"/>
                    <a:pt x="14537" y="6729"/>
                    <a:pt x="14537" y="6420"/>
                  </a:cubicBezTo>
                  <a:cubicBezTo>
                    <a:pt x="14537" y="5896"/>
                    <a:pt x="14166" y="5433"/>
                    <a:pt x="13673" y="5309"/>
                  </a:cubicBezTo>
                  <a:lnTo>
                    <a:pt x="13673" y="1143"/>
                  </a:lnTo>
                  <a:cubicBezTo>
                    <a:pt x="13673" y="495"/>
                    <a:pt x="13179" y="1"/>
                    <a:pt x="12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1" name="Google Shape;13751;p89"/>
            <p:cNvSpPr/>
            <p:nvPr/>
          </p:nvSpPr>
          <p:spPr>
            <a:xfrm>
              <a:off x="4961600" y="3095275"/>
              <a:ext cx="59425" cy="14675"/>
            </a:xfrm>
            <a:custGeom>
              <a:rect b="b" l="l" r="r" t="t"/>
              <a:pathLst>
                <a:path extrusionOk="0" h="587" w="2377">
                  <a:moveTo>
                    <a:pt x="402" y="0"/>
                  </a:moveTo>
                  <a:cubicBezTo>
                    <a:pt x="0" y="0"/>
                    <a:pt x="0" y="587"/>
                    <a:pt x="402" y="587"/>
                  </a:cubicBezTo>
                  <a:lnTo>
                    <a:pt x="2099" y="587"/>
                  </a:lnTo>
                  <a:cubicBezTo>
                    <a:pt x="2253" y="587"/>
                    <a:pt x="2377" y="432"/>
                    <a:pt x="2377" y="278"/>
                  </a:cubicBezTo>
                  <a:cubicBezTo>
                    <a:pt x="2377" y="124"/>
                    <a:pt x="2253" y="0"/>
                    <a:pt x="2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2" name="Google Shape;13752;p89"/>
            <p:cNvSpPr/>
            <p:nvPr/>
          </p:nvSpPr>
          <p:spPr>
            <a:xfrm>
              <a:off x="4983200" y="3402150"/>
              <a:ext cx="19325" cy="14100"/>
            </a:xfrm>
            <a:custGeom>
              <a:rect b="b" l="l" r="r" t="t"/>
              <a:pathLst>
                <a:path extrusionOk="0" h="564" w="773">
                  <a:moveTo>
                    <a:pt x="386" y="1"/>
                  </a:moveTo>
                  <a:cubicBezTo>
                    <a:pt x="317" y="1"/>
                    <a:pt x="247" y="24"/>
                    <a:pt x="186" y="70"/>
                  </a:cubicBezTo>
                  <a:cubicBezTo>
                    <a:pt x="1" y="255"/>
                    <a:pt x="124" y="564"/>
                    <a:pt x="371" y="564"/>
                  </a:cubicBezTo>
                  <a:cubicBezTo>
                    <a:pt x="649" y="564"/>
                    <a:pt x="772" y="255"/>
                    <a:pt x="587" y="70"/>
                  </a:cubicBezTo>
                  <a:cubicBezTo>
                    <a:pt x="525" y="24"/>
                    <a:pt x="456" y="1"/>
                    <a:pt x="3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53" name="Google Shape;13753;p89"/>
          <p:cNvGrpSpPr/>
          <p:nvPr/>
        </p:nvGrpSpPr>
        <p:grpSpPr>
          <a:xfrm>
            <a:off x="4015600" y="1765913"/>
            <a:ext cx="313275" cy="363425"/>
            <a:chOff x="1758900" y="3602950"/>
            <a:chExt cx="313275" cy="363425"/>
          </a:xfrm>
        </p:grpSpPr>
        <p:sp>
          <p:nvSpPr>
            <p:cNvPr id="13754" name="Google Shape;13754;p89"/>
            <p:cNvSpPr/>
            <p:nvPr/>
          </p:nvSpPr>
          <p:spPr>
            <a:xfrm>
              <a:off x="1926575" y="3817400"/>
              <a:ext cx="103950" cy="14750"/>
            </a:xfrm>
            <a:custGeom>
              <a:rect b="b" l="l" r="r" t="t"/>
              <a:pathLst>
                <a:path extrusionOk="0" h="590" w="4158">
                  <a:moveTo>
                    <a:pt x="393" y="1"/>
                  </a:moveTo>
                  <a:cubicBezTo>
                    <a:pt x="1" y="1"/>
                    <a:pt x="1" y="589"/>
                    <a:pt x="393" y="589"/>
                  </a:cubicBezTo>
                  <a:cubicBezTo>
                    <a:pt x="403" y="589"/>
                    <a:pt x="413" y="589"/>
                    <a:pt x="423" y="588"/>
                  </a:cubicBezTo>
                  <a:lnTo>
                    <a:pt x="3818" y="588"/>
                  </a:lnTo>
                  <a:cubicBezTo>
                    <a:pt x="4157" y="527"/>
                    <a:pt x="4157" y="33"/>
                    <a:pt x="3818" y="2"/>
                  </a:cubicBezTo>
                  <a:lnTo>
                    <a:pt x="423" y="2"/>
                  </a:lnTo>
                  <a:cubicBezTo>
                    <a:pt x="413" y="1"/>
                    <a:pt x="403" y="1"/>
                    <a:pt x="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5" name="Google Shape;13755;p89"/>
            <p:cNvSpPr/>
            <p:nvPr/>
          </p:nvSpPr>
          <p:spPr>
            <a:xfrm>
              <a:off x="1926775" y="3774900"/>
              <a:ext cx="63175" cy="14125"/>
            </a:xfrm>
            <a:custGeom>
              <a:rect b="b" l="l" r="r" t="t"/>
              <a:pathLst>
                <a:path extrusionOk="0" h="565" w="2527">
                  <a:moveTo>
                    <a:pt x="361" y="1"/>
                  </a:moveTo>
                  <a:cubicBezTo>
                    <a:pt x="1" y="1"/>
                    <a:pt x="1" y="564"/>
                    <a:pt x="361" y="564"/>
                  </a:cubicBezTo>
                  <a:cubicBezTo>
                    <a:pt x="378" y="564"/>
                    <a:pt x="396" y="563"/>
                    <a:pt x="415" y="560"/>
                  </a:cubicBezTo>
                  <a:lnTo>
                    <a:pt x="2112" y="560"/>
                  </a:lnTo>
                  <a:cubicBezTo>
                    <a:pt x="2131" y="563"/>
                    <a:pt x="2149" y="564"/>
                    <a:pt x="2166" y="564"/>
                  </a:cubicBezTo>
                  <a:cubicBezTo>
                    <a:pt x="2526" y="564"/>
                    <a:pt x="2526" y="1"/>
                    <a:pt x="2166" y="1"/>
                  </a:cubicBezTo>
                  <a:cubicBezTo>
                    <a:pt x="2149" y="1"/>
                    <a:pt x="2131" y="2"/>
                    <a:pt x="2112" y="5"/>
                  </a:cubicBezTo>
                  <a:lnTo>
                    <a:pt x="415" y="5"/>
                  </a:lnTo>
                  <a:cubicBezTo>
                    <a:pt x="396" y="2"/>
                    <a:pt x="378"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6" name="Google Shape;13756;p89"/>
            <p:cNvSpPr/>
            <p:nvPr/>
          </p:nvSpPr>
          <p:spPr>
            <a:xfrm>
              <a:off x="1758900" y="3602950"/>
              <a:ext cx="313275" cy="363425"/>
            </a:xfrm>
            <a:custGeom>
              <a:rect b="b" l="l" r="r" t="t"/>
              <a:pathLst>
                <a:path extrusionOk="0" h="14537" w="12531">
                  <a:moveTo>
                    <a:pt x="4352" y="556"/>
                  </a:moveTo>
                  <a:cubicBezTo>
                    <a:pt x="4414" y="556"/>
                    <a:pt x="4476" y="587"/>
                    <a:pt x="4537" y="649"/>
                  </a:cubicBezTo>
                  <a:lnTo>
                    <a:pt x="5587" y="1698"/>
                  </a:lnTo>
                  <a:lnTo>
                    <a:pt x="2038" y="1698"/>
                  </a:lnTo>
                  <a:cubicBezTo>
                    <a:pt x="1853" y="1698"/>
                    <a:pt x="1729" y="1821"/>
                    <a:pt x="1729" y="1976"/>
                  </a:cubicBezTo>
                  <a:lnTo>
                    <a:pt x="1729" y="4259"/>
                  </a:lnTo>
                  <a:lnTo>
                    <a:pt x="618" y="4259"/>
                  </a:lnTo>
                  <a:lnTo>
                    <a:pt x="618" y="834"/>
                  </a:lnTo>
                  <a:cubicBezTo>
                    <a:pt x="587" y="679"/>
                    <a:pt x="741" y="556"/>
                    <a:pt x="896" y="556"/>
                  </a:cubicBezTo>
                  <a:close/>
                  <a:moveTo>
                    <a:pt x="11667" y="3117"/>
                  </a:moveTo>
                  <a:cubicBezTo>
                    <a:pt x="11821" y="3117"/>
                    <a:pt x="11944" y="3241"/>
                    <a:pt x="11944" y="3395"/>
                  </a:cubicBezTo>
                  <a:lnTo>
                    <a:pt x="11944" y="4259"/>
                  </a:lnTo>
                  <a:lnTo>
                    <a:pt x="10802" y="4259"/>
                  </a:lnTo>
                  <a:lnTo>
                    <a:pt x="10802" y="3117"/>
                  </a:lnTo>
                  <a:close/>
                  <a:moveTo>
                    <a:pt x="10247" y="2253"/>
                  </a:moveTo>
                  <a:lnTo>
                    <a:pt x="10247" y="4259"/>
                  </a:lnTo>
                  <a:lnTo>
                    <a:pt x="7531" y="4259"/>
                  </a:lnTo>
                  <a:cubicBezTo>
                    <a:pt x="7518" y="4257"/>
                    <a:pt x="7504" y="4255"/>
                    <a:pt x="7492" y="4255"/>
                  </a:cubicBezTo>
                  <a:cubicBezTo>
                    <a:pt x="7356" y="4255"/>
                    <a:pt x="7253" y="4396"/>
                    <a:pt x="7253" y="4537"/>
                  </a:cubicBezTo>
                  <a:cubicBezTo>
                    <a:pt x="7253" y="4691"/>
                    <a:pt x="7377" y="4815"/>
                    <a:pt x="7531" y="4815"/>
                  </a:cubicBezTo>
                  <a:lnTo>
                    <a:pt x="11944" y="4815"/>
                  </a:lnTo>
                  <a:lnTo>
                    <a:pt x="11944" y="10370"/>
                  </a:lnTo>
                  <a:lnTo>
                    <a:pt x="618" y="10370"/>
                  </a:lnTo>
                  <a:lnTo>
                    <a:pt x="587" y="4784"/>
                  </a:lnTo>
                  <a:lnTo>
                    <a:pt x="5000" y="4784"/>
                  </a:lnTo>
                  <a:cubicBezTo>
                    <a:pt x="5155" y="4784"/>
                    <a:pt x="5278" y="4661"/>
                    <a:pt x="5278" y="4506"/>
                  </a:cubicBezTo>
                  <a:cubicBezTo>
                    <a:pt x="5278" y="4352"/>
                    <a:pt x="5155" y="4229"/>
                    <a:pt x="5000" y="4229"/>
                  </a:cubicBezTo>
                  <a:lnTo>
                    <a:pt x="2285" y="4229"/>
                  </a:lnTo>
                  <a:lnTo>
                    <a:pt x="2285" y="2253"/>
                  </a:lnTo>
                  <a:close/>
                  <a:moveTo>
                    <a:pt x="1149" y="12806"/>
                  </a:moveTo>
                  <a:cubicBezTo>
                    <a:pt x="1440" y="12806"/>
                    <a:pt x="1729" y="13035"/>
                    <a:pt x="1729" y="13394"/>
                  </a:cubicBezTo>
                  <a:cubicBezTo>
                    <a:pt x="1729" y="13703"/>
                    <a:pt x="1482" y="13950"/>
                    <a:pt x="1174" y="13950"/>
                  </a:cubicBezTo>
                  <a:cubicBezTo>
                    <a:pt x="649" y="13950"/>
                    <a:pt x="402" y="13333"/>
                    <a:pt x="772" y="12962"/>
                  </a:cubicBezTo>
                  <a:cubicBezTo>
                    <a:pt x="880" y="12855"/>
                    <a:pt x="1014" y="12806"/>
                    <a:pt x="1149" y="12806"/>
                  </a:cubicBezTo>
                  <a:close/>
                  <a:moveTo>
                    <a:pt x="7685" y="12808"/>
                  </a:moveTo>
                  <a:lnTo>
                    <a:pt x="7685" y="13950"/>
                  </a:lnTo>
                  <a:lnTo>
                    <a:pt x="4846" y="13950"/>
                  </a:lnTo>
                  <a:lnTo>
                    <a:pt x="4846" y="12808"/>
                  </a:lnTo>
                  <a:close/>
                  <a:moveTo>
                    <a:pt x="11389" y="12808"/>
                  </a:moveTo>
                  <a:cubicBezTo>
                    <a:pt x="11883" y="12808"/>
                    <a:pt x="12160" y="13425"/>
                    <a:pt x="11790" y="13796"/>
                  </a:cubicBezTo>
                  <a:cubicBezTo>
                    <a:pt x="11672" y="13904"/>
                    <a:pt x="11529" y="13953"/>
                    <a:pt x="11389" y="13953"/>
                  </a:cubicBezTo>
                  <a:cubicBezTo>
                    <a:pt x="11092" y="13953"/>
                    <a:pt x="10812" y="13731"/>
                    <a:pt x="10833" y="13394"/>
                  </a:cubicBezTo>
                  <a:cubicBezTo>
                    <a:pt x="10802" y="13055"/>
                    <a:pt x="11080" y="12808"/>
                    <a:pt x="11389" y="12808"/>
                  </a:cubicBezTo>
                  <a:close/>
                  <a:moveTo>
                    <a:pt x="865" y="0"/>
                  </a:moveTo>
                  <a:cubicBezTo>
                    <a:pt x="402" y="0"/>
                    <a:pt x="1" y="371"/>
                    <a:pt x="1" y="834"/>
                  </a:cubicBezTo>
                  <a:lnTo>
                    <a:pt x="1" y="10648"/>
                  </a:lnTo>
                  <a:cubicBezTo>
                    <a:pt x="1" y="10802"/>
                    <a:pt x="155" y="10926"/>
                    <a:pt x="309" y="10956"/>
                  </a:cubicBezTo>
                  <a:lnTo>
                    <a:pt x="5988" y="10956"/>
                  </a:lnTo>
                  <a:lnTo>
                    <a:pt x="5988" y="12253"/>
                  </a:lnTo>
                  <a:lnTo>
                    <a:pt x="4568" y="12253"/>
                  </a:lnTo>
                  <a:cubicBezTo>
                    <a:pt x="4414" y="12253"/>
                    <a:pt x="4291" y="12376"/>
                    <a:pt x="4291" y="12530"/>
                  </a:cubicBezTo>
                  <a:lnTo>
                    <a:pt x="4291" y="13117"/>
                  </a:lnTo>
                  <a:lnTo>
                    <a:pt x="2285" y="13117"/>
                  </a:lnTo>
                  <a:cubicBezTo>
                    <a:pt x="2132" y="12533"/>
                    <a:pt x="1659" y="12262"/>
                    <a:pt x="1187" y="12262"/>
                  </a:cubicBezTo>
                  <a:cubicBezTo>
                    <a:pt x="610" y="12262"/>
                    <a:pt x="32" y="12665"/>
                    <a:pt x="32" y="13394"/>
                  </a:cubicBezTo>
                  <a:cubicBezTo>
                    <a:pt x="32" y="14124"/>
                    <a:pt x="610" y="14527"/>
                    <a:pt x="1187" y="14527"/>
                  </a:cubicBezTo>
                  <a:cubicBezTo>
                    <a:pt x="1659" y="14527"/>
                    <a:pt x="2132" y="14256"/>
                    <a:pt x="2285" y="13672"/>
                  </a:cubicBezTo>
                  <a:lnTo>
                    <a:pt x="4291" y="13672"/>
                  </a:lnTo>
                  <a:lnTo>
                    <a:pt x="4291" y="14259"/>
                  </a:lnTo>
                  <a:cubicBezTo>
                    <a:pt x="4291" y="14413"/>
                    <a:pt x="4414" y="14536"/>
                    <a:pt x="4568" y="14536"/>
                  </a:cubicBezTo>
                  <a:lnTo>
                    <a:pt x="7994" y="14536"/>
                  </a:lnTo>
                  <a:cubicBezTo>
                    <a:pt x="8148" y="14536"/>
                    <a:pt x="8272" y="14413"/>
                    <a:pt x="8272" y="14259"/>
                  </a:cubicBezTo>
                  <a:lnTo>
                    <a:pt x="8272" y="13672"/>
                  </a:lnTo>
                  <a:lnTo>
                    <a:pt x="10278" y="13672"/>
                  </a:lnTo>
                  <a:cubicBezTo>
                    <a:pt x="10431" y="14256"/>
                    <a:pt x="10903" y="14527"/>
                    <a:pt x="11376" y="14527"/>
                  </a:cubicBezTo>
                  <a:cubicBezTo>
                    <a:pt x="11953" y="14527"/>
                    <a:pt x="12531" y="14124"/>
                    <a:pt x="12531" y="13394"/>
                  </a:cubicBezTo>
                  <a:cubicBezTo>
                    <a:pt x="12531" y="12665"/>
                    <a:pt x="11953" y="12262"/>
                    <a:pt x="11376" y="12262"/>
                  </a:cubicBezTo>
                  <a:cubicBezTo>
                    <a:pt x="10903" y="12262"/>
                    <a:pt x="10431" y="12533"/>
                    <a:pt x="10278" y="13117"/>
                  </a:cubicBezTo>
                  <a:lnTo>
                    <a:pt x="8272" y="13117"/>
                  </a:lnTo>
                  <a:lnTo>
                    <a:pt x="8272" y="12561"/>
                  </a:lnTo>
                  <a:cubicBezTo>
                    <a:pt x="8272" y="12407"/>
                    <a:pt x="8148" y="12253"/>
                    <a:pt x="7994" y="12253"/>
                  </a:cubicBezTo>
                  <a:lnTo>
                    <a:pt x="6574" y="12253"/>
                  </a:lnTo>
                  <a:lnTo>
                    <a:pt x="6574" y="10956"/>
                  </a:lnTo>
                  <a:lnTo>
                    <a:pt x="12222" y="10956"/>
                  </a:lnTo>
                  <a:cubicBezTo>
                    <a:pt x="12407" y="10956"/>
                    <a:pt x="12531" y="10833"/>
                    <a:pt x="12531" y="10679"/>
                  </a:cubicBezTo>
                  <a:lnTo>
                    <a:pt x="12531" y="3395"/>
                  </a:lnTo>
                  <a:cubicBezTo>
                    <a:pt x="12531" y="2932"/>
                    <a:pt x="12130" y="2531"/>
                    <a:pt x="11667" y="2531"/>
                  </a:cubicBezTo>
                  <a:lnTo>
                    <a:pt x="10833" y="2531"/>
                  </a:lnTo>
                  <a:lnTo>
                    <a:pt x="10833" y="1976"/>
                  </a:lnTo>
                  <a:cubicBezTo>
                    <a:pt x="10833" y="1821"/>
                    <a:pt x="10679" y="1698"/>
                    <a:pt x="10525" y="1698"/>
                  </a:cubicBezTo>
                  <a:lnTo>
                    <a:pt x="6389" y="1698"/>
                  </a:lnTo>
                  <a:lnTo>
                    <a:pt x="4939" y="247"/>
                  </a:lnTo>
                  <a:cubicBezTo>
                    <a:pt x="4784" y="62"/>
                    <a:pt x="4568" y="0"/>
                    <a:pt x="4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7" name="Google Shape;13757;p89"/>
            <p:cNvSpPr/>
            <p:nvPr/>
          </p:nvSpPr>
          <p:spPr>
            <a:xfrm>
              <a:off x="1907050" y="3708950"/>
              <a:ext cx="16675" cy="14500"/>
            </a:xfrm>
            <a:custGeom>
              <a:rect b="b" l="l" r="r" t="t"/>
              <a:pathLst>
                <a:path extrusionOk="0" h="580" w="667">
                  <a:moveTo>
                    <a:pt x="376" y="0"/>
                  </a:moveTo>
                  <a:cubicBezTo>
                    <a:pt x="344" y="0"/>
                    <a:pt x="311" y="6"/>
                    <a:pt x="278" y="19"/>
                  </a:cubicBezTo>
                  <a:cubicBezTo>
                    <a:pt x="31" y="81"/>
                    <a:pt x="0" y="390"/>
                    <a:pt x="216" y="544"/>
                  </a:cubicBezTo>
                  <a:cubicBezTo>
                    <a:pt x="260" y="569"/>
                    <a:pt x="304" y="580"/>
                    <a:pt x="347" y="580"/>
                  </a:cubicBezTo>
                  <a:cubicBezTo>
                    <a:pt x="519" y="580"/>
                    <a:pt x="667" y="402"/>
                    <a:pt x="618" y="205"/>
                  </a:cubicBezTo>
                  <a:cubicBezTo>
                    <a:pt x="593" y="83"/>
                    <a:pt x="493" y="0"/>
                    <a:pt x="3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58" name="Google Shape;13758;p89"/>
          <p:cNvGrpSpPr/>
          <p:nvPr/>
        </p:nvGrpSpPr>
        <p:grpSpPr>
          <a:xfrm>
            <a:off x="4751413" y="1790938"/>
            <a:ext cx="363400" cy="313375"/>
            <a:chOff x="3997175" y="3077525"/>
            <a:chExt cx="363400" cy="313375"/>
          </a:xfrm>
        </p:grpSpPr>
        <p:sp>
          <p:nvSpPr>
            <p:cNvPr id="13759" name="Google Shape;13759;p89"/>
            <p:cNvSpPr/>
            <p:nvPr/>
          </p:nvSpPr>
          <p:spPr>
            <a:xfrm>
              <a:off x="4233250" y="3333675"/>
              <a:ext cx="16225" cy="14575"/>
            </a:xfrm>
            <a:custGeom>
              <a:rect b="b" l="l" r="r" t="t"/>
              <a:pathLst>
                <a:path extrusionOk="0" h="583" w="649">
                  <a:moveTo>
                    <a:pt x="371" y="1"/>
                  </a:moveTo>
                  <a:cubicBezTo>
                    <a:pt x="124" y="1"/>
                    <a:pt x="1" y="309"/>
                    <a:pt x="155" y="494"/>
                  </a:cubicBezTo>
                  <a:cubicBezTo>
                    <a:pt x="216" y="555"/>
                    <a:pt x="289" y="582"/>
                    <a:pt x="361" y="582"/>
                  </a:cubicBezTo>
                  <a:cubicBezTo>
                    <a:pt x="509" y="582"/>
                    <a:pt x="649" y="465"/>
                    <a:pt x="649" y="278"/>
                  </a:cubicBezTo>
                  <a:cubicBezTo>
                    <a:pt x="649" y="124"/>
                    <a:pt x="525" y="1"/>
                    <a:pt x="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0" name="Google Shape;13760;p89"/>
            <p:cNvSpPr/>
            <p:nvPr/>
          </p:nvSpPr>
          <p:spPr>
            <a:xfrm>
              <a:off x="4211650" y="3248800"/>
              <a:ext cx="17000" cy="14425"/>
            </a:xfrm>
            <a:custGeom>
              <a:rect b="b" l="l" r="r" t="t"/>
              <a:pathLst>
                <a:path extrusionOk="0" h="577" w="680">
                  <a:moveTo>
                    <a:pt x="371" y="1"/>
                  </a:moveTo>
                  <a:cubicBezTo>
                    <a:pt x="124" y="1"/>
                    <a:pt x="1" y="309"/>
                    <a:pt x="186" y="495"/>
                  </a:cubicBezTo>
                  <a:cubicBezTo>
                    <a:pt x="243" y="551"/>
                    <a:pt x="311" y="576"/>
                    <a:pt x="379" y="576"/>
                  </a:cubicBezTo>
                  <a:cubicBezTo>
                    <a:pt x="531" y="576"/>
                    <a:pt x="680" y="450"/>
                    <a:pt x="680" y="279"/>
                  </a:cubicBezTo>
                  <a:cubicBezTo>
                    <a:pt x="680" y="124"/>
                    <a:pt x="525" y="1"/>
                    <a:pt x="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1" name="Google Shape;13761;p89"/>
            <p:cNvSpPr/>
            <p:nvPr/>
          </p:nvSpPr>
          <p:spPr>
            <a:xfrm>
              <a:off x="4191975" y="3333100"/>
              <a:ext cx="15450" cy="13925"/>
            </a:xfrm>
            <a:custGeom>
              <a:rect b="b" l="l" r="r" t="t"/>
              <a:pathLst>
                <a:path extrusionOk="0" h="557" w="618">
                  <a:moveTo>
                    <a:pt x="309" y="1"/>
                  </a:moveTo>
                  <a:cubicBezTo>
                    <a:pt x="155" y="1"/>
                    <a:pt x="1" y="101"/>
                    <a:pt x="16" y="301"/>
                  </a:cubicBezTo>
                  <a:cubicBezTo>
                    <a:pt x="32" y="471"/>
                    <a:pt x="163" y="556"/>
                    <a:pt x="298" y="556"/>
                  </a:cubicBezTo>
                  <a:cubicBezTo>
                    <a:pt x="433" y="556"/>
                    <a:pt x="572" y="471"/>
                    <a:pt x="602" y="301"/>
                  </a:cubicBezTo>
                  <a:cubicBezTo>
                    <a:pt x="618" y="101"/>
                    <a:pt x="464" y="1"/>
                    <a:pt x="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2" name="Google Shape;13762;p89"/>
            <p:cNvSpPr/>
            <p:nvPr/>
          </p:nvSpPr>
          <p:spPr>
            <a:xfrm>
              <a:off x="4147625" y="3333675"/>
              <a:ext cx="17000" cy="14575"/>
            </a:xfrm>
            <a:custGeom>
              <a:rect b="b" l="l" r="r" t="t"/>
              <a:pathLst>
                <a:path extrusionOk="0" h="583" w="680">
                  <a:moveTo>
                    <a:pt x="401" y="1"/>
                  </a:moveTo>
                  <a:cubicBezTo>
                    <a:pt x="124" y="1"/>
                    <a:pt x="0" y="309"/>
                    <a:pt x="185" y="494"/>
                  </a:cubicBezTo>
                  <a:cubicBezTo>
                    <a:pt x="246" y="555"/>
                    <a:pt x="319" y="582"/>
                    <a:pt x="391" y="582"/>
                  </a:cubicBezTo>
                  <a:cubicBezTo>
                    <a:pt x="539" y="582"/>
                    <a:pt x="679" y="465"/>
                    <a:pt x="679" y="278"/>
                  </a:cubicBezTo>
                  <a:cubicBezTo>
                    <a:pt x="679" y="124"/>
                    <a:pt x="556" y="1"/>
                    <a:pt x="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3" name="Google Shape;13763;p89"/>
            <p:cNvSpPr/>
            <p:nvPr/>
          </p:nvSpPr>
          <p:spPr>
            <a:xfrm>
              <a:off x="4037475" y="3163875"/>
              <a:ext cx="16025" cy="13900"/>
            </a:xfrm>
            <a:custGeom>
              <a:rect b="b" l="l" r="r" t="t"/>
              <a:pathLst>
                <a:path extrusionOk="0" h="556" w="641">
                  <a:moveTo>
                    <a:pt x="329" y="1"/>
                  </a:moveTo>
                  <a:cubicBezTo>
                    <a:pt x="105" y="1"/>
                    <a:pt x="0" y="290"/>
                    <a:pt x="147" y="466"/>
                  </a:cubicBezTo>
                  <a:cubicBezTo>
                    <a:pt x="209" y="528"/>
                    <a:pt x="284" y="555"/>
                    <a:pt x="358" y="555"/>
                  </a:cubicBezTo>
                  <a:cubicBezTo>
                    <a:pt x="504" y="555"/>
                    <a:pt x="641" y="445"/>
                    <a:pt x="641" y="281"/>
                  </a:cubicBezTo>
                  <a:cubicBezTo>
                    <a:pt x="641" y="127"/>
                    <a:pt x="518" y="3"/>
                    <a:pt x="363" y="3"/>
                  </a:cubicBezTo>
                  <a:cubicBezTo>
                    <a:pt x="352" y="2"/>
                    <a:pt x="340" y="1"/>
                    <a:pt x="3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4" name="Google Shape;13764;p89"/>
            <p:cNvSpPr/>
            <p:nvPr/>
          </p:nvSpPr>
          <p:spPr>
            <a:xfrm>
              <a:off x="4037275" y="3206375"/>
              <a:ext cx="16225" cy="13825"/>
            </a:xfrm>
            <a:custGeom>
              <a:rect b="b" l="l" r="r" t="t"/>
              <a:pathLst>
                <a:path extrusionOk="0" h="553" w="649">
                  <a:moveTo>
                    <a:pt x="371" y="0"/>
                  </a:moveTo>
                  <a:cubicBezTo>
                    <a:pt x="124" y="0"/>
                    <a:pt x="1" y="278"/>
                    <a:pt x="155" y="463"/>
                  </a:cubicBezTo>
                  <a:cubicBezTo>
                    <a:pt x="217" y="525"/>
                    <a:pt x="292" y="553"/>
                    <a:pt x="366" y="553"/>
                  </a:cubicBezTo>
                  <a:cubicBezTo>
                    <a:pt x="512" y="553"/>
                    <a:pt x="649" y="443"/>
                    <a:pt x="649" y="278"/>
                  </a:cubicBezTo>
                  <a:cubicBezTo>
                    <a:pt x="649" y="124"/>
                    <a:pt x="526" y="0"/>
                    <a:pt x="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5" name="Google Shape;13765;p89"/>
            <p:cNvSpPr/>
            <p:nvPr/>
          </p:nvSpPr>
          <p:spPr>
            <a:xfrm>
              <a:off x="4037275" y="3248800"/>
              <a:ext cx="16225" cy="14425"/>
            </a:xfrm>
            <a:custGeom>
              <a:rect b="b" l="l" r="r" t="t"/>
              <a:pathLst>
                <a:path extrusionOk="0" h="577" w="649">
                  <a:moveTo>
                    <a:pt x="371" y="1"/>
                  </a:moveTo>
                  <a:cubicBezTo>
                    <a:pt x="124" y="1"/>
                    <a:pt x="1" y="309"/>
                    <a:pt x="155" y="495"/>
                  </a:cubicBezTo>
                  <a:cubicBezTo>
                    <a:pt x="212" y="551"/>
                    <a:pt x="281" y="576"/>
                    <a:pt x="348" y="576"/>
                  </a:cubicBezTo>
                  <a:cubicBezTo>
                    <a:pt x="501" y="576"/>
                    <a:pt x="649" y="450"/>
                    <a:pt x="649" y="279"/>
                  </a:cubicBezTo>
                  <a:cubicBezTo>
                    <a:pt x="649" y="124"/>
                    <a:pt x="526" y="1"/>
                    <a:pt x="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6" name="Google Shape;13766;p89"/>
            <p:cNvSpPr/>
            <p:nvPr/>
          </p:nvSpPr>
          <p:spPr>
            <a:xfrm>
              <a:off x="4037275" y="3291250"/>
              <a:ext cx="16225" cy="14575"/>
            </a:xfrm>
            <a:custGeom>
              <a:rect b="b" l="l" r="r" t="t"/>
              <a:pathLst>
                <a:path extrusionOk="0" h="583" w="649">
                  <a:moveTo>
                    <a:pt x="371" y="0"/>
                  </a:moveTo>
                  <a:cubicBezTo>
                    <a:pt x="124" y="0"/>
                    <a:pt x="1" y="309"/>
                    <a:pt x="155" y="494"/>
                  </a:cubicBezTo>
                  <a:cubicBezTo>
                    <a:pt x="216" y="555"/>
                    <a:pt x="289" y="582"/>
                    <a:pt x="361" y="582"/>
                  </a:cubicBezTo>
                  <a:cubicBezTo>
                    <a:pt x="509" y="582"/>
                    <a:pt x="649" y="465"/>
                    <a:pt x="649" y="278"/>
                  </a:cubicBezTo>
                  <a:cubicBezTo>
                    <a:pt x="649" y="124"/>
                    <a:pt x="526" y="0"/>
                    <a:pt x="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89"/>
            <p:cNvSpPr/>
            <p:nvPr/>
          </p:nvSpPr>
          <p:spPr>
            <a:xfrm>
              <a:off x="4038825" y="3333100"/>
              <a:ext cx="15450" cy="13925"/>
            </a:xfrm>
            <a:custGeom>
              <a:rect b="b" l="l" r="r" t="t"/>
              <a:pathLst>
                <a:path extrusionOk="0" h="557" w="618">
                  <a:moveTo>
                    <a:pt x="309" y="1"/>
                  </a:moveTo>
                  <a:cubicBezTo>
                    <a:pt x="155" y="1"/>
                    <a:pt x="1" y="101"/>
                    <a:pt x="31" y="301"/>
                  </a:cubicBezTo>
                  <a:cubicBezTo>
                    <a:pt x="47" y="471"/>
                    <a:pt x="178" y="556"/>
                    <a:pt x="309" y="556"/>
                  </a:cubicBezTo>
                  <a:cubicBezTo>
                    <a:pt x="440" y="556"/>
                    <a:pt x="572" y="471"/>
                    <a:pt x="587" y="301"/>
                  </a:cubicBezTo>
                  <a:cubicBezTo>
                    <a:pt x="618" y="101"/>
                    <a:pt x="464" y="1"/>
                    <a:pt x="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8" name="Google Shape;13768;p89"/>
            <p:cNvSpPr/>
            <p:nvPr/>
          </p:nvSpPr>
          <p:spPr>
            <a:xfrm>
              <a:off x="4080500" y="3291250"/>
              <a:ext cx="84125" cy="13900"/>
            </a:xfrm>
            <a:custGeom>
              <a:rect b="b" l="l" r="r" t="t"/>
              <a:pathLst>
                <a:path extrusionOk="0" h="556" w="3365">
                  <a:moveTo>
                    <a:pt x="340" y="0"/>
                  </a:moveTo>
                  <a:cubicBezTo>
                    <a:pt x="0" y="31"/>
                    <a:pt x="0" y="525"/>
                    <a:pt x="340" y="556"/>
                  </a:cubicBezTo>
                  <a:lnTo>
                    <a:pt x="3086" y="556"/>
                  </a:lnTo>
                  <a:cubicBezTo>
                    <a:pt x="3241" y="556"/>
                    <a:pt x="3364" y="432"/>
                    <a:pt x="3364" y="278"/>
                  </a:cubicBezTo>
                  <a:cubicBezTo>
                    <a:pt x="3364" y="124"/>
                    <a:pt x="3241" y="0"/>
                    <a:pt x="30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9" name="Google Shape;13769;p89"/>
            <p:cNvSpPr/>
            <p:nvPr/>
          </p:nvSpPr>
          <p:spPr>
            <a:xfrm>
              <a:off x="4079725" y="3248800"/>
              <a:ext cx="108025" cy="13925"/>
            </a:xfrm>
            <a:custGeom>
              <a:rect b="b" l="l" r="r" t="t"/>
              <a:pathLst>
                <a:path extrusionOk="0" h="557" w="4321">
                  <a:moveTo>
                    <a:pt x="371" y="1"/>
                  </a:moveTo>
                  <a:cubicBezTo>
                    <a:pt x="0" y="1"/>
                    <a:pt x="0" y="556"/>
                    <a:pt x="371" y="556"/>
                  </a:cubicBezTo>
                  <a:lnTo>
                    <a:pt x="3951" y="556"/>
                  </a:lnTo>
                  <a:cubicBezTo>
                    <a:pt x="4321" y="556"/>
                    <a:pt x="4321" y="1"/>
                    <a:pt x="3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0" name="Google Shape;13770;p89"/>
            <p:cNvSpPr/>
            <p:nvPr/>
          </p:nvSpPr>
          <p:spPr>
            <a:xfrm>
              <a:off x="4254100" y="3248800"/>
              <a:ext cx="66375" cy="13925"/>
            </a:xfrm>
            <a:custGeom>
              <a:rect b="b" l="l" r="r" t="t"/>
              <a:pathLst>
                <a:path extrusionOk="0" h="557" w="2655">
                  <a:moveTo>
                    <a:pt x="370" y="1"/>
                  </a:moveTo>
                  <a:cubicBezTo>
                    <a:pt x="0" y="1"/>
                    <a:pt x="0" y="556"/>
                    <a:pt x="370" y="556"/>
                  </a:cubicBezTo>
                  <a:lnTo>
                    <a:pt x="2253" y="556"/>
                  </a:lnTo>
                  <a:cubicBezTo>
                    <a:pt x="2654" y="556"/>
                    <a:pt x="2654" y="1"/>
                    <a:pt x="22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1" name="Google Shape;13771;p89"/>
            <p:cNvSpPr/>
            <p:nvPr/>
          </p:nvSpPr>
          <p:spPr>
            <a:xfrm>
              <a:off x="4147100" y="3163825"/>
              <a:ext cx="63550" cy="14050"/>
            </a:xfrm>
            <a:custGeom>
              <a:rect b="b" l="l" r="r" t="t"/>
              <a:pathLst>
                <a:path extrusionOk="0" h="562" w="2542">
                  <a:moveTo>
                    <a:pt x="366" y="1"/>
                  </a:moveTo>
                  <a:cubicBezTo>
                    <a:pt x="0" y="1"/>
                    <a:pt x="9" y="562"/>
                    <a:pt x="393" y="562"/>
                  </a:cubicBezTo>
                  <a:cubicBezTo>
                    <a:pt x="402" y="562"/>
                    <a:pt x="412" y="561"/>
                    <a:pt x="422" y="561"/>
                  </a:cubicBezTo>
                  <a:lnTo>
                    <a:pt x="2120" y="561"/>
                  </a:lnTo>
                  <a:cubicBezTo>
                    <a:pt x="2130" y="561"/>
                    <a:pt x="2140" y="562"/>
                    <a:pt x="2149" y="562"/>
                  </a:cubicBezTo>
                  <a:cubicBezTo>
                    <a:pt x="2533" y="562"/>
                    <a:pt x="2542" y="1"/>
                    <a:pt x="2176" y="1"/>
                  </a:cubicBezTo>
                  <a:cubicBezTo>
                    <a:pt x="2158" y="1"/>
                    <a:pt x="2139" y="2"/>
                    <a:pt x="2120" y="5"/>
                  </a:cubicBezTo>
                  <a:lnTo>
                    <a:pt x="422" y="5"/>
                  </a:lnTo>
                  <a:cubicBezTo>
                    <a:pt x="403" y="2"/>
                    <a:pt x="38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2" name="Google Shape;13772;p89"/>
            <p:cNvSpPr/>
            <p:nvPr/>
          </p:nvSpPr>
          <p:spPr>
            <a:xfrm>
              <a:off x="4189725" y="3291150"/>
              <a:ext cx="127650" cy="14100"/>
            </a:xfrm>
            <a:custGeom>
              <a:rect b="b" l="l" r="r" t="t"/>
              <a:pathLst>
                <a:path extrusionOk="0" h="564" w="5106">
                  <a:moveTo>
                    <a:pt x="361" y="0"/>
                  </a:moveTo>
                  <a:cubicBezTo>
                    <a:pt x="1" y="0"/>
                    <a:pt x="1" y="564"/>
                    <a:pt x="361" y="564"/>
                  </a:cubicBezTo>
                  <a:cubicBezTo>
                    <a:pt x="378" y="564"/>
                    <a:pt x="396" y="562"/>
                    <a:pt x="415" y="560"/>
                  </a:cubicBezTo>
                  <a:lnTo>
                    <a:pt x="4828" y="560"/>
                  </a:lnTo>
                  <a:cubicBezTo>
                    <a:pt x="4982" y="560"/>
                    <a:pt x="5106" y="436"/>
                    <a:pt x="5106" y="282"/>
                  </a:cubicBezTo>
                  <a:cubicBezTo>
                    <a:pt x="5106" y="128"/>
                    <a:pt x="4982" y="4"/>
                    <a:pt x="4828" y="4"/>
                  </a:cubicBezTo>
                  <a:lnTo>
                    <a:pt x="415" y="4"/>
                  </a:lnTo>
                  <a:cubicBezTo>
                    <a:pt x="396" y="2"/>
                    <a:pt x="378" y="0"/>
                    <a:pt x="3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3" name="Google Shape;13773;p89"/>
            <p:cNvSpPr/>
            <p:nvPr/>
          </p:nvSpPr>
          <p:spPr>
            <a:xfrm>
              <a:off x="4080500" y="3206375"/>
              <a:ext cx="239200" cy="13900"/>
            </a:xfrm>
            <a:custGeom>
              <a:rect b="b" l="l" r="r" t="t"/>
              <a:pathLst>
                <a:path extrusionOk="0" h="556" w="9568">
                  <a:moveTo>
                    <a:pt x="340" y="0"/>
                  </a:moveTo>
                  <a:cubicBezTo>
                    <a:pt x="0" y="31"/>
                    <a:pt x="0" y="525"/>
                    <a:pt x="340" y="556"/>
                  </a:cubicBezTo>
                  <a:lnTo>
                    <a:pt x="9228" y="556"/>
                  </a:lnTo>
                  <a:cubicBezTo>
                    <a:pt x="9567" y="525"/>
                    <a:pt x="9567" y="31"/>
                    <a:pt x="9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4" name="Google Shape;13774;p89"/>
            <p:cNvSpPr/>
            <p:nvPr/>
          </p:nvSpPr>
          <p:spPr>
            <a:xfrm>
              <a:off x="4080500" y="3163825"/>
              <a:ext cx="44525" cy="14050"/>
            </a:xfrm>
            <a:custGeom>
              <a:rect b="b" l="l" r="r" t="t"/>
              <a:pathLst>
                <a:path extrusionOk="0" h="562" w="1781">
                  <a:moveTo>
                    <a:pt x="1414" y="1"/>
                  </a:moveTo>
                  <a:cubicBezTo>
                    <a:pt x="1396" y="1"/>
                    <a:pt x="1378" y="2"/>
                    <a:pt x="1358" y="5"/>
                  </a:cubicBezTo>
                  <a:lnTo>
                    <a:pt x="340" y="5"/>
                  </a:lnTo>
                  <a:cubicBezTo>
                    <a:pt x="0" y="36"/>
                    <a:pt x="0" y="530"/>
                    <a:pt x="340" y="561"/>
                  </a:cubicBezTo>
                  <a:lnTo>
                    <a:pt x="1358" y="561"/>
                  </a:lnTo>
                  <a:cubicBezTo>
                    <a:pt x="1368" y="561"/>
                    <a:pt x="1378" y="562"/>
                    <a:pt x="1388" y="562"/>
                  </a:cubicBezTo>
                  <a:cubicBezTo>
                    <a:pt x="1771" y="562"/>
                    <a:pt x="1780" y="1"/>
                    <a:pt x="14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5" name="Google Shape;13775;p89"/>
            <p:cNvSpPr/>
            <p:nvPr/>
          </p:nvSpPr>
          <p:spPr>
            <a:xfrm>
              <a:off x="4234025" y="3163950"/>
              <a:ext cx="84900" cy="13900"/>
            </a:xfrm>
            <a:custGeom>
              <a:rect b="b" l="l" r="r" t="t"/>
              <a:pathLst>
                <a:path extrusionOk="0" h="556" w="3396">
                  <a:moveTo>
                    <a:pt x="340" y="0"/>
                  </a:moveTo>
                  <a:cubicBezTo>
                    <a:pt x="1" y="31"/>
                    <a:pt x="1" y="525"/>
                    <a:pt x="340" y="556"/>
                  </a:cubicBezTo>
                  <a:lnTo>
                    <a:pt x="3056" y="556"/>
                  </a:lnTo>
                  <a:cubicBezTo>
                    <a:pt x="3395" y="525"/>
                    <a:pt x="3395" y="31"/>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6" name="Google Shape;13776;p89"/>
            <p:cNvSpPr/>
            <p:nvPr/>
          </p:nvSpPr>
          <p:spPr>
            <a:xfrm>
              <a:off x="4080500" y="3333650"/>
              <a:ext cx="44525" cy="14750"/>
            </a:xfrm>
            <a:custGeom>
              <a:rect b="b" l="l" r="r" t="t"/>
              <a:pathLst>
                <a:path extrusionOk="0" h="590" w="1781">
                  <a:moveTo>
                    <a:pt x="1388" y="1"/>
                  </a:moveTo>
                  <a:cubicBezTo>
                    <a:pt x="1378" y="1"/>
                    <a:pt x="1368" y="1"/>
                    <a:pt x="1358" y="2"/>
                  </a:cubicBezTo>
                  <a:lnTo>
                    <a:pt x="340" y="2"/>
                  </a:lnTo>
                  <a:cubicBezTo>
                    <a:pt x="0" y="33"/>
                    <a:pt x="0" y="526"/>
                    <a:pt x="340" y="588"/>
                  </a:cubicBezTo>
                  <a:lnTo>
                    <a:pt x="1358" y="588"/>
                  </a:lnTo>
                  <a:cubicBezTo>
                    <a:pt x="1368" y="589"/>
                    <a:pt x="1378" y="589"/>
                    <a:pt x="1388" y="589"/>
                  </a:cubicBezTo>
                  <a:cubicBezTo>
                    <a:pt x="1780" y="589"/>
                    <a:pt x="1780" y="1"/>
                    <a:pt x="13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7" name="Google Shape;13777;p89"/>
            <p:cNvSpPr/>
            <p:nvPr/>
          </p:nvSpPr>
          <p:spPr>
            <a:xfrm>
              <a:off x="4169225" y="3376125"/>
              <a:ext cx="16225" cy="14575"/>
            </a:xfrm>
            <a:custGeom>
              <a:rect b="b" l="l" r="r" t="t"/>
              <a:pathLst>
                <a:path extrusionOk="0" h="583" w="649">
                  <a:moveTo>
                    <a:pt x="371" y="0"/>
                  </a:moveTo>
                  <a:cubicBezTo>
                    <a:pt x="124" y="0"/>
                    <a:pt x="0" y="309"/>
                    <a:pt x="185" y="494"/>
                  </a:cubicBezTo>
                  <a:cubicBezTo>
                    <a:pt x="247" y="556"/>
                    <a:pt x="319" y="583"/>
                    <a:pt x="388" y="583"/>
                  </a:cubicBezTo>
                  <a:cubicBezTo>
                    <a:pt x="525" y="583"/>
                    <a:pt x="648" y="473"/>
                    <a:pt x="648" y="309"/>
                  </a:cubicBezTo>
                  <a:cubicBezTo>
                    <a:pt x="648" y="124"/>
                    <a:pt x="525" y="0"/>
                    <a:pt x="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8" name="Google Shape;13778;p89"/>
            <p:cNvSpPr/>
            <p:nvPr/>
          </p:nvSpPr>
          <p:spPr>
            <a:xfrm>
              <a:off x="3997175" y="3077525"/>
              <a:ext cx="363400" cy="313375"/>
            </a:xfrm>
            <a:custGeom>
              <a:rect b="b" l="l" r="r" t="t"/>
              <a:pathLst>
                <a:path extrusionOk="0" h="12535" w="14536">
                  <a:moveTo>
                    <a:pt x="794" y="614"/>
                  </a:moveTo>
                  <a:cubicBezTo>
                    <a:pt x="807" y="614"/>
                    <a:pt x="820" y="615"/>
                    <a:pt x="833" y="618"/>
                  </a:cubicBezTo>
                  <a:lnTo>
                    <a:pt x="10370" y="618"/>
                  </a:lnTo>
                  <a:lnTo>
                    <a:pt x="10370" y="1729"/>
                  </a:lnTo>
                  <a:lnTo>
                    <a:pt x="556" y="1729"/>
                  </a:lnTo>
                  <a:lnTo>
                    <a:pt x="556" y="896"/>
                  </a:lnTo>
                  <a:cubicBezTo>
                    <a:pt x="556" y="755"/>
                    <a:pt x="658" y="614"/>
                    <a:pt x="794" y="614"/>
                  </a:cubicBezTo>
                  <a:close/>
                  <a:moveTo>
                    <a:pt x="13672" y="618"/>
                  </a:moveTo>
                  <a:cubicBezTo>
                    <a:pt x="13826" y="618"/>
                    <a:pt x="13950" y="741"/>
                    <a:pt x="13950" y="896"/>
                  </a:cubicBezTo>
                  <a:lnTo>
                    <a:pt x="13950" y="1729"/>
                  </a:lnTo>
                  <a:lnTo>
                    <a:pt x="10956" y="1729"/>
                  </a:lnTo>
                  <a:lnTo>
                    <a:pt x="10956" y="618"/>
                  </a:lnTo>
                  <a:close/>
                  <a:moveTo>
                    <a:pt x="13672" y="1"/>
                  </a:moveTo>
                  <a:lnTo>
                    <a:pt x="13672" y="31"/>
                  </a:lnTo>
                  <a:lnTo>
                    <a:pt x="833" y="31"/>
                  </a:lnTo>
                  <a:cubicBezTo>
                    <a:pt x="370" y="31"/>
                    <a:pt x="0" y="402"/>
                    <a:pt x="0" y="896"/>
                  </a:cubicBezTo>
                  <a:lnTo>
                    <a:pt x="0" y="11697"/>
                  </a:lnTo>
                  <a:cubicBezTo>
                    <a:pt x="0" y="12160"/>
                    <a:pt x="370" y="12530"/>
                    <a:pt x="833" y="12530"/>
                  </a:cubicBezTo>
                  <a:lnTo>
                    <a:pt x="5987" y="12530"/>
                  </a:lnTo>
                  <a:cubicBezTo>
                    <a:pt x="6006" y="12533"/>
                    <a:pt x="6024" y="12534"/>
                    <a:pt x="6041" y="12534"/>
                  </a:cubicBezTo>
                  <a:cubicBezTo>
                    <a:pt x="6401" y="12534"/>
                    <a:pt x="6401" y="11971"/>
                    <a:pt x="6041" y="11971"/>
                  </a:cubicBezTo>
                  <a:cubicBezTo>
                    <a:pt x="6024" y="11971"/>
                    <a:pt x="6006" y="11972"/>
                    <a:pt x="5987" y="11975"/>
                  </a:cubicBezTo>
                  <a:lnTo>
                    <a:pt x="833" y="11975"/>
                  </a:lnTo>
                  <a:cubicBezTo>
                    <a:pt x="679" y="11975"/>
                    <a:pt x="556" y="11851"/>
                    <a:pt x="556" y="11697"/>
                  </a:cubicBezTo>
                  <a:lnTo>
                    <a:pt x="556" y="2315"/>
                  </a:lnTo>
                  <a:lnTo>
                    <a:pt x="13950" y="2315"/>
                  </a:lnTo>
                  <a:lnTo>
                    <a:pt x="13950" y="11666"/>
                  </a:lnTo>
                  <a:cubicBezTo>
                    <a:pt x="13950" y="11821"/>
                    <a:pt x="13826" y="11944"/>
                    <a:pt x="13672" y="11944"/>
                  </a:cubicBezTo>
                  <a:lnTo>
                    <a:pt x="8549" y="11944"/>
                  </a:lnTo>
                  <a:cubicBezTo>
                    <a:pt x="8209" y="12006"/>
                    <a:pt x="8209" y="12469"/>
                    <a:pt x="8549" y="12530"/>
                  </a:cubicBezTo>
                  <a:lnTo>
                    <a:pt x="13672" y="12530"/>
                  </a:lnTo>
                  <a:cubicBezTo>
                    <a:pt x="14135" y="12530"/>
                    <a:pt x="14536" y="12129"/>
                    <a:pt x="14536" y="11666"/>
                  </a:cubicBezTo>
                  <a:lnTo>
                    <a:pt x="14536" y="865"/>
                  </a:lnTo>
                  <a:cubicBezTo>
                    <a:pt x="14536" y="402"/>
                    <a:pt x="14135" y="1"/>
                    <a:pt x="136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79" name="Google Shape;13779;p89"/>
          <p:cNvGrpSpPr/>
          <p:nvPr/>
        </p:nvGrpSpPr>
        <p:grpSpPr>
          <a:xfrm>
            <a:off x="5464975" y="1765913"/>
            <a:ext cx="363425" cy="363425"/>
            <a:chOff x="3246450" y="3052825"/>
            <a:chExt cx="363425" cy="363425"/>
          </a:xfrm>
        </p:grpSpPr>
        <p:sp>
          <p:nvSpPr>
            <p:cNvPr id="13780" name="Google Shape;13780;p89"/>
            <p:cNvSpPr/>
            <p:nvPr/>
          </p:nvSpPr>
          <p:spPr>
            <a:xfrm>
              <a:off x="3246450" y="3052825"/>
              <a:ext cx="363425" cy="363425"/>
            </a:xfrm>
            <a:custGeom>
              <a:rect b="b" l="l" r="r" t="t"/>
              <a:pathLst>
                <a:path extrusionOk="0" h="14537" w="14537">
                  <a:moveTo>
                    <a:pt x="8704" y="556"/>
                  </a:moveTo>
                  <a:lnTo>
                    <a:pt x="8704" y="3025"/>
                  </a:lnTo>
                  <a:lnTo>
                    <a:pt x="5864" y="3025"/>
                  </a:lnTo>
                  <a:lnTo>
                    <a:pt x="5864" y="556"/>
                  </a:lnTo>
                  <a:close/>
                  <a:moveTo>
                    <a:pt x="9568" y="5834"/>
                  </a:moveTo>
                  <a:lnTo>
                    <a:pt x="9568" y="8673"/>
                  </a:lnTo>
                  <a:lnTo>
                    <a:pt x="5000" y="8673"/>
                  </a:lnTo>
                  <a:lnTo>
                    <a:pt x="5000" y="5834"/>
                  </a:lnTo>
                  <a:close/>
                  <a:moveTo>
                    <a:pt x="2593" y="11512"/>
                  </a:moveTo>
                  <a:lnTo>
                    <a:pt x="2562" y="13981"/>
                  </a:lnTo>
                  <a:lnTo>
                    <a:pt x="618" y="13981"/>
                  </a:lnTo>
                  <a:lnTo>
                    <a:pt x="618" y="11512"/>
                  </a:lnTo>
                  <a:close/>
                  <a:moveTo>
                    <a:pt x="13981" y="11512"/>
                  </a:moveTo>
                  <a:lnTo>
                    <a:pt x="13981" y="13981"/>
                  </a:lnTo>
                  <a:lnTo>
                    <a:pt x="12006" y="13981"/>
                  </a:lnTo>
                  <a:lnTo>
                    <a:pt x="12006" y="11512"/>
                  </a:lnTo>
                  <a:close/>
                  <a:moveTo>
                    <a:pt x="5586" y="1"/>
                  </a:moveTo>
                  <a:cubicBezTo>
                    <a:pt x="5432" y="1"/>
                    <a:pt x="5309" y="124"/>
                    <a:pt x="5309" y="279"/>
                  </a:cubicBezTo>
                  <a:lnTo>
                    <a:pt x="5309" y="3303"/>
                  </a:lnTo>
                  <a:cubicBezTo>
                    <a:pt x="5309" y="3457"/>
                    <a:pt x="5432" y="3581"/>
                    <a:pt x="5586" y="3581"/>
                  </a:cubicBezTo>
                  <a:lnTo>
                    <a:pt x="7006" y="3581"/>
                  </a:lnTo>
                  <a:lnTo>
                    <a:pt x="7006" y="5278"/>
                  </a:lnTo>
                  <a:lnTo>
                    <a:pt x="4722" y="5278"/>
                  </a:lnTo>
                  <a:cubicBezTo>
                    <a:pt x="4568" y="5278"/>
                    <a:pt x="4445" y="5402"/>
                    <a:pt x="4445" y="5556"/>
                  </a:cubicBezTo>
                  <a:lnTo>
                    <a:pt x="4445" y="6976"/>
                  </a:lnTo>
                  <a:lnTo>
                    <a:pt x="1574" y="6976"/>
                  </a:lnTo>
                  <a:cubicBezTo>
                    <a:pt x="1420" y="6976"/>
                    <a:pt x="1297" y="7099"/>
                    <a:pt x="1297" y="7253"/>
                  </a:cubicBezTo>
                  <a:lnTo>
                    <a:pt x="1297" y="10957"/>
                  </a:lnTo>
                  <a:lnTo>
                    <a:pt x="309" y="10957"/>
                  </a:lnTo>
                  <a:cubicBezTo>
                    <a:pt x="155" y="10957"/>
                    <a:pt x="31" y="11080"/>
                    <a:pt x="0" y="11235"/>
                  </a:cubicBezTo>
                  <a:lnTo>
                    <a:pt x="0" y="14259"/>
                  </a:lnTo>
                  <a:cubicBezTo>
                    <a:pt x="0" y="14413"/>
                    <a:pt x="155" y="14537"/>
                    <a:pt x="309" y="14537"/>
                  </a:cubicBezTo>
                  <a:lnTo>
                    <a:pt x="2840" y="14537"/>
                  </a:lnTo>
                  <a:cubicBezTo>
                    <a:pt x="3025" y="14537"/>
                    <a:pt x="3148" y="14413"/>
                    <a:pt x="3148" y="14259"/>
                  </a:cubicBezTo>
                  <a:lnTo>
                    <a:pt x="3148" y="11235"/>
                  </a:lnTo>
                  <a:cubicBezTo>
                    <a:pt x="3148" y="11080"/>
                    <a:pt x="3025" y="10957"/>
                    <a:pt x="2840" y="10957"/>
                  </a:cubicBezTo>
                  <a:lnTo>
                    <a:pt x="1852" y="10957"/>
                  </a:lnTo>
                  <a:lnTo>
                    <a:pt x="1852" y="7562"/>
                  </a:lnTo>
                  <a:lnTo>
                    <a:pt x="4475" y="7562"/>
                  </a:lnTo>
                  <a:lnTo>
                    <a:pt x="4475" y="8982"/>
                  </a:lnTo>
                  <a:cubicBezTo>
                    <a:pt x="4475" y="9136"/>
                    <a:pt x="4599" y="9260"/>
                    <a:pt x="4753" y="9260"/>
                  </a:cubicBezTo>
                  <a:lnTo>
                    <a:pt x="7006" y="9260"/>
                  </a:lnTo>
                  <a:lnTo>
                    <a:pt x="7006" y="10957"/>
                  </a:lnTo>
                  <a:lnTo>
                    <a:pt x="4722" y="10957"/>
                  </a:lnTo>
                  <a:cubicBezTo>
                    <a:pt x="4568" y="10957"/>
                    <a:pt x="4445" y="11080"/>
                    <a:pt x="4445" y="11235"/>
                  </a:cubicBezTo>
                  <a:lnTo>
                    <a:pt x="4445" y="14259"/>
                  </a:lnTo>
                  <a:cubicBezTo>
                    <a:pt x="4445" y="14413"/>
                    <a:pt x="4568" y="14537"/>
                    <a:pt x="4722" y="14537"/>
                  </a:cubicBezTo>
                  <a:lnTo>
                    <a:pt x="6019" y="14537"/>
                  </a:lnTo>
                  <a:cubicBezTo>
                    <a:pt x="6173" y="14537"/>
                    <a:pt x="6296" y="14413"/>
                    <a:pt x="6296" y="14259"/>
                  </a:cubicBezTo>
                  <a:cubicBezTo>
                    <a:pt x="6296" y="14118"/>
                    <a:pt x="6193" y="13977"/>
                    <a:pt x="6058" y="13977"/>
                  </a:cubicBezTo>
                  <a:cubicBezTo>
                    <a:pt x="6045" y="13977"/>
                    <a:pt x="6032" y="13979"/>
                    <a:pt x="6019" y="13981"/>
                  </a:cubicBezTo>
                  <a:lnTo>
                    <a:pt x="5000" y="13981"/>
                  </a:lnTo>
                  <a:lnTo>
                    <a:pt x="5000" y="11512"/>
                  </a:lnTo>
                  <a:lnTo>
                    <a:pt x="9568" y="11512"/>
                  </a:lnTo>
                  <a:lnTo>
                    <a:pt x="9568" y="13981"/>
                  </a:lnTo>
                  <a:lnTo>
                    <a:pt x="8549" y="13981"/>
                  </a:lnTo>
                  <a:cubicBezTo>
                    <a:pt x="8536" y="13979"/>
                    <a:pt x="8523" y="13977"/>
                    <a:pt x="8510" y="13977"/>
                  </a:cubicBezTo>
                  <a:cubicBezTo>
                    <a:pt x="8374" y="13977"/>
                    <a:pt x="8271" y="14118"/>
                    <a:pt x="8271" y="14259"/>
                  </a:cubicBezTo>
                  <a:cubicBezTo>
                    <a:pt x="8271" y="14413"/>
                    <a:pt x="8395" y="14537"/>
                    <a:pt x="8549" y="14537"/>
                  </a:cubicBezTo>
                  <a:lnTo>
                    <a:pt x="9845" y="14537"/>
                  </a:lnTo>
                  <a:cubicBezTo>
                    <a:pt x="10000" y="14537"/>
                    <a:pt x="10123" y="14413"/>
                    <a:pt x="10123" y="14259"/>
                  </a:cubicBezTo>
                  <a:lnTo>
                    <a:pt x="10123" y="11235"/>
                  </a:lnTo>
                  <a:cubicBezTo>
                    <a:pt x="10123" y="11080"/>
                    <a:pt x="10000" y="10957"/>
                    <a:pt x="9845" y="10957"/>
                  </a:cubicBezTo>
                  <a:lnTo>
                    <a:pt x="7562" y="10957"/>
                  </a:lnTo>
                  <a:lnTo>
                    <a:pt x="7562" y="9260"/>
                  </a:lnTo>
                  <a:lnTo>
                    <a:pt x="9845" y="9260"/>
                  </a:lnTo>
                  <a:cubicBezTo>
                    <a:pt x="10000" y="9260"/>
                    <a:pt x="10123" y="9136"/>
                    <a:pt x="10123" y="8982"/>
                  </a:cubicBezTo>
                  <a:lnTo>
                    <a:pt x="10123" y="7562"/>
                  </a:lnTo>
                  <a:lnTo>
                    <a:pt x="12716" y="7562"/>
                  </a:lnTo>
                  <a:lnTo>
                    <a:pt x="12716" y="10957"/>
                  </a:lnTo>
                  <a:lnTo>
                    <a:pt x="11697" y="10957"/>
                  </a:lnTo>
                  <a:cubicBezTo>
                    <a:pt x="11543" y="10957"/>
                    <a:pt x="11419" y="11080"/>
                    <a:pt x="11419" y="11235"/>
                  </a:cubicBezTo>
                  <a:lnTo>
                    <a:pt x="11419" y="14259"/>
                  </a:lnTo>
                  <a:cubicBezTo>
                    <a:pt x="11419" y="14413"/>
                    <a:pt x="11543" y="14537"/>
                    <a:pt x="11697" y="14537"/>
                  </a:cubicBezTo>
                  <a:lnTo>
                    <a:pt x="14259" y="14537"/>
                  </a:lnTo>
                  <a:cubicBezTo>
                    <a:pt x="14413" y="14537"/>
                    <a:pt x="14536" y="14413"/>
                    <a:pt x="14536" y="14259"/>
                  </a:cubicBezTo>
                  <a:lnTo>
                    <a:pt x="14536" y="11235"/>
                  </a:lnTo>
                  <a:cubicBezTo>
                    <a:pt x="14536" y="11080"/>
                    <a:pt x="14413" y="10957"/>
                    <a:pt x="14259" y="10957"/>
                  </a:cubicBezTo>
                  <a:lnTo>
                    <a:pt x="13271" y="10957"/>
                  </a:lnTo>
                  <a:lnTo>
                    <a:pt x="13271" y="7253"/>
                  </a:lnTo>
                  <a:cubicBezTo>
                    <a:pt x="13271" y="7099"/>
                    <a:pt x="13148" y="6976"/>
                    <a:pt x="12993" y="6976"/>
                  </a:cubicBezTo>
                  <a:lnTo>
                    <a:pt x="10123" y="6976"/>
                  </a:lnTo>
                  <a:lnTo>
                    <a:pt x="10123" y="5556"/>
                  </a:lnTo>
                  <a:cubicBezTo>
                    <a:pt x="10123" y="5402"/>
                    <a:pt x="10000" y="5278"/>
                    <a:pt x="9845" y="5278"/>
                  </a:cubicBezTo>
                  <a:lnTo>
                    <a:pt x="7562" y="5278"/>
                  </a:lnTo>
                  <a:lnTo>
                    <a:pt x="7562" y="3581"/>
                  </a:lnTo>
                  <a:lnTo>
                    <a:pt x="8981" y="3581"/>
                  </a:lnTo>
                  <a:cubicBezTo>
                    <a:pt x="9136" y="3581"/>
                    <a:pt x="9259" y="3457"/>
                    <a:pt x="9259" y="3303"/>
                  </a:cubicBezTo>
                  <a:lnTo>
                    <a:pt x="9259" y="279"/>
                  </a:lnTo>
                  <a:cubicBezTo>
                    <a:pt x="9259" y="124"/>
                    <a:pt x="9136" y="1"/>
                    <a:pt x="89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1" name="Google Shape;13781;p89"/>
            <p:cNvSpPr/>
            <p:nvPr/>
          </p:nvSpPr>
          <p:spPr>
            <a:xfrm>
              <a:off x="3418725" y="3402300"/>
              <a:ext cx="16775" cy="13875"/>
            </a:xfrm>
            <a:custGeom>
              <a:rect b="b" l="l" r="r" t="t"/>
              <a:pathLst>
                <a:path extrusionOk="0" h="555" w="671">
                  <a:moveTo>
                    <a:pt x="359" y="0"/>
                  </a:moveTo>
                  <a:cubicBezTo>
                    <a:pt x="132" y="0"/>
                    <a:pt x="0" y="289"/>
                    <a:pt x="177" y="465"/>
                  </a:cubicBezTo>
                  <a:cubicBezTo>
                    <a:pt x="239" y="527"/>
                    <a:pt x="314" y="554"/>
                    <a:pt x="387" y="554"/>
                  </a:cubicBezTo>
                  <a:cubicBezTo>
                    <a:pt x="533" y="554"/>
                    <a:pt x="671" y="445"/>
                    <a:pt x="671" y="280"/>
                  </a:cubicBezTo>
                  <a:cubicBezTo>
                    <a:pt x="671" y="126"/>
                    <a:pt x="547" y="2"/>
                    <a:pt x="393" y="2"/>
                  </a:cubicBezTo>
                  <a:cubicBezTo>
                    <a:pt x="381" y="1"/>
                    <a:pt x="370" y="0"/>
                    <a:pt x="3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82" name="Google Shape;13782;p89"/>
          <p:cNvGrpSpPr/>
          <p:nvPr/>
        </p:nvGrpSpPr>
        <p:grpSpPr>
          <a:xfrm>
            <a:off x="6229956" y="1766300"/>
            <a:ext cx="362650" cy="362650"/>
            <a:chOff x="2492650" y="3053600"/>
            <a:chExt cx="362650" cy="362650"/>
          </a:xfrm>
        </p:grpSpPr>
        <p:sp>
          <p:nvSpPr>
            <p:cNvPr id="13783" name="Google Shape;13783;p89"/>
            <p:cNvSpPr/>
            <p:nvPr/>
          </p:nvSpPr>
          <p:spPr>
            <a:xfrm>
              <a:off x="2798950" y="3120725"/>
              <a:ext cx="56350" cy="248475"/>
            </a:xfrm>
            <a:custGeom>
              <a:rect b="b" l="l" r="r" t="t"/>
              <a:pathLst>
                <a:path extrusionOk="0" h="9939" w="2254">
                  <a:moveTo>
                    <a:pt x="1112" y="1"/>
                  </a:moveTo>
                  <a:cubicBezTo>
                    <a:pt x="1117" y="1"/>
                    <a:pt x="1122" y="1"/>
                    <a:pt x="1127" y="1"/>
                  </a:cubicBezTo>
                  <a:lnTo>
                    <a:pt x="1127" y="1"/>
                  </a:lnTo>
                  <a:cubicBezTo>
                    <a:pt x="1132" y="1"/>
                    <a:pt x="1137" y="1"/>
                    <a:pt x="1142" y="1"/>
                  </a:cubicBezTo>
                  <a:close/>
                  <a:moveTo>
                    <a:pt x="1142" y="587"/>
                  </a:moveTo>
                  <a:cubicBezTo>
                    <a:pt x="1451" y="587"/>
                    <a:pt x="1698" y="834"/>
                    <a:pt x="1698" y="1143"/>
                  </a:cubicBezTo>
                  <a:lnTo>
                    <a:pt x="1698" y="1729"/>
                  </a:lnTo>
                  <a:lnTo>
                    <a:pt x="587" y="1729"/>
                  </a:lnTo>
                  <a:lnTo>
                    <a:pt x="587" y="1174"/>
                  </a:lnTo>
                  <a:cubicBezTo>
                    <a:pt x="587" y="834"/>
                    <a:pt x="834" y="587"/>
                    <a:pt x="1142" y="587"/>
                  </a:cubicBezTo>
                  <a:close/>
                  <a:moveTo>
                    <a:pt x="1698" y="2285"/>
                  </a:moveTo>
                  <a:lnTo>
                    <a:pt x="1698" y="6821"/>
                  </a:lnTo>
                  <a:lnTo>
                    <a:pt x="587" y="6821"/>
                  </a:lnTo>
                  <a:lnTo>
                    <a:pt x="587" y="2285"/>
                  </a:lnTo>
                  <a:close/>
                  <a:moveTo>
                    <a:pt x="1605" y="7377"/>
                  </a:moveTo>
                  <a:lnTo>
                    <a:pt x="1142" y="8766"/>
                  </a:lnTo>
                  <a:lnTo>
                    <a:pt x="680" y="7377"/>
                  </a:lnTo>
                  <a:close/>
                  <a:moveTo>
                    <a:pt x="1127" y="1"/>
                  </a:moveTo>
                  <a:lnTo>
                    <a:pt x="1127" y="1"/>
                  </a:lnTo>
                  <a:cubicBezTo>
                    <a:pt x="517" y="9"/>
                    <a:pt x="1" y="531"/>
                    <a:pt x="1" y="1174"/>
                  </a:cubicBezTo>
                  <a:lnTo>
                    <a:pt x="1" y="7130"/>
                  </a:lnTo>
                  <a:cubicBezTo>
                    <a:pt x="1" y="7130"/>
                    <a:pt x="1" y="7161"/>
                    <a:pt x="1" y="7192"/>
                  </a:cubicBezTo>
                  <a:lnTo>
                    <a:pt x="865" y="9753"/>
                  </a:lnTo>
                  <a:cubicBezTo>
                    <a:pt x="911" y="9877"/>
                    <a:pt x="1019" y="9938"/>
                    <a:pt x="1127" y="9938"/>
                  </a:cubicBezTo>
                  <a:cubicBezTo>
                    <a:pt x="1235" y="9938"/>
                    <a:pt x="1343" y="9877"/>
                    <a:pt x="1389" y="9753"/>
                  </a:cubicBezTo>
                  <a:lnTo>
                    <a:pt x="2254" y="7192"/>
                  </a:lnTo>
                  <a:cubicBezTo>
                    <a:pt x="2254" y="7161"/>
                    <a:pt x="2254" y="7130"/>
                    <a:pt x="2254" y="7130"/>
                  </a:cubicBezTo>
                  <a:lnTo>
                    <a:pt x="2254" y="1174"/>
                  </a:lnTo>
                  <a:cubicBezTo>
                    <a:pt x="2254" y="531"/>
                    <a:pt x="1768" y="9"/>
                    <a:pt x="1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4" name="Google Shape;13784;p89"/>
            <p:cNvSpPr/>
            <p:nvPr/>
          </p:nvSpPr>
          <p:spPr>
            <a:xfrm>
              <a:off x="2538950" y="3142325"/>
              <a:ext cx="57100" cy="57125"/>
            </a:xfrm>
            <a:custGeom>
              <a:rect b="b" l="l" r="r" t="t"/>
              <a:pathLst>
                <a:path extrusionOk="0" h="2285" w="2284">
                  <a:moveTo>
                    <a:pt x="1728" y="556"/>
                  </a:moveTo>
                  <a:lnTo>
                    <a:pt x="1728" y="1698"/>
                  </a:lnTo>
                  <a:lnTo>
                    <a:pt x="556" y="1698"/>
                  </a:lnTo>
                  <a:lnTo>
                    <a:pt x="556" y="556"/>
                  </a:lnTo>
                  <a:close/>
                  <a:moveTo>
                    <a:pt x="309" y="1"/>
                  </a:moveTo>
                  <a:cubicBezTo>
                    <a:pt x="154" y="1"/>
                    <a:pt x="0" y="124"/>
                    <a:pt x="0" y="310"/>
                  </a:cubicBezTo>
                  <a:lnTo>
                    <a:pt x="0" y="2007"/>
                  </a:lnTo>
                  <a:cubicBezTo>
                    <a:pt x="0" y="2161"/>
                    <a:pt x="154" y="2285"/>
                    <a:pt x="309" y="2285"/>
                  </a:cubicBezTo>
                  <a:lnTo>
                    <a:pt x="2006" y="2285"/>
                  </a:lnTo>
                  <a:cubicBezTo>
                    <a:pt x="2160" y="2285"/>
                    <a:pt x="2284" y="2161"/>
                    <a:pt x="2284" y="2007"/>
                  </a:cubicBezTo>
                  <a:lnTo>
                    <a:pt x="2284" y="310"/>
                  </a:lnTo>
                  <a:cubicBezTo>
                    <a:pt x="2284" y="124"/>
                    <a:pt x="2160" y="1"/>
                    <a:pt x="2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5" name="Google Shape;13785;p89"/>
            <p:cNvSpPr/>
            <p:nvPr/>
          </p:nvSpPr>
          <p:spPr>
            <a:xfrm>
              <a:off x="2621175" y="3142225"/>
              <a:ext cx="108375" cy="14125"/>
            </a:xfrm>
            <a:custGeom>
              <a:rect b="b" l="l" r="r" t="t"/>
              <a:pathLst>
                <a:path extrusionOk="0" h="565" w="4335">
                  <a:moveTo>
                    <a:pt x="361" y="1"/>
                  </a:moveTo>
                  <a:cubicBezTo>
                    <a:pt x="1" y="1"/>
                    <a:pt x="1" y="564"/>
                    <a:pt x="361" y="564"/>
                  </a:cubicBezTo>
                  <a:cubicBezTo>
                    <a:pt x="378" y="564"/>
                    <a:pt x="396" y="563"/>
                    <a:pt x="415" y="560"/>
                  </a:cubicBezTo>
                  <a:lnTo>
                    <a:pt x="4025" y="560"/>
                  </a:lnTo>
                  <a:cubicBezTo>
                    <a:pt x="4334" y="530"/>
                    <a:pt x="4334" y="36"/>
                    <a:pt x="4025" y="5"/>
                  </a:cubicBezTo>
                  <a:lnTo>
                    <a:pt x="415" y="5"/>
                  </a:lnTo>
                  <a:cubicBezTo>
                    <a:pt x="396" y="2"/>
                    <a:pt x="378"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6" name="Google Shape;13786;p89"/>
            <p:cNvSpPr/>
            <p:nvPr/>
          </p:nvSpPr>
          <p:spPr>
            <a:xfrm>
              <a:off x="2624575" y="3184775"/>
              <a:ext cx="82600" cy="13900"/>
            </a:xfrm>
            <a:custGeom>
              <a:rect b="b" l="l" r="r" t="t"/>
              <a:pathLst>
                <a:path extrusionOk="0" h="556" w="3304">
                  <a:moveTo>
                    <a:pt x="279" y="0"/>
                  </a:moveTo>
                  <a:cubicBezTo>
                    <a:pt x="124" y="0"/>
                    <a:pt x="1" y="124"/>
                    <a:pt x="1" y="278"/>
                  </a:cubicBezTo>
                  <a:cubicBezTo>
                    <a:pt x="1" y="432"/>
                    <a:pt x="124" y="556"/>
                    <a:pt x="279" y="556"/>
                  </a:cubicBezTo>
                  <a:lnTo>
                    <a:pt x="3025" y="556"/>
                  </a:lnTo>
                  <a:cubicBezTo>
                    <a:pt x="3180" y="556"/>
                    <a:pt x="3303" y="432"/>
                    <a:pt x="3303" y="278"/>
                  </a:cubicBezTo>
                  <a:cubicBezTo>
                    <a:pt x="3303" y="124"/>
                    <a:pt x="3180" y="0"/>
                    <a:pt x="3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7" name="Google Shape;13787;p89"/>
            <p:cNvSpPr/>
            <p:nvPr/>
          </p:nvSpPr>
          <p:spPr>
            <a:xfrm>
              <a:off x="2538950" y="3227200"/>
              <a:ext cx="57100" cy="57125"/>
            </a:xfrm>
            <a:custGeom>
              <a:rect b="b" l="l" r="r" t="t"/>
              <a:pathLst>
                <a:path extrusionOk="0" h="2285" w="2284">
                  <a:moveTo>
                    <a:pt x="1728" y="587"/>
                  </a:moveTo>
                  <a:lnTo>
                    <a:pt x="1728" y="1698"/>
                  </a:lnTo>
                  <a:lnTo>
                    <a:pt x="556" y="1698"/>
                  </a:lnTo>
                  <a:lnTo>
                    <a:pt x="556" y="587"/>
                  </a:lnTo>
                  <a:close/>
                  <a:moveTo>
                    <a:pt x="309" y="1"/>
                  </a:moveTo>
                  <a:cubicBezTo>
                    <a:pt x="154" y="1"/>
                    <a:pt x="0" y="124"/>
                    <a:pt x="0" y="278"/>
                  </a:cubicBezTo>
                  <a:lnTo>
                    <a:pt x="0" y="2007"/>
                  </a:lnTo>
                  <a:cubicBezTo>
                    <a:pt x="0" y="2161"/>
                    <a:pt x="154" y="2285"/>
                    <a:pt x="309" y="2285"/>
                  </a:cubicBezTo>
                  <a:lnTo>
                    <a:pt x="2006" y="2285"/>
                  </a:lnTo>
                  <a:cubicBezTo>
                    <a:pt x="2160" y="2285"/>
                    <a:pt x="2284" y="2161"/>
                    <a:pt x="2284" y="2007"/>
                  </a:cubicBezTo>
                  <a:lnTo>
                    <a:pt x="2284" y="278"/>
                  </a:lnTo>
                  <a:cubicBezTo>
                    <a:pt x="2284" y="124"/>
                    <a:pt x="2160" y="1"/>
                    <a:pt x="2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8" name="Google Shape;13788;p89"/>
            <p:cNvSpPr/>
            <p:nvPr/>
          </p:nvSpPr>
          <p:spPr>
            <a:xfrm>
              <a:off x="2620975" y="3227175"/>
              <a:ext cx="108575" cy="14750"/>
            </a:xfrm>
            <a:custGeom>
              <a:rect b="b" l="l" r="r" t="t"/>
              <a:pathLst>
                <a:path extrusionOk="0" h="590" w="4343">
                  <a:moveTo>
                    <a:pt x="393" y="1"/>
                  </a:moveTo>
                  <a:cubicBezTo>
                    <a:pt x="0" y="1"/>
                    <a:pt x="0" y="589"/>
                    <a:pt x="393" y="589"/>
                  </a:cubicBezTo>
                  <a:cubicBezTo>
                    <a:pt x="403" y="589"/>
                    <a:pt x="413" y="589"/>
                    <a:pt x="423" y="588"/>
                  </a:cubicBezTo>
                  <a:lnTo>
                    <a:pt x="4033" y="588"/>
                  </a:lnTo>
                  <a:cubicBezTo>
                    <a:pt x="4342" y="526"/>
                    <a:pt x="4342" y="63"/>
                    <a:pt x="4033" y="2"/>
                  </a:cubicBezTo>
                  <a:lnTo>
                    <a:pt x="423" y="2"/>
                  </a:lnTo>
                  <a:cubicBezTo>
                    <a:pt x="413" y="1"/>
                    <a:pt x="403" y="1"/>
                    <a:pt x="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9" name="Google Shape;13789;p89"/>
            <p:cNvSpPr/>
            <p:nvPr/>
          </p:nvSpPr>
          <p:spPr>
            <a:xfrm>
              <a:off x="2620975" y="3269625"/>
              <a:ext cx="86950" cy="14725"/>
            </a:xfrm>
            <a:custGeom>
              <a:rect b="b" l="l" r="r" t="t"/>
              <a:pathLst>
                <a:path extrusionOk="0" h="589" w="3478">
                  <a:moveTo>
                    <a:pt x="393" y="0"/>
                  </a:moveTo>
                  <a:cubicBezTo>
                    <a:pt x="0" y="0"/>
                    <a:pt x="0" y="589"/>
                    <a:pt x="393" y="589"/>
                  </a:cubicBezTo>
                  <a:cubicBezTo>
                    <a:pt x="403" y="589"/>
                    <a:pt x="413" y="588"/>
                    <a:pt x="423" y="588"/>
                  </a:cubicBezTo>
                  <a:lnTo>
                    <a:pt x="3169" y="588"/>
                  </a:lnTo>
                  <a:cubicBezTo>
                    <a:pt x="3478" y="526"/>
                    <a:pt x="3478" y="63"/>
                    <a:pt x="3169" y="1"/>
                  </a:cubicBezTo>
                  <a:lnTo>
                    <a:pt x="423" y="1"/>
                  </a:lnTo>
                  <a:cubicBezTo>
                    <a:pt x="413" y="0"/>
                    <a:pt x="403" y="0"/>
                    <a:pt x="3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0" name="Google Shape;13790;p89"/>
            <p:cNvSpPr/>
            <p:nvPr/>
          </p:nvSpPr>
          <p:spPr>
            <a:xfrm>
              <a:off x="2539725" y="3312075"/>
              <a:ext cx="56325" cy="57125"/>
            </a:xfrm>
            <a:custGeom>
              <a:rect b="b" l="l" r="r" t="t"/>
              <a:pathLst>
                <a:path extrusionOk="0" h="2285" w="2253">
                  <a:moveTo>
                    <a:pt x="1697" y="587"/>
                  </a:moveTo>
                  <a:lnTo>
                    <a:pt x="1697" y="1729"/>
                  </a:lnTo>
                  <a:lnTo>
                    <a:pt x="525" y="1729"/>
                  </a:lnTo>
                  <a:lnTo>
                    <a:pt x="525" y="587"/>
                  </a:lnTo>
                  <a:close/>
                  <a:moveTo>
                    <a:pt x="1975" y="1"/>
                  </a:moveTo>
                  <a:lnTo>
                    <a:pt x="1975" y="31"/>
                  </a:lnTo>
                  <a:lnTo>
                    <a:pt x="278" y="31"/>
                  </a:lnTo>
                  <a:cubicBezTo>
                    <a:pt x="123" y="31"/>
                    <a:pt x="0" y="155"/>
                    <a:pt x="0" y="309"/>
                  </a:cubicBezTo>
                  <a:lnTo>
                    <a:pt x="0" y="2007"/>
                  </a:lnTo>
                  <a:cubicBezTo>
                    <a:pt x="0" y="2161"/>
                    <a:pt x="123" y="2284"/>
                    <a:pt x="278" y="2284"/>
                  </a:cubicBezTo>
                  <a:lnTo>
                    <a:pt x="1975" y="2284"/>
                  </a:lnTo>
                  <a:cubicBezTo>
                    <a:pt x="2129" y="2253"/>
                    <a:pt x="2253" y="2130"/>
                    <a:pt x="2253" y="2007"/>
                  </a:cubicBezTo>
                  <a:lnTo>
                    <a:pt x="2253" y="278"/>
                  </a:lnTo>
                  <a:cubicBezTo>
                    <a:pt x="2253" y="124"/>
                    <a:pt x="2129" y="1"/>
                    <a:pt x="1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1" name="Google Shape;13791;p89"/>
            <p:cNvSpPr/>
            <p:nvPr/>
          </p:nvSpPr>
          <p:spPr>
            <a:xfrm>
              <a:off x="2621175" y="3312750"/>
              <a:ext cx="108375" cy="14100"/>
            </a:xfrm>
            <a:custGeom>
              <a:rect b="b" l="l" r="r" t="t"/>
              <a:pathLst>
                <a:path extrusionOk="0" h="564" w="4335">
                  <a:moveTo>
                    <a:pt x="361" y="0"/>
                  </a:moveTo>
                  <a:cubicBezTo>
                    <a:pt x="1" y="0"/>
                    <a:pt x="1" y="564"/>
                    <a:pt x="361" y="564"/>
                  </a:cubicBezTo>
                  <a:cubicBezTo>
                    <a:pt x="378" y="564"/>
                    <a:pt x="396" y="563"/>
                    <a:pt x="415" y="560"/>
                  </a:cubicBezTo>
                  <a:lnTo>
                    <a:pt x="4025" y="560"/>
                  </a:lnTo>
                  <a:cubicBezTo>
                    <a:pt x="4334" y="529"/>
                    <a:pt x="4334" y="35"/>
                    <a:pt x="4025" y="4"/>
                  </a:cubicBezTo>
                  <a:lnTo>
                    <a:pt x="415" y="4"/>
                  </a:lnTo>
                  <a:cubicBezTo>
                    <a:pt x="396" y="2"/>
                    <a:pt x="378" y="0"/>
                    <a:pt x="3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2" name="Google Shape;13792;p89"/>
            <p:cNvSpPr/>
            <p:nvPr/>
          </p:nvSpPr>
          <p:spPr>
            <a:xfrm>
              <a:off x="2621175" y="3355175"/>
              <a:ext cx="86750" cy="14125"/>
            </a:xfrm>
            <a:custGeom>
              <a:rect b="b" l="l" r="r" t="t"/>
              <a:pathLst>
                <a:path extrusionOk="0" h="565" w="3470">
                  <a:moveTo>
                    <a:pt x="361" y="1"/>
                  </a:moveTo>
                  <a:cubicBezTo>
                    <a:pt x="1" y="1"/>
                    <a:pt x="1" y="564"/>
                    <a:pt x="361" y="564"/>
                  </a:cubicBezTo>
                  <a:cubicBezTo>
                    <a:pt x="378" y="564"/>
                    <a:pt x="396" y="563"/>
                    <a:pt x="415" y="560"/>
                  </a:cubicBezTo>
                  <a:lnTo>
                    <a:pt x="3161" y="560"/>
                  </a:lnTo>
                  <a:cubicBezTo>
                    <a:pt x="3470" y="529"/>
                    <a:pt x="3470" y="36"/>
                    <a:pt x="3161" y="5"/>
                  </a:cubicBezTo>
                  <a:lnTo>
                    <a:pt x="415" y="5"/>
                  </a:lnTo>
                  <a:cubicBezTo>
                    <a:pt x="396" y="2"/>
                    <a:pt x="378"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3" name="Google Shape;13793;p89"/>
            <p:cNvSpPr/>
            <p:nvPr/>
          </p:nvSpPr>
          <p:spPr>
            <a:xfrm>
              <a:off x="2623800" y="3402200"/>
              <a:ext cx="15475" cy="14050"/>
            </a:xfrm>
            <a:custGeom>
              <a:rect b="b" l="l" r="r" t="t"/>
              <a:pathLst>
                <a:path extrusionOk="0" h="562" w="619">
                  <a:moveTo>
                    <a:pt x="312" y="0"/>
                  </a:moveTo>
                  <a:cubicBezTo>
                    <a:pt x="179" y="0"/>
                    <a:pt x="59" y="88"/>
                    <a:pt x="32" y="222"/>
                  </a:cubicBezTo>
                  <a:cubicBezTo>
                    <a:pt x="1" y="377"/>
                    <a:pt x="124" y="531"/>
                    <a:pt x="279" y="562"/>
                  </a:cubicBezTo>
                  <a:cubicBezTo>
                    <a:pt x="433" y="562"/>
                    <a:pt x="556" y="469"/>
                    <a:pt x="587" y="315"/>
                  </a:cubicBezTo>
                  <a:cubicBezTo>
                    <a:pt x="618" y="161"/>
                    <a:pt x="526" y="6"/>
                    <a:pt x="371" y="6"/>
                  </a:cubicBezTo>
                  <a:cubicBezTo>
                    <a:pt x="351" y="2"/>
                    <a:pt x="331" y="0"/>
                    <a:pt x="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89"/>
            <p:cNvSpPr/>
            <p:nvPr/>
          </p:nvSpPr>
          <p:spPr>
            <a:xfrm>
              <a:off x="2492650" y="3053600"/>
              <a:ext cx="277775" cy="362650"/>
            </a:xfrm>
            <a:custGeom>
              <a:rect b="b" l="l" r="r" t="t"/>
              <a:pathLst>
                <a:path extrusionOk="0" h="14506" w="11111">
                  <a:moveTo>
                    <a:pt x="6697" y="525"/>
                  </a:moveTo>
                  <a:cubicBezTo>
                    <a:pt x="6852" y="525"/>
                    <a:pt x="6975" y="680"/>
                    <a:pt x="6975" y="834"/>
                  </a:cubicBezTo>
                  <a:lnTo>
                    <a:pt x="6975" y="1390"/>
                  </a:lnTo>
                  <a:cubicBezTo>
                    <a:pt x="6975" y="1544"/>
                    <a:pt x="6852" y="1667"/>
                    <a:pt x="6697" y="1667"/>
                  </a:cubicBezTo>
                  <a:lnTo>
                    <a:pt x="4414" y="1667"/>
                  </a:lnTo>
                  <a:cubicBezTo>
                    <a:pt x="4259" y="1667"/>
                    <a:pt x="4136" y="1544"/>
                    <a:pt x="4136" y="1390"/>
                  </a:cubicBezTo>
                  <a:lnTo>
                    <a:pt x="4136" y="834"/>
                  </a:lnTo>
                  <a:cubicBezTo>
                    <a:pt x="4136" y="680"/>
                    <a:pt x="4259" y="525"/>
                    <a:pt x="4414" y="525"/>
                  </a:cubicBezTo>
                  <a:close/>
                  <a:moveTo>
                    <a:pt x="4414" y="1"/>
                  </a:moveTo>
                  <a:cubicBezTo>
                    <a:pt x="3951" y="1"/>
                    <a:pt x="3580" y="371"/>
                    <a:pt x="3580" y="834"/>
                  </a:cubicBezTo>
                  <a:lnTo>
                    <a:pt x="834" y="834"/>
                  </a:lnTo>
                  <a:cubicBezTo>
                    <a:pt x="371" y="834"/>
                    <a:pt x="0" y="1235"/>
                    <a:pt x="0" y="1698"/>
                  </a:cubicBezTo>
                  <a:lnTo>
                    <a:pt x="0" y="13642"/>
                  </a:lnTo>
                  <a:cubicBezTo>
                    <a:pt x="0" y="14105"/>
                    <a:pt x="371" y="14506"/>
                    <a:pt x="834" y="14506"/>
                  </a:cubicBezTo>
                  <a:lnTo>
                    <a:pt x="4290" y="14506"/>
                  </a:lnTo>
                  <a:cubicBezTo>
                    <a:pt x="4445" y="14506"/>
                    <a:pt x="4568" y="14382"/>
                    <a:pt x="4568" y="14228"/>
                  </a:cubicBezTo>
                  <a:cubicBezTo>
                    <a:pt x="4568" y="14087"/>
                    <a:pt x="4465" y="13946"/>
                    <a:pt x="4330" y="13946"/>
                  </a:cubicBezTo>
                  <a:cubicBezTo>
                    <a:pt x="4317" y="13946"/>
                    <a:pt x="4304" y="13948"/>
                    <a:pt x="4290" y="13950"/>
                  </a:cubicBezTo>
                  <a:lnTo>
                    <a:pt x="834" y="13950"/>
                  </a:lnTo>
                  <a:cubicBezTo>
                    <a:pt x="679" y="13919"/>
                    <a:pt x="556" y="13796"/>
                    <a:pt x="556" y="13642"/>
                  </a:cubicBezTo>
                  <a:lnTo>
                    <a:pt x="556" y="1698"/>
                  </a:lnTo>
                  <a:cubicBezTo>
                    <a:pt x="556" y="1544"/>
                    <a:pt x="679" y="1420"/>
                    <a:pt x="834" y="1420"/>
                  </a:cubicBezTo>
                  <a:lnTo>
                    <a:pt x="3580" y="1420"/>
                  </a:lnTo>
                  <a:cubicBezTo>
                    <a:pt x="3580" y="1883"/>
                    <a:pt x="3951" y="2254"/>
                    <a:pt x="4414" y="2254"/>
                  </a:cubicBezTo>
                  <a:lnTo>
                    <a:pt x="6697" y="2254"/>
                  </a:lnTo>
                  <a:cubicBezTo>
                    <a:pt x="7160" y="2254"/>
                    <a:pt x="7562" y="1883"/>
                    <a:pt x="7562" y="1420"/>
                  </a:cubicBezTo>
                  <a:lnTo>
                    <a:pt x="10277" y="1420"/>
                  </a:lnTo>
                  <a:cubicBezTo>
                    <a:pt x="10432" y="1420"/>
                    <a:pt x="10555" y="1544"/>
                    <a:pt x="10555" y="1698"/>
                  </a:cubicBezTo>
                  <a:lnTo>
                    <a:pt x="10555" y="13642"/>
                  </a:lnTo>
                  <a:cubicBezTo>
                    <a:pt x="10555" y="13796"/>
                    <a:pt x="10432" y="13919"/>
                    <a:pt x="10277" y="13950"/>
                  </a:cubicBezTo>
                  <a:lnTo>
                    <a:pt x="6852" y="13950"/>
                  </a:lnTo>
                  <a:cubicBezTo>
                    <a:pt x="6836" y="13948"/>
                    <a:pt x="6820" y="13946"/>
                    <a:pt x="6805" y="13946"/>
                  </a:cubicBezTo>
                  <a:cubicBezTo>
                    <a:pt x="6646" y="13946"/>
                    <a:pt x="6543" y="14087"/>
                    <a:pt x="6543" y="14228"/>
                  </a:cubicBezTo>
                  <a:cubicBezTo>
                    <a:pt x="6543" y="14382"/>
                    <a:pt x="6667" y="14506"/>
                    <a:pt x="6852" y="14506"/>
                  </a:cubicBezTo>
                  <a:lnTo>
                    <a:pt x="10277" y="14506"/>
                  </a:lnTo>
                  <a:cubicBezTo>
                    <a:pt x="10740" y="14506"/>
                    <a:pt x="11111" y="14136"/>
                    <a:pt x="11111" y="13642"/>
                  </a:cubicBezTo>
                  <a:lnTo>
                    <a:pt x="11111" y="1698"/>
                  </a:lnTo>
                  <a:cubicBezTo>
                    <a:pt x="11111" y="1235"/>
                    <a:pt x="10740" y="834"/>
                    <a:pt x="10277" y="834"/>
                  </a:cubicBezTo>
                  <a:lnTo>
                    <a:pt x="7562" y="834"/>
                  </a:lnTo>
                  <a:cubicBezTo>
                    <a:pt x="7562" y="371"/>
                    <a:pt x="7160" y="1"/>
                    <a:pt x="66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95" name="Google Shape;13795;p89"/>
          <p:cNvGrpSpPr/>
          <p:nvPr/>
        </p:nvGrpSpPr>
        <p:grpSpPr>
          <a:xfrm>
            <a:off x="6957013" y="1766288"/>
            <a:ext cx="363425" cy="362675"/>
            <a:chOff x="1734225" y="3053575"/>
            <a:chExt cx="363425" cy="362675"/>
          </a:xfrm>
        </p:grpSpPr>
        <p:sp>
          <p:nvSpPr>
            <p:cNvPr id="13796" name="Google Shape;13796;p89"/>
            <p:cNvSpPr/>
            <p:nvPr/>
          </p:nvSpPr>
          <p:spPr>
            <a:xfrm>
              <a:off x="1734225" y="3053575"/>
              <a:ext cx="363425" cy="362675"/>
            </a:xfrm>
            <a:custGeom>
              <a:rect b="b" l="l" r="r" t="t"/>
              <a:pathLst>
                <a:path extrusionOk="0" h="14507" w="14537">
                  <a:moveTo>
                    <a:pt x="13672" y="526"/>
                  </a:moveTo>
                  <a:cubicBezTo>
                    <a:pt x="13826" y="526"/>
                    <a:pt x="13950" y="681"/>
                    <a:pt x="13950" y="835"/>
                  </a:cubicBezTo>
                  <a:lnTo>
                    <a:pt x="13950" y="10371"/>
                  </a:lnTo>
                  <a:lnTo>
                    <a:pt x="8549" y="10371"/>
                  </a:lnTo>
                  <a:cubicBezTo>
                    <a:pt x="8209" y="10402"/>
                    <a:pt x="8209" y="10896"/>
                    <a:pt x="8549" y="10927"/>
                  </a:cubicBezTo>
                  <a:lnTo>
                    <a:pt x="13950" y="10927"/>
                  </a:lnTo>
                  <a:lnTo>
                    <a:pt x="13950" y="11760"/>
                  </a:lnTo>
                  <a:cubicBezTo>
                    <a:pt x="13950" y="11945"/>
                    <a:pt x="13826" y="12069"/>
                    <a:pt x="13672" y="12069"/>
                  </a:cubicBezTo>
                  <a:lnTo>
                    <a:pt x="864" y="12069"/>
                  </a:lnTo>
                  <a:cubicBezTo>
                    <a:pt x="710" y="12069"/>
                    <a:pt x="556" y="11945"/>
                    <a:pt x="556" y="11791"/>
                  </a:cubicBezTo>
                  <a:lnTo>
                    <a:pt x="556" y="10927"/>
                  </a:lnTo>
                  <a:lnTo>
                    <a:pt x="5957" y="10927"/>
                  </a:lnTo>
                  <a:cubicBezTo>
                    <a:pt x="5976" y="10930"/>
                    <a:pt x="5995" y="10931"/>
                    <a:pt x="6013" y="10931"/>
                  </a:cubicBezTo>
                  <a:cubicBezTo>
                    <a:pt x="6379" y="10931"/>
                    <a:pt x="6370" y="10370"/>
                    <a:pt x="5986" y="10370"/>
                  </a:cubicBezTo>
                  <a:cubicBezTo>
                    <a:pt x="5976" y="10370"/>
                    <a:pt x="5967" y="10371"/>
                    <a:pt x="5957" y="10371"/>
                  </a:cubicBezTo>
                  <a:lnTo>
                    <a:pt x="556" y="10371"/>
                  </a:lnTo>
                  <a:lnTo>
                    <a:pt x="556" y="835"/>
                  </a:lnTo>
                  <a:cubicBezTo>
                    <a:pt x="556" y="681"/>
                    <a:pt x="710" y="526"/>
                    <a:pt x="864" y="526"/>
                  </a:cubicBezTo>
                  <a:close/>
                  <a:moveTo>
                    <a:pt x="8672" y="12655"/>
                  </a:moveTo>
                  <a:lnTo>
                    <a:pt x="8672" y="13951"/>
                  </a:lnTo>
                  <a:lnTo>
                    <a:pt x="5833" y="13951"/>
                  </a:lnTo>
                  <a:lnTo>
                    <a:pt x="5833" y="12655"/>
                  </a:lnTo>
                  <a:close/>
                  <a:moveTo>
                    <a:pt x="13722" y="0"/>
                  </a:moveTo>
                  <a:cubicBezTo>
                    <a:pt x="13706" y="0"/>
                    <a:pt x="13689" y="1"/>
                    <a:pt x="13672" y="2"/>
                  </a:cubicBezTo>
                  <a:lnTo>
                    <a:pt x="864" y="2"/>
                  </a:lnTo>
                  <a:cubicBezTo>
                    <a:pt x="371" y="2"/>
                    <a:pt x="0" y="372"/>
                    <a:pt x="0" y="835"/>
                  </a:cubicBezTo>
                  <a:lnTo>
                    <a:pt x="0" y="11791"/>
                  </a:lnTo>
                  <a:cubicBezTo>
                    <a:pt x="0" y="12254"/>
                    <a:pt x="371" y="12655"/>
                    <a:pt x="864" y="12655"/>
                  </a:cubicBezTo>
                  <a:lnTo>
                    <a:pt x="5278" y="12655"/>
                  </a:lnTo>
                  <a:lnTo>
                    <a:pt x="5278" y="13951"/>
                  </a:lnTo>
                  <a:lnTo>
                    <a:pt x="3858" y="13951"/>
                  </a:lnTo>
                  <a:cubicBezTo>
                    <a:pt x="3704" y="13951"/>
                    <a:pt x="3580" y="14075"/>
                    <a:pt x="3580" y="14229"/>
                  </a:cubicBezTo>
                  <a:cubicBezTo>
                    <a:pt x="3580" y="14383"/>
                    <a:pt x="3704" y="14507"/>
                    <a:pt x="3858" y="14507"/>
                  </a:cubicBezTo>
                  <a:lnTo>
                    <a:pt x="10678" y="14507"/>
                  </a:lnTo>
                  <a:cubicBezTo>
                    <a:pt x="10833" y="14507"/>
                    <a:pt x="10956" y="14383"/>
                    <a:pt x="10956" y="14229"/>
                  </a:cubicBezTo>
                  <a:cubicBezTo>
                    <a:pt x="10956" y="14075"/>
                    <a:pt x="10833" y="13951"/>
                    <a:pt x="10678" y="13951"/>
                  </a:cubicBezTo>
                  <a:lnTo>
                    <a:pt x="9259" y="13951"/>
                  </a:lnTo>
                  <a:lnTo>
                    <a:pt x="9259" y="12655"/>
                  </a:lnTo>
                  <a:lnTo>
                    <a:pt x="13672" y="12655"/>
                  </a:lnTo>
                  <a:cubicBezTo>
                    <a:pt x="14166" y="12655"/>
                    <a:pt x="14536" y="12254"/>
                    <a:pt x="14536" y="11791"/>
                  </a:cubicBezTo>
                  <a:lnTo>
                    <a:pt x="14536" y="835"/>
                  </a:lnTo>
                  <a:cubicBezTo>
                    <a:pt x="14536" y="389"/>
                    <a:pt x="14164" y="0"/>
                    <a:pt x="137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7" name="Google Shape;13797;p89"/>
            <p:cNvSpPr/>
            <p:nvPr/>
          </p:nvSpPr>
          <p:spPr>
            <a:xfrm>
              <a:off x="1789000" y="3097575"/>
              <a:ext cx="253100" cy="77950"/>
            </a:xfrm>
            <a:custGeom>
              <a:rect b="b" l="l" r="r" t="t"/>
              <a:pathLst>
                <a:path extrusionOk="0" h="3118" w="10124">
                  <a:moveTo>
                    <a:pt x="8055" y="587"/>
                  </a:moveTo>
                  <a:cubicBezTo>
                    <a:pt x="8611" y="587"/>
                    <a:pt x="9043" y="1019"/>
                    <a:pt x="9043" y="1575"/>
                  </a:cubicBezTo>
                  <a:cubicBezTo>
                    <a:pt x="9043" y="2130"/>
                    <a:pt x="8611" y="2562"/>
                    <a:pt x="8055" y="2562"/>
                  </a:cubicBezTo>
                  <a:lnTo>
                    <a:pt x="3303" y="2562"/>
                  </a:lnTo>
                  <a:cubicBezTo>
                    <a:pt x="3766" y="2007"/>
                    <a:pt x="3766" y="1174"/>
                    <a:pt x="3303" y="587"/>
                  </a:cubicBezTo>
                  <a:close/>
                  <a:moveTo>
                    <a:pt x="2099" y="587"/>
                  </a:moveTo>
                  <a:cubicBezTo>
                    <a:pt x="2994" y="587"/>
                    <a:pt x="3426" y="1667"/>
                    <a:pt x="2809" y="2285"/>
                  </a:cubicBezTo>
                  <a:cubicBezTo>
                    <a:pt x="2599" y="2484"/>
                    <a:pt x="2348" y="2574"/>
                    <a:pt x="2103" y="2574"/>
                  </a:cubicBezTo>
                  <a:cubicBezTo>
                    <a:pt x="1592" y="2574"/>
                    <a:pt x="1111" y="2181"/>
                    <a:pt x="1111" y="1575"/>
                  </a:cubicBezTo>
                  <a:cubicBezTo>
                    <a:pt x="1111" y="1019"/>
                    <a:pt x="1543" y="587"/>
                    <a:pt x="2099" y="587"/>
                  </a:cubicBezTo>
                  <a:close/>
                  <a:moveTo>
                    <a:pt x="2099" y="1"/>
                  </a:moveTo>
                  <a:cubicBezTo>
                    <a:pt x="0" y="1"/>
                    <a:pt x="0" y="3118"/>
                    <a:pt x="2099" y="3118"/>
                  </a:cubicBezTo>
                  <a:lnTo>
                    <a:pt x="8055" y="3118"/>
                  </a:lnTo>
                  <a:cubicBezTo>
                    <a:pt x="10123" y="3118"/>
                    <a:pt x="10123" y="1"/>
                    <a:pt x="80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8" name="Google Shape;13798;p89"/>
            <p:cNvSpPr/>
            <p:nvPr/>
          </p:nvSpPr>
          <p:spPr>
            <a:xfrm>
              <a:off x="1789000" y="3204050"/>
              <a:ext cx="240750" cy="77950"/>
            </a:xfrm>
            <a:custGeom>
              <a:rect b="b" l="l" r="r" t="t"/>
              <a:pathLst>
                <a:path extrusionOk="0" h="3118" w="9630">
                  <a:moveTo>
                    <a:pt x="8055" y="556"/>
                  </a:moveTo>
                  <a:cubicBezTo>
                    <a:pt x="8611" y="556"/>
                    <a:pt x="9043" y="1019"/>
                    <a:pt x="9043" y="1575"/>
                  </a:cubicBezTo>
                  <a:cubicBezTo>
                    <a:pt x="9043" y="2158"/>
                    <a:pt x="8552" y="2558"/>
                    <a:pt x="8042" y="2558"/>
                  </a:cubicBezTo>
                  <a:cubicBezTo>
                    <a:pt x="7796" y="2558"/>
                    <a:pt x="7546" y="2465"/>
                    <a:pt x="7346" y="2254"/>
                  </a:cubicBezTo>
                  <a:cubicBezTo>
                    <a:pt x="6728" y="1637"/>
                    <a:pt x="7160" y="556"/>
                    <a:pt x="8055" y="556"/>
                  </a:cubicBezTo>
                  <a:close/>
                  <a:moveTo>
                    <a:pt x="6852" y="556"/>
                  </a:moveTo>
                  <a:cubicBezTo>
                    <a:pt x="6358" y="1143"/>
                    <a:pt x="6358" y="1976"/>
                    <a:pt x="6852" y="2562"/>
                  </a:cubicBezTo>
                  <a:lnTo>
                    <a:pt x="2099" y="2562"/>
                  </a:lnTo>
                  <a:cubicBezTo>
                    <a:pt x="1543" y="2562"/>
                    <a:pt x="1111" y="2099"/>
                    <a:pt x="1111" y="1575"/>
                  </a:cubicBezTo>
                  <a:cubicBezTo>
                    <a:pt x="1111" y="1019"/>
                    <a:pt x="1543" y="556"/>
                    <a:pt x="2099" y="556"/>
                  </a:cubicBezTo>
                  <a:close/>
                  <a:moveTo>
                    <a:pt x="2099" y="1"/>
                  </a:moveTo>
                  <a:cubicBezTo>
                    <a:pt x="0" y="1"/>
                    <a:pt x="0" y="3118"/>
                    <a:pt x="2099" y="3118"/>
                  </a:cubicBezTo>
                  <a:lnTo>
                    <a:pt x="8055" y="3118"/>
                  </a:lnTo>
                  <a:cubicBezTo>
                    <a:pt x="8919" y="3118"/>
                    <a:pt x="9598" y="2439"/>
                    <a:pt x="9598" y="1575"/>
                  </a:cubicBezTo>
                  <a:lnTo>
                    <a:pt x="9629" y="1575"/>
                  </a:lnTo>
                  <a:cubicBezTo>
                    <a:pt x="9629" y="711"/>
                    <a:pt x="8919" y="1"/>
                    <a:pt x="8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9" name="Google Shape;13799;p89"/>
            <p:cNvSpPr/>
            <p:nvPr/>
          </p:nvSpPr>
          <p:spPr>
            <a:xfrm>
              <a:off x="1908575" y="3312200"/>
              <a:ext cx="14700" cy="14475"/>
            </a:xfrm>
            <a:custGeom>
              <a:rect b="b" l="l" r="r" t="t"/>
              <a:pathLst>
                <a:path extrusionOk="0" h="579" w="588">
                  <a:moveTo>
                    <a:pt x="289" y="0"/>
                  </a:moveTo>
                  <a:cubicBezTo>
                    <a:pt x="141" y="0"/>
                    <a:pt x="1" y="117"/>
                    <a:pt x="1" y="304"/>
                  </a:cubicBezTo>
                  <a:cubicBezTo>
                    <a:pt x="1" y="469"/>
                    <a:pt x="138" y="578"/>
                    <a:pt x="284" y="578"/>
                  </a:cubicBezTo>
                  <a:cubicBezTo>
                    <a:pt x="358" y="578"/>
                    <a:pt x="433" y="551"/>
                    <a:pt x="495" y="489"/>
                  </a:cubicBezTo>
                  <a:cubicBezTo>
                    <a:pt x="587" y="366"/>
                    <a:pt x="587" y="212"/>
                    <a:pt x="495" y="88"/>
                  </a:cubicBezTo>
                  <a:cubicBezTo>
                    <a:pt x="434" y="28"/>
                    <a:pt x="361" y="0"/>
                    <a:pt x="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00" name="Google Shape;13800;p89"/>
          <p:cNvGrpSpPr/>
          <p:nvPr/>
        </p:nvGrpSpPr>
        <p:grpSpPr>
          <a:xfrm>
            <a:off x="7728969" y="1766013"/>
            <a:ext cx="363400" cy="363225"/>
            <a:chOff x="975800" y="3053025"/>
            <a:chExt cx="363400" cy="363225"/>
          </a:xfrm>
        </p:grpSpPr>
        <p:sp>
          <p:nvSpPr>
            <p:cNvPr id="13801" name="Google Shape;13801;p89"/>
            <p:cNvSpPr/>
            <p:nvPr/>
          </p:nvSpPr>
          <p:spPr>
            <a:xfrm>
              <a:off x="1198775" y="3169350"/>
              <a:ext cx="47150" cy="42975"/>
            </a:xfrm>
            <a:custGeom>
              <a:rect b="b" l="l" r="r" t="t"/>
              <a:pathLst>
                <a:path extrusionOk="0" h="1719" w="1886">
                  <a:moveTo>
                    <a:pt x="293" y="0"/>
                  </a:moveTo>
                  <a:cubicBezTo>
                    <a:pt x="224" y="0"/>
                    <a:pt x="154" y="31"/>
                    <a:pt x="93" y="93"/>
                  </a:cubicBezTo>
                  <a:cubicBezTo>
                    <a:pt x="0" y="185"/>
                    <a:pt x="0" y="340"/>
                    <a:pt x="93" y="463"/>
                  </a:cubicBezTo>
                  <a:lnTo>
                    <a:pt x="494" y="864"/>
                  </a:lnTo>
                  <a:lnTo>
                    <a:pt x="93" y="1235"/>
                  </a:lnTo>
                  <a:cubicBezTo>
                    <a:pt x="0" y="1358"/>
                    <a:pt x="0" y="1512"/>
                    <a:pt x="93" y="1636"/>
                  </a:cubicBezTo>
                  <a:cubicBezTo>
                    <a:pt x="154" y="1682"/>
                    <a:pt x="224" y="1705"/>
                    <a:pt x="293" y="1705"/>
                  </a:cubicBezTo>
                  <a:cubicBezTo>
                    <a:pt x="363" y="1705"/>
                    <a:pt x="432" y="1682"/>
                    <a:pt x="494" y="1636"/>
                  </a:cubicBezTo>
                  <a:lnTo>
                    <a:pt x="864" y="1235"/>
                  </a:lnTo>
                  <a:lnTo>
                    <a:pt x="1265" y="1636"/>
                  </a:lnTo>
                  <a:cubicBezTo>
                    <a:pt x="1298" y="1694"/>
                    <a:pt x="1347" y="1719"/>
                    <a:pt x="1402" y="1719"/>
                  </a:cubicBezTo>
                  <a:cubicBezTo>
                    <a:pt x="1606" y="1719"/>
                    <a:pt x="1886" y="1381"/>
                    <a:pt x="1667" y="1235"/>
                  </a:cubicBezTo>
                  <a:lnTo>
                    <a:pt x="1265" y="864"/>
                  </a:lnTo>
                  <a:lnTo>
                    <a:pt x="1667" y="463"/>
                  </a:lnTo>
                  <a:cubicBezTo>
                    <a:pt x="1786" y="248"/>
                    <a:pt x="1628" y="33"/>
                    <a:pt x="1436" y="33"/>
                  </a:cubicBezTo>
                  <a:cubicBezTo>
                    <a:pt x="1380" y="33"/>
                    <a:pt x="1321" y="51"/>
                    <a:pt x="1265" y="93"/>
                  </a:cubicBezTo>
                  <a:lnTo>
                    <a:pt x="864" y="463"/>
                  </a:lnTo>
                  <a:lnTo>
                    <a:pt x="494" y="93"/>
                  </a:lnTo>
                  <a:cubicBezTo>
                    <a:pt x="432" y="31"/>
                    <a:pt x="363"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2" name="Google Shape;13802;p89"/>
            <p:cNvSpPr/>
            <p:nvPr/>
          </p:nvSpPr>
          <p:spPr>
            <a:xfrm>
              <a:off x="1072175" y="3253250"/>
              <a:ext cx="44050" cy="42075"/>
            </a:xfrm>
            <a:custGeom>
              <a:rect b="b" l="l" r="r" t="t"/>
              <a:pathLst>
                <a:path extrusionOk="0" h="1683" w="1762">
                  <a:moveTo>
                    <a:pt x="1469" y="0"/>
                  </a:moveTo>
                  <a:cubicBezTo>
                    <a:pt x="1399" y="0"/>
                    <a:pt x="1330" y="23"/>
                    <a:pt x="1268" y="70"/>
                  </a:cubicBezTo>
                  <a:lnTo>
                    <a:pt x="898" y="440"/>
                  </a:lnTo>
                  <a:lnTo>
                    <a:pt x="497" y="70"/>
                  </a:lnTo>
                  <a:cubicBezTo>
                    <a:pt x="451" y="47"/>
                    <a:pt x="405" y="37"/>
                    <a:pt x="360" y="37"/>
                  </a:cubicBezTo>
                  <a:cubicBezTo>
                    <a:pt x="162" y="37"/>
                    <a:pt x="0" y="239"/>
                    <a:pt x="126" y="440"/>
                  </a:cubicBezTo>
                  <a:lnTo>
                    <a:pt x="497" y="841"/>
                  </a:lnTo>
                  <a:lnTo>
                    <a:pt x="126" y="1212"/>
                  </a:lnTo>
                  <a:cubicBezTo>
                    <a:pt x="3" y="1335"/>
                    <a:pt x="3" y="1489"/>
                    <a:pt x="126" y="1613"/>
                  </a:cubicBezTo>
                  <a:cubicBezTo>
                    <a:pt x="172" y="1659"/>
                    <a:pt x="242" y="1682"/>
                    <a:pt x="311" y="1682"/>
                  </a:cubicBezTo>
                  <a:cubicBezTo>
                    <a:pt x="381" y="1682"/>
                    <a:pt x="450" y="1659"/>
                    <a:pt x="497" y="1613"/>
                  </a:cubicBezTo>
                  <a:lnTo>
                    <a:pt x="898" y="1212"/>
                  </a:lnTo>
                  <a:lnTo>
                    <a:pt x="1268" y="1613"/>
                  </a:lnTo>
                  <a:cubicBezTo>
                    <a:pt x="1330" y="1659"/>
                    <a:pt x="1399" y="1682"/>
                    <a:pt x="1469" y="1682"/>
                  </a:cubicBezTo>
                  <a:cubicBezTo>
                    <a:pt x="1538" y="1682"/>
                    <a:pt x="1608" y="1659"/>
                    <a:pt x="1669" y="1613"/>
                  </a:cubicBezTo>
                  <a:cubicBezTo>
                    <a:pt x="1762" y="1489"/>
                    <a:pt x="1762" y="1335"/>
                    <a:pt x="1669" y="1212"/>
                  </a:cubicBezTo>
                  <a:lnTo>
                    <a:pt x="1268" y="841"/>
                  </a:lnTo>
                  <a:lnTo>
                    <a:pt x="1669" y="440"/>
                  </a:lnTo>
                  <a:cubicBezTo>
                    <a:pt x="1762" y="348"/>
                    <a:pt x="1762" y="162"/>
                    <a:pt x="1669" y="70"/>
                  </a:cubicBezTo>
                  <a:cubicBezTo>
                    <a:pt x="1608" y="23"/>
                    <a:pt x="1538" y="0"/>
                    <a:pt x="14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3" name="Google Shape;13803;p89"/>
            <p:cNvSpPr/>
            <p:nvPr/>
          </p:nvSpPr>
          <p:spPr>
            <a:xfrm>
              <a:off x="1043675" y="3161100"/>
              <a:ext cx="227650" cy="142275"/>
            </a:xfrm>
            <a:custGeom>
              <a:rect b="b" l="l" r="r" t="t"/>
              <a:pathLst>
                <a:path extrusionOk="0" h="5691" w="9106">
                  <a:moveTo>
                    <a:pt x="1150" y="585"/>
                  </a:moveTo>
                  <a:cubicBezTo>
                    <a:pt x="1435" y="585"/>
                    <a:pt x="1698" y="812"/>
                    <a:pt x="1698" y="1163"/>
                  </a:cubicBezTo>
                  <a:cubicBezTo>
                    <a:pt x="1698" y="1472"/>
                    <a:pt x="1451" y="1719"/>
                    <a:pt x="1143" y="1719"/>
                  </a:cubicBezTo>
                  <a:cubicBezTo>
                    <a:pt x="649" y="1719"/>
                    <a:pt x="371" y="1102"/>
                    <a:pt x="742" y="762"/>
                  </a:cubicBezTo>
                  <a:cubicBezTo>
                    <a:pt x="864" y="640"/>
                    <a:pt x="1009" y="585"/>
                    <a:pt x="1150" y="585"/>
                  </a:cubicBezTo>
                  <a:close/>
                  <a:moveTo>
                    <a:pt x="7963" y="3972"/>
                  </a:moveTo>
                  <a:cubicBezTo>
                    <a:pt x="8457" y="3972"/>
                    <a:pt x="8704" y="4589"/>
                    <a:pt x="8364" y="4959"/>
                  </a:cubicBezTo>
                  <a:cubicBezTo>
                    <a:pt x="8246" y="5068"/>
                    <a:pt x="8103" y="5116"/>
                    <a:pt x="7963" y="5116"/>
                  </a:cubicBezTo>
                  <a:cubicBezTo>
                    <a:pt x="7663" y="5116"/>
                    <a:pt x="7377" y="4894"/>
                    <a:pt x="7377" y="4558"/>
                  </a:cubicBezTo>
                  <a:cubicBezTo>
                    <a:pt x="7377" y="4250"/>
                    <a:pt x="7655" y="4003"/>
                    <a:pt x="7963" y="4003"/>
                  </a:cubicBezTo>
                  <a:lnTo>
                    <a:pt x="7963" y="3972"/>
                  </a:lnTo>
                  <a:close/>
                  <a:moveTo>
                    <a:pt x="1156" y="0"/>
                  </a:moveTo>
                  <a:cubicBezTo>
                    <a:pt x="579" y="0"/>
                    <a:pt x="1" y="403"/>
                    <a:pt x="1" y="1133"/>
                  </a:cubicBezTo>
                  <a:cubicBezTo>
                    <a:pt x="1" y="1882"/>
                    <a:pt x="584" y="2293"/>
                    <a:pt x="1163" y="2293"/>
                  </a:cubicBezTo>
                  <a:cubicBezTo>
                    <a:pt x="1633" y="2293"/>
                    <a:pt x="2102" y="2022"/>
                    <a:pt x="2254" y="1441"/>
                  </a:cubicBezTo>
                  <a:lnTo>
                    <a:pt x="2840" y="1441"/>
                  </a:lnTo>
                  <a:cubicBezTo>
                    <a:pt x="3643" y="1441"/>
                    <a:pt x="4260" y="2058"/>
                    <a:pt x="4260" y="2861"/>
                  </a:cubicBezTo>
                  <a:cubicBezTo>
                    <a:pt x="4260" y="3941"/>
                    <a:pt x="5155" y="4836"/>
                    <a:pt x="6266" y="4836"/>
                  </a:cubicBezTo>
                  <a:lnTo>
                    <a:pt x="6852" y="4836"/>
                  </a:lnTo>
                  <a:cubicBezTo>
                    <a:pt x="7005" y="5420"/>
                    <a:pt x="7477" y="5691"/>
                    <a:pt x="7950" y="5691"/>
                  </a:cubicBezTo>
                  <a:cubicBezTo>
                    <a:pt x="8527" y="5691"/>
                    <a:pt x="9105" y="5287"/>
                    <a:pt x="9105" y="4558"/>
                  </a:cubicBezTo>
                  <a:cubicBezTo>
                    <a:pt x="9105" y="3829"/>
                    <a:pt x="8527" y="3426"/>
                    <a:pt x="7950" y="3426"/>
                  </a:cubicBezTo>
                  <a:cubicBezTo>
                    <a:pt x="7477" y="3426"/>
                    <a:pt x="7005" y="3697"/>
                    <a:pt x="6852" y="4280"/>
                  </a:cubicBezTo>
                  <a:lnTo>
                    <a:pt x="6266" y="4280"/>
                  </a:lnTo>
                  <a:cubicBezTo>
                    <a:pt x="5463" y="4280"/>
                    <a:pt x="4846" y="3632"/>
                    <a:pt x="4846" y="2861"/>
                  </a:cubicBezTo>
                  <a:cubicBezTo>
                    <a:pt x="4846" y="1750"/>
                    <a:pt x="3951" y="855"/>
                    <a:pt x="2840" y="855"/>
                  </a:cubicBezTo>
                  <a:lnTo>
                    <a:pt x="2254" y="855"/>
                  </a:lnTo>
                  <a:cubicBezTo>
                    <a:pt x="2101" y="271"/>
                    <a:pt x="1629" y="0"/>
                    <a:pt x="1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4" name="Google Shape;13804;p89"/>
            <p:cNvSpPr/>
            <p:nvPr/>
          </p:nvSpPr>
          <p:spPr>
            <a:xfrm>
              <a:off x="1150150" y="3116375"/>
              <a:ext cx="17000" cy="14400"/>
            </a:xfrm>
            <a:custGeom>
              <a:rect b="b" l="l" r="r" t="t"/>
              <a:pathLst>
                <a:path extrusionOk="0" h="576" w="680">
                  <a:moveTo>
                    <a:pt x="302" y="1"/>
                  </a:moveTo>
                  <a:cubicBezTo>
                    <a:pt x="149" y="1"/>
                    <a:pt x="1" y="127"/>
                    <a:pt x="1" y="298"/>
                  </a:cubicBezTo>
                  <a:cubicBezTo>
                    <a:pt x="1" y="453"/>
                    <a:pt x="124" y="576"/>
                    <a:pt x="279" y="576"/>
                  </a:cubicBezTo>
                  <a:cubicBezTo>
                    <a:pt x="556" y="576"/>
                    <a:pt x="680" y="267"/>
                    <a:pt x="495" y="82"/>
                  </a:cubicBezTo>
                  <a:cubicBezTo>
                    <a:pt x="438" y="25"/>
                    <a:pt x="369" y="1"/>
                    <a:pt x="3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5" name="Google Shape;13805;p89"/>
            <p:cNvSpPr/>
            <p:nvPr/>
          </p:nvSpPr>
          <p:spPr>
            <a:xfrm>
              <a:off x="975800" y="3053025"/>
              <a:ext cx="363400" cy="363225"/>
            </a:xfrm>
            <a:custGeom>
              <a:rect b="b" l="l" r="r" t="t"/>
              <a:pathLst>
                <a:path extrusionOk="0" h="14529" w="14536">
                  <a:moveTo>
                    <a:pt x="11697" y="556"/>
                  </a:moveTo>
                  <a:cubicBezTo>
                    <a:pt x="11974" y="556"/>
                    <a:pt x="12252" y="749"/>
                    <a:pt x="12252" y="1135"/>
                  </a:cubicBezTo>
                  <a:cubicBezTo>
                    <a:pt x="12252" y="1289"/>
                    <a:pt x="12376" y="1413"/>
                    <a:pt x="12561" y="1413"/>
                  </a:cubicBezTo>
                  <a:lnTo>
                    <a:pt x="13672" y="1413"/>
                  </a:lnTo>
                  <a:cubicBezTo>
                    <a:pt x="13826" y="1413"/>
                    <a:pt x="13950" y="1536"/>
                    <a:pt x="13980" y="1690"/>
                  </a:cubicBezTo>
                  <a:lnTo>
                    <a:pt x="13980" y="2277"/>
                  </a:lnTo>
                  <a:cubicBezTo>
                    <a:pt x="13950" y="2431"/>
                    <a:pt x="13826" y="2554"/>
                    <a:pt x="13672" y="2554"/>
                  </a:cubicBezTo>
                  <a:lnTo>
                    <a:pt x="8549" y="2554"/>
                  </a:lnTo>
                  <a:cubicBezTo>
                    <a:pt x="8209" y="2585"/>
                    <a:pt x="8209" y="3079"/>
                    <a:pt x="8549" y="3110"/>
                  </a:cubicBezTo>
                  <a:lnTo>
                    <a:pt x="13116" y="3110"/>
                  </a:lnTo>
                  <a:lnTo>
                    <a:pt x="13116" y="10949"/>
                  </a:lnTo>
                  <a:cubicBezTo>
                    <a:pt x="13116" y="11103"/>
                    <a:pt x="12993" y="11227"/>
                    <a:pt x="12839" y="11227"/>
                  </a:cubicBezTo>
                  <a:lnTo>
                    <a:pt x="1697" y="11227"/>
                  </a:lnTo>
                  <a:cubicBezTo>
                    <a:pt x="1543" y="11227"/>
                    <a:pt x="1420" y="11103"/>
                    <a:pt x="1420" y="10949"/>
                  </a:cubicBezTo>
                  <a:lnTo>
                    <a:pt x="1420" y="3110"/>
                  </a:lnTo>
                  <a:lnTo>
                    <a:pt x="5987" y="3110"/>
                  </a:lnTo>
                  <a:cubicBezTo>
                    <a:pt x="6006" y="3113"/>
                    <a:pt x="6024" y="3114"/>
                    <a:pt x="6041" y="3114"/>
                  </a:cubicBezTo>
                  <a:cubicBezTo>
                    <a:pt x="6401" y="3114"/>
                    <a:pt x="6401" y="2551"/>
                    <a:pt x="6041" y="2551"/>
                  </a:cubicBezTo>
                  <a:cubicBezTo>
                    <a:pt x="6024" y="2551"/>
                    <a:pt x="6006" y="2552"/>
                    <a:pt x="5987" y="2554"/>
                  </a:cubicBezTo>
                  <a:lnTo>
                    <a:pt x="864" y="2554"/>
                  </a:lnTo>
                  <a:cubicBezTo>
                    <a:pt x="710" y="2554"/>
                    <a:pt x="556" y="2431"/>
                    <a:pt x="556" y="2277"/>
                  </a:cubicBezTo>
                  <a:lnTo>
                    <a:pt x="556" y="1690"/>
                  </a:lnTo>
                  <a:cubicBezTo>
                    <a:pt x="556" y="1536"/>
                    <a:pt x="710" y="1413"/>
                    <a:pt x="864" y="1413"/>
                  </a:cubicBezTo>
                  <a:lnTo>
                    <a:pt x="1975" y="1413"/>
                  </a:lnTo>
                  <a:cubicBezTo>
                    <a:pt x="2129" y="1413"/>
                    <a:pt x="2284" y="1289"/>
                    <a:pt x="2284" y="1135"/>
                  </a:cubicBezTo>
                  <a:cubicBezTo>
                    <a:pt x="2284" y="749"/>
                    <a:pt x="2562" y="556"/>
                    <a:pt x="2839" y="556"/>
                  </a:cubicBezTo>
                  <a:cubicBezTo>
                    <a:pt x="3117" y="556"/>
                    <a:pt x="3395" y="749"/>
                    <a:pt x="3395" y="1135"/>
                  </a:cubicBezTo>
                  <a:cubicBezTo>
                    <a:pt x="3395" y="1289"/>
                    <a:pt x="3518" y="1413"/>
                    <a:pt x="3703" y="1413"/>
                  </a:cubicBezTo>
                  <a:lnTo>
                    <a:pt x="10833" y="1413"/>
                  </a:lnTo>
                  <a:cubicBezTo>
                    <a:pt x="10987" y="1413"/>
                    <a:pt x="11141" y="1289"/>
                    <a:pt x="11141" y="1135"/>
                  </a:cubicBezTo>
                  <a:cubicBezTo>
                    <a:pt x="11141" y="749"/>
                    <a:pt x="11419" y="556"/>
                    <a:pt x="11697" y="556"/>
                  </a:cubicBezTo>
                  <a:close/>
                  <a:moveTo>
                    <a:pt x="2839" y="1"/>
                  </a:moveTo>
                  <a:cubicBezTo>
                    <a:pt x="2361" y="1"/>
                    <a:pt x="1883" y="286"/>
                    <a:pt x="1728" y="857"/>
                  </a:cubicBezTo>
                  <a:lnTo>
                    <a:pt x="864" y="857"/>
                  </a:lnTo>
                  <a:cubicBezTo>
                    <a:pt x="370" y="857"/>
                    <a:pt x="0" y="1227"/>
                    <a:pt x="0" y="1690"/>
                  </a:cubicBezTo>
                  <a:lnTo>
                    <a:pt x="0" y="2277"/>
                  </a:lnTo>
                  <a:cubicBezTo>
                    <a:pt x="0" y="2740"/>
                    <a:pt x="370" y="3110"/>
                    <a:pt x="864" y="3110"/>
                  </a:cubicBezTo>
                  <a:lnTo>
                    <a:pt x="864" y="10949"/>
                  </a:lnTo>
                  <a:cubicBezTo>
                    <a:pt x="864" y="11412"/>
                    <a:pt x="1234" y="11782"/>
                    <a:pt x="1697" y="11813"/>
                  </a:cubicBezTo>
                  <a:lnTo>
                    <a:pt x="6975" y="11813"/>
                  </a:lnTo>
                  <a:lnTo>
                    <a:pt x="6975" y="13973"/>
                  </a:lnTo>
                  <a:lnTo>
                    <a:pt x="6419" y="13973"/>
                  </a:lnTo>
                  <a:cubicBezTo>
                    <a:pt x="6406" y="13971"/>
                    <a:pt x="6393" y="13969"/>
                    <a:pt x="6380" y="13969"/>
                  </a:cubicBezTo>
                  <a:cubicBezTo>
                    <a:pt x="6244" y="13969"/>
                    <a:pt x="6142" y="14110"/>
                    <a:pt x="6142" y="14251"/>
                  </a:cubicBezTo>
                  <a:cubicBezTo>
                    <a:pt x="6142" y="14405"/>
                    <a:pt x="6265" y="14529"/>
                    <a:pt x="6419" y="14529"/>
                  </a:cubicBezTo>
                  <a:lnTo>
                    <a:pt x="8117" y="14529"/>
                  </a:lnTo>
                  <a:cubicBezTo>
                    <a:pt x="8271" y="14529"/>
                    <a:pt x="8394" y="14405"/>
                    <a:pt x="8394" y="14251"/>
                  </a:cubicBezTo>
                  <a:cubicBezTo>
                    <a:pt x="8394" y="14110"/>
                    <a:pt x="8292" y="13969"/>
                    <a:pt x="8156" y="13969"/>
                  </a:cubicBezTo>
                  <a:cubicBezTo>
                    <a:pt x="8143" y="13969"/>
                    <a:pt x="8130" y="13971"/>
                    <a:pt x="8117" y="13973"/>
                  </a:cubicBezTo>
                  <a:lnTo>
                    <a:pt x="7561" y="13973"/>
                  </a:lnTo>
                  <a:lnTo>
                    <a:pt x="7561" y="11813"/>
                  </a:lnTo>
                  <a:lnTo>
                    <a:pt x="12839" y="11813"/>
                  </a:lnTo>
                  <a:cubicBezTo>
                    <a:pt x="13301" y="11813"/>
                    <a:pt x="13672" y="11412"/>
                    <a:pt x="13672" y="10949"/>
                  </a:cubicBezTo>
                  <a:lnTo>
                    <a:pt x="13672" y="3110"/>
                  </a:lnTo>
                  <a:cubicBezTo>
                    <a:pt x="14135" y="3110"/>
                    <a:pt x="14536" y="2740"/>
                    <a:pt x="14536" y="2277"/>
                  </a:cubicBezTo>
                  <a:lnTo>
                    <a:pt x="14536" y="1690"/>
                  </a:lnTo>
                  <a:cubicBezTo>
                    <a:pt x="14536" y="1227"/>
                    <a:pt x="14135" y="857"/>
                    <a:pt x="13672" y="857"/>
                  </a:cubicBezTo>
                  <a:lnTo>
                    <a:pt x="12808" y="857"/>
                  </a:lnTo>
                  <a:cubicBezTo>
                    <a:pt x="12653" y="286"/>
                    <a:pt x="12175" y="1"/>
                    <a:pt x="11697" y="1"/>
                  </a:cubicBezTo>
                  <a:cubicBezTo>
                    <a:pt x="11218" y="1"/>
                    <a:pt x="10740" y="286"/>
                    <a:pt x="10586" y="857"/>
                  </a:cubicBezTo>
                  <a:lnTo>
                    <a:pt x="3950" y="857"/>
                  </a:lnTo>
                  <a:cubicBezTo>
                    <a:pt x="3796" y="286"/>
                    <a:pt x="3318" y="1"/>
                    <a:pt x="28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06" name="Google Shape;13806;p89"/>
          <p:cNvGrpSpPr/>
          <p:nvPr/>
        </p:nvGrpSpPr>
        <p:grpSpPr>
          <a:xfrm>
            <a:off x="7728956" y="2328519"/>
            <a:ext cx="363425" cy="364700"/>
            <a:chOff x="7724500" y="2485750"/>
            <a:chExt cx="363425" cy="364700"/>
          </a:xfrm>
        </p:grpSpPr>
        <p:sp>
          <p:nvSpPr>
            <p:cNvPr id="13807" name="Google Shape;13807;p89"/>
            <p:cNvSpPr/>
            <p:nvPr/>
          </p:nvSpPr>
          <p:spPr>
            <a:xfrm>
              <a:off x="7724500" y="2485750"/>
              <a:ext cx="363425" cy="363425"/>
            </a:xfrm>
            <a:custGeom>
              <a:rect b="b" l="l" r="r" t="t"/>
              <a:pathLst>
                <a:path extrusionOk="0" h="14537" w="14537">
                  <a:moveTo>
                    <a:pt x="10401" y="556"/>
                  </a:moveTo>
                  <a:lnTo>
                    <a:pt x="10401" y="1698"/>
                  </a:lnTo>
                  <a:lnTo>
                    <a:pt x="2439" y="1698"/>
                  </a:lnTo>
                  <a:lnTo>
                    <a:pt x="2439" y="865"/>
                  </a:lnTo>
                  <a:cubicBezTo>
                    <a:pt x="2439" y="710"/>
                    <a:pt x="2562" y="556"/>
                    <a:pt x="2717" y="556"/>
                  </a:cubicBezTo>
                  <a:close/>
                  <a:moveTo>
                    <a:pt x="11821" y="556"/>
                  </a:moveTo>
                  <a:cubicBezTo>
                    <a:pt x="11975" y="556"/>
                    <a:pt x="12099" y="710"/>
                    <a:pt x="12099" y="865"/>
                  </a:cubicBezTo>
                  <a:lnTo>
                    <a:pt x="12099" y="1698"/>
                  </a:lnTo>
                  <a:lnTo>
                    <a:pt x="10957" y="1698"/>
                  </a:lnTo>
                  <a:lnTo>
                    <a:pt x="10957" y="556"/>
                  </a:lnTo>
                  <a:close/>
                  <a:moveTo>
                    <a:pt x="12654" y="5648"/>
                  </a:moveTo>
                  <a:lnTo>
                    <a:pt x="13734" y="6265"/>
                  </a:lnTo>
                  <a:lnTo>
                    <a:pt x="12654" y="7037"/>
                  </a:lnTo>
                  <a:lnTo>
                    <a:pt x="12654" y="5648"/>
                  </a:lnTo>
                  <a:close/>
                  <a:moveTo>
                    <a:pt x="1883" y="5679"/>
                  </a:moveTo>
                  <a:lnTo>
                    <a:pt x="1883" y="7068"/>
                  </a:lnTo>
                  <a:lnTo>
                    <a:pt x="803" y="6296"/>
                  </a:lnTo>
                  <a:lnTo>
                    <a:pt x="1883" y="5679"/>
                  </a:lnTo>
                  <a:close/>
                  <a:moveTo>
                    <a:pt x="12099" y="2284"/>
                  </a:moveTo>
                  <a:lnTo>
                    <a:pt x="12099" y="7469"/>
                  </a:lnTo>
                  <a:lnTo>
                    <a:pt x="7284" y="11018"/>
                  </a:lnTo>
                  <a:lnTo>
                    <a:pt x="2470" y="7469"/>
                  </a:lnTo>
                  <a:lnTo>
                    <a:pt x="2470" y="2284"/>
                  </a:lnTo>
                  <a:close/>
                  <a:moveTo>
                    <a:pt x="2717" y="1"/>
                  </a:moveTo>
                  <a:cubicBezTo>
                    <a:pt x="2254" y="1"/>
                    <a:pt x="1883" y="371"/>
                    <a:pt x="1883" y="865"/>
                  </a:cubicBezTo>
                  <a:lnTo>
                    <a:pt x="1883" y="5031"/>
                  </a:lnTo>
                  <a:lnTo>
                    <a:pt x="155" y="5988"/>
                  </a:lnTo>
                  <a:cubicBezTo>
                    <a:pt x="62" y="6049"/>
                    <a:pt x="1" y="6142"/>
                    <a:pt x="1" y="6235"/>
                  </a:cubicBezTo>
                  <a:lnTo>
                    <a:pt x="1" y="14259"/>
                  </a:lnTo>
                  <a:cubicBezTo>
                    <a:pt x="1" y="14413"/>
                    <a:pt x="124" y="14536"/>
                    <a:pt x="278" y="14536"/>
                  </a:cubicBezTo>
                  <a:lnTo>
                    <a:pt x="5988" y="14536"/>
                  </a:lnTo>
                  <a:cubicBezTo>
                    <a:pt x="6142" y="14536"/>
                    <a:pt x="6266" y="14413"/>
                    <a:pt x="6266" y="14259"/>
                  </a:cubicBezTo>
                  <a:cubicBezTo>
                    <a:pt x="6266" y="14118"/>
                    <a:pt x="6163" y="13977"/>
                    <a:pt x="6028" y="13977"/>
                  </a:cubicBezTo>
                  <a:cubicBezTo>
                    <a:pt x="6015" y="13977"/>
                    <a:pt x="6001" y="13978"/>
                    <a:pt x="5988" y="13981"/>
                  </a:cubicBezTo>
                  <a:lnTo>
                    <a:pt x="587" y="13981"/>
                  </a:lnTo>
                  <a:lnTo>
                    <a:pt x="587" y="6790"/>
                  </a:lnTo>
                  <a:lnTo>
                    <a:pt x="5093" y="10092"/>
                  </a:lnTo>
                  <a:lnTo>
                    <a:pt x="2562" y="11975"/>
                  </a:lnTo>
                  <a:cubicBezTo>
                    <a:pt x="2356" y="12181"/>
                    <a:pt x="2538" y="12474"/>
                    <a:pt x="2784" y="12474"/>
                  </a:cubicBezTo>
                  <a:cubicBezTo>
                    <a:pt x="2832" y="12474"/>
                    <a:pt x="2882" y="12463"/>
                    <a:pt x="2933" y="12438"/>
                  </a:cubicBezTo>
                  <a:lnTo>
                    <a:pt x="5556" y="10432"/>
                  </a:lnTo>
                  <a:lnTo>
                    <a:pt x="7099" y="11605"/>
                  </a:lnTo>
                  <a:cubicBezTo>
                    <a:pt x="7161" y="11635"/>
                    <a:pt x="7222" y="11666"/>
                    <a:pt x="7284" y="11666"/>
                  </a:cubicBezTo>
                  <a:cubicBezTo>
                    <a:pt x="7346" y="11666"/>
                    <a:pt x="7408" y="11635"/>
                    <a:pt x="7438" y="11605"/>
                  </a:cubicBezTo>
                  <a:lnTo>
                    <a:pt x="8982" y="10432"/>
                  </a:lnTo>
                  <a:lnTo>
                    <a:pt x="11636" y="12438"/>
                  </a:lnTo>
                  <a:cubicBezTo>
                    <a:pt x="11698" y="12494"/>
                    <a:pt x="11764" y="12517"/>
                    <a:pt x="11826" y="12517"/>
                  </a:cubicBezTo>
                  <a:cubicBezTo>
                    <a:pt x="12074" y="12517"/>
                    <a:pt x="12271" y="12148"/>
                    <a:pt x="11975" y="11975"/>
                  </a:cubicBezTo>
                  <a:lnTo>
                    <a:pt x="9475" y="10092"/>
                  </a:lnTo>
                  <a:lnTo>
                    <a:pt x="13981" y="6790"/>
                  </a:lnTo>
                  <a:lnTo>
                    <a:pt x="13981" y="13981"/>
                  </a:lnTo>
                  <a:lnTo>
                    <a:pt x="8549" y="13981"/>
                  </a:lnTo>
                  <a:cubicBezTo>
                    <a:pt x="8536" y="13978"/>
                    <a:pt x="8523" y="13977"/>
                    <a:pt x="8510" y="13977"/>
                  </a:cubicBezTo>
                  <a:cubicBezTo>
                    <a:pt x="8375" y="13977"/>
                    <a:pt x="8272" y="14118"/>
                    <a:pt x="8272" y="14259"/>
                  </a:cubicBezTo>
                  <a:cubicBezTo>
                    <a:pt x="8272" y="14413"/>
                    <a:pt x="8395" y="14536"/>
                    <a:pt x="8549" y="14536"/>
                  </a:cubicBezTo>
                  <a:lnTo>
                    <a:pt x="14259" y="14536"/>
                  </a:lnTo>
                  <a:cubicBezTo>
                    <a:pt x="14413" y="14536"/>
                    <a:pt x="14537" y="14413"/>
                    <a:pt x="14537" y="14259"/>
                  </a:cubicBezTo>
                  <a:lnTo>
                    <a:pt x="14537" y="6235"/>
                  </a:lnTo>
                  <a:cubicBezTo>
                    <a:pt x="14537" y="6142"/>
                    <a:pt x="14475" y="6049"/>
                    <a:pt x="14382" y="5988"/>
                  </a:cubicBezTo>
                  <a:lnTo>
                    <a:pt x="12654" y="5031"/>
                  </a:lnTo>
                  <a:lnTo>
                    <a:pt x="12654" y="865"/>
                  </a:lnTo>
                  <a:cubicBezTo>
                    <a:pt x="12654" y="371"/>
                    <a:pt x="12284" y="1"/>
                    <a:pt x="118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8" name="Google Shape;13808;p89"/>
            <p:cNvSpPr/>
            <p:nvPr/>
          </p:nvSpPr>
          <p:spPr>
            <a:xfrm>
              <a:off x="7834075" y="2656250"/>
              <a:ext cx="145075" cy="13925"/>
            </a:xfrm>
            <a:custGeom>
              <a:rect b="b" l="l" r="r" t="t"/>
              <a:pathLst>
                <a:path extrusionOk="0" h="557" w="5803">
                  <a:moveTo>
                    <a:pt x="340" y="1"/>
                  </a:moveTo>
                  <a:cubicBezTo>
                    <a:pt x="0" y="32"/>
                    <a:pt x="0" y="526"/>
                    <a:pt x="340" y="557"/>
                  </a:cubicBezTo>
                  <a:lnTo>
                    <a:pt x="5463" y="557"/>
                  </a:lnTo>
                  <a:cubicBezTo>
                    <a:pt x="5802" y="526"/>
                    <a:pt x="5802" y="32"/>
                    <a:pt x="54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9" name="Google Shape;13809;p89"/>
            <p:cNvSpPr/>
            <p:nvPr/>
          </p:nvSpPr>
          <p:spPr>
            <a:xfrm>
              <a:off x="7810400" y="2613725"/>
              <a:ext cx="191625" cy="14050"/>
            </a:xfrm>
            <a:custGeom>
              <a:rect b="b" l="l" r="r" t="t"/>
              <a:pathLst>
                <a:path extrusionOk="0" h="562" w="7665">
                  <a:moveTo>
                    <a:pt x="366" y="0"/>
                  </a:moveTo>
                  <a:cubicBezTo>
                    <a:pt x="0" y="0"/>
                    <a:pt x="9" y="561"/>
                    <a:pt x="393" y="561"/>
                  </a:cubicBezTo>
                  <a:cubicBezTo>
                    <a:pt x="403" y="561"/>
                    <a:pt x="412" y="561"/>
                    <a:pt x="422" y="560"/>
                  </a:cubicBezTo>
                  <a:lnTo>
                    <a:pt x="7243" y="560"/>
                  </a:lnTo>
                  <a:cubicBezTo>
                    <a:pt x="7253" y="561"/>
                    <a:pt x="7263" y="561"/>
                    <a:pt x="7272" y="561"/>
                  </a:cubicBezTo>
                  <a:cubicBezTo>
                    <a:pt x="7656" y="561"/>
                    <a:pt x="7665" y="0"/>
                    <a:pt x="7299" y="0"/>
                  </a:cubicBezTo>
                  <a:cubicBezTo>
                    <a:pt x="7281" y="0"/>
                    <a:pt x="7263" y="2"/>
                    <a:pt x="7243" y="5"/>
                  </a:cubicBezTo>
                  <a:lnTo>
                    <a:pt x="422" y="5"/>
                  </a:lnTo>
                  <a:cubicBezTo>
                    <a:pt x="403" y="2"/>
                    <a:pt x="384" y="0"/>
                    <a:pt x="3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0" name="Google Shape;13810;p89"/>
            <p:cNvSpPr/>
            <p:nvPr/>
          </p:nvSpPr>
          <p:spPr>
            <a:xfrm>
              <a:off x="7810400" y="2570600"/>
              <a:ext cx="191650" cy="14725"/>
            </a:xfrm>
            <a:custGeom>
              <a:rect b="b" l="l" r="r" t="t"/>
              <a:pathLst>
                <a:path extrusionOk="0" h="589" w="7666">
                  <a:moveTo>
                    <a:pt x="393" y="0"/>
                  </a:moveTo>
                  <a:cubicBezTo>
                    <a:pt x="0" y="0"/>
                    <a:pt x="0" y="589"/>
                    <a:pt x="393" y="589"/>
                  </a:cubicBezTo>
                  <a:cubicBezTo>
                    <a:pt x="403" y="589"/>
                    <a:pt x="412" y="588"/>
                    <a:pt x="422" y="588"/>
                  </a:cubicBezTo>
                  <a:lnTo>
                    <a:pt x="7243" y="588"/>
                  </a:lnTo>
                  <a:cubicBezTo>
                    <a:pt x="7253" y="588"/>
                    <a:pt x="7263" y="589"/>
                    <a:pt x="7272" y="589"/>
                  </a:cubicBezTo>
                  <a:cubicBezTo>
                    <a:pt x="7665" y="589"/>
                    <a:pt x="7665" y="0"/>
                    <a:pt x="7272" y="0"/>
                  </a:cubicBezTo>
                  <a:cubicBezTo>
                    <a:pt x="7263" y="0"/>
                    <a:pt x="7253" y="1"/>
                    <a:pt x="7243" y="1"/>
                  </a:cubicBezTo>
                  <a:lnTo>
                    <a:pt x="422" y="1"/>
                  </a:lnTo>
                  <a:cubicBezTo>
                    <a:pt x="412" y="1"/>
                    <a:pt x="403" y="0"/>
                    <a:pt x="3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1" name="Google Shape;13811;p89"/>
            <p:cNvSpPr/>
            <p:nvPr/>
          </p:nvSpPr>
          <p:spPr>
            <a:xfrm>
              <a:off x="7874625" y="2698600"/>
              <a:ext cx="63175" cy="14100"/>
            </a:xfrm>
            <a:custGeom>
              <a:rect b="b" l="l" r="r" t="t"/>
              <a:pathLst>
                <a:path extrusionOk="0" h="564" w="2527">
                  <a:moveTo>
                    <a:pt x="361" y="0"/>
                  </a:moveTo>
                  <a:cubicBezTo>
                    <a:pt x="1" y="0"/>
                    <a:pt x="1" y="564"/>
                    <a:pt x="361" y="564"/>
                  </a:cubicBezTo>
                  <a:cubicBezTo>
                    <a:pt x="378" y="564"/>
                    <a:pt x="396" y="563"/>
                    <a:pt x="415" y="560"/>
                  </a:cubicBezTo>
                  <a:lnTo>
                    <a:pt x="2112" y="560"/>
                  </a:lnTo>
                  <a:cubicBezTo>
                    <a:pt x="2131" y="563"/>
                    <a:pt x="2149" y="564"/>
                    <a:pt x="2166" y="564"/>
                  </a:cubicBezTo>
                  <a:cubicBezTo>
                    <a:pt x="2526" y="564"/>
                    <a:pt x="2526" y="0"/>
                    <a:pt x="2166" y="0"/>
                  </a:cubicBezTo>
                  <a:cubicBezTo>
                    <a:pt x="2149" y="0"/>
                    <a:pt x="2131" y="2"/>
                    <a:pt x="2112" y="4"/>
                  </a:cubicBezTo>
                  <a:lnTo>
                    <a:pt x="415" y="4"/>
                  </a:lnTo>
                  <a:cubicBezTo>
                    <a:pt x="396" y="2"/>
                    <a:pt x="378" y="0"/>
                    <a:pt x="3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2" name="Google Shape;13812;p89"/>
            <p:cNvSpPr/>
            <p:nvPr/>
          </p:nvSpPr>
          <p:spPr>
            <a:xfrm>
              <a:off x="7896200" y="2835100"/>
              <a:ext cx="18125" cy="15350"/>
            </a:xfrm>
            <a:custGeom>
              <a:rect b="b" l="l" r="r" t="t"/>
              <a:pathLst>
                <a:path extrusionOk="0" h="614" w="725">
                  <a:moveTo>
                    <a:pt x="408" y="1"/>
                  </a:moveTo>
                  <a:cubicBezTo>
                    <a:pt x="293" y="1"/>
                    <a:pt x="183" y="80"/>
                    <a:pt x="138" y="192"/>
                  </a:cubicBezTo>
                  <a:cubicBezTo>
                    <a:pt x="1" y="428"/>
                    <a:pt x="201" y="614"/>
                    <a:pt x="397" y="614"/>
                  </a:cubicBezTo>
                  <a:cubicBezTo>
                    <a:pt x="508" y="614"/>
                    <a:pt x="618" y="554"/>
                    <a:pt x="663" y="408"/>
                  </a:cubicBezTo>
                  <a:cubicBezTo>
                    <a:pt x="725" y="254"/>
                    <a:pt x="663" y="69"/>
                    <a:pt x="509" y="7"/>
                  </a:cubicBezTo>
                  <a:lnTo>
                    <a:pt x="509" y="7"/>
                  </a:lnTo>
                  <a:lnTo>
                    <a:pt x="540" y="38"/>
                  </a:lnTo>
                  <a:cubicBezTo>
                    <a:pt x="497" y="12"/>
                    <a:pt x="452" y="1"/>
                    <a:pt x="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3" name="Google Shape;13813;p89"/>
          <p:cNvGrpSpPr/>
          <p:nvPr/>
        </p:nvGrpSpPr>
        <p:grpSpPr>
          <a:xfrm>
            <a:off x="6957013" y="2328869"/>
            <a:ext cx="363425" cy="364000"/>
            <a:chOff x="6979200" y="2485750"/>
            <a:chExt cx="363425" cy="364000"/>
          </a:xfrm>
        </p:grpSpPr>
        <p:sp>
          <p:nvSpPr>
            <p:cNvPr id="13814" name="Google Shape;13814;p89"/>
            <p:cNvSpPr/>
            <p:nvPr/>
          </p:nvSpPr>
          <p:spPr>
            <a:xfrm>
              <a:off x="7221450" y="2835850"/>
              <a:ext cx="15475" cy="13900"/>
            </a:xfrm>
            <a:custGeom>
              <a:rect b="b" l="l" r="r" t="t"/>
              <a:pathLst>
                <a:path extrusionOk="0" h="556" w="619">
                  <a:moveTo>
                    <a:pt x="309" y="0"/>
                  </a:moveTo>
                  <a:cubicBezTo>
                    <a:pt x="178" y="0"/>
                    <a:pt x="47" y="85"/>
                    <a:pt x="32" y="255"/>
                  </a:cubicBezTo>
                  <a:cubicBezTo>
                    <a:pt x="1" y="455"/>
                    <a:pt x="155" y="556"/>
                    <a:pt x="309" y="556"/>
                  </a:cubicBezTo>
                  <a:cubicBezTo>
                    <a:pt x="464" y="556"/>
                    <a:pt x="618" y="455"/>
                    <a:pt x="587" y="255"/>
                  </a:cubicBezTo>
                  <a:cubicBezTo>
                    <a:pt x="572" y="85"/>
                    <a:pt x="441" y="0"/>
                    <a:pt x="3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5" name="Google Shape;13815;p89"/>
            <p:cNvSpPr/>
            <p:nvPr/>
          </p:nvSpPr>
          <p:spPr>
            <a:xfrm>
              <a:off x="6979200" y="2485750"/>
              <a:ext cx="363425" cy="363425"/>
            </a:xfrm>
            <a:custGeom>
              <a:rect b="b" l="l" r="r" t="t"/>
              <a:pathLst>
                <a:path extrusionOk="0" h="14537" w="14537">
                  <a:moveTo>
                    <a:pt x="1420" y="556"/>
                  </a:moveTo>
                  <a:cubicBezTo>
                    <a:pt x="1574" y="556"/>
                    <a:pt x="1698" y="710"/>
                    <a:pt x="1698" y="865"/>
                  </a:cubicBezTo>
                  <a:lnTo>
                    <a:pt x="1698" y="3118"/>
                  </a:lnTo>
                  <a:cubicBezTo>
                    <a:pt x="1698" y="3272"/>
                    <a:pt x="1574" y="3395"/>
                    <a:pt x="1420" y="3395"/>
                  </a:cubicBezTo>
                  <a:lnTo>
                    <a:pt x="864" y="3395"/>
                  </a:lnTo>
                  <a:cubicBezTo>
                    <a:pt x="710" y="3395"/>
                    <a:pt x="587" y="3272"/>
                    <a:pt x="587" y="3118"/>
                  </a:cubicBezTo>
                  <a:lnTo>
                    <a:pt x="587" y="865"/>
                  </a:lnTo>
                  <a:cubicBezTo>
                    <a:pt x="587" y="710"/>
                    <a:pt x="710" y="556"/>
                    <a:pt x="864" y="556"/>
                  </a:cubicBezTo>
                  <a:close/>
                  <a:moveTo>
                    <a:pt x="10277" y="556"/>
                  </a:moveTo>
                  <a:cubicBezTo>
                    <a:pt x="10431" y="556"/>
                    <a:pt x="10555" y="710"/>
                    <a:pt x="10555" y="865"/>
                  </a:cubicBezTo>
                  <a:lnTo>
                    <a:pt x="10555" y="3118"/>
                  </a:lnTo>
                  <a:cubicBezTo>
                    <a:pt x="10555" y="3272"/>
                    <a:pt x="10431" y="3395"/>
                    <a:pt x="10277" y="3395"/>
                  </a:cubicBezTo>
                  <a:lnTo>
                    <a:pt x="9413" y="3395"/>
                  </a:lnTo>
                  <a:lnTo>
                    <a:pt x="9413" y="2840"/>
                  </a:lnTo>
                  <a:cubicBezTo>
                    <a:pt x="9413" y="2223"/>
                    <a:pt x="8919" y="1729"/>
                    <a:pt x="8302" y="1698"/>
                  </a:cubicBezTo>
                  <a:cubicBezTo>
                    <a:pt x="7685" y="1698"/>
                    <a:pt x="7160" y="2223"/>
                    <a:pt x="7160" y="2840"/>
                  </a:cubicBezTo>
                  <a:lnTo>
                    <a:pt x="7160" y="3426"/>
                  </a:lnTo>
                  <a:lnTo>
                    <a:pt x="6296" y="3426"/>
                  </a:lnTo>
                  <a:cubicBezTo>
                    <a:pt x="6142" y="3426"/>
                    <a:pt x="6018" y="3272"/>
                    <a:pt x="6018" y="3118"/>
                  </a:cubicBezTo>
                  <a:lnTo>
                    <a:pt x="6018" y="865"/>
                  </a:lnTo>
                  <a:cubicBezTo>
                    <a:pt x="6018" y="710"/>
                    <a:pt x="6142" y="556"/>
                    <a:pt x="6296" y="556"/>
                  </a:cubicBezTo>
                  <a:close/>
                  <a:moveTo>
                    <a:pt x="1420" y="5833"/>
                  </a:moveTo>
                  <a:cubicBezTo>
                    <a:pt x="1574" y="5833"/>
                    <a:pt x="1698" y="5988"/>
                    <a:pt x="1698" y="6142"/>
                  </a:cubicBezTo>
                  <a:lnTo>
                    <a:pt x="1698" y="8395"/>
                  </a:lnTo>
                  <a:cubicBezTo>
                    <a:pt x="1698" y="8549"/>
                    <a:pt x="1574" y="8673"/>
                    <a:pt x="1420" y="8673"/>
                  </a:cubicBezTo>
                  <a:lnTo>
                    <a:pt x="864" y="8673"/>
                  </a:lnTo>
                  <a:cubicBezTo>
                    <a:pt x="710" y="8673"/>
                    <a:pt x="587" y="8549"/>
                    <a:pt x="587" y="8395"/>
                  </a:cubicBezTo>
                  <a:lnTo>
                    <a:pt x="587" y="6142"/>
                  </a:lnTo>
                  <a:cubicBezTo>
                    <a:pt x="587" y="5988"/>
                    <a:pt x="710" y="5833"/>
                    <a:pt x="864" y="5833"/>
                  </a:cubicBezTo>
                  <a:close/>
                  <a:moveTo>
                    <a:pt x="1459" y="11138"/>
                  </a:moveTo>
                  <a:cubicBezTo>
                    <a:pt x="1595" y="11138"/>
                    <a:pt x="1698" y="11279"/>
                    <a:pt x="1698" y="11419"/>
                  </a:cubicBezTo>
                  <a:lnTo>
                    <a:pt x="1698" y="13672"/>
                  </a:lnTo>
                  <a:cubicBezTo>
                    <a:pt x="1698" y="13827"/>
                    <a:pt x="1574" y="13981"/>
                    <a:pt x="1420" y="13981"/>
                  </a:cubicBezTo>
                  <a:lnTo>
                    <a:pt x="864" y="13981"/>
                  </a:lnTo>
                  <a:cubicBezTo>
                    <a:pt x="710" y="13950"/>
                    <a:pt x="587" y="13827"/>
                    <a:pt x="587" y="13672"/>
                  </a:cubicBezTo>
                  <a:lnTo>
                    <a:pt x="587" y="11419"/>
                  </a:lnTo>
                  <a:cubicBezTo>
                    <a:pt x="587" y="11265"/>
                    <a:pt x="710" y="11142"/>
                    <a:pt x="864" y="11142"/>
                  </a:cubicBezTo>
                  <a:lnTo>
                    <a:pt x="1420" y="11142"/>
                  </a:lnTo>
                  <a:cubicBezTo>
                    <a:pt x="1433" y="11139"/>
                    <a:pt x="1446" y="11138"/>
                    <a:pt x="1459" y="11138"/>
                  </a:cubicBezTo>
                  <a:close/>
                  <a:moveTo>
                    <a:pt x="864" y="1"/>
                  </a:moveTo>
                  <a:cubicBezTo>
                    <a:pt x="401" y="1"/>
                    <a:pt x="0" y="371"/>
                    <a:pt x="0" y="865"/>
                  </a:cubicBezTo>
                  <a:lnTo>
                    <a:pt x="0" y="3118"/>
                  </a:lnTo>
                  <a:cubicBezTo>
                    <a:pt x="0" y="3581"/>
                    <a:pt x="401" y="3982"/>
                    <a:pt x="864" y="3982"/>
                  </a:cubicBezTo>
                  <a:lnTo>
                    <a:pt x="1420" y="3982"/>
                  </a:lnTo>
                  <a:cubicBezTo>
                    <a:pt x="1883" y="3982"/>
                    <a:pt x="2284" y="3581"/>
                    <a:pt x="2284" y="3118"/>
                  </a:cubicBezTo>
                  <a:lnTo>
                    <a:pt x="2284" y="2284"/>
                  </a:lnTo>
                  <a:lnTo>
                    <a:pt x="3580" y="2284"/>
                  </a:lnTo>
                  <a:lnTo>
                    <a:pt x="3580" y="6975"/>
                  </a:lnTo>
                  <a:lnTo>
                    <a:pt x="2284" y="6975"/>
                  </a:lnTo>
                  <a:lnTo>
                    <a:pt x="2284" y="6142"/>
                  </a:lnTo>
                  <a:cubicBezTo>
                    <a:pt x="2284" y="5648"/>
                    <a:pt x="1883" y="5278"/>
                    <a:pt x="1420" y="5278"/>
                  </a:cubicBezTo>
                  <a:lnTo>
                    <a:pt x="864" y="5278"/>
                  </a:lnTo>
                  <a:cubicBezTo>
                    <a:pt x="401" y="5278"/>
                    <a:pt x="0" y="5648"/>
                    <a:pt x="0" y="6142"/>
                  </a:cubicBezTo>
                  <a:lnTo>
                    <a:pt x="0" y="8395"/>
                  </a:lnTo>
                  <a:cubicBezTo>
                    <a:pt x="0" y="8858"/>
                    <a:pt x="401" y="9259"/>
                    <a:pt x="864" y="9259"/>
                  </a:cubicBezTo>
                  <a:lnTo>
                    <a:pt x="1420" y="9259"/>
                  </a:lnTo>
                  <a:cubicBezTo>
                    <a:pt x="1883" y="9259"/>
                    <a:pt x="2284" y="8858"/>
                    <a:pt x="2284" y="8395"/>
                  </a:cubicBezTo>
                  <a:lnTo>
                    <a:pt x="2284" y="7562"/>
                  </a:lnTo>
                  <a:lnTo>
                    <a:pt x="3580" y="7562"/>
                  </a:lnTo>
                  <a:lnTo>
                    <a:pt x="3580" y="12253"/>
                  </a:lnTo>
                  <a:lnTo>
                    <a:pt x="2284" y="12253"/>
                  </a:lnTo>
                  <a:lnTo>
                    <a:pt x="2284" y="11419"/>
                  </a:lnTo>
                  <a:cubicBezTo>
                    <a:pt x="2284" y="10926"/>
                    <a:pt x="1883" y="10555"/>
                    <a:pt x="1420" y="10555"/>
                  </a:cubicBezTo>
                  <a:lnTo>
                    <a:pt x="864" y="10555"/>
                  </a:lnTo>
                  <a:cubicBezTo>
                    <a:pt x="401" y="10555"/>
                    <a:pt x="0" y="10926"/>
                    <a:pt x="0" y="11419"/>
                  </a:cubicBezTo>
                  <a:lnTo>
                    <a:pt x="0" y="13672"/>
                  </a:lnTo>
                  <a:cubicBezTo>
                    <a:pt x="0" y="14135"/>
                    <a:pt x="401" y="14536"/>
                    <a:pt x="864" y="14536"/>
                  </a:cubicBezTo>
                  <a:lnTo>
                    <a:pt x="1420" y="14536"/>
                  </a:lnTo>
                  <a:cubicBezTo>
                    <a:pt x="1883" y="14536"/>
                    <a:pt x="2284" y="14166"/>
                    <a:pt x="2284" y="13672"/>
                  </a:cubicBezTo>
                  <a:lnTo>
                    <a:pt x="2284" y="12839"/>
                  </a:lnTo>
                  <a:lnTo>
                    <a:pt x="3858" y="12839"/>
                  </a:lnTo>
                  <a:cubicBezTo>
                    <a:pt x="4012" y="12839"/>
                    <a:pt x="4136" y="12716"/>
                    <a:pt x="4167" y="12561"/>
                  </a:cubicBezTo>
                  <a:lnTo>
                    <a:pt x="4167" y="2284"/>
                  </a:lnTo>
                  <a:lnTo>
                    <a:pt x="5463" y="2284"/>
                  </a:lnTo>
                  <a:lnTo>
                    <a:pt x="5463" y="3118"/>
                  </a:lnTo>
                  <a:cubicBezTo>
                    <a:pt x="5463" y="3581"/>
                    <a:pt x="5833" y="3982"/>
                    <a:pt x="6296" y="3982"/>
                  </a:cubicBezTo>
                  <a:lnTo>
                    <a:pt x="7160" y="3982"/>
                  </a:lnTo>
                  <a:lnTo>
                    <a:pt x="7160" y="7839"/>
                  </a:lnTo>
                  <a:lnTo>
                    <a:pt x="6574" y="7839"/>
                  </a:lnTo>
                  <a:cubicBezTo>
                    <a:pt x="5957" y="7839"/>
                    <a:pt x="5432" y="8364"/>
                    <a:pt x="5432" y="8981"/>
                  </a:cubicBezTo>
                  <a:lnTo>
                    <a:pt x="5432" y="10000"/>
                  </a:lnTo>
                  <a:cubicBezTo>
                    <a:pt x="5463" y="12006"/>
                    <a:pt x="6759" y="13734"/>
                    <a:pt x="8641" y="14320"/>
                  </a:cubicBezTo>
                  <a:cubicBezTo>
                    <a:pt x="8674" y="14334"/>
                    <a:pt x="8707" y="14340"/>
                    <a:pt x="8740" y="14340"/>
                  </a:cubicBezTo>
                  <a:cubicBezTo>
                    <a:pt x="8858" y="14340"/>
                    <a:pt x="8963" y="14257"/>
                    <a:pt x="9012" y="14135"/>
                  </a:cubicBezTo>
                  <a:cubicBezTo>
                    <a:pt x="9043" y="13981"/>
                    <a:pt x="8981" y="13827"/>
                    <a:pt x="8827" y="13796"/>
                  </a:cubicBezTo>
                  <a:cubicBezTo>
                    <a:pt x="7160" y="13271"/>
                    <a:pt x="6018" y="11728"/>
                    <a:pt x="6018" y="10000"/>
                  </a:cubicBezTo>
                  <a:lnTo>
                    <a:pt x="6018" y="8981"/>
                  </a:lnTo>
                  <a:cubicBezTo>
                    <a:pt x="6018" y="8642"/>
                    <a:pt x="6265" y="8395"/>
                    <a:pt x="6574" y="8395"/>
                  </a:cubicBezTo>
                  <a:lnTo>
                    <a:pt x="7160" y="8395"/>
                  </a:lnTo>
                  <a:lnTo>
                    <a:pt x="7160" y="10000"/>
                  </a:lnTo>
                  <a:cubicBezTo>
                    <a:pt x="7160" y="10154"/>
                    <a:pt x="7284" y="10278"/>
                    <a:pt x="7438" y="10278"/>
                  </a:cubicBezTo>
                  <a:cubicBezTo>
                    <a:pt x="7592" y="10278"/>
                    <a:pt x="7716" y="10154"/>
                    <a:pt x="7716" y="10000"/>
                  </a:cubicBezTo>
                  <a:lnTo>
                    <a:pt x="7716" y="2840"/>
                  </a:lnTo>
                  <a:cubicBezTo>
                    <a:pt x="7716" y="2469"/>
                    <a:pt x="8001" y="2284"/>
                    <a:pt x="8287" y="2284"/>
                  </a:cubicBezTo>
                  <a:cubicBezTo>
                    <a:pt x="8572" y="2284"/>
                    <a:pt x="8858" y="2469"/>
                    <a:pt x="8858" y="2840"/>
                  </a:cubicBezTo>
                  <a:lnTo>
                    <a:pt x="8858" y="8117"/>
                  </a:lnTo>
                  <a:cubicBezTo>
                    <a:pt x="8827" y="8333"/>
                    <a:pt x="8981" y="8441"/>
                    <a:pt x="9135" y="8441"/>
                  </a:cubicBezTo>
                  <a:cubicBezTo>
                    <a:pt x="9290" y="8441"/>
                    <a:pt x="9444" y="8333"/>
                    <a:pt x="9413" y="8117"/>
                  </a:cubicBezTo>
                  <a:lnTo>
                    <a:pt x="9413" y="6698"/>
                  </a:lnTo>
                  <a:cubicBezTo>
                    <a:pt x="9413" y="6327"/>
                    <a:pt x="9699" y="6142"/>
                    <a:pt x="9984" y="6142"/>
                  </a:cubicBezTo>
                  <a:cubicBezTo>
                    <a:pt x="10269" y="6142"/>
                    <a:pt x="10555" y="6327"/>
                    <a:pt x="10555" y="6698"/>
                  </a:cubicBezTo>
                  <a:lnTo>
                    <a:pt x="10555" y="8117"/>
                  </a:lnTo>
                  <a:cubicBezTo>
                    <a:pt x="10555" y="8272"/>
                    <a:pt x="10678" y="8395"/>
                    <a:pt x="10833" y="8395"/>
                  </a:cubicBezTo>
                  <a:cubicBezTo>
                    <a:pt x="10987" y="8395"/>
                    <a:pt x="11110" y="8272"/>
                    <a:pt x="11110" y="8117"/>
                  </a:cubicBezTo>
                  <a:lnTo>
                    <a:pt x="11110" y="7284"/>
                  </a:lnTo>
                  <a:cubicBezTo>
                    <a:pt x="11141" y="6929"/>
                    <a:pt x="11411" y="6752"/>
                    <a:pt x="11681" y="6752"/>
                  </a:cubicBezTo>
                  <a:cubicBezTo>
                    <a:pt x="11951" y="6752"/>
                    <a:pt x="12221" y="6929"/>
                    <a:pt x="12252" y="7284"/>
                  </a:cubicBezTo>
                  <a:lnTo>
                    <a:pt x="12252" y="8117"/>
                  </a:lnTo>
                  <a:cubicBezTo>
                    <a:pt x="12221" y="8333"/>
                    <a:pt x="12376" y="8441"/>
                    <a:pt x="12530" y="8441"/>
                  </a:cubicBezTo>
                  <a:cubicBezTo>
                    <a:pt x="12684" y="8441"/>
                    <a:pt x="12839" y="8333"/>
                    <a:pt x="12808" y="8117"/>
                  </a:cubicBezTo>
                  <a:lnTo>
                    <a:pt x="12808" y="7839"/>
                  </a:lnTo>
                  <a:cubicBezTo>
                    <a:pt x="12808" y="7454"/>
                    <a:pt x="13093" y="7261"/>
                    <a:pt x="13379" y="7261"/>
                  </a:cubicBezTo>
                  <a:cubicBezTo>
                    <a:pt x="13664" y="7261"/>
                    <a:pt x="13950" y="7454"/>
                    <a:pt x="13950" y="7839"/>
                  </a:cubicBezTo>
                  <a:lnTo>
                    <a:pt x="13950" y="10000"/>
                  </a:lnTo>
                  <a:cubicBezTo>
                    <a:pt x="13950" y="11728"/>
                    <a:pt x="12808" y="13271"/>
                    <a:pt x="11172" y="13796"/>
                  </a:cubicBezTo>
                  <a:cubicBezTo>
                    <a:pt x="10788" y="13851"/>
                    <a:pt x="10916" y="14345"/>
                    <a:pt x="11210" y="14345"/>
                  </a:cubicBezTo>
                  <a:cubicBezTo>
                    <a:pt x="11247" y="14345"/>
                    <a:pt x="11286" y="14337"/>
                    <a:pt x="11326" y="14320"/>
                  </a:cubicBezTo>
                  <a:cubicBezTo>
                    <a:pt x="13240" y="13734"/>
                    <a:pt x="14536" y="11975"/>
                    <a:pt x="14536" y="10000"/>
                  </a:cubicBezTo>
                  <a:lnTo>
                    <a:pt x="14536" y="7839"/>
                  </a:lnTo>
                  <a:cubicBezTo>
                    <a:pt x="14536" y="7191"/>
                    <a:pt x="14011" y="6698"/>
                    <a:pt x="13394" y="6698"/>
                  </a:cubicBezTo>
                  <a:cubicBezTo>
                    <a:pt x="13178" y="6698"/>
                    <a:pt x="12962" y="6759"/>
                    <a:pt x="12777" y="6883"/>
                  </a:cubicBezTo>
                  <a:cubicBezTo>
                    <a:pt x="12623" y="6420"/>
                    <a:pt x="12191" y="6111"/>
                    <a:pt x="11697" y="6111"/>
                  </a:cubicBezTo>
                  <a:cubicBezTo>
                    <a:pt x="11481" y="6111"/>
                    <a:pt x="11265" y="6173"/>
                    <a:pt x="11080" y="6327"/>
                  </a:cubicBezTo>
                  <a:cubicBezTo>
                    <a:pt x="10894" y="5864"/>
                    <a:pt x="10493" y="5556"/>
                    <a:pt x="9999" y="5556"/>
                  </a:cubicBezTo>
                  <a:cubicBezTo>
                    <a:pt x="9962" y="5550"/>
                    <a:pt x="9926" y="5548"/>
                    <a:pt x="9891" y="5548"/>
                  </a:cubicBezTo>
                  <a:cubicBezTo>
                    <a:pt x="9721" y="5548"/>
                    <a:pt x="9572" y="5608"/>
                    <a:pt x="9444" y="5710"/>
                  </a:cubicBezTo>
                  <a:lnTo>
                    <a:pt x="9444" y="3982"/>
                  </a:lnTo>
                  <a:lnTo>
                    <a:pt x="10277" y="3982"/>
                  </a:lnTo>
                  <a:cubicBezTo>
                    <a:pt x="10740" y="3982"/>
                    <a:pt x="11141" y="3581"/>
                    <a:pt x="11141" y="3118"/>
                  </a:cubicBezTo>
                  <a:lnTo>
                    <a:pt x="11141" y="865"/>
                  </a:lnTo>
                  <a:cubicBezTo>
                    <a:pt x="11141" y="371"/>
                    <a:pt x="10740" y="1"/>
                    <a:pt x="10277" y="1"/>
                  </a:cubicBezTo>
                  <a:lnTo>
                    <a:pt x="6296" y="1"/>
                  </a:lnTo>
                  <a:cubicBezTo>
                    <a:pt x="5833" y="1"/>
                    <a:pt x="5463" y="371"/>
                    <a:pt x="5463" y="865"/>
                  </a:cubicBezTo>
                  <a:lnTo>
                    <a:pt x="5463" y="1698"/>
                  </a:lnTo>
                  <a:lnTo>
                    <a:pt x="2284" y="1698"/>
                  </a:lnTo>
                  <a:lnTo>
                    <a:pt x="2284" y="865"/>
                  </a:lnTo>
                  <a:cubicBezTo>
                    <a:pt x="2284" y="371"/>
                    <a:pt x="1883" y="1"/>
                    <a:pt x="14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6" name="Google Shape;13816;p89"/>
          <p:cNvGrpSpPr/>
          <p:nvPr/>
        </p:nvGrpSpPr>
        <p:grpSpPr>
          <a:xfrm>
            <a:off x="6229569" y="2329156"/>
            <a:ext cx="363425" cy="363425"/>
            <a:chOff x="6243125" y="2485750"/>
            <a:chExt cx="363425" cy="363425"/>
          </a:xfrm>
        </p:grpSpPr>
        <p:sp>
          <p:nvSpPr>
            <p:cNvPr id="13817" name="Google Shape;13817;p89"/>
            <p:cNvSpPr/>
            <p:nvPr/>
          </p:nvSpPr>
          <p:spPr>
            <a:xfrm>
              <a:off x="6243125" y="2681725"/>
              <a:ext cx="363425" cy="167450"/>
            </a:xfrm>
            <a:custGeom>
              <a:rect b="b" l="l" r="r" t="t"/>
              <a:pathLst>
                <a:path extrusionOk="0" h="6698" w="14537">
                  <a:moveTo>
                    <a:pt x="3550" y="988"/>
                  </a:moveTo>
                  <a:lnTo>
                    <a:pt x="4692" y="2130"/>
                  </a:lnTo>
                  <a:lnTo>
                    <a:pt x="3550" y="2130"/>
                  </a:lnTo>
                  <a:lnTo>
                    <a:pt x="3550" y="988"/>
                  </a:lnTo>
                  <a:close/>
                  <a:moveTo>
                    <a:pt x="12407" y="988"/>
                  </a:moveTo>
                  <a:lnTo>
                    <a:pt x="13549" y="2130"/>
                  </a:lnTo>
                  <a:lnTo>
                    <a:pt x="12407" y="2130"/>
                  </a:lnTo>
                  <a:lnTo>
                    <a:pt x="12407" y="988"/>
                  </a:lnTo>
                  <a:close/>
                  <a:moveTo>
                    <a:pt x="2964" y="556"/>
                  </a:moveTo>
                  <a:lnTo>
                    <a:pt x="2964" y="2408"/>
                  </a:lnTo>
                  <a:cubicBezTo>
                    <a:pt x="2964" y="2562"/>
                    <a:pt x="3087" y="2685"/>
                    <a:pt x="3241" y="2685"/>
                  </a:cubicBezTo>
                  <a:lnTo>
                    <a:pt x="5093" y="2685"/>
                  </a:lnTo>
                  <a:lnTo>
                    <a:pt x="5093" y="6142"/>
                  </a:lnTo>
                  <a:lnTo>
                    <a:pt x="556" y="6142"/>
                  </a:lnTo>
                  <a:lnTo>
                    <a:pt x="556" y="556"/>
                  </a:lnTo>
                  <a:close/>
                  <a:moveTo>
                    <a:pt x="11821" y="556"/>
                  </a:moveTo>
                  <a:lnTo>
                    <a:pt x="11821" y="2408"/>
                  </a:lnTo>
                  <a:cubicBezTo>
                    <a:pt x="11821" y="2562"/>
                    <a:pt x="11944" y="2685"/>
                    <a:pt x="12099" y="2685"/>
                  </a:cubicBezTo>
                  <a:lnTo>
                    <a:pt x="13951" y="2685"/>
                  </a:lnTo>
                  <a:lnTo>
                    <a:pt x="13951" y="6142"/>
                  </a:lnTo>
                  <a:lnTo>
                    <a:pt x="9414" y="6142"/>
                  </a:lnTo>
                  <a:lnTo>
                    <a:pt x="9414" y="556"/>
                  </a:lnTo>
                  <a:close/>
                  <a:moveTo>
                    <a:pt x="279" y="0"/>
                  </a:moveTo>
                  <a:cubicBezTo>
                    <a:pt x="124" y="0"/>
                    <a:pt x="1" y="124"/>
                    <a:pt x="1" y="278"/>
                  </a:cubicBezTo>
                  <a:lnTo>
                    <a:pt x="1" y="6420"/>
                  </a:lnTo>
                  <a:cubicBezTo>
                    <a:pt x="1" y="6574"/>
                    <a:pt x="124" y="6697"/>
                    <a:pt x="279" y="6697"/>
                  </a:cubicBezTo>
                  <a:lnTo>
                    <a:pt x="5371" y="6697"/>
                  </a:lnTo>
                  <a:cubicBezTo>
                    <a:pt x="5525" y="6697"/>
                    <a:pt x="5680" y="6574"/>
                    <a:pt x="5680" y="6420"/>
                  </a:cubicBezTo>
                  <a:lnTo>
                    <a:pt x="5680" y="4846"/>
                  </a:lnTo>
                  <a:lnTo>
                    <a:pt x="8858" y="4846"/>
                  </a:lnTo>
                  <a:lnTo>
                    <a:pt x="8858" y="6420"/>
                  </a:lnTo>
                  <a:cubicBezTo>
                    <a:pt x="8858" y="6574"/>
                    <a:pt x="8982" y="6697"/>
                    <a:pt x="9136" y="6697"/>
                  </a:cubicBezTo>
                  <a:lnTo>
                    <a:pt x="14228" y="6697"/>
                  </a:lnTo>
                  <a:cubicBezTo>
                    <a:pt x="14383" y="6697"/>
                    <a:pt x="14537" y="6574"/>
                    <a:pt x="14537" y="6420"/>
                  </a:cubicBezTo>
                  <a:lnTo>
                    <a:pt x="14537" y="2408"/>
                  </a:lnTo>
                  <a:cubicBezTo>
                    <a:pt x="14537" y="2346"/>
                    <a:pt x="14506" y="2253"/>
                    <a:pt x="14444" y="2222"/>
                  </a:cubicBezTo>
                  <a:lnTo>
                    <a:pt x="12315" y="93"/>
                  </a:lnTo>
                  <a:cubicBezTo>
                    <a:pt x="12253" y="31"/>
                    <a:pt x="12191" y="0"/>
                    <a:pt x="12099" y="0"/>
                  </a:cubicBezTo>
                  <a:lnTo>
                    <a:pt x="9136" y="0"/>
                  </a:lnTo>
                  <a:cubicBezTo>
                    <a:pt x="8982" y="0"/>
                    <a:pt x="8858" y="124"/>
                    <a:pt x="8858" y="278"/>
                  </a:cubicBezTo>
                  <a:lnTo>
                    <a:pt x="8858" y="4259"/>
                  </a:lnTo>
                  <a:lnTo>
                    <a:pt x="7531" y="4259"/>
                  </a:lnTo>
                  <a:lnTo>
                    <a:pt x="7531" y="2716"/>
                  </a:lnTo>
                  <a:cubicBezTo>
                    <a:pt x="7516" y="2547"/>
                    <a:pt x="7385" y="2462"/>
                    <a:pt x="7253" y="2462"/>
                  </a:cubicBezTo>
                  <a:cubicBezTo>
                    <a:pt x="7122" y="2462"/>
                    <a:pt x="6991" y="2547"/>
                    <a:pt x="6976" y="2716"/>
                  </a:cubicBezTo>
                  <a:lnTo>
                    <a:pt x="6976" y="4259"/>
                  </a:lnTo>
                  <a:lnTo>
                    <a:pt x="5680" y="4259"/>
                  </a:lnTo>
                  <a:lnTo>
                    <a:pt x="5680" y="2408"/>
                  </a:lnTo>
                  <a:cubicBezTo>
                    <a:pt x="5680" y="2346"/>
                    <a:pt x="5649" y="2253"/>
                    <a:pt x="5587" y="2222"/>
                  </a:cubicBezTo>
                  <a:lnTo>
                    <a:pt x="3457" y="93"/>
                  </a:lnTo>
                  <a:cubicBezTo>
                    <a:pt x="3396" y="31"/>
                    <a:pt x="3334" y="0"/>
                    <a:pt x="32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8" name="Google Shape;13818;p89"/>
            <p:cNvSpPr/>
            <p:nvPr/>
          </p:nvSpPr>
          <p:spPr>
            <a:xfrm>
              <a:off x="6417500" y="2710075"/>
              <a:ext cx="18400" cy="14175"/>
            </a:xfrm>
            <a:custGeom>
              <a:rect b="b" l="l" r="r" t="t"/>
              <a:pathLst>
                <a:path extrusionOk="0" h="567" w="736">
                  <a:moveTo>
                    <a:pt x="294" y="1"/>
                  </a:moveTo>
                  <a:cubicBezTo>
                    <a:pt x="224" y="1"/>
                    <a:pt x="155" y="24"/>
                    <a:pt x="93" y="70"/>
                  </a:cubicBezTo>
                  <a:cubicBezTo>
                    <a:pt x="1" y="193"/>
                    <a:pt x="1" y="348"/>
                    <a:pt x="93" y="471"/>
                  </a:cubicBezTo>
                  <a:cubicBezTo>
                    <a:pt x="127" y="539"/>
                    <a:pt x="180" y="566"/>
                    <a:pt x="239" y="566"/>
                  </a:cubicBezTo>
                  <a:cubicBezTo>
                    <a:pt x="449" y="566"/>
                    <a:pt x="736" y="215"/>
                    <a:pt x="495" y="70"/>
                  </a:cubicBezTo>
                  <a:cubicBezTo>
                    <a:pt x="433" y="24"/>
                    <a:pt x="363"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9" name="Google Shape;13819;p89"/>
            <p:cNvSpPr/>
            <p:nvPr/>
          </p:nvSpPr>
          <p:spPr>
            <a:xfrm>
              <a:off x="6353475" y="2485750"/>
              <a:ext cx="141975" cy="207175"/>
            </a:xfrm>
            <a:custGeom>
              <a:rect b="b" l="l" r="r" t="t"/>
              <a:pathLst>
                <a:path extrusionOk="0" h="8287" w="5679">
                  <a:moveTo>
                    <a:pt x="3549" y="957"/>
                  </a:moveTo>
                  <a:lnTo>
                    <a:pt x="4722" y="2130"/>
                  </a:lnTo>
                  <a:lnTo>
                    <a:pt x="3549" y="2130"/>
                  </a:lnTo>
                  <a:lnTo>
                    <a:pt x="3549" y="957"/>
                  </a:lnTo>
                  <a:close/>
                  <a:moveTo>
                    <a:pt x="2994" y="587"/>
                  </a:moveTo>
                  <a:lnTo>
                    <a:pt x="2994" y="2439"/>
                  </a:lnTo>
                  <a:cubicBezTo>
                    <a:pt x="2994" y="2593"/>
                    <a:pt x="3117" y="2716"/>
                    <a:pt x="3272" y="2716"/>
                  </a:cubicBezTo>
                  <a:lnTo>
                    <a:pt x="5123" y="2716"/>
                  </a:lnTo>
                  <a:lnTo>
                    <a:pt x="5123" y="6142"/>
                  </a:lnTo>
                  <a:lnTo>
                    <a:pt x="587" y="6142"/>
                  </a:lnTo>
                  <a:lnTo>
                    <a:pt x="587" y="587"/>
                  </a:lnTo>
                  <a:close/>
                  <a:moveTo>
                    <a:pt x="278" y="1"/>
                  </a:moveTo>
                  <a:cubicBezTo>
                    <a:pt x="124" y="1"/>
                    <a:pt x="0" y="124"/>
                    <a:pt x="0" y="278"/>
                  </a:cubicBezTo>
                  <a:lnTo>
                    <a:pt x="0" y="6420"/>
                  </a:lnTo>
                  <a:cubicBezTo>
                    <a:pt x="0" y="6574"/>
                    <a:pt x="124" y="6698"/>
                    <a:pt x="278" y="6698"/>
                  </a:cubicBezTo>
                  <a:lnTo>
                    <a:pt x="2562" y="6698"/>
                  </a:lnTo>
                  <a:lnTo>
                    <a:pt x="2562" y="7963"/>
                  </a:lnTo>
                  <a:cubicBezTo>
                    <a:pt x="2531" y="8179"/>
                    <a:pt x="2685" y="8287"/>
                    <a:pt x="2839" y="8287"/>
                  </a:cubicBezTo>
                  <a:cubicBezTo>
                    <a:pt x="2994" y="8287"/>
                    <a:pt x="3148" y="8179"/>
                    <a:pt x="3117" y="7963"/>
                  </a:cubicBezTo>
                  <a:lnTo>
                    <a:pt x="3117" y="6698"/>
                  </a:lnTo>
                  <a:lnTo>
                    <a:pt x="5401" y="6698"/>
                  </a:lnTo>
                  <a:cubicBezTo>
                    <a:pt x="5555" y="6698"/>
                    <a:pt x="5679" y="6574"/>
                    <a:pt x="5679" y="6420"/>
                  </a:cubicBezTo>
                  <a:lnTo>
                    <a:pt x="5679" y="2408"/>
                  </a:lnTo>
                  <a:cubicBezTo>
                    <a:pt x="5679" y="2346"/>
                    <a:pt x="5648" y="2253"/>
                    <a:pt x="5586" y="2223"/>
                  </a:cubicBezTo>
                  <a:lnTo>
                    <a:pt x="3457" y="93"/>
                  </a:lnTo>
                  <a:cubicBezTo>
                    <a:pt x="3426" y="31"/>
                    <a:pt x="3333" y="1"/>
                    <a:pt x="3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20" name="Google Shape;13820;p89"/>
          <p:cNvGrpSpPr/>
          <p:nvPr/>
        </p:nvGrpSpPr>
        <p:grpSpPr>
          <a:xfrm>
            <a:off x="5464000" y="2329156"/>
            <a:ext cx="365375" cy="363425"/>
            <a:chOff x="5495100" y="2485750"/>
            <a:chExt cx="365375" cy="363425"/>
          </a:xfrm>
        </p:grpSpPr>
        <p:sp>
          <p:nvSpPr>
            <p:cNvPr id="13821" name="Google Shape;13821;p89"/>
            <p:cNvSpPr/>
            <p:nvPr/>
          </p:nvSpPr>
          <p:spPr>
            <a:xfrm>
              <a:off x="5579600" y="2792050"/>
              <a:ext cx="17000" cy="14600"/>
            </a:xfrm>
            <a:custGeom>
              <a:rect b="b" l="l" r="r" t="t"/>
              <a:pathLst>
                <a:path extrusionOk="0" h="584" w="680">
                  <a:moveTo>
                    <a:pt x="402" y="1"/>
                  </a:moveTo>
                  <a:cubicBezTo>
                    <a:pt x="124" y="1"/>
                    <a:pt x="1" y="309"/>
                    <a:pt x="186" y="494"/>
                  </a:cubicBezTo>
                  <a:cubicBezTo>
                    <a:pt x="248" y="556"/>
                    <a:pt x="323" y="584"/>
                    <a:pt x="396" y="584"/>
                  </a:cubicBezTo>
                  <a:cubicBezTo>
                    <a:pt x="543" y="584"/>
                    <a:pt x="680" y="474"/>
                    <a:pt x="680" y="309"/>
                  </a:cubicBezTo>
                  <a:cubicBezTo>
                    <a:pt x="680" y="124"/>
                    <a:pt x="556" y="1"/>
                    <a:pt x="4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2" name="Google Shape;13822;p89"/>
            <p:cNvSpPr/>
            <p:nvPr/>
          </p:nvSpPr>
          <p:spPr>
            <a:xfrm>
              <a:off x="5496275" y="2485750"/>
              <a:ext cx="364200" cy="363425"/>
            </a:xfrm>
            <a:custGeom>
              <a:rect b="b" l="l" r="r" t="t"/>
              <a:pathLst>
                <a:path extrusionOk="0" h="14537" w="14568">
                  <a:moveTo>
                    <a:pt x="4028" y="5817"/>
                  </a:moveTo>
                  <a:cubicBezTo>
                    <a:pt x="4158" y="5817"/>
                    <a:pt x="4293" y="5867"/>
                    <a:pt x="4414" y="5988"/>
                  </a:cubicBezTo>
                  <a:lnTo>
                    <a:pt x="8025" y="9599"/>
                  </a:lnTo>
                  <a:cubicBezTo>
                    <a:pt x="8066" y="9667"/>
                    <a:pt x="8123" y="9694"/>
                    <a:pt x="8184" y="9694"/>
                  </a:cubicBezTo>
                  <a:cubicBezTo>
                    <a:pt x="8401" y="9694"/>
                    <a:pt x="8667" y="9349"/>
                    <a:pt x="8426" y="9228"/>
                  </a:cubicBezTo>
                  <a:lnTo>
                    <a:pt x="7840" y="8611"/>
                  </a:lnTo>
                  <a:cubicBezTo>
                    <a:pt x="7416" y="8188"/>
                    <a:pt x="7781" y="7621"/>
                    <a:pt x="8225" y="7621"/>
                  </a:cubicBezTo>
                  <a:cubicBezTo>
                    <a:pt x="8364" y="7621"/>
                    <a:pt x="8510" y="7676"/>
                    <a:pt x="8642" y="7809"/>
                  </a:cubicBezTo>
                  <a:lnTo>
                    <a:pt x="9228" y="8395"/>
                  </a:lnTo>
                  <a:cubicBezTo>
                    <a:pt x="9274" y="8418"/>
                    <a:pt x="9320" y="8428"/>
                    <a:pt x="9365" y="8428"/>
                  </a:cubicBezTo>
                  <a:cubicBezTo>
                    <a:pt x="9564" y="8428"/>
                    <a:pt x="9730" y="8226"/>
                    <a:pt x="9630" y="8025"/>
                  </a:cubicBezTo>
                  <a:lnTo>
                    <a:pt x="9012" y="7407"/>
                  </a:lnTo>
                  <a:cubicBezTo>
                    <a:pt x="8796" y="7191"/>
                    <a:pt x="8796" y="6821"/>
                    <a:pt x="9012" y="6605"/>
                  </a:cubicBezTo>
                  <a:cubicBezTo>
                    <a:pt x="9120" y="6497"/>
                    <a:pt x="9267" y="6443"/>
                    <a:pt x="9414" y="6443"/>
                  </a:cubicBezTo>
                  <a:cubicBezTo>
                    <a:pt x="9560" y="6443"/>
                    <a:pt x="9707" y="6497"/>
                    <a:pt x="9815" y="6605"/>
                  </a:cubicBezTo>
                  <a:lnTo>
                    <a:pt x="10432" y="7222"/>
                  </a:lnTo>
                  <a:cubicBezTo>
                    <a:pt x="10478" y="7268"/>
                    <a:pt x="10548" y="7292"/>
                    <a:pt x="10617" y="7292"/>
                  </a:cubicBezTo>
                  <a:cubicBezTo>
                    <a:pt x="10687" y="7292"/>
                    <a:pt x="10756" y="7268"/>
                    <a:pt x="10802" y="7222"/>
                  </a:cubicBezTo>
                  <a:cubicBezTo>
                    <a:pt x="10895" y="7099"/>
                    <a:pt x="10895" y="6944"/>
                    <a:pt x="10802" y="6821"/>
                  </a:cubicBezTo>
                  <a:cubicBezTo>
                    <a:pt x="10586" y="6605"/>
                    <a:pt x="10586" y="6235"/>
                    <a:pt x="10802" y="6019"/>
                  </a:cubicBezTo>
                  <a:cubicBezTo>
                    <a:pt x="10910" y="5911"/>
                    <a:pt x="11057" y="5857"/>
                    <a:pt x="11204" y="5857"/>
                  </a:cubicBezTo>
                  <a:cubicBezTo>
                    <a:pt x="11350" y="5857"/>
                    <a:pt x="11497" y="5911"/>
                    <a:pt x="11605" y="6019"/>
                  </a:cubicBezTo>
                  <a:lnTo>
                    <a:pt x="12839" y="7191"/>
                  </a:lnTo>
                  <a:cubicBezTo>
                    <a:pt x="13580" y="7932"/>
                    <a:pt x="14012" y="8950"/>
                    <a:pt x="14012" y="10000"/>
                  </a:cubicBezTo>
                  <a:cubicBezTo>
                    <a:pt x="14012" y="12191"/>
                    <a:pt x="12253" y="13981"/>
                    <a:pt x="10062" y="13981"/>
                  </a:cubicBezTo>
                  <a:cubicBezTo>
                    <a:pt x="9043" y="13981"/>
                    <a:pt x="8086" y="13580"/>
                    <a:pt x="7346" y="12901"/>
                  </a:cubicBezTo>
                  <a:lnTo>
                    <a:pt x="6667" y="12222"/>
                  </a:lnTo>
                  <a:cubicBezTo>
                    <a:pt x="6451" y="11975"/>
                    <a:pt x="6451" y="11635"/>
                    <a:pt x="6667" y="11419"/>
                  </a:cubicBezTo>
                  <a:lnTo>
                    <a:pt x="7037" y="11018"/>
                  </a:lnTo>
                  <a:lnTo>
                    <a:pt x="8056" y="12037"/>
                  </a:lnTo>
                  <a:cubicBezTo>
                    <a:pt x="8102" y="12083"/>
                    <a:pt x="8171" y="12106"/>
                    <a:pt x="8241" y="12106"/>
                  </a:cubicBezTo>
                  <a:cubicBezTo>
                    <a:pt x="8310" y="12106"/>
                    <a:pt x="8380" y="12083"/>
                    <a:pt x="8426" y="12037"/>
                  </a:cubicBezTo>
                  <a:cubicBezTo>
                    <a:pt x="8519" y="11913"/>
                    <a:pt x="8519" y="11759"/>
                    <a:pt x="8426" y="11635"/>
                  </a:cubicBezTo>
                  <a:lnTo>
                    <a:pt x="3612" y="6790"/>
                  </a:lnTo>
                  <a:cubicBezTo>
                    <a:pt x="3207" y="6386"/>
                    <a:pt x="3591" y="5817"/>
                    <a:pt x="4028" y="5817"/>
                  </a:cubicBezTo>
                  <a:close/>
                  <a:moveTo>
                    <a:pt x="896" y="1"/>
                  </a:moveTo>
                  <a:cubicBezTo>
                    <a:pt x="402" y="1"/>
                    <a:pt x="32" y="371"/>
                    <a:pt x="32" y="834"/>
                  </a:cubicBezTo>
                  <a:lnTo>
                    <a:pt x="32" y="5988"/>
                  </a:lnTo>
                  <a:cubicBezTo>
                    <a:pt x="1" y="6204"/>
                    <a:pt x="155" y="6312"/>
                    <a:pt x="309" y="6312"/>
                  </a:cubicBezTo>
                  <a:cubicBezTo>
                    <a:pt x="464" y="6312"/>
                    <a:pt x="618" y="6204"/>
                    <a:pt x="587" y="5988"/>
                  </a:cubicBezTo>
                  <a:lnTo>
                    <a:pt x="587" y="865"/>
                  </a:lnTo>
                  <a:cubicBezTo>
                    <a:pt x="587" y="710"/>
                    <a:pt x="710" y="556"/>
                    <a:pt x="896" y="556"/>
                  </a:cubicBezTo>
                  <a:lnTo>
                    <a:pt x="6543" y="556"/>
                  </a:lnTo>
                  <a:cubicBezTo>
                    <a:pt x="6698" y="556"/>
                    <a:pt x="6852" y="710"/>
                    <a:pt x="6852" y="865"/>
                  </a:cubicBezTo>
                  <a:lnTo>
                    <a:pt x="6852" y="7623"/>
                  </a:lnTo>
                  <a:lnTo>
                    <a:pt x="4815" y="5587"/>
                  </a:lnTo>
                  <a:cubicBezTo>
                    <a:pt x="4563" y="5334"/>
                    <a:pt x="4281" y="5228"/>
                    <a:pt x="4012" y="5228"/>
                  </a:cubicBezTo>
                  <a:cubicBezTo>
                    <a:pt x="3131" y="5228"/>
                    <a:pt x="2383" y="6364"/>
                    <a:pt x="3210" y="7191"/>
                  </a:cubicBezTo>
                  <a:lnTo>
                    <a:pt x="6605" y="10617"/>
                  </a:lnTo>
                  <a:lnTo>
                    <a:pt x="6235" y="10987"/>
                  </a:lnTo>
                  <a:cubicBezTo>
                    <a:pt x="5803" y="11419"/>
                    <a:pt x="5803" y="12160"/>
                    <a:pt x="6235" y="12592"/>
                  </a:cubicBezTo>
                  <a:lnTo>
                    <a:pt x="6852" y="13209"/>
                  </a:lnTo>
                  <a:lnTo>
                    <a:pt x="6852" y="13672"/>
                  </a:lnTo>
                  <a:cubicBezTo>
                    <a:pt x="6852" y="13827"/>
                    <a:pt x="6729" y="13950"/>
                    <a:pt x="6574" y="13950"/>
                  </a:cubicBezTo>
                  <a:lnTo>
                    <a:pt x="896" y="13950"/>
                  </a:lnTo>
                  <a:cubicBezTo>
                    <a:pt x="710" y="13950"/>
                    <a:pt x="587" y="13827"/>
                    <a:pt x="587" y="13672"/>
                  </a:cubicBezTo>
                  <a:lnTo>
                    <a:pt x="587" y="8549"/>
                  </a:lnTo>
                  <a:cubicBezTo>
                    <a:pt x="572" y="8380"/>
                    <a:pt x="440" y="8295"/>
                    <a:pt x="309" y="8295"/>
                  </a:cubicBezTo>
                  <a:cubicBezTo>
                    <a:pt x="178" y="8295"/>
                    <a:pt x="47" y="8380"/>
                    <a:pt x="32" y="8549"/>
                  </a:cubicBezTo>
                  <a:lnTo>
                    <a:pt x="32" y="13672"/>
                  </a:lnTo>
                  <a:cubicBezTo>
                    <a:pt x="32" y="14166"/>
                    <a:pt x="402" y="14536"/>
                    <a:pt x="896" y="14536"/>
                  </a:cubicBezTo>
                  <a:lnTo>
                    <a:pt x="6574" y="14536"/>
                  </a:lnTo>
                  <a:cubicBezTo>
                    <a:pt x="7006" y="14536"/>
                    <a:pt x="7408" y="14166"/>
                    <a:pt x="7408" y="13703"/>
                  </a:cubicBezTo>
                  <a:cubicBezTo>
                    <a:pt x="8179" y="14259"/>
                    <a:pt x="9105" y="14536"/>
                    <a:pt x="10031" y="14536"/>
                  </a:cubicBezTo>
                  <a:cubicBezTo>
                    <a:pt x="12531" y="14536"/>
                    <a:pt x="14567" y="12500"/>
                    <a:pt x="14537" y="10000"/>
                  </a:cubicBezTo>
                  <a:cubicBezTo>
                    <a:pt x="14537" y="8796"/>
                    <a:pt x="14074" y="7654"/>
                    <a:pt x="13240" y="6821"/>
                  </a:cubicBezTo>
                  <a:lnTo>
                    <a:pt x="12037" y="5587"/>
                  </a:lnTo>
                  <a:cubicBezTo>
                    <a:pt x="11810" y="5359"/>
                    <a:pt x="11524" y="5253"/>
                    <a:pt x="11242" y="5253"/>
                  </a:cubicBezTo>
                  <a:cubicBezTo>
                    <a:pt x="10760" y="5253"/>
                    <a:pt x="10291" y="5565"/>
                    <a:pt x="10154" y="6111"/>
                  </a:cubicBezTo>
                  <a:cubicBezTo>
                    <a:pt x="9936" y="5936"/>
                    <a:pt x="9688" y="5858"/>
                    <a:pt x="9446" y="5858"/>
                  </a:cubicBezTo>
                  <a:cubicBezTo>
                    <a:pt x="8833" y="5858"/>
                    <a:pt x="8258" y="6360"/>
                    <a:pt x="8303" y="7068"/>
                  </a:cubicBezTo>
                  <a:cubicBezTo>
                    <a:pt x="7963" y="7068"/>
                    <a:pt x="7654" y="7160"/>
                    <a:pt x="7438" y="7407"/>
                  </a:cubicBezTo>
                  <a:lnTo>
                    <a:pt x="7438" y="834"/>
                  </a:lnTo>
                  <a:cubicBezTo>
                    <a:pt x="7438" y="371"/>
                    <a:pt x="7037" y="1"/>
                    <a:pt x="65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3" name="Google Shape;13823;p89"/>
            <p:cNvSpPr/>
            <p:nvPr/>
          </p:nvSpPr>
          <p:spPr>
            <a:xfrm>
              <a:off x="5558775" y="2528175"/>
              <a:ext cx="61750" cy="14700"/>
            </a:xfrm>
            <a:custGeom>
              <a:rect b="b" l="l" r="r" t="t"/>
              <a:pathLst>
                <a:path extrusionOk="0" h="588" w="2470">
                  <a:moveTo>
                    <a:pt x="371" y="1"/>
                  </a:moveTo>
                  <a:cubicBezTo>
                    <a:pt x="0" y="1"/>
                    <a:pt x="0" y="587"/>
                    <a:pt x="371" y="587"/>
                  </a:cubicBezTo>
                  <a:lnTo>
                    <a:pt x="2068" y="587"/>
                  </a:lnTo>
                  <a:cubicBezTo>
                    <a:pt x="2469" y="587"/>
                    <a:pt x="2469" y="1"/>
                    <a:pt x="20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4" name="Google Shape;13824;p89"/>
            <p:cNvSpPr/>
            <p:nvPr/>
          </p:nvSpPr>
          <p:spPr>
            <a:xfrm>
              <a:off x="5495100" y="2660300"/>
              <a:ext cx="17400" cy="14275"/>
            </a:xfrm>
            <a:custGeom>
              <a:rect b="b" l="l" r="r" t="t"/>
              <a:pathLst>
                <a:path extrusionOk="0" h="571" w="696">
                  <a:moveTo>
                    <a:pt x="357" y="1"/>
                  </a:moveTo>
                  <a:cubicBezTo>
                    <a:pt x="238" y="1"/>
                    <a:pt x="124" y="64"/>
                    <a:pt x="79" y="178"/>
                  </a:cubicBezTo>
                  <a:cubicBezTo>
                    <a:pt x="1" y="385"/>
                    <a:pt x="162" y="571"/>
                    <a:pt x="343" y="571"/>
                  </a:cubicBezTo>
                  <a:cubicBezTo>
                    <a:pt x="378" y="571"/>
                    <a:pt x="414" y="564"/>
                    <a:pt x="449" y="549"/>
                  </a:cubicBezTo>
                  <a:cubicBezTo>
                    <a:pt x="696" y="456"/>
                    <a:pt x="696" y="117"/>
                    <a:pt x="480" y="24"/>
                  </a:cubicBezTo>
                  <a:cubicBezTo>
                    <a:pt x="440" y="8"/>
                    <a:pt x="398" y="1"/>
                    <a:pt x="3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25" name="Google Shape;13825;p89"/>
          <p:cNvGrpSpPr/>
          <p:nvPr/>
        </p:nvGrpSpPr>
        <p:grpSpPr>
          <a:xfrm>
            <a:off x="4749313" y="2328656"/>
            <a:ext cx="367600" cy="364425"/>
            <a:chOff x="4744475" y="2485325"/>
            <a:chExt cx="367600" cy="364425"/>
          </a:xfrm>
        </p:grpSpPr>
        <p:sp>
          <p:nvSpPr>
            <p:cNvPr id="13826" name="Google Shape;13826;p89"/>
            <p:cNvSpPr/>
            <p:nvPr/>
          </p:nvSpPr>
          <p:spPr>
            <a:xfrm>
              <a:off x="4744475" y="2813550"/>
              <a:ext cx="367600" cy="36200"/>
            </a:xfrm>
            <a:custGeom>
              <a:rect b="b" l="l" r="r" t="t"/>
              <a:pathLst>
                <a:path extrusionOk="0" h="1448" w="14704">
                  <a:moveTo>
                    <a:pt x="360" y="1"/>
                  </a:moveTo>
                  <a:cubicBezTo>
                    <a:pt x="0" y="1"/>
                    <a:pt x="0" y="564"/>
                    <a:pt x="360" y="564"/>
                  </a:cubicBezTo>
                  <a:cubicBezTo>
                    <a:pt x="378" y="564"/>
                    <a:pt x="396" y="563"/>
                    <a:pt x="414" y="560"/>
                  </a:cubicBezTo>
                  <a:lnTo>
                    <a:pt x="970" y="560"/>
                  </a:lnTo>
                  <a:lnTo>
                    <a:pt x="970" y="1147"/>
                  </a:lnTo>
                  <a:cubicBezTo>
                    <a:pt x="970" y="1332"/>
                    <a:pt x="1117" y="1424"/>
                    <a:pt x="1263" y="1424"/>
                  </a:cubicBezTo>
                  <a:cubicBezTo>
                    <a:pt x="1410" y="1424"/>
                    <a:pt x="1556" y="1332"/>
                    <a:pt x="1556" y="1147"/>
                  </a:cubicBezTo>
                  <a:lnTo>
                    <a:pt x="1556" y="560"/>
                  </a:lnTo>
                  <a:lnTo>
                    <a:pt x="2698" y="560"/>
                  </a:lnTo>
                  <a:lnTo>
                    <a:pt x="2698" y="1147"/>
                  </a:lnTo>
                  <a:cubicBezTo>
                    <a:pt x="2683" y="1347"/>
                    <a:pt x="2837" y="1448"/>
                    <a:pt x="2991" y="1448"/>
                  </a:cubicBezTo>
                  <a:cubicBezTo>
                    <a:pt x="3146" y="1448"/>
                    <a:pt x="3300" y="1347"/>
                    <a:pt x="3285" y="1147"/>
                  </a:cubicBezTo>
                  <a:lnTo>
                    <a:pt x="3285" y="560"/>
                  </a:lnTo>
                  <a:lnTo>
                    <a:pt x="4426" y="560"/>
                  </a:lnTo>
                  <a:lnTo>
                    <a:pt x="4426" y="1147"/>
                  </a:lnTo>
                  <a:cubicBezTo>
                    <a:pt x="4411" y="1347"/>
                    <a:pt x="4565" y="1448"/>
                    <a:pt x="4720" y="1448"/>
                  </a:cubicBezTo>
                  <a:cubicBezTo>
                    <a:pt x="4874" y="1448"/>
                    <a:pt x="5028" y="1347"/>
                    <a:pt x="5013" y="1147"/>
                  </a:cubicBezTo>
                  <a:lnTo>
                    <a:pt x="5013" y="560"/>
                  </a:lnTo>
                  <a:lnTo>
                    <a:pt x="6186" y="560"/>
                  </a:lnTo>
                  <a:lnTo>
                    <a:pt x="6186" y="1147"/>
                  </a:lnTo>
                  <a:cubicBezTo>
                    <a:pt x="6170" y="1347"/>
                    <a:pt x="6324" y="1448"/>
                    <a:pt x="6479" y="1448"/>
                  </a:cubicBezTo>
                  <a:cubicBezTo>
                    <a:pt x="6633" y="1448"/>
                    <a:pt x="6787" y="1347"/>
                    <a:pt x="6772" y="1147"/>
                  </a:cubicBezTo>
                  <a:lnTo>
                    <a:pt x="6772" y="560"/>
                  </a:lnTo>
                  <a:lnTo>
                    <a:pt x="7945" y="560"/>
                  </a:lnTo>
                  <a:lnTo>
                    <a:pt x="7945" y="1147"/>
                  </a:lnTo>
                  <a:cubicBezTo>
                    <a:pt x="7929" y="1347"/>
                    <a:pt x="8084" y="1448"/>
                    <a:pt x="8238" y="1448"/>
                  </a:cubicBezTo>
                  <a:cubicBezTo>
                    <a:pt x="8392" y="1448"/>
                    <a:pt x="8547" y="1347"/>
                    <a:pt x="8531" y="1147"/>
                  </a:cubicBezTo>
                  <a:lnTo>
                    <a:pt x="8531" y="560"/>
                  </a:lnTo>
                  <a:lnTo>
                    <a:pt x="9735" y="560"/>
                  </a:lnTo>
                  <a:lnTo>
                    <a:pt x="9735" y="1147"/>
                  </a:lnTo>
                  <a:cubicBezTo>
                    <a:pt x="9735" y="1332"/>
                    <a:pt x="9881" y="1424"/>
                    <a:pt x="10028" y="1424"/>
                  </a:cubicBezTo>
                  <a:cubicBezTo>
                    <a:pt x="10174" y="1424"/>
                    <a:pt x="10321" y="1332"/>
                    <a:pt x="10321" y="1147"/>
                  </a:cubicBezTo>
                  <a:lnTo>
                    <a:pt x="10321" y="560"/>
                  </a:lnTo>
                  <a:lnTo>
                    <a:pt x="11463" y="560"/>
                  </a:lnTo>
                  <a:lnTo>
                    <a:pt x="11463" y="1147"/>
                  </a:lnTo>
                  <a:cubicBezTo>
                    <a:pt x="11432" y="1347"/>
                    <a:pt x="11586" y="1448"/>
                    <a:pt x="11741" y="1448"/>
                  </a:cubicBezTo>
                  <a:cubicBezTo>
                    <a:pt x="11895" y="1448"/>
                    <a:pt x="12049" y="1347"/>
                    <a:pt x="12018" y="1147"/>
                  </a:cubicBezTo>
                  <a:lnTo>
                    <a:pt x="12018" y="560"/>
                  </a:lnTo>
                  <a:lnTo>
                    <a:pt x="13191" y="560"/>
                  </a:lnTo>
                  <a:lnTo>
                    <a:pt x="13191" y="1147"/>
                  </a:lnTo>
                  <a:cubicBezTo>
                    <a:pt x="13160" y="1347"/>
                    <a:pt x="13315" y="1448"/>
                    <a:pt x="13469" y="1448"/>
                  </a:cubicBezTo>
                  <a:cubicBezTo>
                    <a:pt x="13623" y="1448"/>
                    <a:pt x="13778" y="1347"/>
                    <a:pt x="13747" y="1147"/>
                  </a:cubicBezTo>
                  <a:lnTo>
                    <a:pt x="13747" y="560"/>
                  </a:lnTo>
                  <a:lnTo>
                    <a:pt x="14364" y="560"/>
                  </a:lnTo>
                  <a:cubicBezTo>
                    <a:pt x="14703" y="529"/>
                    <a:pt x="14703" y="36"/>
                    <a:pt x="14364" y="5"/>
                  </a:cubicBezTo>
                  <a:lnTo>
                    <a:pt x="414" y="5"/>
                  </a:lnTo>
                  <a:cubicBezTo>
                    <a:pt x="396" y="2"/>
                    <a:pt x="378" y="1"/>
                    <a:pt x="3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7" name="Google Shape;13827;p89"/>
            <p:cNvSpPr/>
            <p:nvPr/>
          </p:nvSpPr>
          <p:spPr>
            <a:xfrm>
              <a:off x="4772575" y="2634650"/>
              <a:ext cx="57125" cy="150475"/>
            </a:xfrm>
            <a:custGeom>
              <a:rect b="b" l="l" r="r" t="t"/>
              <a:pathLst>
                <a:path extrusionOk="0" h="6019" w="2285">
                  <a:moveTo>
                    <a:pt x="1729" y="587"/>
                  </a:moveTo>
                  <a:lnTo>
                    <a:pt x="1729" y="5463"/>
                  </a:lnTo>
                  <a:lnTo>
                    <a:pt x="556" y="5463"/>
                  </a:lnTo>
                  <a:lnTo>
                    <a:pt x="556" y="587"/>
                  </a:lnTo>
                  <a:close/>
                  <a:moveTo>
                    <a:pt x="278" y="1"/>
                  </a:moveTo>
                  <a:cubicBezTo>
                    <a:pt x="124" y="1"/>
                    <a:pt x="0" y="124"/>
                    <a:pt x="0" y="279"/>
                  </a:cubicBezTo>
                  <a:lnTo>
                    <a:pt x="0" y="5741"/>
                  </a:lnTo>
                  <a:cubicBezTo>
                    <a:pt x="0" y="5895"/>
                    <a:pt x="124" y="6019"/>
                    <a:pt x="278" y="6019"/>
                  </a:cubicBezTo>
                  <a:lnTo>
                    <a:pt x="1975" y="6019"/>
                  </a:lnTo>
                  <a:cubicBezTo>
                    <a:pt x="2130" y="6019"/>
                    <a:pt x="2284" y="5895"/>
                    <a:pt x="2284" y="5741"/>
                  </a:cubicBezTo>
                  <a:lnTo>
                    <a:pt x="2284" y="279"/>
                  </a:lnTo>
                  <a:cubicBezTo>
                    <a:pt x="2284" y="124"/>
                    <a:pt x="2130" y="1"/>
                    <a:pt x="1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8" name="Google Shape;13828;p89"/>
            <p:cNvSpPr/>
            <p:nvPr/>
          </p:nvSpPr>
          <p:spPr>
            <a:xfrm>
              <a:off x="4857450" y="2592225"/>
              <a:ext cx="57100" cy="192900"/>
            </a:xfrm>
            <a:custGeom>
              <a:rect b="b" l="l" r="r" t="t"/>
              <a:pathLst>
                <a:path extrusionOk="0" h="7716" w="2284">
                  <a:moveTo>
                    <a:pt x="1728" y="556"/>
                  </a:moveTo>
                  <a:lnTo>
                    <a:pt x="1728" y="7160"/>
                  </a:lnTo>
                  <a:lnTo>
                    <a:pt x="586" y="7160"/>
                  </a:lnTo>
                  <a:lnTo>
                    <a:pt x="586" y="556"/>
                  </a:lnTo>
                  <a:close/>
                  <a:moveTo>
                    <a:pt x="309" y="0"/>
                  </a:moveTo>
                  <a:cubicBezTo>
                    <a:pt x="154" y="0"/>
                    <a:pt x="0" y="124"/>
                    <a:pt x="0" y="278"/>
                  </a:cubicBezTo>
                  <a:lnTo>
                    <a:pt x="0" y="7438"/>
                  </a:lnTo>
                  <a:cubicBezTo>
                    <a:pt x="0" y="7592"/>
                    <a:pt x="154" y="7716"/>
                    <a:pt x="309" y="7716"/>
                  </a:cubicBezTo>
                  <a:lnTo>
                    <a:pt x="2006" y="7716"/>
                  </a:lnTo>
                  <a:cubicBezTo>
                    <a:pt x="2160" y="7716"/>
                    <a:pt x="2284" y="7592"/>
                    <a:pt x="2284" y="7438"/>
                  </a:cubicBezTo>
                  <a:lnTo>
                    <a:pt x="2284" y="278"/>
                  </a:lnTo>
                  <a:cubicBezTo>
                    <a:pt x="2284" y="124"/>
                    <a:pt x="2160" y="0"/>
                    <a:pt x="20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9" name="Google Shape;13829;p89"/>
            <p:cNvSpPr/>
            <p:nvPr/>
          </p:nvSpPr>
          <p:spPr>
            <a:xfrm>
              <a:off x="4943075" y="2613825"/>
              <a:ext cx="56350" cy="171300"/>
            </a:xfrm>
            <a:custGeom>
              <a:rect b="b" l="l" r="r" t="t"/>
              <a:pathLst>
                <a:path extrusionOk="0" h="6852" w="2254">
                  <a:moveTo>
                    <a:pt x="1698" y="556"/>
                  </a:moveTo>
                  <a:lnTo>
                    <a:pt x="1698" y="6296"/>
                  </a:lnTo>
                  <a:lnTo>
                    <a:pt x="556" y="6296"/>
                  </a:lnTo>
                  <a:lnTo>
                    <a:pt x="556" y="556"/>
                  </a:lnTo>
                  <a:close/>
                  <a:moveTo>
                    <a:pt x="278" y="1"/>
                  </a:moveTo>
                  <a:cubicBezTo>
                    <a:pt x="124" y="1"/>
                    <a:pt x="1" y="124"/>
                    <a:pt x="1" y="278"/>
                  </a:cubicBezTo>
                  <a:lnTo>
                    <a:pt x="1" y="6574"/>
                  </a:lnTo>
                  <a:cubicBezTo>
                    <a:pt x="1" y="6728"/>
                    <a:pt x="124" y="6852"/>
                    <a:pt x="278" y="6852"/>
                  </a:cubicBezTo>
                  <a:lnTo>
                    <a:pt x="1976" y="6852"/>
                  </a:lnTo>
                  <a:cubicBezTo>
                    <a:pt x="2130" y="6852"/>
                    <a:pt x="2254" y="6728"/>
                    <a:pt x="2254" y="6574"/>
                  </a:cubicBezTo>
                  <a:lnTo>
                    <a:pt x="2254" y="278"/>
                  </a:lnTo>
                  <a:cubicBezTo>
                    <a:pt x="2254" y="124"/>
                    <a:pt x="2130" y="1"/>
                    <a:pt x="19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0" name="Google Shape;13830;p89"/>
            <p:cNvSpPr/>
            <p:nvPr/>
          </p:nvSpPr>
          <p:spPr>
            <a:xfrm>
              <a:off x="4766400" y="2485325"/>
              <a:ext cx="324575" cy="120800"/>
            </a:xfrm>
            <a:custGeom>
              <a:rect b="b" l="l" r="r" t="t"/>
              <a:pathLst>
                <a:path extrusionOk="0" h="4832" w="12983">
                  <a:moveTo>
                    <a:pt x="11604" y="604"/>
                  </a:moveTo>
                  <a:cubicBezTo>
                    <a:pt x="12098" y="604"/>
                    <a:pt x="12345" y="1221"/>
                    <a:pt x="12006" y="1561"/>
                  </a:cubicBezTo>
                  <a:cubicBezTo>
                    <a:pt x="11883" y="1683"/>
                    <a:pt x="11738" y="1738"/>
                    <a:pt x="11597" y="1738"/>
                  </a:cubicBezTo>
                  <a:cubicBezTo>
                    <a:pt x="11312" y="1738"/>
                    <a:pt x="11049" y="1511"/>
                    <a:pt x="11049" y="1159"/>
                  </a:cubicBezTo>
                  <a:cubicBezTo>
                    <a:pt x="11049" y="851"/>
                    <a:pt x="11296" y="604"/>
                    <a:pt x="11604" y="604"/>
                  </a:cubicBezTo>
                  <a:close/>
                  <a:moveTo>
                    <a:pt x="4784" y="1437"/>
                  </a:moveTo>
                  <a:lnTo>
                    <a:pt x="4784" y="1468"/>
                  </a:lnTo>
                  <a:cubicBezTo>
                    <a:pt x="4797" y="1467"/>
                    <a:pt x="4809" y="1467"/>
                    <a:pt x="4822" y="1467"/>
                  </a:cubicBezTo>
                  <a:cubicBezTo>
                    <a:pt x="5320" y="1467"/>
                    <a:pt x="5547" y="2063"/>
                    <a:pt x="5185" y="2425"/>
                  </a:cubicBezTo>
                  <a:cubicBezTo>
                    <a:pt x="5068" y="2542"/>
                    <a:pt x="4929" y="2594"/>
                    <a:pt x="4794" y="2594"/>
                  </a:cubicBezTo>
                  <a:cubicBezTo>
                    <a:pt x="4502" y="2594"/>
                    <a:pt x="4228" y="2351"/>
                    <a:pt x="4228" y="1993"/>
                  </a:cubicBezTo>
                  <a:cubicBezTo>
                    <a:pt x="4228" y="1684"/>
                    <a:pt x="4475" y="1437"/>
                    <a:pt x="4784" y="1437"/>
                  </a:cubicBezTo>
                  <a:close/>
                  <a:moveTo>
                    <a:pt x="8210" y="2301"/>
                  </a:moveTo>
                  <a:cubicBezTo>
                    <a:pt x="8703" y="2301"/>
                    <a:pt x="8950" y="2919"/>
                    <a:pt x="8580" y="3258"/>
                  </a:cubicBezTo>
                  <a:cubicBezTo>
                    <a:pt x="8467" y="3381"/>
                    <a:pt x="8323" y="3436"/>
                    <a:pt x="8181" y="3436"/>
                  </a:cubicBezTo>
                  <a:cubicBezTo>
                    <a:pt x="7898" y="3436"/>
                    <a:pt x="7623" y="3217"/>
                    <a:pt x="7623" y="2888"/>
                  </a:cubicBezTo>
                  <a:cubicBezTo>
                    <a:pt x="7623" y="2548"/>
                    <a:pt x="7870" y="2301"/>
                    <a:pt x="8210" y="2301"/>
                  </a:cubicBezTo>
                  <a:close/>
                  <a:moveTo>
                    <a:pt x="1389" y="3165"/>
                  </a:moveTo>
                  <a:cubicBezTo>
                    <a:pt x="1883" y="3165"/>
                    <a:pt x="2161" y="3783"/>
                    <a:pt x="1790" y="4122"/>
                  </a:cubicBezTo>
                  <a:cubicBezTo>
                    <a:pt x="1668" y="4244"/>
                    <a:pt x="1519" y="4299"/>
                    <a:pt x="1374" y="4299"/>
                  </a:cubicBezTo>
                  <a:cubicBezTo>
                    <a:pt x="1080" y="4299"/>
                    <a:pt x="803" y="4073"/>
                    <a:pt x="803" y="3721"/>
                  </a:cubicBezTo>
                  <a:cubicBezTo>
                    <a:pt x="803" y="3412"/>
                    <a:pt x="1081" y="3165"/>
                    <a:pt x="1389" y="3165"/>
                  </a:cubicBezTo>
                  <a:close/>
                  <a:moveTo>
                    <a:pt x="11599" y="0"/>
                  </a:moveTo>
                  <a:cubicBezTo>
                    <a:pt x="11029" y="0"/>
                    <a:pt x="10463" y="410"/>
                    <a:pt x="10463" y="1129"/>
                  </a:cubicBezTo>
                  <a:cubicBezTo>
                    <a:pt x="10463" y="1221"/>
                    <a:pt x="10463" y="1314"/>
                    <a:pt x="10493" y="1375"/>
                  </a:cubicBezTo>
                  <a:lnTo>
                    <a:pt x="9043" y="2085"/>
                  </a:lnTo>
                  <a:cubicBezTo>
                    <a:pt x="8825" y="1827"/>
                    <a:pt x="8512" y="1700"/>
                    <a:pt x="8198" y="1700"/>
                  </a:cubicBezTo>
                  <a:cubicBezTo>
                    <a:pt x="7799" y="1700"/>
                    <a:pt x="7398" y="1904"/>
                    <a:pt x="7191" y="2301"/>
                  </a:cubicBezTo>
                  <a:lnTo>
                    <a:pt x="5926" y="1993"/>
                  </a:lnTo>
                  <a:cubicBezTo>
                    <a:pt x="5880" y="1267"/>
                    <a:pt x="5332" y="905"/>
                    <a:pt x="4784" y="905"/>
                  </a:cubicBezTo>
                  <a:cubicBezTo>
                    <a:pt x="4236" y="905"/>
                    <a:pt x="3688" y="1267"/>
                    <a:pt x="3642" y="1993"/>
                  </a:cubicBezTo>
                  <a:cubicBezTo>
                    <a:pt x="3642" y="2054"/>
                    <a:pt x="3673" y="2147"/>
                    <a:pt x="3673" y="2240"/>
                  </a:cubicBezTo>
                  <a:lnTo>
                    <a:pt x="2222" y="2949"/>
                  </a:lnTo>
                  <a:cubicBezTo>
                    <a:pt x="2001" y="2689"/>
                    <a:pt x="1693" y="2566"/>
                    <a:pt x="1384" y="2566"/>
                  </a:cubicBezTo>
                  <a:cubicBezTo>
                    <a:pt x="960" y="2566"/>
                    <a:pt x="536" y="2799"/>
                    <a:pt x="340" y="3227"/>
                  </a:cubicBezTo>
                  <a:cubicBezTo>
                    <a:pt x="0" y="3968"/>
                    <a:pt x="556" y="4832"/>
                    <a:pt x="1389" y="4832"/>
                  </a:cubicBezTo>
                  <a:cubicBezTo>
                    <a:pt x="2006" y="4832"/>
                    <a:pt x="2531" y="4307"/>
                    <a:pt x="2531" y="3690"/>
                  </a:cubicBezTo>
                  <a:cubicBezTo>
                    <a:pt x="2531" y="3598"/>
                    <a:pt x="2500" y="3536"/>
                    <a:pt x="2500" y="3443"/>
                  </a:cubicBezTo>
                  <a:lnTo>
                    <a:pt x="3951" y="2733"/>
                  </a:lnTo>
                  <a:cubicBezTo>
                    <a:pt x="4168" y="2992"/>
                    <a:pt x="4476" y="3118"/>
                    <a:pt x="4786" y="3118"/>
                  </a:cubicBezTo>
                  <a:cubicBezTo>
                    <a:pt x="5180" y="3118"/>
                    <a:pt x="5578" y="2914"/>
                    <a:pt x="5802" y="2517"/>
                  </a:cubicBezTo>
                  <a:lnTo>
                    <a:pt x="7068" y="2857"/>
                  </a:lnTo>
                  <a:cubicBezTo>
                    <a:pt x="7068" y="3613"/>
                    <a:pt x="7631" y="3991"/>
                    <a:pt x="8194" y="3991"/>
                  </a:cubicBezTo>
                  <a:cubicBezTo>
                    <a:pt x="8757" y="3991"/>
                    <a:pt x="9321" y="3613"/>
                    <a:pt x="9321" y="2857"/>
                  </a:cubicBezTo>
                  <a:cubicBezTo>
                    <a:pt x="9321" y="2764"/>
                    <a:pt x="9321" y="2672"/>
                    <a:pt x="9321" y="2610"/>
                  </a:cubicBezTo>
                  <a:lnTo>
                    <a:pt x="10740" y="1900"/>
                  </a:lnTo>
                  <a:cubicBezTo>
                    <a:pt x="10982" y="2168"/>
                    <a:pt x="11283" y="2284"/>
                    <a:pt x="11578" y="2284"/>
                  </a:cubicBezTo>
                  <a:cubicBezTo>
                    <a:pt x="12300" y="2284"/>
                    <a:pt x="12982" y="1591"/>
                    <a:pt x="12654" y="758"/>
                  </a:cubicBezTo>
                  <a:cubicBezTo>
                    <a:pt x="12467" y="238"/>
                    <a:pt x="12032" y="0"/>
                    <a:pt x="115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1" name="Google Shape;13831;p89"/>
            <p:cNvSpPr/>
            <p:nvPr/>
          </p:nvSpPr>
          <p:spPr>
            <a:xfrm>
              <a:off x="5068075" y="2670925"/>
              <a:ext cx="17000" cy="14575"/>
            </a:xfrm>
            <a:custGeom>
              <a:rect b="b" l="l" r="r" t="t"/>
              <a:pathLst>
                <a:path extrusionOk="0" h="583" w="680">
                  <a:moveTo>
                    <a:pt x="402" y="0"/>
                  </a:moveTo>
                  <a:cubicBezTo>
                    <a:pt x="124" y="0"/>
                    <a:pt x="0" y="309"/>
                    <a:pt x="186" y="494"/>
                  </a:cubicBezTo>
                  <a:cubicBezTo>
                    <a:pt x="246" y="555"/>
                    <a:pt x="320" y="582"/>
                    <a:pt x="391" y="582"/>
                  </a:cubicBezTo>
                  <a:cubicBezTo>
                    <a:pt x="539" y="582"/>
                    <a:pt x="679" y="465"/>
                    <a:pt x="679" y="278"/>
                  </a:cubicBezTo>
                  <a:cubicBezTo>
                    <a:pt x="679" y="124"/>
                    <a:pt x="556" y="0"/>
                    <a:pt x="4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2" name="Google Shape;13832;p89"/>
            <p:cNvSpPr/>
            <p:nvPr/>
          </p:nvSpPr>
          <p:spPr>
            <a:xfrm>
              <a:off x="5027950" y="2570625"/>
              <a:ext cx="57500" cy="214500"/>
            </a:xfrm>
            <a:custGeom>
              <a:rect b="b" l="l" r="r" t="t"/>
              <a:pathLst>
                <a:path extrusionOk="0" h="8580" w="2300">
                  <a:moveTo>
                    <a:pt x="278" y="0"/>
                  </a:moveTo>
                  <a:cubicBezTo>
                    <a:pt x="124" y="0"/>
                    <a:pt x="1" y="124"/>
                    <a:pt x="1" y="309"/>
                  </a:cubicBezTo>
                  <a:lnTo>
                    <a:pt x="1" y="8302"/>
                  </a:lnTo>
                  <a:cubicBezTo>
                    <a:pt x="1" y="8456"/>
                    <a:pt x="124" y="8580"/>
                    <a:pt x="278" y="8580"/>
                  </a:cubicBezTo>
                  <a:lnTo>
                    <a:pt x="2007" y="8580"/>
                  </a:lnTo>
                  <a:cubicBezTo>
                    <a:pt x="2161" y="8580"/>
                    <a:pt x="2284" y="8456"/>
                    <a:pt x="2284" y="8302"/>
                  </a:cubicBezTo>
                  <a:lnTo>
                    <a:pt x="2284" y="5586"/>
                  </a:lnTo>
                  <a:cubicBezTo>
                    <a:pt x="2300" y="5370"/>
                    <a:pt x="2145" y="5262"/>
                    <a:pt x="1991" y="5262"/>
                  </a:cubicBezTo>
                  <a:cubicBezTo>
                    <a:pt x="1837" y="5262"/>
                    <a:pt x="1682" y="5370"/>
                    <a:pt x="1698" y="5586"/>
                  </a:cubicBezTo>
                  <a:lnTo>
                    <a:pt x="1698" y="8024"/>
                  </a:lnTo>
                  <a:lnTo>
                    <a:pt x="587" y="8024"/>
                  </a:lnTo>
                  <a:lnTo>
                    <a:pt x="587" y="587"/>
                  </a:lnTo>
                  <a:lnTo>
                    <a:pt x="1698" y="587"/>
                  </a:lnTo>
                  <a:lnTo>
                    <a:pt x="1698" y="3025"/>
                  </a:lnTo>
                  <a:cubicBezTo>
                    <a:pt x="1698" y="3179"/>
                    <a:pt x="1821" y="3303"/>
                    <a:pt x="2007" y="3303"/>
                  </a:cubicBezTo>
                  <a:cubicBezTo>
                    <a:pt x="2161" y="3303"/>
                    <a:pt x="2284" y="3179"/>
                    <a:pt x="2284" y="3025"/>
                  </a:cubicBezTo>
                  <a:lnTo>
                    <a:pt x="2284" y="309"/>
                  </a:lnTo>
                  <a:cubicBezTo>
                    <a:pt x="2284" y="124"/>
                    <a:pt x="2161" y="0"/>
                    <a:pt x="20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33" name="Google Shape;13833;p89"/>
          <p:cNvGrpSpPr/>
          <p:nvPr/>
        </p:nvGrpSpPr>
        <p:grpSpPr>
          <a:xfrm>
            <a:off x="3990538" y="2329156"/>
            <a:ext cx="363400" cy="363425"/>
            <a:chOff x="3997175" y="2485750"/>
            <a:chExt cx="363400" cy="363425"/>
          </a:xfrm>
        </p:grpSpPr>
        <p:sp>
          <p:nvSpPr>
            <p:cNvPr id="13834" name="Google Shape;13834;p89"/>
            <p:cNvSpPr/>
            <p:nvPr/>
          </p:nvSpPr>
          <p:spPr>
            <a:xfrm>
              <a:off x="4190050" y="2702550"/>
              <a:ext cx="17000" cy="14600"/>
            </a:xfrm>
            <a:custGeom>
              <a:rect b="b" l="l" r="r" t="t"/>
              <a:pathLst>
                <a:path extrusionOk="0" h="584" w="680">
                  <a:moveTo>
                    <a:pt x="371" y="1"/>
                  </a:moveTo>
                  <a:cubicBezTo>
                    <a:pt x="124" y="1"/>
                    <a:pt x="1" y="309"/>
                    <a:pt x="186" y="494"/>
                  </a:cubicBezTo>
                  <a:cubicBezTo>
                    <a:pt x="247" y="556"/>
                    <a:pt x="323" y="584"/>
                    <a:pt x="396" y="584"/>
                  </a:cubicBezTo>
                  <a:cubicBezTo>
                    <a:pt x="542" y="584"/>
                    <a:pt x="679" y="474"/>
                    <a:pt x="679" y="309"/>
                  </a:cubicBezTo>
                  <a:cubicBezTo>
                    <a:pt x="679" y="155"/>
                    <a:pt x="525" y="1"/>
                    <a:pt x="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5" name="Google Shape;13835;p89"/>
            <p:cNvSpPr/>
            <p:nvPr/>
          </p:nvSpPr>
          <p:spPr>
            <a:xfrm>
              <a:off x="4041150" y="2702550"/>
              <a:ext cx="17000" cy="14600"/>
            </a:xfrm>
            <a:custGeom>
              <a:rect b="b" l="l" r="r" t="t"/>
              <a:pathLst>
                <a:path extrusionOk="0" h="584" w="680">
                  <a:moveTo>
                    <a:pt x="401" y="1"/>
                  </a:moveTo>
                  <a:cubicBezTo>
                    <a:pt x="124" y="1"/>
                    <a:pt x="0" y="309"/>
                    <a:pt x="185" y="494"/>
                  </a:cubicBezTo>
                  <a:cubicBezTo>
                    <a:pt x="247" y="556"/>
                    <a:pt x="323" y="584"/>
                    <a:pt x="396" y="584"/>
                  </a:cubicBezTo>
                  <a:cubicBezTo>
                    <a:pt x="542" y="584"/>
                    <a:pt x="679" y="474"/>
                    <a:pt x="679" y="309"/>
                  </a:cubicBezTo>
                  <a:cubicBezTo>
                    <a:pt x="679" y="155"/>
                    <a:pt x="556" y="1"/>
                    <a:pt x="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6" name="Google Shape;13836;p89"/>
            <p:cNvSpPr/>
            <p:nvPr/>
          </p:nvSpPr>
          <p:spPr>
            <a:xfrm>
              <a:off x="3997175" y="2485750"/>
              <a:ext cx="363400" cy="363425"/>
            </a:xfrm>
            <a:custGeom>
              <a:rect b="b" l="l" r="r" t="t"/>
              <a:pathLst>
                <a:path extrusionOk="0" h="14537" w="14536">
                  <a:moveTo>
                    <a:pt x="13672" y="556"/>
                  </a:moveTo>
                  <a:cubicBezTo>
                    <a:pt x="13826" y="556"/>
                    <a:pt x="13950" y="710"/>
                    <a:pt x="13950" y="865"/>
                  </a:cubicBezTo>
                  <a:lnTo>
                    <a:pt x="13950" y="10401"/>
                  </a:lnTo>
                  <a:lnTo>
                    <a:pt x="8549" y="10401"/>
                  </a:lnTo>
                  <a:cubicBezTo>
                    <a:pt x="8209" y="10432"/>
                    <a:pt x="8209" y="10926"/>
                    <a:pt x="8549" y="10956"/>
                  </a:cubicBezTo>
                  <a:lnTo>
                    <a:pt x="13950" y="10956"/>
                  </a:lnTo>
                  <a:lnTo>
                    <a:pt x="13950" y="11821"/>
                  </a:lnTo>
                  <a:cubicBezTo>
                    <a:pt x="13950" y="11975"/>
                    <a:pt x="13826" y="12098"/>
                    <a:pt x="13672" y="12098"/>
                  </a:cubicBezTo>
                  <a:lnTo>
                    <a:pt x="833" y="12098"/>
                  </a:lnTo>
                  <a:cubicBezTo>
                    <a:pt x="679" y="12098"/>
                    <a:pt x="556" y="11975"/>
                    <a:pt x="556" y="11821"/>
                  </a:cubicBezTo>
                  <a:lnTo>
                    <a:pt x="556" y="10956"/>
                  </a:lnTo>
                  <a:lnTo>
                    <a:pt x="5956" y="10956"/>
                  </a:lnTo>
                  <a:cubicBezTo>
                    <a:pt x="5975" y="10959"/>
                    <a:pt x="5993" y="10960"/>
                    <a:pt x="6010" y="10960"/>
                  </a:cubicBezTo>
                  <a:cubicBezTo>
                    <a:pt x="6370" y="10960"/>
                    <a:pt x="6370" y="10397"/>
                    <a:pt x="6010" y="10397"/>
                  </a:cubicBezTo>
                  <a:cubicBezTo>
                    <a:pt x="5993" y="10397"/>
                    <a:pt x="5975" y="10398"/>
                    <a:pt x="5956" y="10401"/>
                  </a:cubicBezTo>
                  <a:lnTo>
                    <a:pt x="556" y="10401"/>
                  </a:lnTo>
                  <a:lnTo>
                    <a:pt x="556" y="865"/>
                  </a:lnTo>
                  <a:cubicBezTo>
                    <a:pt x="556" y="710"/>
                    <a:pt x="679" y="556"/>
                    <a:pt x="833" y="556"/>
                  </a:cubicBezTo>
                  <a:close/>
                  <a:moveTo>
                    <a:pt x="8672" y="12685"/>
                  </a:moveTo>
                  <a:lnTo>
                    <a:pt x="8672" y="13981"/>
                  </a:lnTo>
                  <a:lnTo>
                    <a:pt x="5833" y="13981"/>
                  </a:lnTo>
                  <a:lnTo>
                    <a:pt x="5833" y="12685"/>
                  </a:lnTo>
                  <a:close/>
                  <a:moveTo>
                    <a:pt x="833" y="1"/>
                  </a:moveTo>
                  <a:cubicBezTo>
                    <a:pt x="370" y="1"/>
                    <a:pt x="0" y="371"/>
                    <a:pt x="0" y="865"/>
                  </a:cubicBezTo>
                  <a:lnTo>
                    <a:pt x="0" y="11821"/>
                  </a:lnTo>
                  <a:cubicBezTo>
                    <a:pt x="0" y="12284"/>
                    <a:pt x="370" y="12685"/>
                    <a:pt x="833" y="12685"/>
                  </a:cubicBezTo>
                  <a:lnTo>
                    <a:pt x="5277" y="12685"/>
                  </a:lnTo>
                  <a:lnTo>
                    <a:pt x="5277" y="13981"/>
                  </a:lnTo>
                  <a:lnTo>
                    <a:pt x="3858" y="13981"/>
                  </a:lnTo>
                  <a:cubicBezTo>
                    <a:pt x="3703" y="13981"/>
                    <a:pt x="3580" y="14104"/>
                    <a:pt x="3580" y="14259"/>
                  </a:cubicBezTo>
                  <a:cubicBezTo>
                    <a:pt x="3580" y="14413"/>
                    <a:pt x="3703" y="14536"/>
                    <a:pt x="3858" y="14536"/>
                  </a:cubicBezTo>
                  <a:lnTo>
                    <a:pt x="10678" y="14536"/>
                  </a:lnTo>
                  <a:cubicBezTo>
                    <a:pt x="10833" y="14536"/>
                    <a:pt x="10956" y="14413"/>
                    <a:pt x="10956" y="14259"/>
                  </a:cubicBezTo>
                  <a:cubicBezTo>
                    <a:pt x="10956" y="14104"/>
                    <a:pt x="10833" y="13981"/>
                    <a:pt x="10678" y="13981"/>
                  </a:cubicBezTo>
                  <a:lnTo>
                    <a:pt x="9259" y="13981"/>
                  </a:lnTo>
                  <a:lnTo>
                    <a:pt x="9259" y="12685"/>
                  </a:lnTo>
                  <a:lnTo>
                    <a:pt x="13672" y="12685"/>
                  </a:lnTo>
                  <a:cubicBezTo>
                    <a:pt x="14135" y="12654"/>
                    <a:pt x="14536" y="12284"/>
                    <a:pt x="14536" y="11821"/>
                  </a:cubicBezTo>
                  <a:lnTo>
                    <a:pt x="14536" y="865"/>
                  </a:lnTo>
                  <a:cubicBezTo>
                    <a:pt x="14536" y="371"/>
                    <a:pt x="14135" y="1"/>
                    <a:pt x="136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7" name="Google Shape;13837;p89"/>
            <p:cNvSpPr/>
            <p:nvPr/>
          </p:nvSpPr>
          <p:spPr>
            <a:xfrm>
              <a:off x="4061450" y="2528175"/>
              <a:ext cx="232025" cy="146650"/>
            </a:xfrm>
            <a:custGeom>
              <a:rect b="b" l="l" r="r" t="t"/>
              <a:pathLst>
                <a:path extrusionOk="0" h="5866" w="9281">
                  <a:moveTo>
                    <a:pt x="2706" y="3118"/>
                  </a:moveTo>
                  <a:lnTo>
                    <a:pt x="2706" y="5278"/>
                  </a:lnTo>
                  <a:lnTo>
                    <a:pt x="1565" y="5278"/>
                  </a:lnTo>
                  <a:lnTo>
                    <a:pt x="1565" y="3118"/>
                  </a:lnTo>
                  <a:close/>
                  <a:moveTo>
                    <a:pt x="4404" y="587"/>
                  </a:moveTo>
                  <a:lnTo>
                    <a:pt x="4404" y="5278"/>
                  </a:lnTo>
                  <a:lnTo>
                    <a:pt x="3262" y="5278"/>
                  </a:lnTo>
                  <a:lnTo>
                    <a:pt x="3262" y="587"/>
                  </a:lnTo>
                  <a:close/>
                  <a:moveTo>
                    <a:pt x="6101" y="2285"/>
                  </a:moveTo>
                  <a:lnTo>
                    <a:pt x="6101" y="5278"/>
                  </a:lnTo>
                  <a:lnTo>
                    <a:pt x="4959" y="5278"/>
                  </a:lnTo>
                  <a:lnTo>
                    <a:pt x="4959" y="2285"/>
                  </a:lnTo>
                  <a:close/>
                  <a:moveTo>
                    <a:pt x="7799" y="3982"/>
                  </a:moveTo>
                  <a:lnTo>
                    <a:pt x="7799" y="5278"/>
                  </a:lnTo>
                  <a:lnTo>
                    <a:pt x="6688" y="5278"/>
                  </a:lnTo>
                  <a:lnTo>
                    <a:pt x="6688" y="3982"/>
                  </a:lnTo>
                  <a:close/>
                  <a:moveTo>
                    <a:pt x="2984" y="1"/>
                  </a:moveTo>
                  <a:cubicBezTo>
                    <a:pt x="2830" y="1"/>
                    <a:pt x="2706" y="124"/>
                    <a:pt x="2706" y="279"/>
                  </a:cubicBezTo>
                  <a:lnTo>
                    <a:pt x="2706" y="2562"/>
                  </a:lnTo>
                  <a:lnTo>
                    <a:pt x="1287" y="2562"/>
                  </a:lnTo>
                  <a:cubicBezTo>
                    <a:pt x="1132" y="2562"/>
                    <a:pt x="1009" y="2686"/>
                    <a:pt x="1009" y="2840"/>
                  </a:cubicBezTo>
                  <a:lnTo>
                    <a:pt x="1009" y="5278"/>
                  </a:lnTo>
                  <a:lnTo>
                    <a:pt x="423" y="5278"/>
                  </a:lnTo>
                  <a:cubicBezTo>
                    <a:pt x="413" y="5278"/>
                    <a:pt x="403" y="5277"/>
                    <a:pt x="393" y="5277"/>
                  </a:cubicBezTo>
                  <a:cubicBezTo>
                    <a:pt x="0" y="5277"/>
                    <a:pt x="0" y="5866"/>
                    <a:pt x="393" y="5866"/>
                  </a:cubicBezTo>
                  <a:cubicBezTo>
                    <a:pt x="403" y="5866"/>
                    <a:pt x="413" y="5865"/>
                    <a:pt x="423" y="5865"/>
                  </a:cubicBezTo>
                  <a:lnTo>
                    <a:pt x="8941" y="5865"/>
                  </a:lnTo>
                  <a:cubicBezTo>
                    <a:pt x="9280" y="5803"/>
                    <a:pt x="9280" y="5340"/>
                    <a:pt x="8941" y="5278"/>
                  </a:cubicBezTo>
                  <a:lnTo>
                    <a:pt x="8385" y="5278"/>
                  </a:lnTo>
                  <a:lnTo>
                    <a:pt x="8385" y="3704"/>
                  </a:lnTo>
                  <a:cubicBezTo>
                    <a:pt x="8385" y="3550"/>
                    <a:pt x="8262" y="3427"/>
                    <a:pt x="8076" y="3427"/>
                  </a:cubicBezTo>
                  <a:lnTo>
                    <a:pt x="6657" y="3427"/>
                  </a:lnTo>
                  <a:lnTo>
                    <a:pt x="6657" y="2007"/>
                  </a:lnTo>
                  <a:cubicBezTo>
                    <a:pt x="6657" y="1822"/>
                    <a:pt x="6533" y="1698"/>
                    <a:pt x="6379" y="1698"/>
                  </a:cubicBezTo>
                  <a:lnTo>
                    <a:pt x="4959" y="1698"/>
                  </a:lnTo>
                  <a:lnTo>
                    <a:pt x="4959" y="279"/>
                  </a:lnTo>
                  <a:cubicBezTo>
                    <a:pt x="4959" y="124"/>
                    <a:pt x="4836" y="1"/>
                    <a:pt x="46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8" name="Google Shape;13838;p89"/>
            <p:cNvSpPr/>
            <p:nvPr/>
          </p:nvSpPr>
          <p:spPr>
            <a:xfrm>
              <a:off x="4085125" y="2702550"/>
              <a:ext cx="81025" cy="14700"/>
            </a:xfrm>
            <a:custGeom>
              <a:rect b="b" l="l" r="r" t="t"/>
              <a:pathLst>
                <a:path extrusionOk="0" h="588" w="3241">
                  <a:moveTo>
                    <a:pt x="340" y="1"/>
                  </a:moveTo>
                  <a:cubicBezTo>
                    <a:pt x="0" y="62"/>
                    <a:pt x="0" y="525"/>
                    <a:pt x="340" y="587"/>
                  </a:cubicBezTo>
                  <a:lnTo>
                    <a:pt x="2901" y="587"/>
                  </a:lnTo>
                  <a:cubicBezTo>
                    <a:pt x="3241" y="525"/>
                    <a:pt x="3241" y="62"/>
                    <a:pt x="29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9" name="Google Shape;13839;p89"/>
            <p:cNvSpPr/>
            <p:nvPr/>
          </p:nvSpPr>
          <p:spPr>
            <a:xfrm>
              <a:off x="4235575" y="2702525"/>
              <a:ext cx="81550" cy="14750"/>
            </a:xfrm>
            <a:custGeom>
              <a:rect b="b" l="l" r="r" t="t"/>
              <a:pathLst>
                <a:path extrusionOk="0" h="590" w="3262">
                  <a:moveTo>
                    <a:pt x="2869" y="1"/>
                  </a:moveTo>
                  <a:cubicBezTo>
                    <a:pt x="2860" y="1"/>
                    <a:pt x="2850" y="1"/>
                    <a:pt x="2840" y="2"/>
                  </a:cubicBezTo>
                  <a:lnTo>
                    <a:pt x="278" y="2"/>
                  </a:lnTo>
                  <a:cubicBezTo>
                    <a:pt x="124" y="2"/>
                    <a:pt x="0" y="156"/>
                    <a:pt x="0" y="310"/>
                  </a:cubicBezTo>
                  <a:cubicBezTo>
                    <a:pt x="0" y="465"/>
                    <a:pt x="124" y="588"/>
                    <a:pt x="278" y="588"/>
                  </a:cubicBezTo>
                  <a:lnTo>
                    <a:pt x="2840" y="588"/>
                  </a:lnTo>
                  <a:cubicBezTo>
                    <a:pt x="2850" y="589"/>
                    <a:pt x="2860" y="589"/>
                    <a:pt x="2869" y="589"/>
                  </a:cubicBezTo>
                  <a:cubicBezTo>
                    <a:pt x="3262" y="589"/>
                    <a:pt x="3262" y="1"/>
                    <a:pt x="2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0" name="Google Shape;13840;p89"/>
            <p:cNvSpPr/>
            <p:nvPr/>
          </p:nvSpPr>
          <p:spPr>
            <a:xfrm>
              <a:off x="4169225" y="2745750"/>
              <a:ext cx="16225" cy="13850"/>
            </a:xfrm>
            <a:custGeom>
              <a:rect b="b" l="l" r="r" t="t"/>
              <a:pathLst>
                <a:path extrusionOk="0" h="554" w="649">
                  <a:moveTo>
                    <a:pt x="371" y="1"/>
                  </a:moveTo>
                  <a:cubicBezTo>
                    <a:pt x="124" y="1"/>
                    <a:pt x="0" y="310"/>
                    <a:pt x="185" y="464"/>
                  </a:cubicBezTo>
                  <a:cubicBezTo>
                    <a:pt x="247" y="526"/>
                    <a:pt x="319" y="553"/>
                    <a:pt x="388" y="553"/>
                  </a:cubicBezTo>
                  <a:cubicBezTo>
                    <a:pt x="525" y="553"/>
                    <a:pt x="648" y="443"/>
                    <a:pt x="648" y="279"/>
                  </a:cubicBezTo>
                  <a:cubicBezTo>
                    <a:pt x="648" y="124"/>
                    <a:pt x="525" y="1"/>
                    <a:pt x="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41" name="Google Shape;13841;p89"/>
          <p:cNvGrpSpPr/>
          <p:nvPr/>
        </p:nvGrpSpPr>
        <p:grpSpPr>
          <a:xfrm>
            <a:off x="3305713" y="2329144"/>
            <a:ext cx="227650" cy="363450"/>
            <a:chOff x="6311025" y="3602925"/>
            <a:chExt cx="227650" cy="363450"/>
          </a:xfrm>
        </p:grpSpPr>
        <p:sp>
          <p:nvSpPr>
            <p:cNvPr id="13842" name="Google Shape;13842;p89"/>
            <p:cNvSpPr/>
            <p:nvPr/>
          </p:nvSpPr>
          <p:spPr>
            <a:xfrm>
              <a:off x="6415200" y="3906925"/>
              <a:ext cx="16225" cy="14575"/>
            </a:xfrm>
            <a:custGeom>
              <a:rect b="b" l="l" r="r" t="t"/>
              <a:pathLst>
                <a:path extrusionOk="0" h="583" w="649">
                  <a:moveTo>
                    <a:pt x="370" y="1"/>
                  </a:moveTo>
                  <a:cubicBezTo>
                    <a:pt x="124" y="1"/>
                    <a:pt x="0" y="310"/>
                    <a:pt x="154" y="495"/>
                  </a:cubicBezTo>
                  <a:cubicBezTo>
                    <a:pt x="215" y="555"/>
                    <a:pt x="289" y="583"/>
                    <a:pt x="360" y="583"/>
                  </a:cubicBezTo>
                  <a:cubicBezTo>
                    <a:pt x="508" y="583"/>
                    <a:pt x="648" y="466"/>
                    <a:pt x="648" y="279"/>
                  </a:cubicBezTo>
                  <a:cubicBezTo>
                    <a:pt x="648" y="124"/>
                    <a:pt x="525" y="1"/>
                    <a:pt x="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3" name="Google Shape;13843;p89"/>
            <p:cNvSpPr/>
            <p:nvPr/>
          </p:nvSpPr>
          <p:spPr>
            <a:xfrm>
              <a:off x="6393600" y="3646925"/>
              <a:ext cx="61725" cy="14675"/>
            </a:xfrm>
            <a:custGeom>
              <a:rect b="b" l="l" r="r" t="t"/>
              <a:pathLst>
                <a:path extrusionOk="0" h="587" w="2469">
                  <a:moveTo>
                    <a:pt x="401" y="1"/>
                  </a:moveTo>
                  <a:cubicBezTo>
                    <a:pt x="0" y="1"/>
                    <a:pt x="0" y="587"/>
                    <a:pt x="401" y="587"/>
                  </a:cubicBezTo>
                  <a:lnTo>
                    <a:pt x="2099" y="587"/>
                  </a:lnTo>
                  <a:cubicBezTo>
                    <a:pt x="2469" y="587"/>
                    <a:pt x="2469" y="1"/>
                    <a:pt x="2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4" name="Google Shape;13844;p89"/>
            <p:cNvSpPr/>
            <p:nvPr/>
          </p:nvSpPr>
          <p:spPr>
            <a:xfrm>
              <a:off x="6311025" y="3602925"/>
              <a:ext cx="227650" cy="362675"/>
            </a:xfrm>
            <a:custGeom>
              <a:rect b="b" l="l" r="r" t="t"/>
              <a:pathLst>
                <a:path extrusionOk="0" h="14507" w="9106">
                  <a:moveTo>
                    <a:pt x="7099" y="557"/>
                  </a:moveTo>
                  <a:cubicBezTo>
                    <a:pt x="7408" y="557"/>
                    <a:pt x="7655" y="804"/>
                    <a:pt x="7655" y="1112"/>
                  </a:cubicBezTo>
                  <a:lnTo>
                    <a:pt x="7655" y="3551"/>
                  </a:lnTo>
                  <a:lnTo>
                    <a:pt x="1420" y="3551"/>
                  </a:lnTo>
                  <a:lnTo>
                    <a:pt x="1420" y="1112"/>
                  </a:lnTo>
                  <a:cubicBezTo>
                    <a:pt x="1420" y="804"/>
                    <a:pt x="1667" y="557"/>
                    <a:pt x="1976" y="557"/>
                  </a:cubicBezTo>
                  <a:close/>
                  <a:moveTo>
                    <a:pt x="6821" y="4137"/>
                  </a:moveTo>
                  <a:lnTo>
                    <a:pt x="6821" y="5279"/>
                  </a:lnTo>
                  <a:lnTo>
                    <a:pt x="556" y="5279"/>
                  </a:lnTo>
                  <a:lnTo>
                    <a:pt x="556" y="4415"/>
                  </a:lnTo>
                  <a:cubicBezTo>
                    <a:pt x="556" y="4260"/>
                    <a:pt x="680" y="4137"/>
                    <a:pt x="865" y="4137"/>
                  </a:cubicBezTo>
                  <a:close/>
                  <a:moveTo>
                    <a:pt x="8241" y="4137"/>
                  </a:moveTo>
                  <a:cubicBezTo>
                    <a:pt x="8395" y="4137"/>
                    <a:pt x="8519" y="4260"/>
                    <a:pt x="8519" y="4415"/>
                  </a:cubicBezTo>
                  <a:lnTo>
                    <a:pt x="8519" y="5279"/>
                  </a:lnTo>
                  <a:lnTo>
                    <a:pt x="7377" y="5279"/>
                  </a:lnTo>
                  <a:lnTo>
                    <a:pt x="7377" y="4137"/>
                  </a:lnTo>
                  <a:close/>
                  <a:moveTo>
                    <a:pt x="8519" y="5834"/>
                  </a:moveTo>
                  <a:lnTo>
                    <a:pt x="8519" y="10093"/>
                  </a:lnTo>
                  <a:cubicBezTo>
                    <a:pt x="8519" y="10248"/>
                    <a:pt x="8395" y="10371"/>
                    <a:pt x="8241" y="10371"/>
                  </a:cubicBezTo>
                  <a:lnTo>
                    <a:pt x="865" y="10371"/>
                  </a:lnTo>
                  <a:cubicBezTo>
                    <a:pt x="680" y="10371"/>
                    <a:pt x="556" y="10248"/>
                    <a:pt x="556" y="10093"/>
                  </a:cubicBezTo>
                  <a:lnTo>
                    <a:pt x="556" y="5834"/>
                  </a:lnTo>
                  <a:close/>
                  <a:moveTo>
                    <a:pt x="1924" y="0"/>
                  </a:moveTo>
                  <a:cubicBezTo>
                    <a:pt x="1330" y="0"/>
                    <a:pt x="834" y="513"/>
                    <a:pt x="834" y="1112"/>
                  </a:cubicBezTo>
                  <a:lnTo>
                    <a:pt x="865" y="1112"/>
                  </a:lnTo>
                  <a:lnTo>
                    <a:pt x="865" y="3551"/>
                  </a:lnTo>
                  <a:cubicBezTo>
                    <a:pt x="371" y="3551"/>
                    <a:pt x="1" y="3952"/>
                    <a:pt x="1" y="4415"/>
                  </a:cubicBezTo>
                  <a:lnTo>
                    <a:pt x="1" y="10093"/>
                  </a:lnTo>
                  <a:cubicBezTo>
                    <a:pt x="1" y="10556"/>
                    <a:pt x="371" y="10927"/>
                    <a:pt x="865" y="10957"/>
                  </a:cubicBezTo>
                  <a:lnTo>
                    <a:pt x="865" y="13395"/>
                  </a:lnTo>
                  <a:cubicBezTo>
                    <a:pt x="865" y="14013"/>
                    <a:pt x="1390" y="14506"/>
                    <a:pt x="2007" y="14506"/>
                  </a:cubicBezTo>
                  <a:lnTo>
                    <a:pt x="3272" y="14506"/>
                  </a:lnTo>
                  <a:cubicBezTo>
                    <a:pt x="3426" y="14506"/>
                    <a:pt x="3581" y="14383"/>
                    <a:pt x="3550" y="14229"/>
                  </a:cubicBezTo>
                  <a:cubicBezTo>
                    <a:pt x="3550" y="14074"/>
                    <a:pt x="3426" y="13951"/>
                    <a:pt x="3272" y="13951"/>
                  </a:cubicBezTo>
                  <a:lnTo>
                    <a:pt x="2007" y="13951"/>
                  </a:lnTo>
                  <a:cubicBezTo>
                    <a:pt x="1698" y="13951"/>
                    <a:pt x="1420" y="13704"/>
                    <a:pt x="1420" y="13395"/>
                  </a:cubicBezTo>
                  <a:lnTo>
                    <a:pt x="1420" y="10957"/>
                  </a:lnTo>
                  <a:lnTo>
                    <a:pt x="7685" y="10957"/>
                  </a:lnTo>
                  <a:lnTo>
                    <a:pt x="7685" y="13395"/>
                  </a:lnTo>
                  <a:cubicBezTo>
                    <a:pt x="7685" y="13704"/>
                    <a:pt x="7439" y="13951"/>
                    <a:pt x="7130" y="13951"/>
                  </a:cubicBezTo>
                  <a:lnTo>
                    <a:pt x="5834" y="13951"/>
                  </a:lnTo>
                  <a:cubicBezTo>
                    <a:pt x="5679" y="13951"/>
                    <a:pt x="5556" y="14074"/>
                    <a:pt x="5556" y="14229"/>
                  </a:cubicBezTo>
                  <a:cubicBezTo>
                    <a:pt x="5556" y="14383"/>
                    <a:pt x="5679" y="14506"/>
                    <a:pt x="5834" y="14506"/>
                  </a:cubicBezTo>
                  <a:lnTo>
                    <a:pt x="7130" y="14506"/>
                  </a:lnTo>
                  <a:cubicBezTo>
                    <a:pt x="7747" y="14506"/>
                    <a:pt x="8241" y="14013"/>
                    <a:pt x="8241" y="13395"/>
                  </a:cubicBezTo>
                  <a:lnTo>
                    <a:pt x="8241" y="10957"/>
                  </a:lnTo>
                  <a:cubicBezTo>
                    <a:pt x="8735" y="10957"/>
                    <a:pt x="9105" y="10556"/>
                    <a:pt x="9105" y="10093"/>
                  </a:cubicBezTo>
                  <a:lnTo>
                    <a:pt x="9105" y="4415"/>
                  </a:lnTo>
                  <a:cubicBezTo>
                    <a:pt x="9105" y="3952"/>
                    <a:pt x="8735" y="3551"/>
                    <a:pt x="8241" y="3551"/>
                  </a:cubicBezTo>
                  <a:lnTo>
                    <a:pt x="8241" y="1112"/>
                  </a:lnTo>
                  <a:cubicBezTo>
                    <a:pt x="8241" y="495"/>
                    <a:pt x="7747" y="1"/>
                    <a:pt x="7130" y="1"/>
                  </a:cubicBezTo>
                  <a:lnTo>
                    <a:pt x="1976" y="1"/>
                  </a:lnTo>
                  <a:cubicBezTo>
                    <a:pt x="1959" y="1"/>
                    <a:pt x="1941"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5" name="Google Shape;13845;p89"/>
            <p:cNvSpPr/>
            <p:nvPr/>
          </p:nvSpPr>
          <p:spPr>
            <a:xfrm>
              <a:off x="6350800" y="3777225"/>
              <a:ext cx="146200" cy="14100"/>
            </a:xfrm>
            <a:custGeom>
              <a:rect b="b" l="l" r="r" t="t"/>
              <a:pathLst>
                <a:path extrusionOk="0" h="564" w="5848">
                  <a:moveTo>
                    <a:pt x="335" y="0"/>
                  </a:moveTo>
                  <a:cubicBezTo>
                    <a:pt x="0" y="0"/>
                    <a:pt x="0" y="564"/>
                    <a:pt x="335" y="564"/>
                  </a:cubicBezTo>
                  <a:cubicBezTo>
                    <a:pt x="351" y="564"/>
                    <a:pt x="367" y="562"/>
                    <a:pt x="385" y="560"/>
                  </a:cubicBezTo>
                  <a:lnTo>
                    <a:pt x="5508" y="560"/>
                  </a:lnTo>
                  <a:cubicBezTo>
                    <a:pt x="5848" y="529"/>
                    <a:pt x="5848" y="35"/>
                    <a:pt x="5508" y="4"/>
                  </a:cubicBezTo>
                  <a:lnTo>
                    <a:pt x="385" y="4"/>
                  </a:lnTo>
                  <a:cubicBezTo>
                    <a:pt x="367" y="2"/>
                    <a:pt x="351" y="0"/>
                    <a:pt x="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6" name="Google Shape;13846;p89"/>
            <p:cNvSpPr/>
            <p:nvPr/>
          </p:nvSpPr>
          <p:spPr>
            <a:xfrm>
              <a:off x="6350800" y="3819650"/>
              <a:ext cx="146200" cy="14125"/>
            </a:xfrm>
            <a:custGeom>
              <a:rect b="b" l="l" r="r" t="t"/>
              <a:pathLst>
                <a:path extrusionOk="0" h="565" w="5848">
                  <a:moveTo>
                    <a:pt x="335" y="1"/>
                  </a:moveTo>
                  <a:cubicBezTo>
                    <a:pt x="0" y="1"/>
                    <a:pt x="0" y="564"/>
                    <a:pt x="335" y="564"/>
                  </a:cubicBezTo>
                  <a:cubicBezTo>
                    <a:pt x="351" y="564"/>
                    <a:pt x="367" y="563"/>
                    <a:pt x="385" y="560"/>
                  </a:cubicBezTo>
                  <a:lnTo>
                    <a:pt x="5508" y="560"/>
                  </a:lnTo>
                  <a:cubicBezTo>
                    <a:pt x="5848" y="529"/>
                    <a:pt x="5848" y="35"/>
                    <a:pt x="5508" y="5"/>
                  </a:cubicBezTo>
                  <a:lnTo>
                    <a:pt x="385" y="5"/>
                  </a:lnTo>
                  <a:cubicBezTo>
                    <a:pt x="367" y="2"/>
                    <a:pt x="351" y="1"/>
                    <a:pt x="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7" name="Google Shape;13847;p89"/>
            <p:cNvSpPr/>
            <p:nvPr/>
          </p:nvSpPr>
          <p:spPr>
            <a:xfrm>
              <a:off x="6415200" y="3951675"/>
              <a:ext cx="19300" cy="14700"/>
            </a:xfrm>
            <a:custGeom>
              <a:rect b="b" l="l" r="r" t="t"/>
              <a:pathLst>
                <a:path extrusionOk="0" h="588" w="772">
                  <a:moveTo>
                    <a:pt x="386" y="1"/>
                  </a:moveTo>
                  <a:cubicBezTo>
                    <a:pt x="316" y="1"/>
                    <a:pt x="247" y="32"/>
                    <a:pt x="185" y="94"/>
                  </a:cubicBezTo>
                  <a:cubicBezTo>
                    <a:pt x="0" y="248"/>
                    <a:pt x="124" y="587"/>
                    <a:pt x="370" y="587"/>
                  </a:cubicBezTo>
                  <a:cubicBezTo>
                    <a:pt x="648" y="587"/>
                    <a:pt x="772" y="248"/>
                    <a:pt x="587" y="94"/>
                  </a:cubicBezTo>
                  <a:cubicBezTo>
                    <a:pt x="525" y="32"/>
                    <a:pt x="455" y="1"/>
                    <a:pt x="3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48" name="Google Shape;13848;p89"/>
          <p:cNvGrpSpPr/>
          <p:nvPr/>
        </p:nvGrpSpPr>
        <p:grpSpPr>
          <a:xfrm>
            <a:off x="2457875" y="2329156"/>
            <a:ext cx="362650" cy="363425"/>
            <a:chOff x="3247225" y="2485750"/>
            <a:chExt cx="362650" cy="363425"/>
          </a:xfrm>
        </p:grpSpPr>
        <p:sp>
          <p:nvSpPr>
            <p:cNvPr id="13849" name="Google Shape;13849;p89"/>
            <p:cNvSpPr/>
            <p:nvPr/>
          </p:nvSpPr>
          <p:spPr>
            <a:xfrm>
              <a:off x="3247225" y="2485750"/>
              <a:ext cx="98775" cy="99550"/>
            </a:xfrm>
            <a:custGeom>
              <a:rect b="b" l="l" r="r" t="t"/>
              <a:pathLst>
                <a:path extrusionOk="0" h="3982" w="3951">
                  <a:moveTo>
                    <a:pt x="3117" y="556"/>
                  </a:moveTo>
                  <a:cubicBezTo>
                    <a:pt x="3272" y="556"/>
                    <a:pt x="3395" y="710"/>
                    <a:pt x="3395" y="865"/>
                  </a:cubicBezTo>
                  <a:lnTo>
                    <a:pt x="3395" y="3118"/>
                  </a:lnTo>
                  <a:cubicBezTo>
                    <a:pt x="3395" y="3272"/>
                    <a:pt x="3272" y="3395"/>
                    <a:pt x="3117" y="3395"/>
                  </a:cubicBezTo>
                  <a:lnTo>
                    <a:pt x="864" y="3395"/>
                  </a:lnTo>
                  <a:cubicBezTo>
                    <a:pt x="710" y="3395"/>
                    <a:pt x="556" y="3272"/>
                    <a:pt x="587" y="3118"/>
                  </a:cubicBezTo>
                  <a:lnTo>
                    <a:pt x="587" y="865"/>
                  </a:lnTo>
                  <a:cubicBezTo>
                    <a:pt x="556" y="710"/>
                    <a:pt x="710" y="556"/>
                    <a:pt x="864" y="556"/>
                  </a:cubicBezTo>
                  <a:close/>
                  <a:moveTo>
                    <a:pt x="834" y="1"/>
                  </a:moveTo>
                  <a:cubicBezTo>
                    <a:pt x="371" y="1"/>
                    <a:pt x="0" y="371"/>
                    <a:pt x="0" y="865"/>
                  </a:cubicBezTo>
                  <a:lnTo>
                    <a:pt x="0" y="3118"/>
                  </a:lnTo>
                  <a:cubicBezTo>
                    <a:pt x="0" y="3581"/>
                    <a:pt x="371" y="3982"/>
                    <a:pt x="834" y="3982"/>
                  </a:cubicBezTo>
                  <a:lnTo>
                    <a:pt x="3117" y="3982"/>
                  </a:lnTo>
                  <a:cubicBezTo>
                    <a:pt x="3580" y="3982"/>
                    <a:pt x="3951" y="3581"/>
                    <a:pt x="3951" y="3118"/>
                  </a:cubicBezTo>
                  <a:lnTo>
                    <a:pt x="3951" y="865"/>
                  </a:lnTo>
                  <a:cubicBezTo>
                    <a:pt x="3951" y="371"/>
                    <a:pt x="3580" y="1"/>
                    <a:pt x="31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0" name="Google Shape;13850;p89"/>
            <p:cNvSpPr/>
            <p:nvPr/>
          </p:nvSpPr>
          <p:spPr>
            <a:xfrm>
              <a:off x="3379150" y="2485750"/>
              <a:ext cx="98800" cy="99550"/>
            </a:xfrm>
            <a:custGeom>
              <a:rect b="b" l="l" r="r" t="t"/>
              <a:pathLst>
                <a:path extrusionOk="0" h="3982" w="3952">
                  <a:moveTo>
                    <a:pt x="3118" y="556"/>
                  </a:moveTo>
                  <a:cubicBezTo>
                    <a:pt x="3272" y="556"/>
                    <a:pt x="3396" y="710"/>
                    <a:pt x="3396" y="865"/>
                  </a:cubicBezTo>
                  <a:lnTo>
                    <a:pt x="3396" y="3118"/>
                  </a:lnTo>
                  <a:cubicBezTo>
                    <a:pt x="3396" y="3272"/>
                    <a:pt x="3272" y="3395"/>
                    <a:pt x="3118" y="3395"/>
                  </a:cubicBezTo>
                  <a:lnTo>
                    <a:pt x="834" y="3395"/>
                  </a:lnTo>
                  <a:cubicBezTo>
                    <a:pt x="680" y="3395"/>
                    <a:pt x="556" y="3272"/>
                    <a:pt x="556" y="3118"/>
                  </a:cubicBezTo>
                  <a:lnTo>
                    <a:pt x="556" y="865"/>
                  </a:lnTo>
                  <a:cubicBezTo>
                    <a:pt x="556" y="710"/>
                    <a:pt x="680" y="556"/>
                    <a:pt x="834" y="556"/>
                  </a:cubicBezTo>
                  <a:close/>
                  <a:moveTo>
                    <a:pt x="834" y="1"/>
                  </a:moveTo>
                  <a:cubicBezTo>
                    <a:pt x="371" y="1"/>
                    <a:pt x="1" y="371"/>
                    <a:pt x="1" y="865"/>
                  </a:cubicBezTo>
                  <a:lnTo>
                    <a:pt x="1" y="3118"/>
                  </a:lnTo>
                  <a:cubicBezTo>
                    <a:pt x="1" y="3581"/>
                    <a:pt x="371" y="3982"/>
                    <a:pt x="834" y="3982"/>
                  </a:cubicBezTo>
                  <a:lnTo>
                    <a:pt x="3118" y="3982"/>
                  </a:lnTo>
                  <a:cubicBezTo>
                    <a:pt x="3581" y="3982"/>
                    <a:pt x="3951" y="3581"/>
                    <a:pt x="3951" y="3118"/>
                  </a:cubicBezTo>
                  <a:lnTo>
                    <a:pt x="3951" y="865"/>
                  </a:lnTo>
                  <a:cubicBezTo>
                    <a:pt x="3951" y="371"/>
                    <a:pt x="3581" y="1"/>
                    <a:pt x="31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1" name="Google Shape;13851;p89"/>
            <p:cNvSpPr/>
            <p:nvPr/>
          </p:nvSpPr>
          <p:spPr>
            <a:xfrm>
              <a:off x="3511100" y="2485750"/>
              <a:ext cx="98775" cy="99550"/>
            </a:xfrm>
            <a:custGeom>
              <a:rect b="b" l="l" r="r" t="t"/>
              <a:pathLst>
                <a:path extrusionOk="0" h="3982" w="3951">
                  <a:moveTo>
                    <a:pt x="3117" y="556"/>
                  </a:moveTo>
                  <a:cubicBezTo>
                    <a:pt x="3271" y="556"/>
                    <a:pt x="3395" y="710"/>
                    <a:pt x="3395" y="865"/>
                  </a:cubicBezTo>
                  <a:lnTo>
                    <a:pt x="3395" y="3118"/>
                  </a:lnTo>
                  <a:cubicBezTo>
                    <a:pt x="3395" y="3272"/>
                    <a:pt x="3271" y="3395"/>
                    <a:pt x="3117" y="3395"/>
                  </a:cubicBezTo>
                  <a:lnTo>
                    <a:pt x="833" y="3395"/>
                  </a:lnTo>
                  <a:cubicBezTo>
                    <a:pt x="679" y="3395"/>
                    <a:pt x="556" y="3272"/>
                    <a:pt x="556" y="3118"/>
                  </a:cubicBezTo>
                  <a:lnTo>
                    <a:pt x="556" y="865"/>
                  </a:lnTo>
                  <a:cubicBezTo>
                    <a:pt x="556" y="710"/>
                    <a:pt x="679" y="556"/>
                    <a:pt x="833" y="556"/>
                  </a:cubicBezTo>
                  <a:close/>
                  <a:moveTo>
                    <a:pt x="833" y="1"/>
                  </a:moveTo>
                  <a:cubicBezTo>
                    <a:pt x="370" y="1"/>
                    <a:pt x="0" y="371"/>
                    <a:pt x="0" y="865"/>
                  </a:cubicBezTo>
                  <a:lnTo>
                    <a:pt x="0" y="3118"/>
                  </a:lnTo>
                  <a:cubicBezTo>
                    <a:pt x="0" y="3581"/>
                    <a:pt x="370" y="3982"/>
                    <a:pt x="833" y="3982"/>
                  </a:cubicBezTo>
                  <a:lnTo>
                    <a:pt x="3117" y="3982"/>
                  </a:lnTo>
                  <a:cubicBezTo>
                    <a:pt x="3580" y="3982"/>
                    <a:pt x="3950" y="3581"/>
                    <a:pt x="3950" y="3118"/>
                  </a:cubicBezTo>
                  <a:lnTo>
                    <a:pt x="3950" y="865"/>
                  </a:lnTo>
                  <a:cubicBezTo>
                    <a:pt x="3950" y="371"/>
                    <a:pt x="3580" y="1"/>
                    <a:pt x="31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2" name="Google Shape;13852;p89"/>
            <p:cNvSpPr/>
            <p:nvPr/>
          </p:nvSpPr>
          <p:spPr>
            <a:xfrm>
              <a:off x="3511100" y="2617675"/>
              <a:ext cx="98775" cy="99575"/>
            </a:xfrm>
            <a:custGeom>
              <a:rect b="b" l="l" r="r" t="t"/>
              <a:pathLst>
                <a:path extrusionOk="0" h="3983" w="3951">
                  <a:moveTo>
                    <a:pt x="3117" y="556"/>
                  </a:moveTo>
                  <a:cubicBezTo>
                    <a:pt x="3271" y="556"/>
                    <a:pt x="3395" y="711"/>
                    <a:pt x="3395" y="865"/>
                  </a:cubicBezTo>
                  <a:lnTo>
                    <a:pt x="3395" y="3118"/>
                  </a:lnTo>
                  <a:cubicBezTo>
                    <a:pt x="3395" y="3272"/>
                    <a:pt x="3271" y="3396"/>
                    <a:pt x="3117" y="3396"/>
                  </a:cubicBezTo>
                  <a:lnTo>
                    <a:pt x="833" y="3396"/>
                  </a:lnTo>
                  <a:cubicBezTo>
                    <a:pt x="679" y="3396"/>
                    <a:pt x="556" y="3272"/>
                    <a:pt x="556" y="3118"/>
                  </a:cubicBezTo>
                  <a:lnTo>
                    <a:pt x="556" y="865"/>
                  </a:lnTo>
                  <a:cubicBezTo>
                    <a:pt x="556" y="711"/>
                    <a:pt x="679" y="556"/>
                    <a:pt x="833" y="556"/>
                  </a:cubicBezTo>
                  <a:close/>
                  <a:moveTo>
                    <a:pt x="833" y="1"/>
                  </a:moveTo>
                  <a:cubicBezTo>
                    <a:pt x="370" y="1"/>
                    <a:pt x="0" y="371"/>
                    <a:pt x="0" y="865"/>
                  </a:cubicBezTo>
                  <a:lnTo>
                    <a:pt x="0" y="3118"/>
                  </a:lnTo>
                  <a:cubicBezTo>
                    <a:pt x="0" y="3581"/>
                    <a:pt x="370" y="3982"/>
                    <a:pt x="833" y="3982"/>
                  </a:cubicBezTo>
                  <a:lnTo>
                    <a:pt x="3117" y="3982"/>
                  </a:lnTo>
                  <a:cubicBezTo>
                    <a:pt x="3580" y="3982"/>
                    <a:pt x="3950" y="3581"/>
                    <a:pt x="3950" y="3118"/>
                  </a:cubicBezTo>
                  <a:lnTo>
                    <a:pt x="3950" y="865"/>
                  </a:lnTo>
                  <a:cubicBezTo>
                    <a:pt x="3950" y="371"/>
                    <a:pt x="3580" y="1"/>
                    <a:pt x="31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3" name="Google Shape;13853;p89"/>
            <p:cNvSpPr/>
            <p:nvPr/>
          </p:nvSpPr>
          <p:spPr>
            <a:xfrm>
              <a:off x="3247225" y="2617675"/>
              <a:ext cx="98775" cy="99575"/>
            </a:xfrm>
            <a:custGeom>
              <a:rect b="b" l="l" r="r" t="t"/>
              <a:pathLst>
                <a:path extrusionOk="0" h="3983" w="3951">
                  <a:moveTo>
                    <a:pt x="3117" y="556"/>
                  </a:moveTo>
                  <a:cubicBezTo>
                    <a:pt x="3272" y="556"/>
                    <a:pt x="3395" y="711"/>
                    <a:pt x="3395" y="865"/>
                  </a:cubicBezTo>
                  <a:lnTo>
                    <a:pt x="3395" y="3118"/>
                  </a:lnTo>
                  <a:cubicBezTo>
                    <a:pt x="3395" y="3272"/>
                    <a:pt x="3272" y="3396"/>
                    <a:pt x="3117" y="3396"/>
                  </a:cubicBezTo>
                  <a:lnTo>
                    <a:pt x="864" y="3396"/>
                  </a:lnTo>
                  <a:cubicBezTo>
                    <a:pt x="710" y="3396"/>
                    <a:pt x="587" y="3272"/>
                    <a:pt x="587" y="3118"/>
                  </a:cubicBezTo>
                  <a:lnTo>
                    <a:pt x="587" y="865"/>
                  </a:lnTo>
                  <a:cubicBezTo>
                    <a:pt x="556" y="711"/>
                    <a:pt x="710" y="556"/>
                    <a:pt x="864" y="556"/>
                  </a:cubicBezTo>
                  <a:close/>
                  <a:moveTo>
                    <a:pt x="834" y="1"/>
                  </a:moveTo>
                  <a:cubicBezTo>
                    <a:pt x="371" y="1"/>
                    <a:pt x="0" y="371"/>
                    <a:pt x="0" y="865"/>
                  </a:cubicBezTo>
                  <a:lnTo>
                    <a:pt x="0" y="3118"/>
                  </a:lnTo>
                  <a:cubicBezTo>
                    <a:pt x="0" y="3581"/>
                    <a:pt x="371" y="3982"/>
                    <a:pt x="834" y="3982"/>
                  </a:cubicBezTo>
                  <a:lnTo>
                    <a:pt x="3117" y="3982"/>
                  </a:lnTo>
                  <a:cubicBezTo>
                    <a:pt x="3580" y="3982"/>
                    <a:pt x="3951" y="3581"/>
                    <a:pt x="3951" y="3118"/>
                  </a:cubicBezTo>
                  <a:lnTo>
                    <a:pt x="3951" y="865"/>
                  </a:lnTo>
                  <a:cubicBezTo>
                    <a:pt x="3951" y="371"/>
                    <a:pt x="3580" y="1"/>
                    <a:pt x="31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4" name="Google Shape;13854;p89"/>
            <p:cNvSpPr/>
            <p:nvPr/>
          </p:nvSpPr>
          <p:spPr>
            <a:xfrm>
              <a:off x="3247225" y="2749625"/>
              <a:ext cx="98775" cy="99550"/>
            </a:xfrm>
            <a:custGeom>
              <a:rect b="b" l="l" r="r" t="t"/>
              <a:pathLst>
                <a:path extrusionOk="0" h="3982" w="3951">
                  <a:moveTo>
                    <a:pt x="3157" y="583"/>
                  </a:moveTo>
                  <a:cubicBezTo>
                    <a:pt x="3292" y="583"/>
                    <a:pt x="3395" y="724"/>
                    <a:pt x="3395" y="864"/>
                  </a:cubicBezTo>
                  <a:lnTo>
                    <a:pt x="3395" y="3117"/>
                  </a:lnTo>
                  <a:cubicBezTo>
                    <a:pt x="3395" y="3272"/>
                    <a:pt x="3272" y="3395"/>
                    <a:pt x="3117" y="3426"/>
                  </a:cubicBezTo>
                  <a:lnTo>
                    <a:pt x="834" y="3426"/>
                  </a:lnTo>
                  <a:cubicBezTo>
                    <a:pt x="679" y="3395"/>
                    <a:pt x="556" y="3272"/>
                    <a:pt x="556" y="3117"/>
                  </a:cubicBezTo>
                  <a:lnTo>
                    <a:pt x="556" y="864"/>
                  </a:lnTo>
                  <a:cubicBezTo>
                    <a:pt x="556" y="710"/>
                    <a:pt x="679" y="587"/>
                    <a:pt x="834" y="587"/>
                  </a:cubicBezTo>
                  <a:lnTo>
                    <a:pt x="3117" y="587"/>
                  </a:lnTo>
                  <a:cubicBezTo>
                    <a:pt x="3131" y="584"/>
                    <a:pt x="3144" y="583"/>
                    <a:pt x="3157" y="583"/>
                  </a:cubicBezTo>
                  <a:close/>
                  <a:moveTo>
                    <a:pt x="834" y="0"/>
                  </a:moveTo>
                  <a:cubicBezTo>
                    <a:pt x="371" y="0"/>
                    <a:pt x="0" y="371"/>
                    <a:pt x="0" y="864"/>
                  </a:cubicBezTo>
                  <a:lnTo>
                    <a:pt x="0" y="3117"/>
                  </a:lnTo>
                  <a:cubicBezTo>
                    <a:pt x="0" y="3611"/>
                    <a:pt x="371" y="3981"/>
                    <a:pt x="834" y="3981"/>
                  </a:cubicBezTo>
                  <a:lnTo>
                    <a:pt x="3117" y="3981"/>
                  </a:lnTo>
                  <a:cubicBezTo>
                    <a:pt x="3580" y="3981"/>
                    <a:pt x="3951" y="3580"/>
                    <a:pt x="3951" y="3117"/>
                  </a:cubicBezTo>
                  <a:lnTo>
                    <a:pt x="3951" y="864"/>
                  </a:lnTo>
                  <a:cubicBezTo>
                    <a:pt x="3951" y="371"/>
                    <a:pt x="3580" y="0"/>
                    <a:pt x="31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5" name="Google Shape;13855;p89"/>
            <p:cNvSpPr/>
            <p:nvPr/>
          </p:nvSpPr>
          <p:spPr>
            <a:xfrm>
              <a:off x="3379150" y="2749625"/>
              <a:ext cx="98800" cy="99550"/>
            </a:xfrm>
            <a:custGeom>
              <a:rect b="b" l="l" r="r" t="t"/>
              <a:pathLst>
                <a:path extrusionOk="0" h="3982" w="3952">
                  <a:moveTo>
                    <a:pt x="3157" y="583"/>
                  </a:moveTo>
                  <a:cubicBezTo>
                    <a:pt x="3293" y="583"/>
                    <a:pt x="3396" y="724"/>
                    <a:pt x="3396" y="864"/>
                  </a:cubicBezTo>
                  <a:lnTo>
                    <a:pt x="3396" y="3117"/>
                  </a:lnTo>
                  <a:cubicBezTo>
                    <a:pt x="3396" y="3272"/>
                    <a:pt x="3272" y="3426"/>
                    <a:pt x="3118" y="3426"/>
                  </a:cubicBezTo>
                  <a:lnTo>
                    <a:pt x="834" y="3426"/>
                  </a:lnTo>
                  <a:cubicBezTo>
                    <a:pt x="680" y="3395"/>
                    <a:pt x="556" y="3272"/>
                    <a:pt x="556" y="3117"/>
                  </a:cubicBezTo>
                  <a:lnTo>
                    <a:pt x="556" y="864"/>
                  </a:lnTo>
                  <a:cubicBezTo>
                    <a:pt x="556" y="710"/>
                    <a:pt x="680" y="587"/>
                    <a:pt x="834" y="587"/>
                  </a:cubicBezTo>
                  <a:lnTo>
                    <a:pt x="3118" y="587"/>
                  </a:lnTo>
                  <a:cubicBezTo>
                    <a:pt x="3131" y="584"/>
                    <a:pt x="3144" y="583"/>
                    <a:pt x="3157" y="583"/>
                  </a:cubicBezTo>
                  <a:close/>
                  <a:moveTo>
                    <a:pt x="834" y="0"/>
                  </a:moveTo>
                  <a:cubicBezTo>
                    <a:pt x="371" y="0"/>
                    <a:pt x="1" y="371"/>
                    <a:pt x="1" y="864"/>
                  </a:cubicBezTo>
                  <a:lnTo>
                    <a:pt x="1" y="3117"/>
                  </a:lnTo>
                  <a:cubicBezTo>
                    <a:pt x="1" y="3580"/>
                    <a:pt x="371" y="3981"/>
                    <a:pt x="834" y="3981"/>
                  </a:cubicBezTo>
                  <a:lnTo>
                    <a:pt x="3118" y="3981"/>
                  </a:lnTo>
                  <a:cubicBezTo>
                    <a:pt x="3581" y="3981"/>
                    <a:pt x="3951" y="3611"/>
                    <a:pt x="3951" y="3117"/>
                  </a:cubicBezTo>
                  <a:lnTo>
                    <a:pt x="3951" y="864"/>
                  </a:lnTo>
                  <a:cubicBezTo>
                    <a:pt x="3951" y="371"/>
                    <a:pt x="3581" y="0"/>
                    <a:pt x="31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6" name="Google Shape;13856;p89"/>
            <p:cNvSpPr/>
            <p:nvPr/>
          </p:nvSpPr>
          <p:spPr>
            <a:xfrm>
              <a:off x="3511100" y="2749625"/>
              <a:ext cx="98775" cy="99550"/>
            </a:xfrm>
            <a:custGeom>
              <a:rect b="b" l="l" r="r" t="t"/>
              <a:pathLst>
                <a:path extrusionOk="0" h="3982" w="3951">
                  <a:moveTo>
                    <a:pt x="3157" y="583"/>
                  </a:moveTo>
                  <a:cubicBezTo>
                    <a:pt x="3292" y="583"/>
                    <a:pt x="3395" y="724"/>
                    <a:pt x="3395" y="864"/>
                  </a:cubicBezTo>
                  <a:lnTo>
                    <a:pt x="3395" y="3117"/>
                  </a:lnTo>
                  <a:cubicBezTo>
                    <a:pt x="3395" y="3272"/>
                    <a:pt x="3271" y="3426"/>
                    <a:pt x="3117" y="3426"/>
                  </a:cubicBezTo>
                  <a:lnTo>
                    <a:pt x="833" y="3426"/>
                  </a:lnTo>
                  <a:cubicBezTo>
                    <a:pt x="679" y="3426"/>
                    <a:pt x="556" y="3272"/>
                    <a:pt x="556" y="3117"/>
                  </a:cubicBezTo>
                  <a:lnTo>
                    <a:pt x="556" y="864"/>
                  </a:lnTo>
                  <a:cubicBezTo>
                    <a:pt x="556" y="724"/>
                    <a:pt x="658" y="583"/>
                    <a:pt x="794" y="583"/>
                  </a:cubicBezTo>
                  <a:cubicBezTo>
                    <a:pt x="807" y="583"/>
                    <a:pt x="820" y="584"/>
                    <a:pt x="833" y="587"/>
                  </a:cubicBezTo>
                  <a:lnTo>
                    <a:pt x="3117" y="587"/>
                  </a:lnTo>
                  <a:cubicBezTo>
                    <a:pt x="3131" y="584"/>
                    <a:pt x="3144" y="583"/>
                    <a:pt x="3157" y="583"/>
                  </a:cubicBezTo>
                  <a:close/>
                  <a:moveTo>
                    <a:pt x="833" y="0"/>
                  </a:moveTo>
                  <a:cubicBezTo>
                    <a:pt x="370" y="0"/>
                    <a:pt x="0" y="371"/>
                    <a:pt x="0" y="864"/>
                  </a:cubicBezTo>
                  <a:lnTo>
                    <a:pt x="0" y="3117"/>
                  </a:lnTo>
                  <a:cubicBezTo>
                    <a:pt x="0" y="3611"/>
                    <a:pt x="370" y="3981"/>
                    <a:pt x="833" y="3981"/>
                  </a:cubicBezTo>
                  <a:lnTo>
                    <a:pt x="3117" y="3981"/>
                  </a:lnTo>
                  <a:cubicBezTo>
                    <a:pt x="3580" y="3981"/>
                    <a:pt x="3950" y="3611"/>
                    <a:pt x="3950" y="3117"/>
                  </a:cubicBezTo>
                  <a:lnTo>
                    <a:pt x="3950" y="864"/>
                  </a:lnTo>
                  <a:cubicBezTo>
                    <a:pt x="3950" y="371"/>
                    <a:pt x="3580" y="0"/>
                    <a:pt x="31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7" name="Google Shape;13857;p89"/>
            <p:cNvSpPr/>
            <p:nvPr/>
          </p:nvSpPr>
          <p:spPr>
            <a:xfrm>
              <a:off x="3419600" y="2702800"/>
              <a:ext cx="16675" cy="13900"/>
            </a:xfrm>
            <a:custGeom>
              <a:rect b="b" l="l" r="r" t="t"/>
              <a:pathLst>
                <a:path extrusionOk="0" h="556" w="667">
                  <a:moveTo>
                    <a:pt x="364" y="1"/>
                  </a:moveTo>
                  <a:cubicBezTo>
                    <a:pt x="266" y="1"/>
                    <a:pt x="167" y="48"/>
                    <a:pt x="111" y="145"/>
                  </a:cubicBezTo>
                  <a:cubicBezTo>
                    <a:pt x="1" y="338"/>
                    <a:pt x="137" y="556"/>
                    <a:pt x="343" y="556"/>
                  </a:cubicBezTo>
                  <a:cubicBezTo>
                    <a:pt x="368" y="556"/>
                    <a:pt x="393" y="553"/>
                    <a:pt x="420" y="546"/>
                  </a:cubicBezTo>
                  <a:cubicBezTo>
                    <a:pt x="574" y="515"/>
                    <a:pt x="666" y="361"/>
                    <a:pt x="636" y="207"/>
                  </a:cubicBezTo>
                  <a:cubicBezTo>
                    <a:pt x="602" y="71"/>
                    <a:pt x="484" y="1"/>
                    <a:pt x="3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8" name="Google Shape;13858;p89"/>
            <p:cNvSpPr/>
            <p:nvPr/>
          </p:nvSpPr>
          <p:spPr>
            <a:xfrm>
              <a:off x="3379150" y="2617675"/>
              <a:ext cx="98800" cy="99050"/>
            </a:xfrm>
            <a:custGeom>
              <a:rect b="b" l="l" r="r" t="t"/>
              <a:pathLst>
                <a:path extrusionOk="0" h="3962" w="3952">
                  <a:moveTo>
                    <a:pt x="834" y="1"/>
                  </a:moveTo>
                  <a:cubicBezTo>
                    <a:pt x="371" y="1"/>
                    <a:pt x="1" y="371"/>
                    <a:pt x="1" y="865"/>
                  </a:cubicBezTo>
                  <a:lnTo>
                    <a:pt x="1" y="3118"/>
                  </a:lnTo>
                  <a:cubicBezTo>
                    <a:pt x="1" y="3519"/>
                    <a:pt x="248" y="3859"/>
                    <a:pt x="618" y="3951"/>
                  </a:cubicBezTo>
                  <a:lnTo>
                    <a:pt x="711" y="3951"/>
                  </a:lnTo>
                  <a:cubicBezTo>
                    <a:pt x="1019" y="3920"/>
                    <a:pt x="1081" y="3488"/>
                    <a:pt x="772" y="3396"/>
                  </a:cubicBezTo>
                  <a:cubicBezTo>
                    <a:pt x="649" y="3365"/>
                    <a:pt x="556" y="3241"/>
                    <a:pt x="556" y="3118"/>
                  </a:cubicBezTo>
                  <a:lnTo>
                    <a:pt x="556" y="865"/>
                  </a:lnTo>
                  <a:cubicBezTo>
                    <a:pt x="556" y="711"/>
                    <a:pt x="680" y="556"/>
                    <a:pt x="834" y="556"/>
                  </a:cubicBezTo>
                  <a:lnTo>
                    <a:pt x="3118" y="556"/>
                  </a:lnTo>
                  <a:cubicBezTo>
                    <a:pt x="3272" y="556"/>
                    <a:pt x="3396" y="711"/>
                    <a:pt x="3396" y="865"/>
                  </a:cubicBezTo>
                  <a:lnTo>
                    <a:pt x="3396" y="3118"/>
                  </a:lnTo>
                  <a:cubicBezTo>
                    <a:pt x="3396" y="3241"/>
                    <a:pt x="3303" y="3365"/>
                    <a:pt x="3179" y="3396"/>
                  </a:cubicBezTo>
                  <a:cubicBezTo>
                    <a:pt x="2837" y="3481"/>
                    <a:pt x="2943" y="3962"/>
                    <a:pt x="3253" y="3962"/>
                  </a:cubicBezTo>
                  <a:cubicBezTo>
                    <a:pt x="3278" y="3962"/>
                    <a:pt x="3305" y="3958"/>
                    <a:pt x="3334" y="3951"/>
                  </a:cubicBezTo>
                  <a:cubicBezTo>
                    <a:pt x="3704" y="3859"/>
                    <a:pt x="3951" y="3519"/>
                    <a:pt x="3951" y="3118"/>
                  </a:cubicBezTo>
                  <a:lnTo>
                    <a:pt x="3951" y="865"/>
                  </a:lnTo>
                  <a:cubicBezTo>
                    <a:pt x="3951" y="371"/>
                    <a:pt x="3581" y="1"/>
                    <a:pt x="31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9" name="Google Shape;13859;p89"/>
          <p:cNvGrpSpPr/>
          <p:nvPr/>
        </p:nvGrpSpPr>
        <p:grpSpPr>
          <a:xfrm>
            <a:off x="1715313" y="2329156"/>
            <a:ext cx="363425" cy="363425"/>
            <a:chOff x="2492650" y="2485750"/>
            <a:chExt cx="363425" cy="363425"/>
          </a:xfrm>
        </p:grpSpPr>
        <p:sp>
          <p:nvSpPr>
            <p:cNvPr id="13860" name="Google Shape;13860;p89"/>
            <p:cNvSpPr/>
            <p:nvPr/>
          </p:nvSpPr>
          <p:spPr>
            <a:xfrm>
              <a:off x="2539725" y="2575250"/>
              <a:ext cx="121150" cy="114600"/>
            </a:xfrm>
            <a:custGeom>
              <a:rect b="b" l="l" r="r" t="t"/>
              <a:pathLst>
                <a:path extrusionOk="0" h="4584" w="4846">
                  <a:moveTo>
                    <a:pt x="2407" y="926"/>
                  </a:moveTo>
                  <a:lnTo>
                    <a:pt x="2778" y="1729"/>
                  </a:lnTo>
                  <a:cubicBezTo>
                    <a:pt x="2808" y="1821"/>
                    <a:pt x="2901" y="1883"/>
                    <a:pt x="2994" y="1883"/>
                  </a:cubicBezTo>
                  <a:lnTo>
                    <a:pt x="3889" y="2007"/>
                  </a:lnTo>
                  <a:lnTo>
                    <a:pt x="3240" y="2655"/>
                  </a:lnTo>
                  <a:cubicBezTo>
                    <a:pt x="3179" y="2716"/>
                    <a:pt x="3148" y="2809"/>
                    <a:pt x="3179" y="2902"/>
                  </a:cubicBezTo>
                  <a:lnTo>
                    <a:pt x="3333" y="3797"/>
                  </a:lnTo>
                  <a:lnTo>
                    <a:pt x="2500" y="3364"/>
                  </a:lnTo>
                  <a:cubicBezTo>
                    <a:pt x="2469" y="3364"/>
                    <a:pt x="2438" y="3334"/>
                    <a:pt x="2376" y="3334"/>
                  </a:cubicBezTo>
                  <a:cubicBezTo>
                    <a:pt x="2346" y="3334"/>
                    <a:pt x="2284" y="3364"/>
                    <a:pt x="2253" y="3364"/>
                  </a:cubicBezTo>
                  <a:lnTo>
                    <a:pt x="1481" y="3797"/>
                  </a:lnTo>
                  <a:lnTo>
                    <a:pt x="1636" y="2902"/>
                  </a:lnTo>
                  <a:cubicBezTo>
                    <a:pt x="1667" y="2809"/>
                    <a:pt x="1636" y="2716"/>
                    <a:pt x="1543" y="2655"/>
                  </a:cubicBezTo>
                  <a:lnTo>
                    <a:pt x="895" y="2007"/>
                  </a:lnTo>
                  <a:lnTo>
                    <a:pt x="1790" y="1883"/>
                  </a:lnTo>
                  <a:cubicBezTo>
                    <a:pt x="1883" y="1883"/>
                    <a:pt x="1975" y="1821"/>
                    <a:pt x="2006" y="1729"/>
                  </a:cubicBezTo>
                  <a:lnTo>
                    <a:pt x="2407" y="926"/>
                  </a:lnTo>
                  <a:close/>
                  <a:moveTo>
                    <a:pt x="2407" y="1"/>
                  </a:moveTo>
                  <a:cubicBezTo>
                    <a:pt x="2315" y="1"/>
                    <a:pt x="2191" y="62"/>
                    <a:pt x="2160" y="155"/>
                  </a:cubicBezTo>
                  <a:lnTo>
                    <a:pt x="1574" y="1358"/>
                  </a:lnTo>
                  <a:lnTo>
                    <a:pt x="247" y="1544"/>
                  </a:lnTo>
                  <a:cubicBezTo>
                    <a:pt x="154" y="1544"/>
                    <a:pt x="62" y="1636"/>
                    <a:pt x="31" y="1729"/>
                  </a:cubicBezTo>
                  <a:cubicBezTo>
                    <a:pt x="0" y="1821"/>
                    <a:pt x="0" y="1945"/>
                    <a:pt x="93" y="2037"/>
                  </a:cubicBezTo>
                  <a:lnTo>
                    <a:pt x="1049" y="2963"/>
                  </a:lnTo>
                  <a:lnTo>
                    <a:pt x="833" y="4259"/>
                  </a:lnTo>
                  <a:cubicBezTo>
                    <a:pt x="802" y="4383"/>
                    <a:pt x="833" y="4475"/>
                    <a:pt x="926" y="4537"/>
                  </a:cubicBezTo>
                  <a:cubicBezTo>
                    <a:pt x="972" y="4568"/>
                    <a:pt x="1026" y="4583"/>
                    <a:pt x="1080" y="4583"/>
                  </a:cubicBezTo>
                  <a:cubicBezTo>
                    <a:pt x="1134" y="4583"/>
                    <a:pt x="1188" y="4568"/>
                    <a:pt x="1234" y="4537"/>
                  </a:cubicBezTo>
                  <a:lnTo>
                    <a:pt x="2407" y="3920"/>
                  </a:lnTo>
                  <a:lnTo>
                    <a:pt x="3580" y="4537"/>
                  </a:lnTo>
                  <a:cubicBezTo>
                    <a:pt x="3626" y="4568"/>
                    <a:pt x="3680" y="4583"/>
                    <a:pt x="3734" y="4583"/>
                  </a:cubicBezTo>
                  <a:cubicBezTo>
                    <a:pt x="3788" y="4583"/>
                    <a:pt x="3842" y="4568"/>
                    <a:pt x="3889" y="4537"/>
                  </a:cubicBezTo>
                  <a:cubicBezTo>
                    <a:pt x="3981" y="4475"/>
                    <a:pt x="4012" y="4383"/>
                    <a:pt x="4012" y="4259"/>
                  </a:cubicBezTo>
                  <a:lnTo>
                    <a:pt x="3765" y="2963"/>
                  </a:lnTo>
                  <a:lnTo>
                    <a:pt x="4722" y="2037"/>
                  </a:lnTo>
                  <a:cubicBezTo>
                    <a:pt x="4814" y="1945"/>
                    <a:pt x="4845" y="1821"/>
                    <a:pt x="4814" y="1729"/>
                  </a:cubicBezTo>
                  <a:cubicBezTo>
                    <a:pt x="4753" y="1636"/>
                    <a:pt x="4691" y="1544"/>
                    <a:pt x="4568" y="1544"/>
                  </a:cubicBezTo>
                  <a:lnTo>
                    <a:pt x="3240" y="1358"/>
                  </a:lnTo>
                  <a:lnTo>
                    <a:pt x="2654" y="155"/>
                  </a:lnTo>
                  <a:cubicBezTo>
                    <a:pt x="2623" y="62"/>
                    <a:pt x="2531" y="1"/>
                    <a:pt x="24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1" name="Google Shape;13861;p89"/>
            <p:cNvSpPr/>
            <p:nvPr/>
          </p:nvSpPr>
          <p:spPr>
            <a:xfrm>
              <a:off x="2687850" y="2575250"/>
              <a:ext cx="121150" cy="114600"/>
            </a:xfrm>
            <a:custGeom>
              <a:rect b="b" l="l" r="r" t="t"/>
              <a:pathLst>
                <a:path extrusionOk="0" h="4584" w="4846">
                  <a:moveTo>
                    <a:pt x="2408" y="926"/>
                  </a:moveTo>
                  <a:lnTo>
                    <a:pt x="2809" y="1729"/>
                  </a:lnTo>
                  <a:cubicBezTo>
                    <a:pt x="2840" y="1821"/>
                    <a:pt x="2932" y="1883"/>
                    <a:pt x="3025" y="1883"/>
                  </a:cubicBezTo>
                  <a:lnTo>
                    <a:pt x="3920" y="2007"/>
                  </a:lnTo>
                  <a:lnTo>
                    <a:pt x="3303" y="2655"/>
                  </a:lnTo>
                  <a:cubicBezTo>
                    <a:pt x="3210" y="2716"/>
                    <a:pt x="3179" y="2809"/>
                    <a:pt x="3210" y="2902"/>
                  </a:cubicBezTo>
                  <a:lnTo>
                    <a:pt x="3364" y="3797"/>
                  </a:lnTo>
                  <a:lnTo>
                    <a:pt x="2562" y="3364"/>
                  </a:lnTo>
                  <a:cubicBezTo>
                    <a:pt x="2531" y="3364"/>
                    <a:pt x="2469" y="3334"/>
                    <a:pt x="2439" y="3334"/>
                  </a:cubicBezTo>
                  <a:cubicBezTo>
                    <a:pt x="2377" y="3334"/>
                    <a:pt x="2346" y="3364"/>
                    <a:pt x="2284" y="3364"/>
                  </a:cubicBezTo>
                  <a:lnTo>
                    <a:pt x="1482" y="3797"/>
                  </a:lnTo>
                  <a:lnTo>
                    <a:pt x="1482" y="3797"/>
                  </a:lnTo>
                  <a:lnTo>
                    <a:pt x="1636" y="2902"/>
                  </a:lnTo>
                  <a:cubicBezTo>
                    <a:pt x="1667" y="2809"/>
                    <a:pt x="1636" y="2716"/>
                    <a:pt x="1574" y="2655"/>
                  </a:cubicBezTo>
                  <a:lnTo>
                    <a:pt x="926" y="2007"/>
                  </a:lnTo>
                  <a:lnTo>
                    <a:pt x="1821" y="1883"/>
                  </a:lnTo>
                  <a:cubicBezTo>
                    <a:pt x="1914" y="1883"/>
                    <a:pt x="1976" y="1821"/>
                    <a:pt x="2037" y="1729"/>
                  </a:cubicBezTo>
                  <a:lnTo>
                    <a:pt x="2408" y="926"/>
                  </a:lnTo>
                  <a:close/>
                  <a:moveTo>
                    <a:pt x="2439" y="1"/>
                  </a:moveTo>
                  <a:cubicBezTo>
                    <a:pt x="2315" y="1"/>
                    <a:pt x="2223" y="62"/>
                    <a:pt x="2161" y="155"/>
                  </a:cubicBezTo>
                  <a:lnTo>
                    <a:pt x="1574" y="1358"/>
                  </a:lnTo>
                  <a:lnTo>
                    <a:pt x="278" y="1544"/>
                  </a:lnTo>
                  <a:cubicBezTo>
                    <a:pt x="155" y="1544"/>
                    <a:pt x="62" y="1636"/>
                    <a:pt x="31" y="1729"/>
                  </a:cubicBezTo>
                  <a:cubicBezTo>
                    <a:pt x="0" y="1821"/>
                    <a:pt x="31" y="1945"/>
                    <a:pt x="124" y="2037"/>
                  </a:cubicBezTo>
                  <a:lnTo>
                    <a:pt x="1081" y="2963"/>
                  </a:lnTo>
                  <a:lnTo>
                    <a:pt x="834" y="4259"/>
                  </a:lnTo>
                  <a:cubicBezTo>
                    <a:pt x="834" y="4383"/>
                    <a:pt x="865" y="4475"/>
                    <a:pt x="957" y="4537"/>
                  </a:cubicBezTo>
                  <a:cubicBezTo>
                    <a:pt x="1003" y="4568"/>
                    <a:pt x="1057" y="4583"/>
                    <a:pt x="1112" y="4583"/>
                  </a:cubicBezTo>
                  <a:cubicBezTo>
                    <a:pt x="1166" y="4583"/>
                    <a:pt x="1220" y="4568"/>
                    <a:pt x="1266" y="4537"/>
                  </a:cubicBezTo>
                  <a:lnTo>
                    <a:pt x="2408" y="3920"/>
                  </a:lnTo>
                  <a:lnTo>
                    <a:pt x="3580" y="4537"/>
                  </a:lnTo>
                  <a:cubicBezTo>
                    <a:pt x="3627" y="4568"/>
                    <a:pt x="3681" y="4583"/>
                    <a:pt x="3735" y="4583"/>
                  </a:cubicBezTo>
                  <a:cubicBezTo>
                    <a:pt x="3789" y="4583"/>
                    <a:pt x="3843" y="4568"/>
                    <a:pt x="3889" y="4537"/>
                  </a:cubicBezTo>
                  <a:cubicBezTo>
                    <a:pt x="3982" y="4475"/>
                    <a:pt x="4013" y="4383"/>
                    <a:pt x="4013" y="4259"/>
                  </a:cubicBezTo>
                  <a:lnTo>
                    <a:pt x="3766" y="2963"/>
                  </a:lnTo>
                  <a:lnTo>
                    <a:pt x="4722" y="2037"/>
                  </a:lnTo>
                  <a:cubicBezTo>
                    <a:pt x="4815" y="1945"/>
                    <a:pt x="4846" y="1821"/>
                    <a:pt x="4815" y="1729"/>
                  </a:cubicBezTo>
                  <a:lnTo>
                    <a:pt x="4846" y="1729"/>
                  </a:lnTo>
                  <a:cubicBezTo>
                    <a:pt x="4815" y="1636"/>
                    <a:pt x="4722" y="1544"/>
                    <a:pt x="4599" y="1544"/>
                  </a:cubicBezTo>
                  <a:lnTo>
                    <a:pt x="3272" y="1358"/>
                  </a:lnTo>
                  <a:lnTo>
                    <a:pt x="2685" y="155"/>
                  </a:lnTo>
                  <a:cubicBezTo>
                    <a:pt x="2624" y="62"/>
                    <a:pt x="2531" y="1"/>
                    <a:pt x="24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2" name="Google Shape;13862;p89"/>
            <p:cNvSpPr/>
            <p:nvPr/>
          </p:nvSpPr>
          <p:spPr>
            <a:xfrm>
              <a:off x="2613775" y="2681525"/>
              <a:ext cx="121175" cy="115250"/>
            </a:xfrm>
            <a:custGeom>
              <a:rect b="b" l="l" r="r" t="t"/>
              <a:pathLst>
                <a:path extrusionOk="0" h="4610" w="4847">
                  <a:moveTo>
                    <a:pt x="2408" y="934"/>
                  </a:moveTo>
                  <a:lnTo>
                    <a:pt x="2809" y="1737"/>
                  </a:lnTo>
                  <a:cubicBezTo>
                    <a:pt x="2840" y="1829"/>
                    <a:pt x="2933" y="1891"/>
                    <a:pt x="3025" y="1891"/>
                  </a:cubicBezTo>
                  <a:lnTo>
                    <a:pt x="3920" y="2014"/>
                  </a:lnTo>
                  <a:lnTo>
                    <a:pt x="3272" y="2663"/>
                  </a:lnTo>
                  <a:cubicBezTo>
                    <a:pt x="3180" y="2724"/>
                    <a:pt x="3149" y="2817"/>
                    <a:pt x="3180" y="2909"/>
                  </a:cubicBezTo>
                  <a:lnTo>
                    <a:pt x="3334" y="3804"/>
                  </a:lnTo>
                  <a:lnTo>
                    <a:pt x="2531" y="3372"/>
                  </a:lnTo>
                  <a:cubicBezTo>
                    <a:pt x="2501" y="3372"/>
                    <a:pt x="2439" y="3342"/>
                    <a:pt x="2408" y="3342"/>
                  </a:cubicBezTo>
                  <a:cubicBezTo>
                    <a:pt x="2346" y="3342"/>
                    <a:pt x="2315" y="3372"/>
                    <a:pt x="2254" y="3372"/>
                  </a:cubicBezTo>
                  <a:lnTo>
                    <a:pt x="1451" y="3804"/>
                  </a:lnTo>
                  <a:lnTo>
                    <a:pt x="1606" y="2909"/>
                  </a:lnTo>
                  <a:cubicBezTo>
                    <a:pt x="1636" y="2817"/>
                    <a:pt x="1606" y="2724"/>
                    <a:pt x="1544" y="2663"/>
                  </a:cubicBezTo>
                  <a:lnTo>
                    <a:pt x="927" y="2014"/>
                  </a:lnTo>
                  <a:lnTo>
                    <a:pt x="1822" y="1891"/>
                  </a:lnTo>
                  <a:cubicBezTo>
                    <a:pt x="1914" y="1891"/>
                    <a:pt x="1976" y="1829"/>
                    <a:pt x="2038" y="1737"/>
                  </a:cubicBezTo>
                  <a:lnTo>
                    <a:pt x="2408" y="934"/>
                  </a:lnTo>
                  <a:close/>
                  <a:moveTo>
                    <a:pt x="2423" y="1"/>
                  </a:moveTo>
                  <a:cubicBezTo>
                    <a:pt x="2323" y="1"/>
                    <a:pt x="2223" y="55"/>
                    <a:pt x="2161" y="163"/>
                  </a:cubicBezTo>
                  <a:lnTo>
                    <a:pt x="1575" y="1366"/>
                  </a:lnTo>
                  <a:lnTo>
                    <a:pt x="278" y="1552"/>
                  </a:lnTo>
                  <a:cubicBezTo>
                    <a:pt x="155" y="1582"/>
                    <a:pt x="62" y="1644"/>
                    <a:pt x="32" y="1768"/>
                  </a:cubicBezTo>
                  <a:cubicBezTo>
                    <a:pt x="1" y="1860"/>
                    <a:pt x="32" y="1953"/>
                    <a:pt x="124" y="2045"/>
                  </a:cubicBezTo>
                  <a:lnTo>
                    <a:pt x="1050" y="2971"/>
                  </a:lnTo>
                  <a:lnTo>
                    <a:pt x="834" y="4298"/>
                  </a:lnTo>
                  <a:cubicBezTo>
                    <a:pt x="803" y="4391"/>
                    <a:pt x="865" y="4483"/>
                    <a:pt x="957" y="4576"/>
                  </a:cubicBezTo>
                  <a:lnTo>
                    <a:pt x="957" y="4545"/>
                  </a:lnTo>
                  <a:cubicBezTo>
                    <a:pt x="1015" y="4583"/>
                    <a:pt x="1072" y="4610"/>
                    <a:pt x="1129" y="4610"/>
                  </a:cubicBezTo>
                  <a:cubicBezTo>
                    <a:pt x="1164" y="4610"/>
                    <a:pt x="1200" y="4600"/>
                    <a:pt x="1235" y="4576"/>
                  </a:cubicBezTo>
                  <a:lnTo>
                    <a:pt x="2439" y="3959"/>
                  </a:lnTo>
                  <a:lnTo>
                    <a:pt x="3612" y="4576"/>
                  </a:lnTo>
                  <a:cubicBezTo>
                    <a:pt x="3655" y="4594"/>
                    <a:pt x="3699" y="4603"/>
                    <a:pt x="3742" y="4603"/>
                  </a:cubicBezTo>
                  <a:cubicBezTo>
                    <a:pt x="3914" y="4603"/>
                    <a:pt x="4062" y="4465"/>
                    <a:pt x="4013" y="4267"/>
                  </a:cubicBezTo>
                  <a:lnTo>
                    <a:pt x="3797" y="2971"/>
                  </a:lnTo>
                  <a:lnTo>
                    <a:pt x="4753" y="2045"/>
                  </a:lnTo>
                  <a:cubicBezTo>
                    <a:pt x="4815" y="1953"/>
                    <a:pt x="4846" y="1829"/>
                    <a:pt x="4815" y="1737"/>
                  </a:cubicBezTo>
                  <a:cubicBezTo>
                    <a:pt x="4784" y="1644"/>
                    <a:pt x="4692" y="1552"/>
                    <a:pt x="4599" y="1552"/>
                  </a:cubicBezTo>
                  <a:lnTo>
                    <a:pt x="3272" y="1366"/>
                  </a:lnTo>
                  <a:lnTo>
                    <a:pt x="2686" y="163"/>
                  </a:lnTo>
                  <a:cubicBezTo>
                    <a:pt x="2624" y="55"/>
                    <a:pt x="2524" y="1"/>
                    <a:pt x="2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3" name="Google Shape;13863;p89"/>
            <p:cNvSpPr/>
            <p:nvPr/>
          </p:nvSpPr>
          <p:spPr>
            <a:xfrm>
              <a:off x="2667025" y="2834675"/>
              <a:ext cx="14675" cy="14500"/>
            </a:xfrm>
            <a:custGeom>
              <a:rect b="b" l="l" r="r" t="t"/>
              <a:pathLst>
                <a:path extrusionOk="0" h="580" w="587">
                  <a:moveTo>
                    <a:pt x="293" y="1"/>
                  </a:moveTo>
                  <a:cubicBezTo>
                    <a:pt x="147" y="1"/>
                    <a:pt x="0" y="101"/>
                    <a:pt x="0" y="302"/>
                  </a:cubicBezTo>
                  <a:cubicBezTo>
                    <a:pt x="0" y="487"/>
                    <a:pt x="147" y="579"/>
                    <a:pt x="293" y="579"/>
                  </a:cubicBezTo>
                  <a:cubicBezTo>
                    <a:pt x="440" y="579"/>
                    <a:pt x="587" y="487"/>
                    <a:pt x="587" y="302"/>
                  </a:cubicBezTo>
                  <a:cubicBezTo>
                    <a:pt x="587" y="101"/>
                    <a:pt x="440" y="1"/>
                    <a:pt x="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4" name="Google Shape;13864;p89"/>
            <p:cNvSpPr/>
            <p:nvPr/>
          </p:nvSpPr>
          <p:spPr>
            <a:xfrm>
              <a:off x="2492650" y="2485750"/>
              <a:ext cx="363425" cy="363425"/>
            </a:xfrm>
            <a:custGeom>
              <a:rect b="b" l="l" r="r" t="t"/>
              <a:pathLst>
                <a:path extrusionOk="0" h="14537" w="14537">
                  <a:moveTo>
                    <a:pt x="11234" y="556"/>
                  </a:moveTo>
                  <a:lnTo>
                    <a:pt x="11234" y="1698"/>
                  </a:lnTo>
                  <a:lnTo>
                    <a:pt x="556" y="1698"/>
                  </a:lnTo>
                  <a:lnTo>
                    <a:pt x="556" y="865"/>
                  </a:lnTo>
                  <a:cubicBezTo>
                    <a:pt x="556" y="710"/>
                    <a:pt x="679" y="556"/>
                    <a:pt x="834" y="556"/>
                  </a:cubicBezTo>
                  <a:close/>
                  <a:moveTo>
                    <a:pt x="13672" y="556"/>
                  </a:moveTo>
                  <a:cubicBezTo>
                    <a:pt x="13827" y="556"/>
                    <a:pt x="13950" y="710"/>
                    <a:pt x="13950" y="865"/>
                  </a:cubicBezTo>
                  <a:lnTo>
                    <a:pt x="13950" y="1698"/>
                  </a:lnTo>
                  <a:lnTo>
                    <a:pt x="11790" y="1698"/>
                  </a:lnTo>
                  <a:lnTo>
                    <a:pt x="11790" y="556"/>
                  </a:lnTo>
                  <a:close/>
                  <a:moveTo>
                    <a:pt x="834" y="1"/>
                  </a:moveTo>
                  <a:cubicBezTo>
                    <a:pt x="371" y="1"/>
                    <a:pt x="0" y="371"/>
                    <a:pt x="0" y="865"/>
                  </a:cubicBezTo>
                  <a:lnTo>
                    <a:pt x="0" y="13672"/>
                  </a:lnTo>
                  <a:cubicBezTo>
                    <a:pt x="0" y="14135"/>
                    <a:pt x="371" y="14536"/>
                    <a:pt x="834" y="14536"/>
                  </a:cubicBezTo>
                  <a:lnTo>
                    <a:pt x="5988" y="14536"/>
                  </a:lnTo>
                  <a:cubicBezTo>
                    <a:pt x="6142" y="14536"/>
                    <a:pt x="6265" y="14413"/>
                    <a:pt x="6265" y="14259"/>
                  </a:cubicBezTo>
                  <a:cubicBezTo>
                    <a:pt x="6265" y="14118"/>
                    <a:pt x="6163" y="13977"/>
                    <a:pt x="6027" y="13977"/>
                  </a:cubicBezTo>
                  <a:cubicBezTo>
                    <a:pt x="6014" y="13977"/>
                    <a:pt x="6001" y="13978"/>
                    <a:pt x="5988" y="13981"/>
                  </a:cubicBezTo>
                  <a:lnTo>
                    <a:pt x="834" y="13981"/>
                  </a:lnTo>
                  <a:cubicBezTo>
                    <a:pt x="679" y="13950"/>
                    <a:pt x="556" y="13827"/>
                    <a:pt x="556" y="13672"/>
                  </a:cubicBezTo>
                  <a:lnTo>
                    <a:pt x="556" y="2284"/>
                  </a:lnTo>
                  <a:lnTo>
                    <a:pt x="13950" y="2284"/>
                  </a:lnTo>
                  <a:lnTo>
                    <a:pt x="13950" y="13672"/>
                  </a:lnTo>
                  <a:cubicBezTo>
                    <a:pt x="13950" y="13827"/>
                    <a:pt x="13827" y="13950"/>
                    <a:pt x="13672" y="13981"/>
                  </a:cubicBezTo>
                  <a:lnTo>
                    <a:pt x="8549" y="13981"/>
                  </a:lnTo>
                  <a:cubicBezTo>
                    <a:pt x="8536" y="13978"/>
                    <a:pt x="8523" y="13977"/>
                    <a:pt x="8510" y="13977"/>
                  </a:cubicBezTo>
                  <a:cubicBezTo>
                    <a:pt x="8374" y="13977"/>
                    <a:pt x="8271" y="14118"/>
                    <a:pt x="8271" y="14259"/>
                  </a:cubicBezTo>
                  <a:cubicBezTo>
                    <a:pt x="8271" y="14413"/>
                    <a:pt x="8395" y="14536"/>
                    <a:pt x="8549" y="14536"/>
                  </a:cubicBezTo>
                  <a:lnTo>
                    <a:pt x="13672" y="14536"/>
                  </a:lnTo>
                  <a:cubicBezTo>
                    <a:pt x="14135" y="14536"/>
                    <a:pt x="14536" y="14135"/>
                    <a:pt x="14536" y="13672"/>
                  </a:cubicBezTo>
                  <a:lnTo>
                    <a:pt x="14536" y="865"/>
                  </a:lnTo>
                  <a:cubicBezTo>
                    <a:pt x="14536" y="371"/>
                    <a:pt x="14135" y="1"/>
                    <a:pt x="136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65" name="Google Shape;13865;p89"/>
          <p:cNvGrpSpPr/>
          <p:nvPr/>
        </p:nvGrpSpPr>
        <p:grpSpPr>
          <a:xfrm>
            <a:off x="1048338" y="2329544"/>
            <a:ext cx="371900" cy="362650"/>
            <a:chOff x="1734225" y="2485750"/>
            <a:chExt cx="371900" cy="362650"/>
          </a:xfrm>
        </p:grpSpPr>
        <p:sp>
          <p:nvSpPr>
            <p:cNvPr id="13866" name="Google Shape;13866;p89"/>
            <p:cNvSpPr/>
            <p:nvPr/>
          </p:nvSpPr>
          <p:spPr>
            <a:xfrm>
              <a:off x="1868475" y="2603450"/>
              <a:ext cx="82575" cy="71350"/>
            </a:xfrm>
            <a:custGeom>
              <a:rect b="b" l="l" r="r" t="t"/>
              <a:pathLst>
                <a:path extrusionOk="0" h="2854" w="3303">
                  <a:moveTo>
                    <a:pt x="1883" y="572"/>
                  </a:moveTo>
                  <a:cubicBezTo>
                    <a:pt x="2321" y="572"/>
                    <a:pt x="2747" y="911"/>
                    <a:pt x="2747" y="1434"/>
                  </a:cubicBezTo>
                  <a:cubicBezTo>
                    <a:pt x="2747" y="1897"/>
                    <a:pt x="2377" y="2267"/>
                    <a:pt x="1883" y="2267"/>
                  </a:cubicBezTo>
                  <a:cubicBezTo>
                    <a:pt x="1142" y="2267"/>
                    <a:pt x="741" y="1341"/>
                    <a:pt x="1296" y="817"/>
                  </a:cubicBezTo>
                  <a:cubicBezTo>
                    <a:pt x="1465" y="648"/>
                    <a:pt x="1675" y="572"/>
                    <a:pt x="1883" y="572"/>
                  </a:cubicBezTo>
                  <a:close/>
                  <a:moveTo>
                    <a:pt x="1877" y="0"/>
                  </a:moveTo>
                  <a:cubicBezTo>
                    <a:pt x="1533" y="0"/>
                    <a:pt x="1182" y="128"/>
                    <a:pt x="895" y="416"/>
                  </a:cubicBezTo>
                  <a:cubicBezTo>
                    <a:pt x="0" y="1311"/>
                    <a:pt x="617" y="2854"/>
                    <a:pt x="1883" y="2854"/>
                  </a:cubicBezTo>
                  <a:cubicBezTo>
                    <a:pt x="2685" y="2854"/>
                    <a:pt x="3302" y="2206"/>
                    <a:pt x="3302" y="1434"/>
                  </a:cubicBezTo>
                  <a:cubicBezTo>
                    <a:pt x="3302" y="575"/>
                    <a:pt x="2605" y="0"/>
                    <a:pt x="18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7" name="Google Shape;13867;p89"/>
            <p:cNvSpPr/>
            <p:nvPr/>
          </p:nvSpPr>
          <p:spPr>
            <a:xfrm>
              <a:off x="1734225" y="2485750"/>
              <a:ext cx="371900" cy="362650"/>
            </a:xfrm>
            <a:custGeom>
              <a:rect b="b" l="l" r="r" t="t"/>
              <a:pathLst>
                <a:path extrusionOk="0" h="14506" w="14876">
                  <a:moveTo>
                    <a:pt x="7259" y="564"/>
                  </a:moveTo>
                  <a:cubicBezTo>
                    <a:pt x="7400" y="564"/>
                    <a:pt x="7542" y="619"/>
                    <a:pt x="7654" y="741"/>
                  </a:cubicBezTo>
                  <a:cubicBezTo>
                    <a:pt x="8024" y="1081"/>
                    <a:pt x="7777" y="1698"/>
                    <a:pt x="7253" y="1698"/>
                  </a:cubicBezTo>
                  <a:cubicBezTo>
                    <a:pt x="6944" y="1698"/>
                    <a:pt x="6697" y="1451"/>
                    <a:pt x="6697" y="1142"/>
                  </a:cubicBezTo>
                  <a:cubicBezTo>
                    <a:pt x="6697" y="791"/>
                    <a:pt x="6974" y="564"/>
                    <a:pt x="7259" y="564"/>
                  </a:cubicBezTo>
                  <a:close/>
                  <a:moveTo>
                    <a:pt x="2978" y="2391"/>
                  </a:moveTo>
                  <a:cubicBezTo>
                    <a:pt x="3109" y="2391"/>
                    <a:pt x="3244" y="2442"/>
                    <a:pt x="3364" y="2562"/>
                  </a:cubicBezTo>
                  <a:cubicBezTo>
                    <a:pt x="3768" y="2966"/>
                    <a:pt x="3385" y="3535"/>
                    <a:pt x="2948" y="3535"/>
                  </a:cubicBezTo>
                  <a:cubicBezTo>
                    <a:pt x="2817" y="3535"/>
                    <a:pt x="2682" y="3485"/>
                    <a:pt x="2562" y="3364"/>
                  </a:cubicBezTo>
                  <a:cubicBezTo>
                    <a:pt x="2158" y="2960"/>
                    <a:pt x="2541" y="2391"/>
                    <a:pt x="2978" y="2391"/>
                  </a:cubicBezTo>
                  <a:close/>
                  <a:moveTo>
                    <a:pt x="11573" y="2400"/>
                  </a:moveTo>
                  <a:cubicBezTo>
                    <a:pt x="11720" y="2400"/>
                    <a:pt x="11867" y="2454"/>
                    <a:pt x="11975" y="2562"/>
                  </a:cubicBezTo>
                  <a:cubicBezTo>
                    <a:pt x="12379" y="2966"/>
                    <a:pt x="11995" y="3535"/>
                    <a:pt x="11558" y="3535"/>
                  </a:cubicBezTo>
                  <a:cubicBezTo>
                    <a:pt x="11428" y="3535"/>
                    <a:pt x="11293" y="3485"/>
                    <a:pt x="11172" y="3364"/>
                  </a:cubicBezTo>
                  <a:cubicBezTo>
                    <a:pt x="10925" y="3148"/>
                    <a:pt x="10925" y="2778"/>
                    <a:pt x="11172" y="2562"/>
                  </a:cubicBezTo>
                  <a:cubicBezTo>
                    <a:pt x="11280" y="2454"/>
                    <a:pt x="11427" y="2400"/>
                    <a:pt x="11573" y="2400"/>
                  </a:cubicBezTo>
                  <a:close/>
                  <a:moveTo>
                    <a:pt x="1117" y="6696"/>
                  </a:moveTo>
                  <a:cubicBezTo>
                    <a:pt x="1409" y="6696"/>
                    <a:pt x="1698" y="6925"/>
                    <a:pt x="1698" y="7284"/>
                  </a:cubicBezTo>
                  <a:cubicBezTo>
                    <a:pt x="1698" y="7593"/>
                    <a:pt x="1451" y="7839"/>
                    <a:pt x="1142" y="7839"/>
                  </a:cubicBezTo>
                  <a:cubicBezTo>
                    <a:pt x="617" y="7839"/>
                    <a:pt x="371" y="7222"/>
                    <a:pt x="741" y="6852"/>
                  </a:cubicBezTo>
                  <a:cubicBezTo>
                    <a:pt x="848" y="6745"/>
                    <a:pt x="983" y="6696"/>
                    <a:pt x="1117" y="6696"/>
                  </a:cubicBezTo>
                  <a:close/>
                  <a:moveTo>
                    <a:pt x="13383" y="6696"/>
                  </a:moveTo>
                  <a:cubicBezTo>
                    <a:pt x="13675" y="6696"/>
                    <a:pt x="13950" y="6925"/>
                    <a:pt x="13950" y="7284"/>
                  </a:cubicBezTo>
                  <a:cubicBezTo>
                    <a:pt x="13950" y="7593"/>
                    <a:pt x="13703" y="7839"/>
                    <a:pt x="13394" y="7839"/>
                  </a:cubicBezTo>
                  <a:cubicBezTo>
                    <a:pt x="12900" y="7839"/>
                    <a:pt x="12623" y="7222"/>
                    <a:pt x="12993" y="6852"/>
                  </a:cubicBezTo>
                  <a:cubicBezTo>
                    <a:pt x="13110" y="6745"/>
                    <a:pt x="13248" y="6696"/>
                    <a:pt x="13383" y="6696"/>
                  </a:cubicBezTo>
                  <a:close/>
                  <a:moveTo>
                    <a:pt x="7257" y="4128"/>
                  </a:moveTo>
                  <a:cubicBezTo>
                    <a:pt x="8055" y="4128"/>
                    <a:pt x="8858" y="4429"/>
                    <a:pt x="9475" y="5031"/>
                  </a:cubicBezTo>
                  <a:cubicBezTo>
                    <a:pt x="10678" y="6265"/>
                    <a:pt x="10678" y="8241"/>
                    <a:pt x="9475" y="9444"/>
                  </a:cubicBezTo>
                  <a:lnTo>
                    <a:pt x="9475" y="9475"/>
                  </a:lnTo>
                  <a:cubicBezTo>
                    <a:pt x="9413" y="9537"/>
                    <a:pt x="9320" y="9599"/>
                    <a:pt x="9259" y="9691"/>
                  </a:cubicBezTo>
                  <a:lnTo>
                    <a:pt x="9259" y="9599"/>
                  </a:lnTo>
                  <a:cubicBezTo>
                    <a:pt x="9274" y="9383"/>
                    <a:pt x="9120" y="9275"/>
                    <a:pt x="8966" y="9275"/>
                  </a:cubicBezTo>
                  <a:cubicBezTo>
                    <a:pt x="8811" y="9275"/>
                    <a:pt x="8657" y="9383"/>
                    <a:pt x="8672" y="9599"/>
                  </a:cubicBezTo>
                  <a:lnTo>
                    <a:pt x="8672" y="10061"/>
                  </a:lnTo>
                  <a:cubicBezTo>
                    <a:pt x="8240" y="10278"/>
                    <a:pt x="7754" y="10386"/>
                    <a:pt x="7264" y="10386"/>
                  </a:cubicBezTo>
                  <a:cubicBezTo>
                    <a:pt x="6774" y="10386"/>
                    <a:pt x="6281" y="10278"/>
                    <a:pt x="5833" y="10061"/>
                  </a:cubicBezTo>
                  <a:lnTo>
                    <a:pt x="5833" y="9537"/>
                  </a:lnTo>
                  <a:cubicBezTo>
                    <a:pt x="5833" y="8765"/>
                    <a:pt x="6481" y="8117"/>
                    <a:pt x="7253" y="8117"/>
                  </a:cubicBezTo>
                  <a:lnTo>
                    <a:pt x="7376" y="8117"/>
                  </a:lnTo>
                  <a:cubicBezTo>
                    <a:pt x="7716" y="8117"/>
                    <a:pt x="7777" y="7593"/>
                    <a:pt x="7407" y="7562"/>
                  </a:cubicBezTo>
                  <a:lnTo>
                    <a:pt x="7253" y="7562"/>
                  </a:lnTo>
                  <a:cubicBezTo>
                    <a:pt x="6173" y="7562"/>
                    <a:pt x="5278" y="8426"/>
                    <a:pt x="5278" y="9537"/>
                  </a:cubicBezTo>
                  <a:lnTo>
                    <a:pt x="5278" y="9691"/>
                  </a:lnTo>
                  <a:cubicBezTo>
                    <a:pt x="3858" y="8488"/>
                    <a:pt x="3734" y="6358"/>
                    <a:pt x="5062" y="5031"/>
                  </a:cubicBezTo>
                  <a:cubicBezTo>
                    <a:pt x="5663" y="4429"/>
                    <a:pt x="6458" y="4128"/>
                    <a:pt x="7257" y="4128"/>
                  </a:cubicBezTo>
                  <a:close/>
                  <a:moveTo>
                    <a:pt x="2964" y="10985"/>
                  </a:moveTo>
                  <a:cubicBezTo>
                    <a:pt x="3099" y="10985"/>
                    <a:pt x="3239" y="11040"/>
                    <a:pt x="3364" y="11173"/>
                  </a:cubicBezTo>
                  <a:cubicBezTo>
                    <a:pt x="3580" y="11389"/>
                    <a:pt x="3580" y="11759"/>
                    <a:pt x="3364" y="11975"/>
                  </a:cubicBezTo>
                  <a:cubicBezTo>
                    <a:pt x="3256" y="12083"/>
                    <a:pt x="3110" y="12137"/>
                    <a:pt x="2963" y="12137"/>
                  </a:cubicBezTo>
                  <a:cubicBezTo>
                    <a:pt x="2816" y="12137"/>
                    <a:pt x="2670" y="12083"/>
                    <a:pt x="2562" y="11975"/>
                  </a:cubicBezTo>
                  <a:cubicBezTo>
                    <a:pt x="2162" y="11552"/>
                    <a:pt x="2533" y="10985"/>
                    <a:pt x="2964" y="10985"/>
                  </a:cubicBezTo>
                  <a:close/>
                  <a:moveTo>
                    <a:pt x="11558" y="10985"/>
                  </a:moveTo>
                  <a:cubicBezTo>
                    <a:pt x="11696" y="10985"/>
                    <a:pt x="11842" y="11040"/>
                    <a:pt x="11975" y="11173"/>
                  </a:cubicBezTo>
                  <a:cubicBezTo>
                    <a:pt x="12379" y="11577"/>
                    <a:pt x="11995" y="12146"/>
                    <a:pt x="11558" y="12146"/>
                  </a:cubicBezTo>
                  <a:cubicBezTo>
                    <a:pt x="11428" y="12146"/>
                    <a:pt x="11293" y="12095"/>
                    <a:pt x="11172" y="11975"/>
                  </a:cubicBezTo>
                  <a:cubicBezTo>
                    <a:pt x="10749" y="11552"/>
                    <a:pt x="11114" y="10985"/>
                    <a:pt x="11558" y="10985"/>
                  </a:cubicBezTo>
                  <a:close/>
                  <a:moveTo>
                    <a:pt x="7253" y="12839"/>
                  </a:moveTo>
                  <a:cubicBezTo>
                    <a:pt x="7592" y="12839"/>
                    <a:pt x="7839" y="13086"/>
                    <a:pt x="7839" y="13395"/>
                  </a:cubicBezTo>
                  <a:cubicBezTo>
                    <a:pt x="7839" y="13730"/>
                    <a:pt x="7554" y="13966"/>
                    <a:pt x="7254" y="13966"/>
                  </a:cubicBezTo>
                  <a:cubicBezTo>
                    <a:pt x="7114" y="13966"/>
                    <a:pt x="6970" y="13914"/>
                    <a:pt x="6852" y="13796"/>
                  </a:cubicBezTo>
                  <a:cubicBezTo>
                    <a:pt x="6512" y="13425"/>
                    <a:pt x="6759" y="12839"/>
                    <a:pt x="7253" y="12839"/>
                  </a:cubicBezTo>
                  <a:close/>
                  <a:moveTo>
                    <a:pt x="7253" y="1"/>
                  </a:moveTo>
                  <a:cubicBezTo>
                    <a:pt x="5926" y="1"/>
                    <a:pt x="5679" y="1914"/>
                    <a:pt x="6975" y="2253"/>
                  </a:cubicBezTo>
                  <a:lnTo>
                    <a:pt x="6975" y="3611"/>
                  </a:lnTo>
                  <a:cubicBezTo>
                    <a:pt x="6203" y="3673"/>
                    <a:pt x="5463" y="3982"/>
                    <a:pt x="4876" y="4475"/>
                  </a:cubicBezTo>
                  <a:lnTo>
                    <a:pt x="3951" y="3550"/>
                  </a:lnTo>
                  <a:cubicBezTo>
                    <a:pt x="4458" y="2697"/>
                    <a:pt x="3742" y="1827"/>
                    <a:pt x="2949" y="1827"/>
                  </a:cubicBezTo>
                  <a:cubicBezTo>
                    <a:pt x="2680" y="1827"/>
                    <a:pt x="2403" y="1927"/>
                    <a:pt x="2161" y="2161"/>
                  </a:cubicBezTo>
                  <a:cubicBezTo>
                    <a:pt x="1396" y="2951"/>
                    <a:pt x="2063" y="4121"/>
                    <a:pt x="2962" y="4121"/>
                  </a:cubicBezTo>
                  <a:cubicBezTo>
                    <a:pt x="3151" y="4121"/>
                    <a:pt x="3351" y="4069"/>
                    <a:pt x="3549" y="3951"/>
                  </a:cubicBezTo>
                  <a:lnTo>
                    <a:pt x="4475" y="4877"/>
                  </a:lnTo>
                  <a:cubicBezTo>
                    <a:pt x="3951" y="5463"/>
                    <a:pt x="3642" y="6204"/>
                    <a:pt x="3611" y="6975"/>
                  </a:cubicBezTo>
                  <a:lnTo>
                    <a:pt x="2222" y="6975"/>
                  </a:lnTo>
                  <a:cubicBezTo>
                    <a:pt x="2084" y="6394"/>
                    <a:pt x="1623" y="6123"/>
                    <a:pt x="1157" y="6123"/>
                  </a:cubicBezTo>
                  <a:cubicBezTo>
                    <a:pt x="583" y="6123"/>
                    <a:pt x="0" y="6535"/>
                    <a:pt x="0" y="7284"/>
                  </a:cubicBezTo>
                  <a:cubicBezTo>
                    <a:pt x="0" y="8013"/>
                    <a:pt x="578" y="8416"/>
                    <a:pt x="1150" y="8416"/>
                  </a:cubicBezTo>
                  <a:cubicBezTo>
                    <a:pt x="1619" y="8416"/>
                    <a:pt x="2083" y="8146"/>
                    <a:pt x="2222" y="7562"/>
                  </a:cubicBezTo>
                  <a:lnTo>
                    <a:pt x="3580" y="7562"/>
                  </a:lnTo>
                  <a:cubicBezTo>
                    <a:pt x="3642" y="8333"/>
                    <a:pt x="3951" y="9074"/>
                    <a:pt x="4475" y="9660"/>
                  </a:cubicBezTo>
                  <a:lnTo>
                    <a:pt x="3549" y="10586"/>
                  </a:lnTo>
                  <a:cubicBezTo>
                    <a:pt x="3341" y="10460"/>
                    <a:pt x="3133" y="10405"/>
                    <a:pt x="2937" y="10405"/>
                  </a:cubicBezTo>
                  <a:cubicBezTo>
                    <a:pt x="2028" y="10405"/>
                    <a:pt x="1374" y="11589"/>
                    <a:pt x="2161" y="12376"/>
                  </a:cubicBezTo>
                  <a:cubicBezTo>
                    <a:pt x="2395" y="12610"/>
                    <a:pt x="2669" y="12710"/>
                    <a:pt x="2936" y="12710"/>
                  </a:cubicBezTo>
                  <a:cubicBezTo>
                    <a:pt x="3723" y="12710"/>
                    <a:pt x="4450" y="11840"/>
                    <a:pt x="3920" y="10987"/>
                  </a:cubicBezTo>
                  <a:lnTo>
                    <a:pt x="4846" y="10061"/>
                  </a:lnTo>
                  <a:cubicBezTo>
                    <a:pt x="5432" y="10555"/>
                    <a:pt x="6173" y="10864"/>
                    <a:pt x="6975" y="10926"/>
                  </a:cubicBezTo>
                  <a:lnTo>
                    <a:pt x="6975" y="12284"/>
                  </a:lnTo>
                  <a:cubicBezTo>
                    <a:pt x="5679" y="12623"/>
                    <a:pt x="5926" y="14506"/>
                    <a:pt x="7253" y="14506"/>
                  </a:cubicBezTo>
                  <a:cubicBezTo>
                    <a:pt x="8580" y="14506"/>
                    <a:pt x="8827" y="12623"/>
                    <a:pt x="7531" y="12284"/>
                  </a:cubicBezTo>
                  <a:lnTo>
                    <a:pt x="7531" y="10926"/>
                  </a:lnTo>
                  <a:cubicBezTo>
                    <a:pt x="8302" y="10864"/>
                    <a:pt x="9043" y="10555"/>
                    <a:pt x="9660" y="10061"/>
                  </a:cubicBezTo>
                  <a:lnTo>
                    <a:pt x="10586" y="10987"/>
                  </a:lnTo>
                  <a:cubicBezTo>
                    <a:pt x="10056" y="11840"/>
                    <a:pt x="10765" y="12710"/>
                    <a:pt x="11557" y="12710"/>
                  </a:cubicBezTo>
                  <a:cubicBezTo>
                    <a:pt x="11825" y="12710"/>
                    <a:pt x="12103" y="12610"/>
                    <a:pt x="12345" y="12376"/>
                  </a:cubicBezTo>
                  <a:cubicBezTo>
                    <a:pt x="13135" y="11586"/>
                    <a:pt x="12451" y="10416"/>
                    <a:pt x="11546" y="10416"/>
                  </a:cubicBezTo>
                  <a:cubicBezTo>
                    <a:pt x="11355" y="10416"/>
                    <a:pt x="11155" y="10468"/>
                    <a:pt x="10956" y="10586"/>
                  </a:cubicBezTo>
                  <a:lnTo>
                    <a:pt x="10030" y="9660"/>
                  </a:lnTo>
                  <a:cubicBezTo>
                    <a:pt x="10555" y="9074"/>
                    <a:pt x="10864" y="8333"/>
                    <a:pt x="10956" y="7562"/>
                  </a:cubicBezTo>
                  <a:lnTo>
                    <a:pt x="12283" y="7562"/>
                  </a:lnTo>
                  <a:cubicBezTo>
                    <a:pt x="12431" y="8096"/>
                    <a:pt x="12908" y="8399"/>
                    <a:pt x="13394" y="8399"/>
                  </a:cubicBezTo>
                  <a:cubicBezTo>
                    <a:pt x="13722" y="8399"/>
                    <a:pt x="14053" y="8261"/>
                    <a:pt x="14289" y="7963"/>
                  </a:cubicBezTo>
                  <a:cubicBezTo>
                    <a:pt x="14876" y="7222"/>
                    <a:pt x="14351" y="6142"/>
                    <a:pt x="13394" y="6142"/>
                  </a:cubicBezTo>
                  <a:cubicBezTo>
                    <a:pt x="12870" y="6142"/>
                    <a:pt x="12438" y="6482"/>
                    <a:pt x="12283" y="6975"/>
                  </a:cubicBezTo>
                  <a:lnTo>
                    <a:pt x="10956" y="6975"/>
                  </a:lnTo>
                  <a:cubicBezTo>
                    <a:pt x="10894" y="6204"/>
                    <a:pt x="10586" y="5463"/>
                    <a:pt x="10061" y="4877"/>
                  </a:cubicBezTo>
                  <a:lnTo>
                    <a:pt x="10987" y="3951"/>
                  </a:lnTo>
                  <a:cubicBezTo>
                    <a:pt x="11186" y="4069"/>
                    <a:pt x="11385" y="4121"/>
                    <a:pt x="11574" y="4121"/>
                  </a:cubicBezTo>
                  <a:cubicBezTo>
                    <a:pt x="12473" y="4121"/>
                    <a:pt x="13141" y="2951"/>
                    <a:pt x="12376" y="2161"/>
                  </a:cubicBezTo>
                  <a:cubicBezTo>
                    <a:pt x="12129" y="1914"/>
                    <a:pt x="11845" y="1809"/>
                    <a:pt x="11572" y="1809"/>
                  </a:cubicBezTo>
                  <a:cubicBezTo>
                    <a:pt x="10785" y="1809"/>
                    <a:pt x="10082" y="2679"/>
                    <a:pt x="10586" y="3550"/>
                  </a:cubicBezTo>
                  <a:lnTo>
                    <a:pt x="9660" y="4475"/>
                  </a:lnTo>
                  <a:cubicBezTo>
                    <a:pt x="9074" y="3951"/>
                    <a:pt x="8333" y="3642"/>
                    <a:pt x="7531" y="3581"/>
                  </a:cubicBezTo>
                  <a:lnTo>
                    <a:pt x="7531" y="2253"/>
                  </a:lnTo>
                  <a:cubicBezTo>
                    <a:pt x="8858" y="1914"/>
                    <a:pt x="8611" y="1"/>
                    <a:pt x="72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8" name="Google Shape;13868;p89"/>
            <p:cNvSpPr/>
            <p:nvPr/>
          </p:nvSpPr>
          <p:spPr>
            <a:xfrm>
              <a:off x="1937900" y="2688675"/>
              <a:ext cx="17000" cy="14400"/>
            </a:xfrm>
            <a:custGeom>
              <a:rect b="b" l="l" r="r" t="t"/>
              <a:pathLst>
                <a:path extrusionOk="0" h="576" w="680">
                  <a:moveTo>
                    <a:pt x="402" y="0"/>
                  </a:moveTo>
                  <a:cubicBezTo>
                    <a:pt x="155" y="0"/>
                    <a:pt x="1" y="309"/>
                    <a:pt x="186" y="494"/>
                  </a:cubicBezTo>
                  <a:cubicBezTo>
                    <a:pt x="243" y="551"/>
                    <a:pt x="311" y="576"/>
                    <a:pt x="379" y="576"/>
                  </a:cubicBezTo>
                  <a:cubicBezTo>
                    <a:pt x="531" y="576"/>
                    <a:pt x="680" y="449"/>
                    <a:pt x="680" y="278"/>
                  </a:cubicBezTo>
                  <a:cubicBezTo>
                    <a:pt x="680" y="124"/>
                    <a:pt x="556" y="0"/>
                    <a:pt x="4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69" name="Google Shape;13869;p89"/>
          <p:cNvGrpSpPr/>
          <p:nvPr/>
        </p:nvGrpSpPr>
        <p:grpSpPr>
          <a:xfrm>
            <a:off x="1052588" y="2935221"/>
            <a:ext cx="363400" cy="364000"/>
            <a:chOff x="975800" y="2485750"/>
            <a:chExt cx="363400" cy="364000"/>
          </a:xfrm>
        </p:grpSpPr>
        <p:sp>
          <p:nvSpPr>
            <p:cNvPr id="13870" name="Google Shape;13870;p89"/>
            <p:cNvSpPr/>
            <p:nvPr/>
          </p:nvSpPr>
          <p:spPr>
            <a:xfrm>
              <a:off x="975800" y="2485750"/>
              <a:ext cx="363400" cy="363425"/>
            </a:xfrm>
            <a:custGeom>
              <a:rect b="b" l="l" r="r" t="t"/>
              <a:pathLst>
                <a:path extrusionOk="0" h="14537" w="14536">
                  <a:moveTo>
                    <a:pt x="10400" y="556"/>
                  </a:moveTo>
                  <a:lnTo>
                    <a:pt x="10400" y="1698"/>
                  </a:lnTo>
                  <a:lnTo>
                    <a:pt x="556" y="1698"/>
                  </a:lnTo>
                  <a:lnTo>
                    <a:pt x="556" y="865"/>
                  </a:lnTo>
                  <a:cubicBezTo>
                    <a:pt x="556" y="710"/>
                    <a:pt x="710" y="556"/>
                    <a:pt x="864" y="556"/>
                  </a:cubicBezTo>
                  <a:close/>
                  <a:moveTo>
                    <a:pt x="13672" y="556"/>
                  </a:moveTo>
                  <a:cubicBezTo>
                    <a:pt x="13826" y="556"/>
                    <a:pt x="13980" y="710"/>
                    <a:pt x="13980" y="865"/>
                  </a:cubicBezTo>
                  <a:lnTo>
                    <a:pt x="13980" y="1698"/>
                  </a:lnTo>
                  <a:lnTo>
                    <a:pt x="10956" y="1698"/>
                  </a:lnTo>
                  <a:lnTo>
                    <a:pt x="10956" y="556"/>
                  </a:lnTo>
                  <a:close/>
                  <a:moveTo>
                    <a:pt x="13980" y="2284"/>
                  </a:moveTo>
                  <a:lnTo>
                    <a:pt x="13980" y="10278"/>
                  </a:lnTo>
                  <a:cubicBezTo>
                    <a:pt x="13950" y="10432"/>
                    <a:pt x="13826" y="10555"/>
                    <a:pt x="13672" y="10555"/>
                  </a:cubicBezTo>
                  <a:lnTo>
                    <a:pt x="12653" y="10555"/>
                  </a:lnTo>
                  <a:lnTo>
                    <a:pt x="12653" y="5741"/>
                  </a:lnTo>
                  <a:cubicBezTo>
                    <a:pt x="12653" y="5556"/>
                    <a:pt x="12530" y="5432"/>
                    <a:pt x="12376" y="5432"/>
                  </a:cubicBezTo>
                  <a:lnTo>
                    <a:pt x="2160" y="5432"/>
                  </a:lnTo>
                  <a:cubicBezTo>
                    <a:pt x="2006" y="5432"/>
                    <a:pt x="1883" y="5556"/>
                    <a:pt x="1883" y="5741"/>
                  </a:cubicBezTo>
                  <a:lnTo>
                    <a:pt x="1883" y="10555"/>
                  </a:lnTo>
                  <a:lnTo>
                    <a:pt x="864" y="10555"/>
                  </a:lnTo>
                  <a:cubicBezTo>
                    <a:pt x="710" y="10555"/>
                    <a:pt x="556" y="10432"/>
                    <a:pt x="556" y="10278"/>
                  </a:cubicBezTo>
                  <a:lnTo>
                    <a:pt x="556" y="2284"/>
                  </a:lnTo>
                  <a:close/>
                  <a:moveTo>
                    <a:pt x="864" y="1"/>
                  </a:moveTo>
                  <a:cubicBezTo>
                    <a:pt x="370" y="1"/>
                    <a:pt x="0" y="371"/>
                    <a:pt x="0" y="865"/>
                  </a:cubicBezTo>
                  <a:lnTo>
                    <a:pt x="0" y="10278"/>
                  </a:lnTo>
                  <a:cubicBezTo>
                    <a:pt x="0" y="10740"/>
                    <a:pt x="370" y="11142"/>
                    <a:pt x="864" y="11142"/>
                  </a:cubicBezTo>
                  <a:lnTo>
                    <a:pt x="1883" y="11142"/>
                  </a:lnTo>
                  <a:lnTo>
                    <a:pt x="1883" y="14259"/>
                  </a:lnTo>
                  <a:cubicBezTo>
                    <a:pt x="1883" y="14413"/>
                    <a:pt x="2006" y="14536"/>
                    <a:pt x="2160" y="14536"/>
                  </a:cubicBezTo>
                  <a:lnTo>
                    <a:pt x="5987" y="14536"/>
                  </a:lnTo>
                  <a:cubicBezTo>
                    <a:pt x="6142" y="14536"/>
                    <a:pt x="6265" y="14413"/>
                    <a:pt x="6265" y="14259"/>
                  </a:cubicBezTo>
                  <a:cubicBezTo>
                    <a:pt x="6265" y="14118"/>
                    <a:pt x="6162" y="13977"/>
                    <a:pt x="6027" y="13977"/>
                  </a:cubicBezTo>
                  <a:cubicBezTo>
                    <a:pt x="6014" y="13977"/>
                    <a:pt x="6001" y="13978"/>
                    <a:pt x="5987" y="13981"/>
                  </a:cubicBezTo>
                  <a:lnTo>
                    <a:pt x="2438" y="13981"/>
                  </a:lnTo>
                  <a:lnTo>
                    <a:pt x="2438" y="6019"/>
                  </a:lnTo>
                  <a:lnTo>
                    <a:pt x="12098" y="6019"/>
                  </a:lnTo>
                  <a:lnTo>
                    <a:pt x="12098" y="13981"/>
                  </a:lnTo>
                  <a:lnTo>
                    <a:pt x="8549" y="13981"/>
                  </a:lnTo>
                  <a:cubicBezTo>
                    <a:pt x="8394" y="13981"/>
                    <a:pt x="8271" y="14104"/>
                    <a:pt x="8271" y="14259"/>
                  </a:cubicBezTo>
                  <a:cubicBezTo>
                    <a:pt x="8240" y="14413"/>
                    <a:pt x="8394" y="14536"/>
                    <a:pt x="8549" y="14536"/>
                  </a:cubicBezTo>
                  <a:lnTo>
                    <a:pt x="12376" y="14536"/>
                  </a:lnTo>
                  <a:cubicBezTo>
                    <a:pt x="12530" y="14536"/>
                    <a:pt x="12653" y="14413"/>
                    <a:pt x="12653" y="14259"/>
                  </a:cubicBezTo>
                  <a:lnTo>
                    <a:pt x="12653" y="11142"/>
                  </a:lnTo>
                  <a:lnTo>
                    <a:pt x="13672" y="11142"/>
                  </a:lnTo>
                  <a:cubicBezTo>
                    <a:pt x="14135" y="11142"/>
                    <a:pt x="14536" y="10740"/>
                    <a:pt x="14536" y="10278"/>
                  </a:cubicBezTo>
                  <a:lnTo>
                    <a:pt x="14536" y="865"/>
                  </a:lnTo>
                  <a:cubicBezTo>
                    <a:pt x="14536" y="371"/>
                    <a:pt x="14135" y="1"/>
                    <a:pt x="136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1" name="Google Shape;13871;p89"/>
            <p:cNvSpPr/>
            <p:nvPr/>
          </p:nvSpPr>
          <p:spPr>
            <a:xfrm>
              <a:off x="1061875" y="2664650"/>
              <a:ext cx="126475" cy="14100"/>
            </a:xfrm>
            <a:custGeom>
              <a:rect b="b" l="l" r="r" t="t"/>
              <a:pathLst>
                <a:path extrusionOk="0" h="564" w="5059">
                  <a:moveTo>
                    <a:pt x="361" y="1"/>
                  </a:moveTo>
                  <a:cubicBezTo>
                    <a:pt x="1" y="1"/>
                    <a:pt x="1" y="564"/>
                    <a:pt x="361" y="564"/>
                  </a:cubicBezTo>
                  <a:cubicBezTo>
                    <a:pt x="378" y="564"/>
                    <a:pt x="396" y="563"/>
                    <a:pt x="415" y="560"/>
                  </a:cubicBezTo>
                  <a:lnTo>
                    <a:pt x="4674" y="560"/>
                  </a:lnTo>
                  <a:cubicBezTo>
                    <a:pt x="4691" y="563"/>
                    <a:pt x="4708" y="564"/>
                    <a:pt x="4724" y="564"/>
                  </a:cubicBezTo>
                  <a:cubicBezTo>
                    <a:pt x="5058" y="564"/>
                    <a:pt x="5058" y="1"/>
                    <a:pt x="4724" y="1"/>
                  </a:cubicBezTo>
                  <a:cubicBezTo>
                    <a:pt x="4708" y="1"/>
                    <a:pt x="4691" y="2"/>
                    <a:pt x="4674" y="4"/>
                  </a:cubicBezTo>
                  <a:lnTo>
                    <a:pt x="415" y="4"/>
                  </a:lnTo>
                  <a:cubicBezTo>
                    <a:pt x="396" y="2"/>
                    <a:pt x="378"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2" name="Google Shape;13872;p89"/>
            <p:cNvSpPr/>
            <p:nvPr/>
          </p:nvSpPr>
          <p:spPr>
            <a:xfrm>
              <a:off x="1061875" y="2707075"/>
              <a:ext cx="191250" cy="14125"/>
            </a:xfrm>
            <a:custGeom>
              <a:rect b="b" l="l" r="r" t="t"/>
              <a:pathLst>
                <a:path extrusionOk="0" h="565" w="7650">
                  <a:moveTo>
                    <a:pt x="361" y="1"/>
                  </a:moveTo>
                  <a:cubicBezTo>
                    <a:pt x="1" y="1"/>
                    <a:pt x="1" y="564"/>
                    <a:pt x="361" y="564"/>
                  </a:cubicBezTo>
                  <a:cubicBezTo>
                    <a:pt x="378" y="564"/>
                    <a:pt x="396" y="563"/>
                    <a:pt x="415" y="560"/>
                  </a:cubicBezTo>
                  <a:lnTo>
                    <a:pt x="7235" y="560"/>
                  </a:lnTo>
                  <a:cubicBezTo>
                    <a:pt x="7254" y="563"/>
                    <a:pt x="7272" y="564"/>
                    <a:pt x="7289" y="564"/>
                  </a:cubicBezTo>
                  <a:cubicBezTo>
                    <a:pt x="7649" y="564"/>
                    <a:pt x="7649" y="1"/>
                    <a:pt x="7289" y="1"/>
                  </a:cubicBezTo>
                  <a:cubicBezTo>
                    <a:pt x="7272" y="1"/>
                    <a:pt x="7254" y="2"/>
                    <a:pt x="7235" y="5"/>
                  </a:cubicBezTo>
                  <a:lnTo>
                    <a:pt x="415" y="5"/>
                  </a:lnTo>
                  <a:cubicBezTo>
                    <a:pt x="396" y="2"/>
                    <a:pt x="378"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3" name="Google Shape;13873;p89"/>
            <p:cNvSpPr/>
            <p:nvPr/>
          </p:nvSpPr>
          <p:spPr>
            <a:xfrm>
              <a:off x="1061675" y="2749600"/>
              <a:ext cx="191650" cy="14725"/>
            </a:xfrm>
            <a:custGeom>
              <a:rect b="b" l="l" r="r" t="t"/>
              <a:pathLst>
                <a:path extrusionOk="0" h="589" w="7666">
                  <a:moveTo>
                    <a:pt x="393" y="0"/>
                  </a:moveTo>
                  <a:cubicBezTo>
                    <a:pt x="0" y="0"/>
                    <a:pt x="0" y="589"/>
                    <a:pt x="393" y="589"/>
                  </a:cubicBezTo>
                  <a:cubicBezTo>
                    <a:pt x="403" y="589"/>
                    <a:pt x="413" y="588"/>
                    <a:pt x="423" y="588"/>
                  </a:cubicBezTo>
                  <a:lnTo>
                    <a:pt x="7243" y="588"/>
                  </a:lnTo>
                  <a:cubicBezTo>
                    <a:pt x="7253" y="588"/>
                    <a:pt x="7263" y="589"/>
                    <a:pt x="7273" y="589"/>
                  </a:cubicBezTo>
                  <a:cubicBezTo>
                    <a:pt x="7665" y="589"/>
                    <a:pt x="7665" y="0"/>
                    <a:pt x="7273" y="0"/>
                  </a:cubicBezTo>
                  <a:cubicBezTo>
                    <a:pt x="7263" y="0"/>
                    <a:pt x="7253" y="1"/>
                    <a:pt x="7243" y="1"/>
                  </a:cubicBezTo>
                  <a:lnTo>
                    <a:pt x="423" y="1"/>
                  </a:lnTo>
                  <a:cubicBezTo>
                    <a:pt x="413" y="1"/>
                    <a:pt x="403" y="0"/>
                    <a:pt x="3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4" name="Google Shape;13874;p89"/>
            <p:cNvSpPr/>
            <p:nvPr/>
          </p:nvSpPr>
          <p:spPr>
            <a:xfrm>
              <a:off x="1061675" y="2792025"/>
              <a:ext cx="191650" cy="14750"/>
            </a:xfrm>
            <a:custGeom>
              <a:rect b="b" l="l" r="r" t="t"/>
              <a:pathLst>
                <a:path extrusionOk="0" h="590" w="7666">
                  <a:moveTo>
                    <a:pt x="393" y="1"/>
                  </a:moveTo>
                  <a:cubicBezTo>
                    <a:pt x="0" y="1"/>
                    <a:pt x="0" y="589"/>
                    <a:pt x="393" y="589"/>
                  </a:cubicBezTo>
                  <a:cubicBezTo>
                    <a:pt x="403" y="589"/>
                    <a:pt x="413" y="589"/>
                    <a:pt x="423" y="588"/>
                  </a:cubicBezTo>
                  <a:lnTo>
                    <a:pt x="7243" y="588"/>
                  </a:lnTo>
                  <a:cubicBezTo>
                    <a:pt x="7253" y="589"/>
                    <a:pt x="7263" y="589"/>
                    <a:pt x="7273" y="589"/>
                  </a:cubicBezTo>
                  <a:cubicBezTo>
                    <a:pt x="7665" y="589"/>
                    <a:pt x="7665" y="1"/>
                    <a:pt x="7273" y="1"/>
                  </a:cubicBezTo>
                  <a:cubicBezTo>
                    <a:pt x="7263" y="1"/>
                    <a:pt x="7253" y="1"/>
                    <a:pt x="7243" y="2"/>
                  </a:cubicBezTo>
                  <a:lnTo>
                    <a:pt x="423" y="2"/>
                  </a:lnTo>
                  <a:cubicBezTo>
                    <a:pt x="413" y="1"/>
                    <a:pt x="403" y="1"/>
                    <a:pt x="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5" name="Google Shape;13875;p89"/>
            <p:cNvSpPr/>
            <p:nvPr/>
          </p:nvSpPr>
          <p:spPr>
            <a:xfrm>
              <a:off x="1149775" y="2835850"/>
              <a:ext cx="15450" cy="13900"/>
            </a:xfrm>
            <a:custGeom>
              <a:rect b="b" l="l" r="r" t="t"/>
              <a:pathLst>
                <a:path extrusionOk="0" h="556" w="618">
                  <a:moveTo>
                    <a:pt x="309" y="0"/>
                  </a:moveTo>
                  <a:cubicBezTo>
                    <a:pt x="178" y="0"/>
                    <a:pt x="47" y="85"/>
                    <a:pt x="16" y="255"/>
                  </a:cubicBezTo>
                  <a:cubicBezTo>
                    <a:pt x="0" y="455"/>
                    <a:pt x="155" y="556"/>
                    <a:pt x="309" y="556"/>
                  </a:cubicBezTo>
                  <a:cubicBezTo>
                    <a:pt x="463" y="556"/>
                    <a:pt x="618" y="455"/>
                    <a:pt x="602" y="255"/>
                  </a:cubicBezTo>
                  <a:cubicBezTo>
                    <a:pt x="571" y="85"/>
                    <a:pt x="440" y="0"/>
                    <a:pt x="3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76" name="Google Shape;13876;p89"/>
          <p:cNvGrpSpPr/>
          <p:nvPr/>
        </p:nvGrpSpPr>
        <p:grpSpPr>
          <a:xfrm>
            <a:off x="1714550" y="2935421"/>
            <a:ext cx="364950" cy="363600"/>
            <a:chOff x="7722975" y="4171400"/>
            <a:chExt cx="364950" cy="363600"/>
          </a:xfrm>
        </p:grpSpPr>
        <p:sp>
          <p:nvSpPr>
            <p:cNvPr id="13877" name="Google Shape;13877;p89"/>
            <p:cNvSpPr/>
            <p:nvPr/>
          </p:nvSpPr>
          <p:spPr>
            <a:xfrm>
              <a:off x="7746100" y="4372400"/>
              <a:ext cx="90300" cy="77725"/>
            </a:xfrm>
            <a:custGeom>
              <a:rect b="b" l="l" r="r" t="t"/>
              <a:pathLst>
                <a:path extrusionOk="0" h="3109" w="3612">
                  <a:moveTo>
                    <a:pt x="1544" y="547"/>
                  </a:moveTo>
                  <a:cubicBezTo>
                    <a:pt x="2439" y="547"/>
                    <a:pt x="2871" y="1596"/>
                    <a:pt x="2254" y="2245"/>
                  </a:cubicBezTo>
                  <a:cubicBezTo>
                    <a:pt x="2054" y="2444"/>
                    <a:pt x="1806" y="2534"/>
                    <a:pt x="1562" y="2534"/>
                  </a:cubicBezTo>
                  <a:cubicBezTo>
                    <a:pt x="1051" y="2534"/>
                    <a:pt x="556" y="2140"/>
                    <a:pt x="556" y="1535"/>
                  </a:cubicBezTo>
                  <a:cubicBezTo>
                    <a:pt x="556" y="979"/>
                    <a:pt x="988" y="547"/>
                    <a:pt x="1544" y="547"/>
                  </a:cubicBezTo>
                  <a:close/>
                  <a:moveTo>
                    <a:pt x="1558" y="1"/>
                  </a:moveTo>
                  <a:cubicBezTo>
                    <a:pt x="770" y="1"/>
                    <a:pt x="22" y="600"/>
                    <a:pt x="1" y="1535"/>
                  </a:cubicBezTo>
                  <a:cubicBezTo>
                    <a:pt x="1" y="2399"/>
                    <a:pt x="680" y="3078"/>
                    <a:pt x="1544" y="3109"/>
                  </a:cubicBezTo>
                  <a:cubicBezTo>
                    <a:pt x="2902" y="3078"/>
                    <a:pt x="3612" y="1442"/>
                    <a:pt x="2655" y="455"/>
                  </a:cubicBezTo>
                  <a:cubicBezTo>
                    <a:pt x="2332" y="142"/>
                    <a:pt x="1940" y="1"/>
                    <a:pt x="1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8" name="Google Shape;13878;p89"/>
            <p:cNvSpPr/>
            <p:nvPr/>
          </p:nvSpPr>
          <p:spPr>
            <a:xfrm>
              <a:off x="7722975" y="4453975"/>
              <a:ext cx="123450" cy="81025"/>
            </a:xfrm>
            <a:custGeom>
              <a:rect b="b" l="l" r="r" t="t"/>
              <a:pathLst>
                <a:path extrusionOk="0" h="3241" w="4938">
                  <a:moveTo>
                    <a:pt x="2481" y="772"/>
                  </a:moveTo>
                  <a:cubicBezTo>
                    <a:pt x="3379" y="772"/>
                    <a:pt x="4274" y="1358"/>
                    <a:pt x="4321" y="2531"/>
                  </a:cubicBezTo>
                  <a:lnTo>
                    <a:pt x="4321" y="2685"/>
                  </a:lnTo>
                  <a:lnTo>
                    <a:pt x="617" y="2685"/>
                  </a:lnTo>
                  <a:lnTo>
                    <a:pt x="617" y="2531"/>
                  </a:lnTo>
                  <a:cubicBezTo>
                    <a:pt x="679" y="1358"/>
                    <a:pt x="1582" y="772"/>
                    <a:pt x="2481" y="772"/>
                  </a:cubicBezTo>
                  <a:close/>
                  <a:moveTo>
                    <a:pt x="2469" y="0"/>
                  </a:moveTo>
                  <a:cubicBezTo>
                    <a:pt x="1080" y="0"/>
                    <a:pt x="0" y="1142"/>
                    <a:pt x="62" y="2531"/>
                  </a:cubicBezTo>
                  <a:lnTo>
                    <a:pt x="62" y="2963"/>
                  </a:lnTo>
                  <a:cubicBezTo>
                    <a:pt x="62" y="3117"/>
                    <a:pt x="185" y="3240"/>
                    <a:pt x="339" y="3240"/>
                  </a:cubicBezTo>
                  <a:lnTo>
                    <a:pt x="4598" y="3240"/>
                  </a:lnTo>
                  <a:cubicBezTo>
                    <a:pt x="4753" y="3240"/>
                    <a:pt x="4876" y="3117"/>
                    <a:pt x="4876" y="2963"/>
                  </a:cubicBezTo>
                  <a:lnTo>
                    <a:pt x="4876" y="2531"/>
                  </a:lnTo>
                  <a:cubicBezTo>
                    <a:pt x="4938" y="1142"/>
                    <a:pt x="3827" y="0"/>
                    <a:pt x="24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9" name="Google Shape;13879;p89"/>
            <p:cNvSpPr/>
            <p:nvPr/>
          </p:nvSpPr>
          <p:spPr>
            <a:xfrm>
              <a:off x="7976025" y="4371400"/>
              <a:ext cx="90300" cy="77550"/>
            </a:xfrm>
            <a:custGeom>
              <a:rect b="b" l="l" r="r" t="t"/>
              <a:pathLst>
                <a:path extrusionOk="0" h="3102" w="3612">
                  <a:moveTo>
                    <a:pt x="2050" y="575"/>
                  </a:moveTo>
                  <a:cubicBezTo>
                    <a:pt x="2561" y="575"/>
                    <a:pt x="3056" y="969"/>
                    <a:pt x="3056" y="1575"/>
                  </a:cubicBezTo>
                  <a:cubicBezTo>
                    <a:pt x="3056" y="2130"/>
                    <a:pt x="2593" y="2562"/>
                    <a:pt x="2068" y="2562"/>
                  </a:cubicBezTo>
                  <a:cubicBezTo>
                    <a:pt x="1173" y="2562"/>
                    <a:pt x="711" y="1482"/>
                    <a:pt x="1359" y="865"/>
                  </a:cubicBezTo>
                  <a:cubicBezTo>
                    <a:pt x="1558" y="665"/>
                    <a:pt x="1806" y="575"/>
                    <a:pt x="2050" y="575"/>
                  </a:cubicBezTo>
                  <a:close/>
                  <a:moveTo>
                    <a:pt x="2068" y="1"/>
                  </a:moveTo>
                  <a:cubicBezTo>
                    <a:pt x="680" y="1"/>
                    <a:pt x="1" y="1667"/>
                    <a:pt x="957" y="2655"/>
                  </a:cubicBezTo>
                  <a:cubicBezTo>
                    <a:pt x="1275" y="2963"/>
                    <a:pt x="1663" y="3101"/>
                    <a:pt x="2043" y="3101"/>
                  </a:cubicBezTo>
                  <a:cubicBezTo>
                    <a:pt x="2845" y="3101"/>
                    <a:pt x="3612" y="2486"/>
                    <a:pt x="3612" y="1544"/>
                  </a:cubicBezTo>
                  <a:cubicBezTo>
                    <a:pt x="3612" y="711"/>
                    <a:pt x="2902" y="1"/>
                    <a:pt x="20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0" name="Google Shape;13880;p89"/>
            <p:cNvSpPr/>
            <p:nvPr/>
          </p:nvSpPr>
          <p:spPr>
            <a:xfrm>
              <a:off x="7967550" y="4457050"/>
              <a:ext cx="120375" cy="77950"/>
            </a:xfrm>
            <a:custGeom>
              <a:rect b="b" l="l" r="r" t="t"/>
              <a:pathLst>
                <a:path extrusionOk="0" h="3118" w="4815">
                  <a:moveTo>
                    <a:pt x="2377" y="0"/>
                  </a:moveTo>
                  <a:cubicBezTo>
                    <a:pt x="2382" y="0"/>
                    <a:pt x="2387" y="0"/>
                    <a:pt x="2392" y="1"/>
                  </a:cubicBezTo>
                  <a:lnTo>
                    <a:pt x="2392" y="1"/>
                  </a:lnTo>
                  <a:cubicBezTo>
                    <a:pt x="2397" y="0"/>
                    <a:pt x="2402" y="0"/>
                    <a:pt x="2407" y="0"/>
                  </a:cubicBezTo>
                  <a:close/>
                  <a:moveTo>
                    <a:pt x="2392" y="649"/>
                  </a:moveTo>
                  <a:cubicBezTo>
                    <a:pt x="3287" y="649"/>
                    <a:pt x="4182" y="1235"/>
                    <a:pt x="4228" y="2408"/>
                  </a:cubicBezTo>
                  <a:lnTo>
                    <a:pt x="4228" y="2531"/>
                  </a:lnTo>
                  <a:lnTo>
                    <a:pt x="556" y="2531"/>
                  </a:lnTo>
                  <a:lnTo>
                    <a:pt x="556" y="2408"/>
                  </a:lnTo>
                  <a:cubicBezTo>
                    <a:pt x="602" y="1235"/>
                    <a:pt x="1497" y="649"/>
                    <a:pt x="2392" y="649"/>
                  </a:cubicBezTo>
                  <a:close/>
                  <a:moveTo>
                    <a:pt x="2392" y="1"/>
                  </a:moveTo>
                  <a:cubicBezTo>
                    <a:pt x="1072" y="9"/>
                    <a:pt x="0" y="1086"/>
                    <a:pt x="0" y="2408"/>
                  </a:cubicBezTo>
                  <a:lnTo>
                    <a:pt x="0" y="2840"/>
                  </a:lnTo>
                  <a:cubicBezTo>
                    <a:pt x="0" y="2994"/>
                    <a:pt x="124" y="3117"/>
                    <a:pt x="278" y="3117"/>
                  </a:cubicBezTo>
                  <a:lnTo>
                    <a:pt x="4506" y="3117"/>
                  </a:lnTo>
                  <a:cubicBezTo>
                    <a:pt x="4660" y="3117"/>
                    <a:pt x="4815" y="2994"/>
                    <a:pt x="4815" y="2840"/>
                  </a:cubicBezTo>
                  <a:lnTo>
                    <a:pt x="4815" y="2408"/>
                  </a:lnTo>
                  <a:cubicBezTo>
                    <a:pt x="4784" y="1086"/>
                    <a:pt x="3743" y="9"/>
                    <a:pt x="23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1" name="Google Shape;13881;p89"/>
            <p:cNvSpPr/>
            <p:nvPr/>
          </p:nvSpPr>
          <p:spPr>
            <a:xfrm>
              <a:off x="7792400" y="4214000"/>
              <a:ext cx="229950" cy="14700"/>
            </a:xfrm>
            <a:custGeom>
              <a:rect b="b" l="l" r="r" t="t"/>
              <a:pathLst>
                <a:path extrusionOk="0" h="588" w="9198">
                  <a:moveTo>
                    <a:pt x="309" y="1"/>
                  </a:moveTo>
                  <a:cubicBezTo>
                    <a:pt x="124" y="1"/>
                    <a:pt x="1" y="124"/>
                    <a:pt x="1" y="279"/>
                  </a:cubicBezTo>
                  <a:cubicBezTo>
                    <a:pt x="1" y="433"/>
                    <a:pt x="124" y="587"/>
                    <a:pt x="309" y="587"/>
                  </a:cubicBezTo>
                  <a:lnTo>
                    <a:pt x="8796" y="587"/>
                  </a:lnTo>
                  <a:cubicBezTo>
                    <a:pt x="9197" y="587"/>
                    <a:pt x="9197" y="1"/>
                    <a:pt x="87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2" name="Google Shape;13882;p89"/>
            <p:cNvSpPr/>
            <p:nvPr/>
          </p:nvSpPr>
          <p:spPr>
            <a:xfrm>
              <a:off x="7789550" y="4256425"/>
              <a:ext cx="233325" cy="14725"/>
            </a:xfrm>
            <a:custGeom>
              <a:rect b="b" l="l" r="r" t="t"/>
              <a:pathLst>
                <a:path extrusionOk="0" h="589" w="9333">
                  <a:moveTo>
                    <a:pt x="394" y="0"/>
                  </a:moveTo>
                  <a:cubicBezTo>
                    <a:pt x="1" y="0"/>
                    <a:pt x="1" y="589"/>
                    <a:pt x="394" y="589"/>
                  </a:cubicBezTo>
                  <a:cubicBezTo>
                    <a:pt x="403" y="589"/>
                    <a:pt x="413" y="588"/>
                    <a:pt x="423" y="588"/>
                  </a:cubicBezTo>
                  <a:lnTo>
                    <a:pt x="8910" y="588"/>
                  </a:lnTo>
                  <a:cubicBezTo>
                    <a:pt x="8920" y="588"/>
                    <a:pt x="8930" y="589"/>
                    <a:pt x="8940" y="589"/>
                  </a:cubicBezTo>
                  <a:cubicBezTo>
                    <a:pt x="9332" y="589"/>
                    <a:pt x="9332" y="0"/>
                    <a:pt x="8940" y="0"/>
                  </a:cubicBezTo>
                  <a:cubicBezTo>
                    <a:pt x="8930" y="0"/>
                    <a:pt x="8920" y="1"/>
                    <a:pt x="8910" y="1"/>
                  </a:cubicBezTo>
                  <a:lnTo>
                    <a:pt x="423" y="1"/>
                  </a:lnTo>
                  <a:cubicBezTo>
                    <a:pt x="413" y="1"/>
                    <a:pt x="403"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3" name="Google Shape;13883;p89"/>
            <p:cNvSpPr/>
            <p:nvPr/>
          </p:nvSpPr>
          <p:spPr>
            <a:xfrm>
              <a:off x="7897975" y="4171400"/>
              <a:ext cx="16150" cy="14275"/>
            </a:xfrm>
            <a:custGeom>
              <a:rect b="b" l="l" r="r" t="t"/>
              <a:pathLst>
                <a:path extrusionOk="0" h="571" w="646">
                  <a:moveTo>
                    <a:pt x="323" y="0"/>
                  </a:moveTo>
                  <a:cubicBezTo>
                    <a:pt x="163" y="0"/>
                    <a:pt x="1" y="132"/>
                    <a:pt x="37" y="347"/>
                  </a:cubicBezTo>
                  <a:cubicBezTo>
                    <a:pt x="75" y="502"/>
                    <a:pt x="195" y="571"/>
                    <a:pt x="315" y="571"/>
                  </a:cubicBezTo>
                  <a:cubicBezTo>
                    <a:pt x="481" y="571"/>
                    <a:pt x="646" y="439"/>
                    <a:pt x="592" y="224"/>
                  </a:cubicBezTo>
                  <a:cubicBezTo>
                    <a:pt x="553" y="68"/>
                    <a:pt x="439" y="0"/>
                    <a:pt x="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4" name="Google Shape;13884;p89"/>
            <p:cNvSpPr/>
            <p:nvPr/>
          </p:nvSpPr>
          <p:spPr>
            <a:xfrm>
              <a:off x="7749975" y="4172250"/>
              <a:ext cx="311725" cy="184400"/>
            </a:xfrm>
            <a:custGeom>
              <a:rect b="b" l="l" r="r" t="t"/>
              <a:pathLst>
                <a:path extrusionOk="0" h="7376" w="12469">
                  <a:moveTo>
                    <a:pt x="5025" y="0"/>
                  </a:moveTo>
                  <a:cubicBezTo>
                    <a:pt x="5007" y="0"/>
                    <a:pt x="4989" y="2"/>
                    <a:pt x="4969" y="4"/>
                  </a:cubicBezTo>
                  <a:lnTo>
                    <a:pt x="864" y="4"/>
                  </a:lnTo>
                  <a:cubicBezTo>
                    <a:pt x="371" y="4"/>
                    <a:pt x="0" y="375"/>
                    <a:pt x="0" y="838"/>
                  </a:cubicBezTo>
                  <a:lnTo>
                    <a:pt x="0" y="4819"/>
                  </a:lnTo>
                  <a:cubicBezTo>
                    <a:pt x="0" y="5282"/>
                    <a:pt x="401" y="5652"/>
                    <a:pt x="864" y="5652"/>
                  </a:cubicBezTo>
                  <a:lnTo>
                    <a:pt x="2562" y="5652"/>
                  </a:lnTo>
                  <a:lnTo>
                    <a:pt x="2562" y="7072"/>
                  </a:lnTo>
                  <a:cubicBezTo>
                    <a:pt x="2562" y="7259"/>
                    <a:pt x="2688" y="7376"/>
                    <a:pt x="2826" y="7376"/>
                  </a:cubicBezTo>
                  <a:cubicBezTo>
                    <a:pt x="2894" y="7376"/>
                    <a:pt x="2964" y="7348"/>
                    <a:pt x="3025" y="7288"/>
                  </a:cubicBezTo>
                  <a:lnTo>
                    <a:pt x="4660" y="5652"/>
                  </a:lnTo>
                  <a:lnTo>
                    <a:pt x="7808" y="5652"/>
                  </a:lnTo>
                  <a:lnTo>
                    <a:pt x="9444" y="7288"/>
                  </a:lnTo>
                  <a:cubicBezTo>
                    <a:pt x="9504" y="7348"/>
                    <a:pt x="9578" y="7376"/>
                    <a:pt x="9650" y="7376"/>
                  </a:cubicBezTo>
                  <a:cubicBezTo>
                    <a:pt x="9798" y="7376"/>
                    <a:pt x="9938" y="7259"/>
                    <a:pt x="9938" y="7072"/>
                  </a:cubicBezTo>
                  <a:lnTo>
                    <a:pt x="9938" y="5652"/>
                  </a:lnTo>
                  <a:lnTo>
                    <a:pt x="11635" y="5652"/>
                  </a:lnTo>
                  <a:cubicBezTo>
                    <a:pt x="12098" y="5652"/>
                    <a:pt x="12468" y="5282"/>
                    <a:pt x="12468" y="4819"/>
                  </a:cubicBezTo>
                  <a:lnTo>
                    <a:pt x="12468" y="838"/>
                  </a:lnTo>
                  <a:cubicBezTo>
                    <a:pt x="12468" y="375"/>
                    <a:pt x="12098" y="4"/>
                    <a:pt x="11635" y="4"/>
                  </a:cubicBezTo>
                  <a:lnTo>
                    <a:pt x="7530" y="4"/>
                  </a:lnTo>
                  <a:cubicBezTo>
                    <a:pt x="7511" y="2"/>
                    <a:pt x="7492" y="0"/>
                    <a:pt x="7474" y="0"/>
                  </a:cubicBezTo>
                  <a:cubicBezTo>
                    <a:pt x="7108" y="0"/>
                    <a:pt x="7117" y="561"/>
                    <a:pt x="7501" y="561"/>
                  </a:cubicBezTo>
                  <a:cubicBezTo>
                    <a:pt x="7511" y="561"/>
                    <a:pt x="7520" y="561"/>
                    <a:pt x="7530" y="560"/>
                  </a:cubicBezTo>
                  <a:lnTo>
                    <a:pt x="11635" y="560"/>
                  </a:lnTo>
                  <a:cubicBezTo>
                    <a:pt x="11789" y="560"/>
                    <a:pt x="11913" y="683"/>
                    <a:pt x="11913" y="838"/>
                  </a:cubicBezTo>
                  <a:lnTo>
                    <a:pt x="11913" y="4819"/>
                  </a:lnTo>
                  <a:cubicBezTo>
                    <a:pt x="11913" y="4973"/>
                    <a:pt x="11789" y="5097"/>
                    <a:pt x="11635" y="5097"/>
                  </a:cubicBezTo>
                  <a:lnTo>
                    <a:pt x="9660" y="5097"/>
                  </a:lnTo>
                  <a:cubicBezTo>
                    <a:pt x="9506" y="5097"/>
                    <a:pt x="9382" y="5220"/>
                    <a:pt x="9382" y="5374"/>
                  </a:cubicBezTo>
                  <a:lnTo>
                    <a:pt x="9382" y="6393"/>
                  </a:lnTo>
                  <a:lnTo>
                    <a:pt x="8148" y="5189"/>
                  </a:lnTo>
                  <a:cubicBezTo>
                    <a:pt x="8086" y="5128"/>
                    <a:pt x="8024" y="5097"/>
                    <a:pt x="7963" y="5097"/>
                  </a:cubicBezTo>
                  <a:lnTo>
                    <a:pt x="4537" y="5097"/>
                  </a:lnTo>
                  <a:cubicBezTo>
                    <a:pt x="4475" y="5097"/>
                    <a:pt x="4383" y="5128"/>
                    <a:pt x="4352" y="5189"/>
                  </a:cubicBezTo>
                  <a:lnTo>
                    <a:pt x="3117" y="6393"/>
                  </a:lnTo>
                  <a:lnTo>
                    <a:pt x="3117" y="5374"/>
                  </a:lnTo>
                  <a:cubicBezTo>
                    <a:pt x="3117" y="5220"/>
                    <a:pt x="2994" y="5097"/>
                    <a:pt x="2839" y="5097"/>
                  </a:cubicBezTo>
                  <a:lnTo>
                    <a:pt x="864" y="5097"/>
                  </a:lnTo>
                  <a:cubicBezTo>
                    <a:pt x="710" y="5097"/>
                    <a:pt x="587" y="4973"/>
                    <a:pt x="587" y="4819"/>
                  </a:cubicBezTo>
                  <a:lnTo>
                    <a:pt x="587" y="838"/>
                  </a:lnTo>
                  <a:cubicBezTo>
                    <a:pt x="587" y="683"/>
                    <a:pt x="710" y="560"/>
                    <a:pt x="864" y="560"/>
                  </a:cubicBezTo>
                  <a:lnTo>
                    <a:pt x="4969" y="560"/>
                  </a:lnTo>
                  <a:cubicBezTo>
                    <a:pt x="4979" y="561"/>
                    <a:pt x="4989" y="561"/>
                    <a:pt x="4998" y="561"/>
                  </a:cubicBezTo>
                  <a:cubicBezTo>
                    <a:pt x="5382" y="561"/>
                    <a:pt x="5391" y="0"/>
                    <a:pt x="5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5" name="Google Shape;13885;p89"/>
          <p:cNvGrpSpPr/>
          <p:nvPr/>
        </p:nvGrpSpPr>
        <p:grpSpPr>
          <a:xfrm>
            <a:off x="2457488" y="2935508"/>
            <a:ext cx="363425" cy="363425"/>
            <a:chOff x="6979200" y="4171575"/>
            <a:chExt cx="363425" cy="363425"/>
          </a:xfrm>
        </p:grpSpPr>
        <p:sp>
          <p:nvSpPr>
            <p:cNvPr id="13886" name="Google Shape;13886;p89"/>
            <p:cNvSpPr/>
            <p:nvPr/>
          </p:nvSpPr>
          <p:spPr>
            <a:xfrm>
              <a:off x="7144300" y="4235625"/>
              <a:ext cx="66375" cy="56800"/>
            </a:xfrm>
            <a:custGeom>
              <a:rect b="b" l="l" r="r" t="t"/>
              <a:pathLst>
                <a:path extrusionOk="0" h="2272" w="2655">
                  <a:moveTo>
                    <a:pt x="1509" y="554"/>
                  </a:moveTo>
                  <a:cubicBezTo>
                    <a:pt x="1810" y="554"/>
                    <a:pt x="2099" y="783"/>
                    <a:pt x="2099" y="1142"/>
                  </a:cubicBezTo>
                  <a:cubicBezTo>
                    <a:pt x="2099" y="1451"/>
                    <a:pt x="1821" y="1698"/>
                    <a:pt x="1513" y="1698"/>
                  </a:cubicBezTo>
                  <a:cubicBezTo>
                    <a:pt x="1019" y="1698"/>
                    <a:pt x="741" y="1080"/>
                    <a:pt x="1112" y="710"/>
                  </a:cubicBezTo>
                  <a:cubicBezTo>
                    <a:pt x="1229" y="603"/>
                    <a:pt x="1370" y="554"/>
                    <a:pt x="1509" y="554"/>
                  </a:cubicBezTo>
                  <a:close/>
                  <a:moveTo>
                    <a:pt x="1513" y="0"/>
                  </a:moveTo>
                  <a:cubicBezTo>
                    <a:pt x="494" y="0"/>
                    <a:pt x="1" y="1204"/>
                    <a:pt x="710" y="1944"/>
                  </a:cubicBezTo>
                  <a:cubicBezTo>
                    <a:pt x="937" y="2171"/>
                    <a:pt x="1217" y="2272"/>
                    <a:pt x="1494" y="2272"/>
                  </a:cubicBezTo>
                  <a:cubicBezTo>
                    <a:pt x="2083" y="2272"/>
                    <a:pt x="2655" y="1814"/>
                    <a:pt x="2655" y="1142"/>
                  </a:cubicBezTo>
                  <a:cubicBezTo>
                    <a:pt x="2655" y="494"/>
                    <a:pt x="2161" y="0"/>
                    <a:pt x="1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7" name="Google Shape;13887;p89"/>
            <p:cNvSpPr/>
            <p:nvPr/>
          </p:nvSpPr>
          <p:spPr>
            <a:xfrm>
              <a:off x="7172850" y="4520900"/>
              <a:ext cx="19325" cy="14100"/>
            </a:xfrm>
            <a:custGeom>
              <a:rect b="b" l="l" r="r" t="t"/>
              <a:pathLst>
                <a:path extrusionOk="0" h="564" w="773">
                  <a:moveTo>
                    <a:pt x="386" y="0"/>
                  </a:moveTo>
                  <a:cubicBezTo>
                    <a:pt x="317" y="0"/>
                    <a:pt x="247" y="23"/>
                    <a:pt x="186" y="70"/>
                  </a:cubicBezTo>
                  <a:cubicBezTo>
                    <a:pt x="1" y="255"/>
                    <a:pt x="124" y="563"/>
                    <a:pt x="371" y="563"/>
                  </a:cubicBezTo>
                  <a:cubicBezTo>
                    <a:pt x="649" y="563"/>
                    <a:pt x="772" y="255"/>
                    <a:pt x="587" y="70"/>
                  </a:cubicBezTo>
                  <a:cubicBezTo>
                    <a:pt x="525" y="23"/>
                    <a:pt x="456" y="0"/>
                    <a:pt x="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8" name="Google Shape;13888;p89"/>
            <p:cNvSpPr/>
            <p:nvPr/>
          </p:nvSpPr>
          <p:spPr>
            <a:xfrm>
              <a:off x="6979200" y="4171575"/>
              <a:ext cx="363425" cy="361875"/>
            </a:xfrm>
            <a:custGeom>
              <a:rect b="b" l="l" r="r" t="t"/>
              <a:pathLst>
                <a:path extrusionOk="0" h="14475" w="14537">
                  <a:moveTo>
                    <a:pt x="8703" y="556"/>
                  </a:moveTo>
                  <a:lnTo>
                    <a:pt x="8703" y="1297"/>
                  </a:lnTo>
                  <a:cubicBezTo>
                    <a:pt x="8672" y="1420"/>
                    <a:pt x="8765" y="1513"/>
                    <a:pt x="8888" y="1544"/>
                  </a:cubicBezTo>
                  <a:cubicBezTo>
                    <a:pt x="9135" y="1667"/>
                    <a:pt x="9382" y="1791"/>
                    <a:pt x="9598" y="1976"/>
                  </a:cubicBezTo>
                  <a:cubicBezTo>
                    <a:pt x="9655" y="2014"/>
                    <a:pt x="9724" y="2040"/>
                    <a:pt x="9791" y="2040"/>
                  </a:cubicBezTo>
                  <a:cubicBezTo>
                    <a:pt x="9832" y="2040"/>
                    <a:pt x="9871" y="2030"/>
                    <a:pt x="9907" y="2007"/>
                  </a:cubicBezTo>
                  <a:lnTo>
                    <a:pt x="10555" y="1636"/>
                  </a:lnTo>
                  <a:lnTo>
                    <a:pt x="11110" y="2624"/>
                  </a:lnTo>
                  <a:lnTo>
                    <a:pt x="10493" y="2963"/>
                  </a:lnTo>
                  <a:cubicBezTo>
                    <a:pt x="10370" y="3025"/>
                    <a:pt x="10339" y="3148"/>
                    <a:pt x="10339" y="3272"/>
                  </a:cubicBezTo>
                  <a:cubicBezTo>
                    <a:pt x="10401" y="3550"/>
                    <a:pt x="10401" y="3827"/>
                    <a:pt x="10339" y="4105"/>
                  </a:cubicBezTo>
                  <a:cubicBezTo>
                    <a:pt x="10339" y="4229"/>
                    <a:pt x="10370" y="4352"/>
                    <a:pt x="10493" y="4414"/>
                  </a:cubicBezTo>
                  <a:lnTo>
                    <a:pt x="11110" y="4753"/>
                  </a:lnTo>
                  <a:lnTo>
                    <a:pt x="10555" y="5741"/>
                  </a:lnTo>
                  <a:lnTo>
                    <a:pt x="9938" y="5371"/>
                  </a:lnTo>
                  <a:cubicBezTo>
                    <a:pt x="9891" y="5347"/>
                    <a:pt x="9843" y="5337"/>
                    <a:pt x="9798" y="5337"/>
                  </a:cubicBezTo>
                  <a:cubicBezTo>
                    <a:pt x="9724" y="5337"/>
                    <a:pt x="9655" y="5363"/>
                    <a:pt x="9598" y="5401"/>
                  </a:cubicBezTo>
                  <a:cubicBezTo>
                    <a:pt x="9382" y="5587"/>
                    <a:pt x="9166" y="5741"/>
                    <a:pt x="8888" y="5833"/>
                  </a:cubicBezTo>
                  <a:cubicBezTo>
                    <a:pt x="8765" y="5864"/>
                    <a:pt x="8703" y="5957"/>
                    <a:pt x="8703" y="6080"/>
                  </a:cubicBezTo>
                  <a:lnTo>
                    <a:pt x="8703" y="6821"/>
                  </a:lnTo>
                  <a:lnTo>
                    <a:pt x="7561" y="6821"/>
                  </a:lnTo>
                  <a:lnTo>
                    <a:pt x="7561" y="6080"/>
                  </a:lnTo>
                  <a:cubicBezTo>
                    <a:pt x="7561" y="5957"/>
                    <a:pt x="7500" y="5864"/>
                    <a:pt x="7376" y="5833"/>
                  </a:cubicBezTo>
                  <a:cubicBezTo>
                    <a:pt x="7129" y="5741"/>
                    <a:pt x="6882" y="5587"/>
                    <a:pt x="6666" y="5401"/>
                  </a:cubicBezTo>
                  <a:cubicBezTo>
                    <a:pt x="6609" y="5363"/>
                    <a:pt x="6540" y="5337"/>
                    <a:pt x="6467" y="5337"/>
                  </a:cubicBezTo>
                  <a:cubicBezTo>
                    <a:pt x="6421" y="5337"/>
                    <a:pt x="6374" y="5347"/>
                    <a:pt x="6327" y="5371"/>
                  </a:cubicBezTo>
                  <a:lnTo>
                    <a:pt x="5710" y="5741"/>
                  </a:lnTo>
                  <a:lnTo>
                    <a:pt x="5154" y="4753"/>
                  </a:lnTo>
                  <a:lnTo>
                    <a:pt x="5771" y="4414"/>
                  </a:lnTo>
                  <a:cubicBezTo>
                    <a:pt x="5864" y="4352"/>
                    <a:pt x="5926" y="4229"/>
                    <a:pt x="5895" y="4105"/>
                  </a:cubicBezTo>
                  <a:cubicBezTo>
                    <a:pt x="5864" y="3827"/>
                    <a:pt x="5864" y="3550"/>
                    <a:pt x="5895" y="3272"/>
                  </a:cubicBezTo>
                  <a:cubicBezTo>
                    <a:pt x="5926" y="3148"/>
                    <a:pt x="5864" y="3025"/>
                    <a:pt x="5771" y="2963"/>
                  </a:cubicBezTo>
                  <a:lnTo>
                    <a:pt x="5154" y="2624"/>
                  </a:lnTo>
                  <a:lnTo>
                    <a:pt x="5710" y="1636"/>
                  </a:lnTo>
                  <a:lnTo>
                    <a:pt x="6327" y="2007"/>
                  </a:lnTo>
                  <a:cubicBezTo>
                    <a:pt x="6374" y="2030"/>
                    <a:pt x="6421" y="2040"/>
                    <a:pt x="6467" y="2040"/>
                  </a:cubicBezTo>
                  <a:cubicBezTo>
                    <a:pt x="6540" y="2040"/>
                    <a:pt x="6609" y="2014"/>
                    <a:pt x="6666" y="1976"/>
                  </a:cubicBezTo>
                  <a:cubicBezTo>
                    <a:pt x="6882" y="1791"/>
                    <a:pt x="7129" y="1667"/>
                    <a:pt x="7376" y="1544"/>
                  </a:cubicBezTo>
                  <a:cubicBezTo>
                    <a:pt x="7500" y="1513"/>
                    <a:pt x="7561" y="1420"/>
                    <a:pt x="7561" y="1297"/>
                  </a:cubicBezTo>
                  <a:lnTo>
                    <a:pt x="7561" y="556"/>
                  </a:lnTo>
                  <a:close/>
                  <a:moveTo>
                    <a:pt x="1698" y="3982"/>
                  </a:moveTo>
                  <a:lnTo>
                    <a:pt x="1698" y="11419"/>
                  </a:lnTo>
                  <a:lnTo>
                    <a:pt x="1574" y="11419"/>
                  </a:lnTo>
                  <a:cubicBezTo>
                    <a:pt x="1204" y="11419"/>
                    <a:pt x="864" y="11543"/>
                    <a:pt x="587" y="11759"/>
                  </a:cubicBezTo>
                  <a:lnTo>
                    <a:pt x="587" y="4969"/>
                  </a:lnTo>
                  <a:cubicBezTo>
                    <a:pt x="587" y="4414"/>
                    <a:pt x="1019" y="3982"/>
                    <a:pt x="1574" y="3982"/>
                  </a:cubicBezTo>
                  <a:close/>
                  <a:moveTo>
                    <a:pt x="6975" y="11142"/>
                  </a:moveTo>
                  <a:lnTo>
                    <a:pt x="6975" y="12253"/>
                  </a:lnTo>
                  <a:lnTo>
                    <a:pt x="4136" y="12253"/>
                  </a:lnTo>
                  <a:lnTo>
                    <a:pt x="4136" y="11142"/>
                  </a:lnTo>
                  <a:close/>
                  <a:moveTo>
                    <a:pt x="12098" y="11142"/>
                  </a:moveTo>
                  <a:lnTo>
                    <a:pt x="12098" y="12253"/>
                  </a:lnTo>
                  <a:lnTo>
                    <a:pt x="9259" y="12253"/>
                  </a:lnTo>
                  <a:lnTo>
                    <a:pt x="9259" y="11142"/>
                  </a:lnTo>
                  <a:close/>
                  <a:moveTo>
                    <a:pt x="7253" y="1"/>
                  </a:moveTo>
                  <a:cubicBezTo>
                    <a:pt x="7098" y="1"/>
                    <a:pt x="6975" y="124"/>
                    <a:pt x="6975" y="278"/>
                  </a:cubicBezTo>
                  <a:lnTo>
                    <a:pt x="6975" y="1112"/>
                  </a:lnTo>
                  <a:cubicBezTo>
                    <a:pt x="6790" y="1173"/>
                    <a:pt x="6605" y="1297"/>
                    <a:pt x="6450" y="1420"/>
                  </a:cubicBezTo>
                  <a:lnTo>
                    <a:pt x="5740" y="1019"/>
                  </a:lnTo>
                  <a:cubicBezTo>
                    <a:pt x="5683" y="984"/>
                    <a:pt x="5625" y="967"/>
                    <a:pt x="5570" y="967"/>
                  </a:cubicBezTo>
                  <a:cubicBezTo>
                    <a:pt x="5479" y="967"/>
                    <a:pt x="5397" y="1015"/>
                    <a:pt x="5339" y="1112"/>
                  </a:cubicBezTo>
                  <a:lnTo>
                    <a:pt x="4506" y="2593"/>
                  </a:lnTo>
                  <a:cubicBezTo>
                    <a:pt x="4413" y="2716"/>
                    <a:pt x="4475" y="2902"/>
                    <a:pt x="4599" y="2963"/>
                  </a:cubicBezTo>
                  <a:lnTo>
                    <a:pt x="5308" y="3365"/>
                  </a:lnTo>
                  <a:cubicBezTo>
                    <a:pt x="5278" y="3457"/>
                    <a:pt x="5278" y="3550"/>
                    <a:pt x="5278" y="3673"/>
                  </a:cubicBezTo>
                  <a:cubicBezTo>
                    <a:pt x="5278" y="3766"/>
                    <a:pt x="5278" y="3889"/>
                    <a:pt x="5308" y="3982"/>
                  </a:cubicBezTo>
                  <a:lnTo>
                    <a:pt x="4599" y="4383"/>
                  </a:lnTo>
                  <a:cubicBezTo>
                    <a:pt x="4537" y="4414"/>
                    <a:pt x="4475" y="4476"/>
                    <a:pt x="4475" y="4537"/>
                  </a:cubicBezTo>
                  <a:cubicBezTo>
                    <a:pt x="4444" y="4630"/>
                    <a:pt x="4444" y="4692"/>
                    <a:pt x="4506" y="4753"/>
                  </a:cubicBezTo>
                  <a:lnTo>
                    <a:pt x="4660" y="5062"/>
                  </a:lnTo>
                  <a:lnTo>
                    <a:pt x="2253" y="5062"/>
                  </a:lnTo>
                  <a:lnTo>
                    <a:pt x="2253" y="3642"/>
                  </a:lnTo>
                  <a:cubicBezTo>
                    <a:pt x="2253" y="3488"/>
                    <a:pt x="2130" y="3365"/>
                    <a:pt x="1975" y="3365"/>
                  </a:cubicBezTo>
                  <a:lnTo>
                    <a:pt x="1543" y="3365"/>
                  </a:lnTo>
                  <a:cubicBezTo>
                    <a:pt x="710" y="3365"/>
                    <a:pt x="0" y="4074"/>
                    <a:pt x="0" y="4908"/>
                  </a:cubicBezTo>
                  <a:lnTo>
                    <a:pt x="0" y="12932"/>
                  </a:lnTo>
                  <a:cubicBezTo>
                    <a:pt x="0" y="13765"/>
                    <a:pt x="710" y="14475"/>
                    <a:pt x="1543" y="14475"/>
                  </a:cubicBezTo>
                  <a:lnTo>
                    <a:pt x="6852" y="14475"/>
                  </a:lnTo>
                  <a:cubicBezTo>
                    <a:pt x="7006" y="14475"/>
                    <a:pt x="7129" y="14351"/>
                    <a:pt x="7129" y="14197"/>
                  </a:cubicBezTo>
                  <a:cubicBezTo>
                    <a:pt x="7129" y="14043"/>
                    <a:pt x="7006" y="13919"/>
                    <a:pt x="6852" y="13919"/>
                  </a:cubicBezTo>
                  <a:lnTo>
                    <a:pt x="1574" y="13919"/>
                  </a:lnTo>
                  <a:cubicBezTo>
                    <a:pt x="309" y="13827"/>
                    <a:pt x="309" y="12006"/>
                    <a:pt x="1574" y="11913"/>
                  </a:cubicBezTo>
                  <a:lnTo>
                    <a:pt x="2006" y="11913"/>
                  </a:lnTo>
                  <a:cubicBezTo>
                    <a:pt x="2161" y="11913"/>
                    <a:pt x="2284" y="11790"/>
                    <a:pt x="2284" y="11635"/>
                  </a:cubicBezTo>
                  <a:lnTo>
                    <a:pt x="2284" y="5617"/>
                  </a:lnTo>
                  <a:lnTo>
                    <a:pt x="5000" y="5617"/>
                  </a:lnTo>
                  <a:lnTo>
                    <a:pt x="5370" y="6235"/>
                  </a:lnTo>
                  <a:cubicBezTo>
                    <a:pt x="5411" y="6317"/>
                    <a:pt x="5507" y="6358"/>
                    <a:pt x="5603" y="6358"/>
                  </a:cubicBezTo>
                  <a:cubicBezTo>
                    <a:pt x="5651" y="6358"/>
                    <a:pt x="5699" y="6348"/>
                    <a:pt x="5740" y="6327"/>
                  </a:cubicBezTo>
                  <a:lnTo>
                    <a:pt x="6450" y="5926"/>
                  </a:lnTo>
                  <a:cubicBezTo>
                    <a:pt x="6605" y="6049"/>
                    <a:pt x="6790" y="6142"/>
                    <a:pt x="6975" y="6235"/>
                  </a:cubicBezTo>
                  <a:lnTo>
                    <a:pt x="6975" y="7037"/>
                  </a:lnTo>
                  <a:cubicBezTo>
                    <a:pt x="6975" y="7191"/>
                    <a:pt x="7129" y="7315"/>
                    <a:pt x="7284" y="7315"/>
                  </a:cubicBezTo>
                  <a:lnTo>
                    <a:pt x="7839" y="7315"/>
                  </a:lnTo>
                  <a:lnTo>
                    <a:pt x="7839" y="8642"/>
                  </a:lnTo>
                  <a:lnTo>
                    <a:pt x="5586" y="8642"/>
                  </a:lnTo>
                  <a:cubicBezTo>
                    <a:pt x="5401" y="8642"/>
                    <a:pt x="5278" y="8765"/>
                    <a:pt x="5278" y="8920"/>
                  </a:cubicBezTo>
                  <a:lnTo>
                    <a:pt x="5278" y="10494"/>
                  </a:lnTo>
                  <a:lnTo>
                    <a:pt x="3858" y="10494"/>
                  </a:lnTo>
                  <a:cubicBezTo>
                    <a:pt x="3704" y="10494"/>
                    <a:pt x="3580" y="10617"/>
                    <a:pt x="3580" y="10802"/>
                  </a:cubicBezTo>
                  <a:lnTo>
                    <a:pt x="3580" y="12500"/>
                  </a:lnTo>
                  <a:cubicBezTo>
                    <a:pt x="3580" y="12654"/>
                    <a:pt x="3704" y="12777"/>
                    <a:pt x="3858" y="12777"/>
                  </a:cubicBezTo>
                  <a:lnTo>
                    <a:pt x="7284" y="12777"/>
                  </a:lnTo>
                  <a:cubicBezTo>
                    <a:pt x="7438" y="12777"/>
                    <a:pt x="7561" y="12654"/>
                    <a:pt x="7561" y="12500"/>
                  </a:cubicBezTo>
                  <a:lnTo>
                    <a:pt x="7561" y="10802"/>
                  </a:lnTo>
                  <a:cubicBezTo>
                    <a:pt x="7561" y="10617"/>
                    <a:pt x="7438" y="10494"/>
                    <a:pt x="7284" y="10494"/>
                  </a:cubicBezTo>
                  <a:lnTo>
                    <a:pt x="5864" y="10494"/>
                  </a:lnTo>
                  <a:lnTo>
                    <a:pt x="5864" y="9197"/>
                  </a:lnTo>
                  <a:lnTo>
                    <a:pt x="10401" y="9197"/>
                  </a:lnTo>
                  <a:lnTo>
                    <a:pt x="10401" y="10494"/>
                  </a:lnTo>
                  <a:lnTo>
                    <a:pt x="8981" y="10494"/>
                  </a:lnTo>
                  <a:cubicBezTo>
                    <a:pt x="8827" y="10494"/>
                    <a:pt x="8703" y="10617"/>
                    <a:pt x="8703" y="10802"/>
                  </a:cubicBezTo>
                  <a:lnTo>
                    <a:pt x="8703" y="12500"/>
                  </a:lnTo>
                  <a:cubicBezTo>
                    <a:pt x="8703" y="12654"/>
                    <a:pt x="8827" y="12777"/>
                    <a:pt x="8981" y="12777"/>
                  </a:cubicBezTo>
                  <a:lnTo>
                    <a:pt x="12376" y="12777"/>
                  </a:lnTo>
                  <a:cubicBezTo>
                    <a:pt x="12530" y="12777"/>
                    <a:pt x="12654" y="12654"/>
                    <a:pt x="12654" y="12500"/>
                  </a:cubicBezTo>
                  <a:lnTo>
                    <a:pt x="12654" y="10802"/>
                  </a:lnTo>
                  <a:cubicBezTo>
                    <a:pt x="12654" y="10617"/>
                    <a:pt x="12530" y="10494"/>
                    <a:pt x="12376" y="10494"/>
                  </a:cubicBezTo>
                  <a:lnTo>
                    <a:pt x="10956" y="10494"/>
                  </a:lnTo>
                  <a:lnTo>
                    <a:pt x="10956" y="8920"/>
                  </a:lnTo>
                  <a:cubicBezTo>
                    <a:pt x="10956" y="8765"/>
                    <a:pt x="10833" y="8642"/>
                    <a:pt x="10678" y="8642"/>
                  </a:cubicBezTo>
                  <a:lnTo>
                    <a:pt x="8395" y="8642"/>
                  </a:lnTo>
                  <a:lnTo>
                    <a:pt x="8395" y="7315"/>
                  </a:lnTo>
                  <a:lnTo>
                    <a:pt x="8981" y="7315"/>
                  </a:lnTo>
                  <a:cubicBezTo>
                    <a:pt x="9135" y="7315"/>
                    <a:pt x="9259" y="7191"/>
                    <a:pt x="9259" y="7037"/>
                  </a:cubicBezTo>
                  <a:lnTo>
                    <a:pt x="9259" y="6235"/>
                  </a:lnTo>
                  <a:cubicBezTo>
                    <a:pt x="9444" y="6142"/>
                    <a:pt x="9629" y="6049"/>
                    <a:pt x="9814" y="5926"/>
                  </a:cubicBezTo>
                  <a:lnTo>
                    <a:pt x="10493" y="6327"/>
                  </a:lnTo>
                  <a:cubicBezTo>
                    <a:pt x="10545" y="6348"/>
                    <a:pt x="10596" y="6358"/>
                    <a:pt x="10645" y="6358"/>
                  </a:cubicBezTo>
                  <a:cubicBezTo>
                    <a:pt x="10744" y="6358"/>
                    <a:pt x="10833" y="6317"/>
                    <a:pt x="10894" y="6235"/>
                  </a:cubicBezTo>
                  <a:lnTo>
                    <a:pt x="11234" y="5617"/>
                  </a:lnTo>
                  <a:lnTo>
                    <a:pt x="13981" y="5617"/>
                  </a:lnTo>
                  <a:lnTo>
                    <a:pt x="13981" y="13919"/>
                  </a:lnTo>
                  <a:lnTo>
                    <a:pt x="9413" y="13919"/>
                  </a:lnTo>
                  <a:cubicBezTo>
                    <a:pt x="9259" y="13919"/>
                    <a:pt x="9104" y="14043"/>
                    <a:pt x="9104" y="14197"/>
                  </a:cubicBezTo>
                  <a:cubicBezTo>
                    <a:pt x="9104" y="14351"/>
                    <a:pt x="9259" y="14475"/>
                    <a:pt x="9413" y="14475"/>
                  </a:cubicBezTo>
                  <a:lnTo>
                    <a:pt x="14258" y="14475"/>
                  </a:lnTo>
                  <a:cubicBezTo>
                    <a:pt x="14413" y="14475"/>
                    <a:pt x="14536" y="14351"/>
                    <a:pt x="14536" y="14197"/>
                  </a:cubicBezTo>
                  <a:lnTo>
                    <a:pt x="14536" y="5401"/>
                  </a:lnTo>
                  <a:cubicBezTo>
                    <a:pt x="14536" y="5247"/>
                    <a:pt x="14413" y="5124"/>
                    <a:pt x="14258" y="5124"/>
                  </a:cubicBezTo>
                  <a:lnTo>
                    <a:pt x="11543" y="5124"/>
                  </a:lnTo>
                  <a:lnTo>
                    <a:pt x="11728" y="4784"/>
                  </a:lnTo>
                  <a:cubicBezTo>
                    <a:pt x="11759" y="4722"/>
                    <a:pt x="11789" y="4661"/>
                    <a:pt x="11759" y="4568"/>
                  </a:cubicBezTo>
                  <a:cubicBezTo>
                    <a:pt x="11728" y="4506"/>
                    <a:pt x="11697" y="4445"/>
                    <a:pt x="11635" y="4414"/>
                  </a:cubicBezTo>
                  <a:lnTo>
                    <a:pt x="10925" y="4013"/>
                  </a:lnTo>
                  <a:cubicBezTo>
                    <a:pt x="10925" y="3920"/>
                    <a:pt x="10925" y="3827"/>
                    <a:pt x="10925" y="3704"/>
                  </a:cubicBezTo>
                  <a:cubicBezTo>
                    <a:pt x="10925" y="3611"/>
                    <a:pt x="10925" y="3488"/>
                    <a:pt x="10925" y="3395"/>
                  </a:cubicBezTo>
                  <a:lnTo>
                    <a:pt x="11635" y="2994"/>
                  </a:lnTo>
                  <a:cubicBezTo>
                    <a:pt x="11697" y="2963"/>
                    <a:pt x="11728" y="2902"/>
                    <a:pt x="11759" y="2840"/>
                  </a:cubicBezTo>
                  <a:cubicBezTo>
                    <a:pt x="11789" y="2747"/>
                    <a:pt x="11759" y="2686"/>
                    <a:pt x="11728" y="2624"/>
                  </a:cubicBezTo>
                  <a:lnTo>
                    <a:pt x="10894" y="1142"/>
                  </a:lnTo>
                  <a:cubicBezTo>
                    <a:pt x="10833" y="1060"/>
                    <a:pt x="10744" y="1005"/>
                    <a:pt x="10645" y="1005"/>
                  </a:cubicBezTo>
                  <a:cubicBezTo>
                    <a:pt x="10596" y="1005"/>
                    <a:pt x="10545" y="1019"/>
                    <a:pt x="10493" y="1050"/>
                  </a:cubicBezTo>
                  <a:lnTo>
                    <a:pt x="9783" y="1451"/>
                  </a:lnTo>
                  <a:cubicBezTo>
                    <a:pt x="9629" y="1328"/>
                    <a:pt x="9444" y="1235"/>
                    <a:pt x="9259" y="1142"/>
                  </a:cubicBezTo>
                  <a:lnTo>
                    <a:pt x="9259" y="278"/>
                  </a:lnTo>
                  <a:cubicBezTo>
                    <a:pt x="9259" y="124"/>
                    <a:pt x="9135" y="1"/>
                    <a:pt x="8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9" name="Google Shape;13889;p89"/>
          <p:cNvGrpSpPr/>
          <p:nvPr/>
        </p:nvGrpSpPr>
        <p:grpSpPr>
          <a:xfrm>
            <a:off x="3316525" y="2935121"/>
            <a:ext cx="206025" cy="364200"/>
            <a:chOff x="7057900" y="3602175"/>
            <a:chExt cx="206025" cy="364200"/>
          </a:xfrm>
        </p:grpSpPr>
        <p:sp>
          <p:nvSpPr>
            <p:cNvPr id="13890" name="Google Shape;13890;p89"/>
            <p:cNvSpPr/>
            <p:nvPr/>
          </p:nvSpPr>
          <p:spPr>
            <a:xfrm>
              <a:off x="7151250" y="3909250"/>
              <a:ext cx="17000" cy="14075"/>
            </a:xfrm>
            <a:custGeom>
              <a:rect b="b" l="l" r="r" t="t"/>
              <a:pathLst>
                <a:path extrusionOk="0" h="563" w="680">
                  <a:moveTo>
                    <a:pt x="402" y="1"/>
                  </a:moveTo>
                  <a:cubicBezTo>
                    <a:pt x="124" y="1"/>
                    <a:pt x="0" y="309"/>
                    <a:pt x="186" y="494"/>
                  </a:cubicBezTo>
                  <a:cubicBezTo>
                    <a:pt x="242" y="541"/>
                    <a:pt x="309" y="562"/>
                    <a:pt x="376" y="562"/>
                  </a:cubicBezTo>
                  <a:cubicBezTo>
                    <a:pt x="530" y="562"/>
                    <a:pt x="679" y="450"/>
                    <a:pt x="679" y="278"/>
                  </a:cubicBezTo>
                  <a:cubicBezTo>
                    <a:pt x="679" y="124"/>
                    <a:pt x="556" y="1"/>
                    <a:pt x="4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1" name="Google Shape;13891;p89"/>
            <p:cNvSpPr/>
            <p:nvPr/>
          </p:nvSpPr>
          <p:spPr>
            <a:xfrm>
              <a:off x="7130425" y="3645375"/>
              <a:ext cx="61750" cy="13925"/>
            </a:xfrm>
            <a:custGeom>
              <a:rect b="b" l="l" r="r" t="t"/>
              <a:pathLst>
                <a:path extrusionOk="0" h="557" w="2470">
                  <a:moveTo>
                    <a:pt x="370" y="1"/>
                  </a:moveTo>
                  <a:cubicBezTo>
                    <a:pt x="0" y="1"/>
                    <a:pt x="0" y="556"/>
                    <a:pt x="370" y="556"/>
                  </a:cubicBezTo>
                  <a:lnTo>
                    <a:pt x="2068" y="556"/>
                  </a:lnTo>
                  <a:cubicBezTo>
                    <a:pt x="2469" y="556"/>
                    <a:pt x="2469" y="1"/>
                    <a:pt x="20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2" name="Google Shape;13892;p89"/>
            <p:cNvSpPr/>
            <p:nvPr/>
          </p:nvSpPr>
          <p:spPr>
            <a:xfrm>
              <a:off x="7096475" y="3727175"/>
              <a:ext cx="130400" cy="114200"/>
            </a:xfrm>
            <a:custGeom>
              <a:rect b="b" l="l" r="r" t="t"/>
              <a:pathLst>
                <a:path extrusionOk="0" h="4568" w="5216">
                  <a:moveTo>
                    <a:pt x="3734" y="587"/>
                  </a:moveTo>
                  <a:cubicBezTo>
                    <a:pt x="4228" y="587"/>
                    <a:pt x="4629" y="1049"/>
                    <a:pt x="4599" y="1543"/>
                  </a:cubicBezTo>
                  <a:cubicBezTo>
                    <a:pt x="4599" y="2315"/>
                    <a:pt x="3734" y="2932"/>
                    <a:pt x="2593" y="3889"/>
                  </a:cubicBezTo>
                  <a:cubicBezTo>
                    <a:pt x="1389" y="2839"/>
                    <a:pt x="617" y="2284"/>
                    <a:pt x="617" y="1543"/>
                  </a:cubicBezTo>
                  <a:cubicBezTo>
                    <a:pt x="587" y="1049"/>
                    <a:pt x="957" y="587"/>
                    <a:pt x="1482" y="587"/>
                  </a:cubicBezTo>
                  <a:cubicBezTo>
                    <a:pt x="2099" y="587"/>
                    <a:pt x="2315" y="1358"/>
                    <a:pt x="2315" y="1358"/>
                  </a:cubicBezTo>
                  <a:cubicBezTo>
                    <a:pt x="2361" y="1497"/>
                    <a:pt x="2485" y="1566"/>
                    <a:pt x="2604" y="1566"/>
                  </a:cubicBezTo>
                  <a:cubicBezTo>
                    <a:pt x="2724" y="1566"/>
                    <a:pt x="2839" y="1497"/>
                    <a:pt x="2870" y="1358"/>
                  </a:cubicBezTo>
                  <a:cubicBezTo>
                    <a:pt x="2870" y="1358"/>
                    <a:pt x="3086" y="587"/>
                    <a:pt x="3734" y="587"/>
                  </a:cubicBezTo>
                  <a:close/>
                  <a:moveTo>
                    <a:pt x="1482" y="0"/>
                  </a:moveTo>
                  <a:cubicBezTo>
                    <a:pt x="648" y="0"/>
                    <a:pt x="0" y="710"/>
                    <a:pt x="62" y="1543"/>
                  </a:cubicBezTo>
                  <a:cubicBezTo>
                    <a:pt x="62" y="2623"/>
                    <a:pt x="1019" y="3272"/>
                    <a:pt x="2407" y="4475"/>
                  </a:cubicBezTo>
                  <a:cubicBezTo>
                    <a:pt x="2469" y="4537"/>
                    <a:pt x="2539" y="4568"/>
                    <a:pt x="2608" y="4568"/>
                  </a:cubicBezTo>
                  <a:cubicBezTo>
                    <a:pt x="2677" y="4568"/>
                    <a:pt x="2747" y="4537"/>
                    <a:pt x="2809" y="4475"/>
                  </a:cubicBezTo>
                  <a:cubicBezTo>
                    <a:pt x="4197" y="3272"/>
                    <a:pt x="5185" y="2623"/>
                    <a:pt x="5185" y="1543"/>
                  </a:cubicBezTo>
                  <a:lnTo>
                    <a:pt x="5154" y="1543"/>
                  </a:lnTo>
                  <a:cubicBezTo>
                    <a:pt x="5216" y="710"/>
                    <a:pt x="4568" y="0"/>
                    <a:pt x="3734" y="0"/>
                  </a:cubicBezTo>
                  <a:cubicBezTo>
                    <a:pt x="3472" y="417"/>
                    <a:pt x="3032" y="625"/>
                    <a:pt x="2596" y="625"/>
                  </a:cubicBezTo>
                  <a:cubicBezTo>
                    <a:pt x="2161" y="625"/>
                    <a:pt x="1728" y="417"/>
                    <a:pt x="1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3" name="Google Shape;13893;p89"/>
            <p:cNvSpPr/>
            <p:nvPr/>
          </p:nvSpPr>
          <p:spPr>
            <a:xfrm>
              <a:off x="7153550" y="3951675"/>
              <a:ext cx="14700" cy="13925"/>
            </a:xfrm>
            <a:custGeom>
              <a:rect b="b" l="l" r="r" t="t"/>
              <a:pathLst>
                <a:path extrusionOk="0" h="557" w="588">
                  <a:moveTo>
                    <a:pt x="294" y="1"/>
                  </a:moveTo>
                  <a:cubicBezTo>
                    <a:pt x="148" y="1"/>
                    <a:pt x="1" y="94"/>
                    <a:pt x="1" y="279"/>
                  </a:cubicBezTo>
                  <a:cubicBezTo>
                    <a:pt x="1" y="464"/>
                    <a:pt x="148" y="556"/>
                    <a:pt x="294" y="556"/>
                  </a:cubicBezTo>
                  <a:cubicBezTo>
                    <a:pt x="441" y="556"/>
                    <a:pt x="587" y="464"/>
                    <a:pt x="587" y="279"/>
                  </a:cubicBezTo>
                  <a:cubicBezTo>
                    <a:pt x="587" y="94"/>
                    <a:pt x="441"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4" name="Google Shape;13894;p89"/>
            <p:cNvSpPr/>
            <p:nvPr/>
          </p:nvSpPr>
          <p:spPr>
            <a:xfrm>
              <a:off x="7057900" y="3602175"/>
              <a:ext cx="206025" cy="364200"/>
            </a:xfrm>
            <a:custGeom>
              <a:rect b="b" l="l" r="r" t="t"/>
              <a:pathLst>
                <a:path extrusionOk="0" h="14568" w="8241">
                  <a:moveTo>
                    <a:pt x="7376" y="1"/>
                  </a:moveTo>
                  <a:lnTo>
                    <a:pt x="7376" y="31"/>
                  </a:lnTo>
                  <a:lnTo>
                    <a:pt x="864" y="31"/>
                  </a:lnTo>
                  <a:cubicBezTo>
                    <a:pt x="401" y="31"/>
                    <a:pt x="0" y="402"/>
                    <a:pt x="0" y="896"/>
                  </a:cubicBezTo>
                  <a:lnTo>
                    <a:pt x="0" y="13703"/>
                  </a:lnTo>
                  <a:cubicBezTo>
                    <a:pt x="0" y="14197"/>
                    <a:pt x="401" y="14567"/>
                    <a:pt x="864" y="14567"/>
                  </a:cubicBezTo>
                  <a:lnTo>
                    <a:pt x="2839" y="14567"/>
                  </a:lnTo>
                  <a:cubicBezTo>
                    <a:pt x="2994" y="14567"/>
                    <a:pt x="3117" y="14444"/>
                    <a:pt x="3117" y="14290"/>
                  </a:cubicBezTo>
                  <a:cubicBezTo>
                    <a:pt x="3117" y="14149"/>
                    <a:pt x="3014" y="14008"/>
                    <a:pt x="2879" y="14008"/>
                  </a:cubicBezTo>
                  <a:cubicBezTo>
                    <a:pt x="2866" y="14008"/>
                    <a:pt x="2853" y="14009"/>
                    <a:pt x="2839" y="14012"/>
                  </a:cubicBezTo>
                  <a:lnTo>
                    <a:pt x="864" y="14012"/>
                  </a:lnTo>
                  <a:cubicBezTo>
                    <a:pt x="710" y="14012"/>
                    <a:pt x="556" y="13858"/>
                    <a:pt x="556" y="13703"/>
                  </a:cubicBezTo>
                  <a:lnTo>
                    <a:pt x="556" y="865"/>
                  </a:lnTo>
                  <a:cubicBezTo>
                    <a:pt x="556" y="710"/>
                    <a:pt x="710" y="587"/>
                    <a:pt x="864" y="587"/>
                  </a:cubicBezTo>
                  <a:lnTo>
                    <a:pt x="7376" y="587"/>
                  </a:lnTo>
                  <a:cubicBezTo>
                    <a:pt x="7530" y="587"/>
                    <a:pt x="7654" y="710"/>
                    <a:pt x="7654" y="865"/>
                  </a:cubicBezTo>
                  <a:lnTo>
                    <a:pt x="7654" y="13703"/>
                  </a:lnTo>
                  <a:cubicBezTo>
                    <a:pt x="7654" y="13858"/>
                    <a:pt x="7530" y="13981"/>
                    <a:pt x="7376" y="13981"/>
                  </a:cubicBezTo>
                  <a:lnTo>
                    <a:pt x="5401" y="13981"/>
                  </a:lnTo>
                  <a:cubicBezTo>
                    <a:pt x="5247" y="13981"/>
                    <a:pt x="5092" y="14104"/>
                    <a:pt x="5123" y="14259"/>
                  </a:cubicBezTo>
                  <a:cubicBezTo>
                    <a:pt x="5123" y="14413"/>
                    <a:pt x="5247" y="14536"/>
                    <a:pt x="5401" y="14536"/>
                  </a:cubicBezTo>
                  <a:lnTo>
                    <a:pt x="7376" y="14536"/>
                  </a:lnTo>
                  <a:cubicBezTo>
                    <a:pt x="7839" y="14536"/>
                    <a:pt x="8240" y="14166"/>
                    <a:pt x="8240" y="13703"/>
                  </a:cubicBezTo>
                  <a:lnTo>
                    <a:pt x="8240" y="865"/>
                  </a:lnTo>
                  <a:cubicBezTo>
                    <a:pt x="8240" y="402"/>
                    <a:pt x="7839" y="1"/>
                    <a:pt x="73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95" name="Google Shape;13895;p89"/>
          <p:cNvGrpSpPr/>
          <p:nvPr/>
        </p:nvGrpSpPr>
        <p:grpSpPr>
          <a:xfrm>
            <a:off x="3990525" y="2935508"/>
            <a:ext cx="363425" cy="363425"/>
            <a:chOff x="6242375" y="4171575"/>
            <a:chExt cx="363425" cy="363425"/>
          </a:xfrm>
        </p:grpSpPr>
        <p:sp>
          <p:nvSpPr>
            <p:cNvPr id="13896" name="Google Shape;13896;p89"/>
            <p:cNvSpPr/>
            <p:nvPr/>
          </p:nvSpPr>
          <p:spPr>
            <a:xfrm>
              <a:off x="6479225" y="4367550"/>
              <a:ext cx="86450" cy="13900"/>
            </a:xfrm>
            <a:custGeom>
              <a:rect b="b" l="l" r="r" t="t"/>
              <a:pathLst>
                <a:path extrusionOk="0" h="556" w="3458">
                  <a:moveTo>
                    <a:pt x="371" y="0"/>
                  </a:moveTo>
                  <a:cubicBezTo>
                    <a:pt x="1" y="0"/>
                    <a:pt x="1" y="556"/>
                    <a:pt x="371" y="556"/>
                  </a:cubicBezTo>
                  <a:lnTo>
                    <a:pt x="3087" y="556"/>
                  </a:lnTo>
                  <a:cubicBezTo>
                    <a:pt x="3457" y="556"/>
                    <a:pt x="3457" y="0"/>
                    <a:pt x="30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7" name="Google Shape;13897;p89"/>
            <p:cNvSpPr/>
            <p:nvPr/>
          </p:nvSpPr>
          <p:spPr>
            <a:xfrm>
              <a:off x="6499700" y="4409875"/>
              <a:ext cx="67050" cy="14125"/>
            </a:xfrm>
            <a:custGeom>
              <a:rect b="b" l="l" r="r" t="t"/>
              <a:pathLst>
                <a:path extrusionOk="0" h="565" w="2682">
                  <a:moveTo>
                    <a:pt x="335" y="1"/>
                  </a:moveTo>
                  <a:cubicBezTo>
                    <a:pt x="1" y="1"/>
                    <a:pt x="1" y="564"/>
                    <a:pt x="335" y="564"/>
                  </a:cubicBezTo>
                  <a:cubicBezTo>
                    <a:pt x="351" y="564"/>
                    <a:pt x="368" y="563"/>
                    <a:pt x="385" y="560"/>
                  </a:cubicBezTo>
                  <a:lnTo>
                    <a:pt x="2268" y="560"/>
                  </a:lnTo>
                  <a:cubicBezTo>
                    <a:pt x="2287" y="563"/>
                    <a:pt x="2305" y="564"/>
                    <a:pt x="2322" y="564"/>
                  </a:cubicBezTo>
                  <a:cubicBezTo>
                    <a:pt x="2682" y="564"/>
                    <a:pt x="2682" y="1"/>
                    <a:pt x="2322" y="1"/>
                  </a:cubicBezTo>
                  <a:cubicBezTo>
                    <a:pt x="2305" y="1"/>
                    <a:pt x="2287" y="2"/>
                    <a:pt x="2268" y="5"/>
                  </a:cubicBezTo>
                  <a:lnTo>
                    <a:pt x="385" y="5"/>
                  </a:lnTo>
                  <a:cubicBezTo>
                    <a:pt x="368" y="2"/>
                    <a:pt x="351" y="1"/>
                    <a:pt x="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8" name="Google Shape;13898;p89"/>
            <p:cNvSpPr/>
            <p:nvPr/>
          </p:nvSpPr>
          <p:spPr>
            <a:xfrm>
              <a:off x="6477925" y="4452400"/>
              <a:ext cx="89050" cy="14725"/>
            </a:xfrm>
            <a:custGeom>
              <a:rect b="b" l="l" r="r" t="t"/>
              <a:pathLst>
                <a:path extrusionOk="0" h="589" w="3562">
                  <a:moveTo>
                    <a:pt x="394" y="0"/>
                  </a:moveTo>
                  <a:cubicBezTo>
                    <a:pt x="1" y="0"/>
                    <a:pt x="1" y="589"/>
                    <a:pt x="394" y="589"/>
                  </a:cubicBezTo>
                  <a:cubicBezTo>
                    <a:pt x="403" y="589"/>
                    <a:pt x="413" y="588"/>
                    <a:pt x="423" y="588"/>
                  </a:cubicBezTo>
                  <a:lnTo>
                    <a:pt x="3139" y="588"/>
                  </a:lnTo>
                  <a:cubicBezTo>
                    <a:pt x="3149" y="588"/>
                    <a:pt x="3159" y="589"/>
                    <a:pt x="3168" y="589"/>
                  </a:cubicBezTo>
                  <a:cubicBezTo>
                    <a:pt x="3561" y="589"/>
                    <a:pt x="3561" y="0"/>
                    <a:pt x="3168" y="0"/>
                  </a:cubicBezTo>
                  <a:cubicBezTo>
                    <a:pt x="3159" y="0"/>
                    <a:pt x="3149" y="1"/>
                    <a:pt x="3139" y="1"/>
                  </a:cubicBezTo>
                  <a:lnTo>
                    <a:pt x="423" y="1"/>
                  </a:lnTo>
                  <a:cubicBezTo>
                    <a:pt x="413" y="1"/>
                    <a:pt x="403"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9" name="Google Shape;13899;p89"/>
            <p:cNvSpPr/>
            <p:nvPr/>
          </p:nvSpPr>
          <p:spPr>
            <a:xfrm>
              <a:off x="6459950" y="4520325"/>
              <a:ext cx="14675" cy="14675"/>
            </a:xfrm>
            <a:custGeom>
              <a:rect b="b" l="l" r="r" t="t"/>
              <a:pathLst>
                <a:path extrusionOk="0" h="587" w="587">
                  <a:moveTo>
                    <a:pt x="278" y="0"/>
                  </a:moveTo>
                  <a:cubicBezTo>
                    <a:pt x="124" y="0"/>
                    <a:pt x="0" y="154"/>
                    <a:pt x="0" y="309"/>
                  </a:cubicBezTo>
                  <a:cubicBezTo>
                    <a:pt x="0" y="463"/>
                    <a:pt x="124" y="586"/>
                    <a:pt x="278" y="586"/>
                  </a:cubicBezTo>
                  <a:cubicBezTo>
                    <a:pt x="432" y="586"/>
                    <a:pt x="587" y="463"/>
                    <a:pt x="587" y="309"/>
                  </a:cubicBezTo>
                  <a:cubicBezTo>
                    <a:pt x="587" y="154"/>
                    <a:pt x="432"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0" name="Google Shape;13900;p89"/>
            <p:cNvSpPr/>
            <p:nvPr/>
          </p:nvSpPr>
          <p:spPr>
            <a:xfrm>
              <a:off x="6242375" y="4171575"/>
              <a:ext cx="363425" cy="363425"/>
            </a:xfrm>
            <a:custGeom>
              <a:rect b="b" l="l" r="r" t="t"/>
              <a:pathLst>
                <a:path extrusionOk="0" h="14537" w="14537">
                  <a:moveTo>
                    <a:pt x="8703" y="556"/>
                  </a:moveTo>
                  <a:lnTo>
                    <a:pt x="8703" y="1698"/>
                  </a:lnTo>
                  <a:lnTo>
                    <a:pt x="617" y="1698"/>
                  </a:lnTo>
                  <a:lnTo>
                    <a:pt x="617" y="865"/>
                  </a:lnTo>
                  <a:cubicBezTo>
                    <a:pt x="617" y="710"/>
                    <a:pt x="741" y="556"/>
                    <a:pt x="895" y="556"/>
                  </a:cubicBezTo>
                  <a:close/>
                  <a:moveTo>
                    <a:pt x="10123" y="556"/>
                  </a:moveTo>
                  <a:cubicBezTo>
                    <a:pt x="10277" y="556"/>
                    <a:pt x="10401" y="710"/>
                    <a:pt x="10401" y="865"/>
                  </a:cubicBezTo>
                  <a:lnTo>
                    <a:pt x="10401" y="1698"/>
                  </a:lnTo>
                  <a:lnTo>
                    <a:pt x="9290" y="1698"/>
                  </a:lnTo>
                  <a:lnTo>
                    <a:pt x="9290" y="556"/>
                  </a:lnTo>
                  <a:close/>
                  <a:moveTo>
                    <a:pt x="12283" y="4815"/>
                  </a:moveTo>
                  <a:lnTo>
                    <a:pt x="12283" y="5957"/>
                  </a:lnTo>
                  <a:lnTo>
                    <a:pt x="4166" y="5957"/>
                  </a:lnTo>
                  <a:lnTo>
                    <a:pt x="4166" y="5124"/>
                  </a:lnTo>
                  <a:cubicBezTo>
                    <a:pt x="4166" y="4938"/>
                    <a:pt x="4290" y="4815"/>
                    <a:pt x="4444" y="4815"/>
                  </a:cubicBezTo>
                  <a:close/>
                  <a:moveTo>
                    <a:pt x="13703" y="4815"/>
                  </a:moveTo>
                  <a:cubicBezTo>
                    <a:pt x="13857" y="4815"/>
                    <a:pt x="13981" y="4938"/>
                    <a:pt x="13981" y="5124"/>
                  </a:cubicBezTo>
                  <a:lnTo>
                    <a:pt x="13981" y="5957"/>
                  </a:lnTo>
                  <a:lnTo>
                    <a:pt x="12839" y="5957"/>
                  </a:lnTo>
                  <a:lnTo>
                    <a:pt x="12839" y="4815"/>
                  </a:lnTo>
                  <a:close/>
                  <a:moveTo>
                    <a:pt x="10401" y="2284"/>
                  </a:moveTo>
                  <a:lnTo>
                    <a:pt x="10401" y="4260"/>
                  </a:lnTo>
                  <a:lnTo>
                    <a:pt x="4444" y="4260"/>
                  </a:lnTo>
                  <a:cubicBezTo>
                    <a:pt x="3981" y="4260"/>
                    <a:pt x="3611" y="4630"/>
                    <a:pt x="3611" y="5124"/>
                  </a:cubicBezTo>
                  <a:lnTo>
                    <a:pt x="3611" y="8673"/>
                  </a:lnTo>
                  <a:lnTo>
                    <a:pt x="2870" y="8673"/>
                  </a:lnTo>
                  <a:cubicBezTo>
                    <a:pt x="2853" y="8674"/>
                    <a:pt x="2836" y="8675"/>
                    <a:pt x="2819" y="8675"/>
                  </a:cubicBezTo>
                  <a:cubicBezTo>
                    <a:pt x="2506" y="8675"/>
                    <a:pt x="2284" y="8410"/>
                    <a:pt x="2284" y="8117"/>
                  </a:cubicBezTo>
                  <a:cubicBezTo>
                    <a:pt x="2315" y="7901"/>
                    <a:pt x="2160" y="7793"/>
                    <a:pt x="2006" y="7793"/>
                  </a:cubicBezTo>
                  <a:cubicBezTo>
                    <a:pt x="1852" y="7793"/>
                    <a:pt x="1697" y="7901"/>
                    <a:pt x="1728" y="8117"/>
                  </a:cubicBezTo>
                  <a:lnTo>
                    <a:pt x="1728" y="9537"/>
                  </a:lnTo>
                  <a:lnTo>
                    <a:pt x="864" y="9537"/>
                  </a:lnTo>
                  <a:cubicBezTo>
                    <a:pt x="710" y="9537"/>
                    <a:pt x="586" y="9413"/>
                    <a:pt x="586" y="9259"/>
                  </a:cubicBezTo>
                  <a:lnTo>
                    <a:pt x="586" y="2284"/>
                  </a:lnTo>
                  <a:close/>
                  <a:moveTo>
                    <a:pt x="6728" y="8642"/>
                  </a:moveTo>
                  <a:lnTo>
                    <a:pt x="8487" y="9815"/>
                  </a:lnTo>
                  <a:lnTo>
                    <a:pt x="6728" y="10957"/>
                  </a:lnTo>
                  <a:lnTo>
                    <a:pt x="6728" y="10648"/>
                  </a:lnTo>
                  <a:cubicBezTo>
                    <a:pt x="6728" y="10494"/>
                    <a:pt x="6605" y="10370"/>
                    <a:pt x="6450" y="10370"/>
                  </a:cubicBezTo>
                  <a:lnTo>
                    <a:pt x="2870" y="10370"/>
                  </a:lnTo>
                  <a:cubicBezTo>
                    <a:pt x="2531" y="10370"/>
                    <a:pt x="2284" y="10092"/>
                    <a:pt x="2284" y="9784"/>
                  </a:cubicBezTo>
                  <a:lnTo>
                    <a:pt x="2284" y="9074"/>
                  </a:lnTo>
                  <a:cubicBezTo>
                    <a:pt x="2469" y="9167"/>
                    <a:pt x="2654" y="9228"/>
                    <a:pt x="2870" y="9228"/>
                  </a:cubicBezTo>
                  <a:lnTo>
                    <a:pt x="6450" y="9259"/>
                  </a:lnTo>
                  <a:cubicBezTo>
                    <a:pt x="6605" y="9259"/>
                    <a:pt x="6728" y="9136"/>
                    <a:pt x="6728" y="8981"/>
                  </a:cubicBezTo>
                  <a:lnTo>
                    <a:pt x="6728" y="8642"/>
                  </a:lnTo>
                  <a:close/>
                  <a:moveTo>
                    <a:pt x="864" y="1"/>
                  </a:moveTo>
                  <a:cubicBezTo>
                    <a:pt x="401" y="1"/>
                    <a:pt x="0" y="371"/>
                    <a:pt x="0" y="865"/>
                  </a:cubicBezTo>
                  <a:lnTo>
                    <a:pt x="0" y="9259"/>
                  </a:lnTo>
                  <a:cubicBezTo>
                    <a:pt x="0" y="9722"/>
                    <a:pt x="401" y="10092"/>
                    <a:pt x="864" y="10092"/>
                  </a:cubicBezTo>
                  <a:lnTo>
                    <a:pt x="1759" y="10092"/>
                  </a:lnTo>
                  <a:cubicBezTo>
                    <a:pt x="1883" y="10586"/>
                    <a:pt x="2346" y="10957"/>
                    <a:pt x="2839" y="10957"/>
                  </a:cubicBezTo>
                  <a:lnTo>
                    <a:pt x="3580" y="10957"/>
                  </a:lnTo>
                  <a:lnTo>
                    <a:pt x="3580" y="13672"/>
                  </a:lnTo>
                  <a:cubicBezTo>
                    <a:pt x="3580" y="14166"/>
                    <a:pt x="3981" y="14536"/>
                    <a:pt x="4444" y="14536"/>
                  </a:cubicBezTo>
                  <a:lnTo>
                    <a:pt x="7716" y="14536"/>
                  </a:lnTo>
                  <a:cubicBezTo>
                    <a:pt x="7870" y="14536"/>
                    <a:pt x="7993" y="14413"/>
                    <a:pt x="7993" y="14259"/>
                  </a:cubicBezTo>
                  <a:cubicBezTo>
                    <a:pt x="7993" y="14104"/>
                    <a:pt x="7870" y="13950"/>
                    <a:pt x="7716" y="13950"/>
                  </a:cubicBezTo>
                  <a:lnTo>
                    <a:pt x="4444" y="13950"/>
                  </a:lnTo>
                  <a:cubicBezTo>
                    <a:pt x="4290" y="13950"/>
                    <a:pt x="4166" y="13827"/>
                    <a:pt x="4166" y="13672"/>
                  </a:cubicBezTo>
                  <a:lnTo>
                    <a:pt x="4166" y="10957"/>
                  </a:lnTo>
                  <a:lnTo>
                    <a:pt x="6142" y="10957"/>
                  </a:lnTo>
                  <a:lnTo>
                    <a:pt x="6142" y="11512"/>
                  </a:lnTo>
                  <a:cubicBezTo>
                    <a:pt x="6142" y="11635"/>
                    <a:pt x="6203" y="11728"/>
                    <a:pt x="6296" y="11759"/>
                  </a:cubicBezTo>
                  <a:cubicBezTo>
                    <a:pt x="6342" y="11790"/>
                    <a:pt x="6388" y="11805"/>
                    <a:pt x="6435" y="11805"/>
                  </a:cubicBezTo>
                  <a:cubicBezTo>
                    <a:pt x="6481" y="11805"/>
                    <a:pt x="6527" y="11790"/>
                    <a:pt x="6574" y="11759"/>
                  </a:cubicBezTo>
                  <a:lnTo>
                    <a:pt x="9135" y="10062"/>
                  </a:lnTo>
                  <a:cubicBezTo>
                    <a:pt x="9320" y="9969"/>
                    <a:pt x="9320" y="9722"/>
                    <a:pt x="9135" y="9599"/>
                  </a:cubicBezTo>
                  <a:lnTo>
                    <a:pt x="6574" y="7901"/>
                  </a:lnTo>
                  <a:cubicBezTo>
                    <a:pt x="6523" y="7867"/>
                    <a:pt x="6468" y="7852"/>
                    <a:pt x="6414" y="7852"/>
                  </a:cubicBezTo>
                  <a:cubicBezTo>
                    <a:pt x="6272" y="7852"/>
                    <a:pt x="6142" y="7960"/>
                    <a:pt x="6142" y="8117"/>
                  </a:cubicBezTo>
                  <a:lnTo>
                    <a:pt x="6142" y="8673"/>
                  </a:lnTo>
                  <a:lnTo>
                    <a:pt x="4166" y="8673"/>
                  </a:lnTo>
                  <a:lnTo>
                    <a:pt x="4166" y="6543"/>
                  </a:lnTo>
                  <a:lnTo>
                    <a:pt x="13981" y="6543"/>
                  </a:lnTo>
                  <a:lnTo>
                    <a:pt x="13981" y="13672"/>
                  </a:lnTo>
                  <a:cubicBezTo>
                    <a:pt x="13981" y="13827"/>
                    <a:pt x="13857" y="13981"/>
                    <a:pt x="13703" y="13981"/>
                  </a:cubicBezTo>
                  <a:lnTo>
                    <a:pt x="10246" y="13981"/>
                  </a:lnTo>
                  <a:cubicBezTo>
                    <a:pt x="10092" y="13981"/>
                    <a:pt x="9968" y="14104"/>
                    <a:pt x="9968" y="14259"/>
                  </a:cubicBezTo>
                  <a:cubicBezTo>
                    <a:pt x="9968" y="14413"/>
                    <a:pt x="10092" y="14536"/>
                    <a:pt x="10246" y="14536"/>
                  </a:cubicBezTo>
                  <a:lnTo>
                    <a:pt x="13703" y="14536"/>
                  </a:lnTo>
                  <a:cubicBezTo>
                    <a:pt x="14166" y="14536"/>
                    <a:pt x="14536" y="14166"/>
                    <a:pt x="14536" y="13672"/>
                  </a:cubicBezTo>
                  <a:lnTo>
                    <a:pt x="14536" y="5124"/>
                  </a:lnTo>
                  <a:cubicBezTo>
                    <a:pt x="14536" y="4630"/>
                    <a:pt x="14166" y="4260"/>
                    <a:pt x="13703" y="4260"/>
                  </a:cubicBezTo>
                  <a:lnTo>
                    <a:pt x="10987" y="4260"/>
                  </a:lnTo>
                  <a:lnTo>
                    <a:pt x="10987" y="865"/>
                  </a:lnTo>
                  <a:cubicBezTo>
                    <a:pt x="10987" y="371"/>
                    <a:pt x="10586" y="1"/>
                    <a:pt x="101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01" name="Google Shape;13901;p89"/>
          <p:cNvGrpSpPr/>
          <p:nvPr/>
        </p:nvGrpSpPr>
        <p:grpSpPr>
          <a:xfrm>
            <a:off x="4751400" y="2935508"/>
            <a:ext cx="363425" cy="363425"/>
            <a:chOff x="5497050" y="4171575"/>
            <a:chExt cx="363425" cy="363425"/>
          </a:xfrm>
        </p:grpSpPr>
        <p:sp>
          <p:nvSpPr>
            <p:cNvPr id="13902" name="Google Shape;13902;p89"/>
            <p:cNvSpPr/>
            <p:nvPr/>
          </p:nvSpPr>
          <p:spPr>
            <a:xfrm>
              <a:off x="5769400" y="4214000"/>
              <a:ext cx="40150" cy="14700"/>
            </a:xfrm>
            <a:custGeom>
              <a:rect b="b" l="l" r="r" t="t"/>
              <a:pathLst>
                <a:path extrusionOk="0" h="588" w="1606">
                  <a:moveTo>
                    <a:pt x="371" y="1"/>
                  </a:moveTo>
                  <a:cubicBezTo>
                    <a:pt x="1" y="1"/>
                    <a:pt x="1" y="587"/>
                    <a:pt x="371" y="587"/>
                  </a:cubicBezTo>
                  <a:lnTo>
                    <a:pt x="1235" y="587"/>
                  </a:lnTo>
                  <a:cubicBezTo>
                    <a:pt x="1606" y="587"/>
                    <a:pt x="1606" y="1"/>
                    <a:pt x="12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3" name="Google Shape;13903;p89"/>
            <p:cNvSpPr/>
            <p:nvPr/>
          </p:nvSpPr>
          <p:spPr>
            <a:xfrm>
              <a:off x="5497050" y="4171575"/>
              <a:ext cx="363425" cy="363425"/>
            </a:xfrm>
            <a:custGeom>
              <a:rect b="b" l="l" r="r" t="t"/>
              <a:pathLst>
                <a:path extrusionOk="0" h="14537" w="14537">
                  <a:moveTo>
                    <a:pt x="13395" y="587"/>
                  </a:moveTo>
                  <a:cubicBezTo>
                    <a:pt x="13703" y="587"/>
                    <a:pt x="13950" y="834"/>
                    <a:pt x="13981" y="1142"/>
                  </a:cubicBezTo>
                  <a:lnTo>
                    <a:pt x="13981" y="6975"/>
                  </a:lnTo>
                  <a:lnTo>
                    <a:pt x="9413" y="6975"/>
                  </a:lnTo>
                  <a:lnTo>
                    <a:pt x="9413" y="1142"/>
                  </a:lnTo>
                  <a:cubicBezTo>
                    <a:pt x="9413" y="834"/>
                    <a:pt x="9691" y="587"/>
                    <a:pt x="10000" y="587"/>
                  </a:cubicBezTo>
                  <a:close/>
                  <a:moveTo>
                    <a:pt x="13981" y="7562"/>
                  </a:moveTo>
                  <a:lnTo>
                    <a:pt x="13981" y="8117"/>
                  </a:lnTo>
                  <a:cubicBezTo>
                    <a:pt x="13981" y="8426"/>
                    <a:pt x="13703" y="8673"/>
                    <a:pt x="13395" y="8673"/>
                  </a:cubicBezTo>
                  <a:lnTo>
                    <a:pt x="13395" y="8704"/>
                  </a:lnTo>
                  <a:lnTo>
                    <a:pt x="10000" y="8704"/>
                  </a:lnTo>
                  <a:cubicBezTo>
                    <a:pt x="9691" y="8704"/>
                    <a:pt x="9413" y="8457"/>
                    <a:pt x="9413" y="8148"/>
                  </a:cubicBezTo>
                  <a:lnTo>
                    <a:pt x="9413" y="7562"/>
                  </a:lnTo>
                  <a:close/>
                  <a:moveTo>
                    <a:pt x="8858" y="3148"/>
                  </a:moveTo>
                  <a:lnTo>
                    <a:pt x="8858" y="8117"/>
                  </a:lnTo>
                  <a:cubicBezTo>
                    <a:pt x="8858" y="8734"/>
                    <a:pt x="9383" y="9228"/>
                    <a:pt x="10000" y="9259"/>
                  </a:cubicBezTo>
                  <a:lnTo>
                    <a:pt x="12253" y="9259"/>
                  </a:lnTo>
                  <a:lnTo>
                    <a:pt x="12253" y="10401"/>
                  </a:lnTo>
                  <a:lnTo>
                    <a:pt x="7685" y="10401"/>
                  </a:lnTo>
                  <a:cubicBezTo>
                    <a:pt x="7676" y="10400"/>
                    <a:pt x="7667" y="10400"/>
                    <a:pt x="7658" y="10400"/>
                  </a:cubicBezTo>
                  <a:cubicBezTo>
                    <a:pt x="7293" y="10400"/>
                    <a:pt x="7293" y="10988"/>
                    <a:pt x="7658" y="10988"/>
                  </a:cubicBezTo>
                  <a:cubicBezTo>
                    <a:pt x="7667" y="10988"/>
                    <a:pt x="7676" y="10988"/>
                    <a:pt x="7685" y="10987"/>
                  </a:cubicBezTo>
                  <a:lnTo>
                    <a:pt x="12253" y="10987"/>
                  </a:lnTo>
                  <a:lnTo>
                    <a:pt x="12253" y="11821"/>
                  </a:lnTo>
                  <a:cubicBezTo>
                    <a:pt x="12253" y="11975"/>
                    <a:pt x="12129" y="12098"/>
                    <a:pt x="11975" y="12098"/>
                  </a:cubicBezTo>
                  <a:lnTo>
                    <a:pt x="865" y="12098"/>
                  </a:lnTo>
                  <a:cubicBezTo>
                    <a:pt x="679" y="12098"/>
                    <a:pt x="556" y="11975"/>
                    <a:pt x="556" y="11821"/>
                  </a:cubicBezTo>
                  <a:lnTo>
                    <a:pt x="556" y="10987"/>
                  </a:lnTo>
                  <a:lnTo>
                    <a:pt x="5124" y="10987"/>
                  </a:lnTo>
                  <a:cubicBezTo>
                    <a:pt x="5463" y="10926"/>
                    <a:pt x="5463" y="10432"/>
                    <a:pt x="5124" y="10401"/>
                  </a:cubicBezTo>
                  <a:lnTo>
                    <a:pt x="587" y="10401"/>
                  </a:lnTo>
                  <a:lnTo>
                    <a:pt x="587" y="3426"/>
                  </a:lnTo>
                  <a:cubicBezTo>
                    <a:pt x="587" y="3272"/>
                    <a:pt x="710" y="3148"/>
                    <a:pt x="865" y="3148"/>
                  </a:cubicBezTo>
                  <a:close/>
                  <a:moveTo>
                    <a:pt x="7839" y="12685"/>
                  </a:moveTo>
                  <a:lnTo>
                    <a:pt x="7839" y="13981"/>
                  </a:lnTo>
                  <a:lnTo>
                    <a:pt x="5000" y="13981"/>
                  </a:lnTo>
                  <a:lnTo>
                    <a:pt x="5000" y="12685"/>
                  </a:lnTo>
                  <a:close/>
                  <a:moveTo>
                    <a:pt x="13395" y="1"/>
                  </a:moveTo>
                  <a:lnTo>
                    <a:pt x="13395" y="31"/>
                  </a:lnTo>
                  <a:lnTo>
                    <a:pt x="10000" y="31"/>
                  </a:lnTo>
                  <a:cubicBezTo>
                    <a:pt x="9383" y="31"/>
                    <a:pt x="8858" y="525"/>
                    <a:pt x="8858" y="1142"/>
                  </a:cubicBezTo>
                  <a:lnTo>
                    <a:pt x="8858" y="2562"/>
                  </a:lnTo>
                  <a:lnTo>
                    <a:pt x="865" y="2562"/>
                  </a:lnTo>
                  <a:cubicBezTo>
                    <a:pt x="371" y="2562"/>
                    <a:pt x="1" y="2963"/>
                    <a:pt x="1" y="3426"/>
                  </a:cubicBezTo>
                  <a:lnTo>
                    <a:pt x="1" y="11821"/>
                  </a:lnTo>
                  <a:cubicBezTo>
                    <a:pt x="1" y="12284"/>
                    <a:pt x="371" y="12685"/>
                    <a:pt x="865" y="12685"/>
                  </a:cubicBezTo>
                  <a:lnTo>
                    <a:pt x="4414" y="12685"/>
                  </a:lnTo>
                  <a:lnTo>
                    <a:pt x="4414" y="13981"/>
                  </a:lnTo>
                  <a:lnTo>
                    <a:pt x="2994" y="13981"/>
                  </a:lnTo>
                  <a:cubicBezTo>
                    <a:pt x="2840" y="13981"/>
                    <a:pt x="2716" y="14104"/>
                    <a:pt x="2716" y="14259"/>
                  </a:cubicBezTo>
                  <a:cubicBezTo>
                    <a:pt x="2716" y="14413"/>
                    <a:pt x="2840" y="14536"/>
                    <a:pt x="2994" y="14536"/>
                  </a:cubicBezTo>
                  <a:lnTo>
                    <a:pt x="9815" y="14536"/>
                  </a:lnTo>
                  <a:cubicBezTo>
                    <a:pt x="9969" y="14536"/>
                    <a:pt x="10092" y="14413"/>
                    <a:pt x="10092" y="14259"/>
                  </a:cubicBezTo>
                  <a:cubicBezTo>
                    <a:pt x="10092" y="14104"/>
                    <a:pt x="9969" y="13981"/>
                    <a:pt x="9815" y="13981"/>
                  </a:cubicBezTo>
                  <a:lnTo>
                    <a:pt x="8395" y="13981"/>
                  </a:lnTo>
                  <a:lnTo>
                    <a:pt x="8395" y="12685"/>
                  </a:lnTo>
                  <a:lnTo>
                    <a:pt x="11975" y="12685"/>
                  </a:lnTo>
                  <a:cubicBezTo>
                    <a:pt x="12438" y="12685"/>
                    <a:pt x="12839" y="12284"/>
                    <a:pt x="12808" y="11821"/>
                  </a:cubicBezTo>
                  <a:lnTo>
                    <a:pt x="12808" y="9259"/>
                  </a:lnTo>
                  <a:lnTo>
                    <a:pt x="13395" y="9259"/>
                  </a:lnTo>
                  <a:cubicBezTo>
                    <a:pt x="14012" y="9259"/>
                    <a:pt x="14536" y="8765"/>
                    <a:pt x="14536" y="8148"/>
                  </a:cubicBezTo>
                  <a:lnTo>
                    <a:pt x="14536" y="1142"/>
                  </a:lnTo>
                  <a:cubicBezTo>
                    <a:pt x="14536" y="494"/>
                    <a:pt x="14012" y="1"/>
                    <a:pt x="13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4" name="Google Shape;13904;p89"/>
            <p:cNvSpPr/>
            <p:nvPr/>
          </p:nvSpPr>
          <p:spPr>
            <a:xfrm>
              <a:off x="5647500" y="4431600"/>
              <a:ext cx="17000" cy="13825"/>
            </a:xfrm>
            <a:custGeom>
              <a:rect b="b" l="l" r="r" t="t"/>
              <a:pathLst>
                <a:path extrusionOk="0" h="553" w="680">
                  <a:moveTo>
                    <a:pt x="402" y="0"/>
                  </a:moveTo>
                  <a:cubicBezTo>
                    <a:pt x="155" y="0"/>
                    <a:pt x="1" y="309"/>
                    <a:pt x="186" y="463"/>
                  </a:cubicBezTo>
                  <a:cubicBezTo>
                    <a:pt x="247" y="525"/>
                    <a:pt x="323" y="552"/>
                    <a:pt x="396" y="552"/>
                  </a:cubicBezTo>
                  <a:cubicBezTo>
                    <a:pt x="542" y="552"/>
                    <a:pt x="680" y="442"/>
                    <a:pt x="680" y="278"/>
                  </a:cubicBezTo>
                  <a:cubicBezTo>
                    <a:pt x="680" y="123"/>
                    <a:pt x="556" y="0"/>
                    <a:pt x="4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05" name="Google Shape;13905;p89"/>
          <p:cNvGrpSpPr/>
          <p:nvPr/>
        </p:nvGrpSpPr>
        <p:grpSpPr>
          <a:xfrm>
            <a:off x="5464975" y="2960958"/>
            <a:ext cx="363425" cy="312525"/>
            <a:chOff x="4747100" y="4197050"/>
            <a:chExt cx="363425" cy="312525"/>
          </a:xfrm>
        </p:grpSpPr>
        <p:sp>
          <p:nvSpPr>
            <p:cNvPr id="13906" name="Google Shape;13906;p89"/>
            <p:cNvSpPr/>
            <p:nvPr/>
          </p:nvSpPr>
          <p:spPr>
            <a:xfrm>
              <a:off x="5006350" y="4323950"/>
              <a:ext cx="15075" cy="78525"/>
            </a:xfrm>
            <a:custGeom>
              <a:rect b="b" l="l" r="r" t="t"/>
              <a:pathLst>
                <a:path extrusionOk="0" h="3141" w="603">
                  <a:moveTo>
                    <a:pt x="297" y="1"/>
                  </a:moveTo>
                  <a:cubicBezTo>
                    <a:pt x="147" y="1"/>
                    <a:pt x="0" y="109"/>
                    <a:pt x="31" y="325"/>
                  </a:cubicBezTo>
                  <a:lnTo>
                    <a:pt x="31" y="2886"/>
                  </a:lnTo>
                  <a:cubicBezTo>
                    <a:pt x="47" y="3056"/>
                    <a:pt x="178" y="3141"/>
                    <a:pt x="309" y="3141"/>
                  </a:cubicBezTo>
                  <a:cubicBezTo>
                    <a:pt x="440" y="3141"/>
                    <a:pt x="571" y="3056"/>
                    <a:pt x="587" y="2886"/>
                  </a:cubicBezTo>
                  <a:lnTo>
                    <a:pt x="587" y="325"/>
                  </a:lnTo>
                  <a:cubicBezTo>
                    <a:pt x="602" y="109"/>
                    <a:pt x="448" y="1"/>
                    <a:pt x="2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7" name="Google Shape;13907;p89"/>
            <p:cNvSpPr/>
            <p:nvPr/>
          </p:nvSpPr>
          <p:spPr>
            <a:xfrm>
              <a:off x="5049550" y="4303700"/>
              <a:ext cx="13925" cy="120200"/>
            </a:xfrm>
            <a:custGeom>
              <a:rect b="b" l="l" r="r" t="t"/>
              <a:pathLst>
                <a:path extrusionOk="0" h="4808" w="557">
                  <a:moveTo>
                    <a:pt x="278" y="1"/>
                  </a:moveTo>
                  <a:cubicBezTo>
                    <a:pt x="140" y="1"/>
                    <a:pt x="1" y="101"/>
                    <a:pt x="1" y="302"/>
                  </a:cubicBezTo>
                  <a:lnTo>
                    <a:pt x="1" y="4530"/>
                  </a:lnTo>
                  <a:cubicBezTo>
                    <a:pt x="1" y="4715"/>
                    <a:pt x="140" y="4807"/>
                    <a:pt x="278" y="4807"/>
                  </a:cubicBezTo>
                  <a:cubicBezTo>
                    <a:pt x="417" y="4807"/>
                    <a:pt x="556" y="4715"/>
                    <a:pt x="556" y="4530"/>
                  </a:cubicBezTo>
                  <a:lnTo>
                    <a:pt x="556" y="302"/>
                  </a:lnTo>
                  <a:cubicBezTo>
                    <a:pt x="556" y="101"/>
                    <a:pt x="417" y="1"/>
                    <a:pt x="2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8" name="Google Shape;13908;p89"/>
            <p:cNvSpPr/>
            <p:nvPr/>
          </p:nvSpPr>
          <p:spPr>
            <a:xfrm>
              <a:off x="4781050" y="4282350"/>
              <a:ext cx="197550" cy="184750"/>
            </a:xfrm>
            <a:custGeom>
              <a:rect b="b" l="l" r="r" t="t"/>
              <a:pathLst>
                <a:path extrusionOk="0" h="7390" w="7902">
                  <a:moveTo>
                    <a:pt x="4198" y="2267"/>
                  </a:moveTo>
                  <a:lnTo>
                    <a:pt x="4198" y="4242"/>
                  </a:lnTo>
                  <a:lnTo>
                    <a:pt x="2068" y="4242"/>
                  </a:lnTo>
                  <a:cubicBezTo>
                    <a:pt x="1513" y="4242"/>
                    <a:pt x="1081" y="3810"/>
                    <a:pt x="1081" y="3254"/>
                  </a:cubicBezTo>
                  <a:cubicBezTo>
                    <a:pt x="1050" y="2699"/>
                    <a:pt x="1513" y="2267"/>
                    <a:pt x="2068" y="2267"/>
                  </a:cubicBezTo>
                  <a:close/>
                  <a:moveTo>
                    <a:pt x="7315" y="754"/>
                  </a:moveTo>
                  <a:lnTo>
                    <a:pt x="7315" y="5754"/>
                  </a:lnTo>
                  <a:lnTo>
                    <a:pt x="4753" y="4365"/>
                  </a:lnTo>
                  <a:lnTo>
                    <a:pt x="4753" y="2143"/>
                  </a:lnTo>
                  <a:lnTo>
                    <a:pt x="7315" y="754"/>
                  </a:lnTo>
                  <a:close/>
                  <a:moveTo>
                    <a:pt x="3334" y="4828"/>
                  </a:moveTo>
                  <a:lnTo>
                    <a:pt x="3334" y="6803"/>
                  </a:lnTo>
                  <a:lnTo>
                    <a:pt x="2778" y="6803"/>
                  </a:lnTo>
                  <a:lnTo>
                    <a:pt x="2778" y="4828"/>
                  </a:lnTo>
                  <a:close/>
                  <a:moveTo>
                    <a:pt x="7612" y="1"/>
                  </a:moveTo>
                  <a:cubicBezTo>
                    <a:pt x="7564" y="1"/>
                    <a:pt x="7515" y="14"/>
                    <a:pt x="7469" y="45"/>
                  </a:cubicBezTo>
                  <a:lnTo>
                    <a:pt x="4414" y="1711"/>
                  </a:lnTo>
                  <a:lnTo>
                    <a:pt x="2068" y="1711"/>
                  </a:lnTo>
                  <a:cubicBezTo>
                    <a:pt x="1" y="1711"/>
                    <a:pt x="1" y="4828"/>
                    <a:pt x="2068" y="4828"/>
                  </a:cubicBezTo>
                  <a:lnTo>
                    <a:pt x="2223" y="4828"/>
                  </a:lnTo>
                  <a:lnTo>
                    <a:pt x="2223" y="7081"/>
                  </a:lnTo>
                  <a:cubicBezTo>
                    <a:pt x="2223" y="7235"/>
                    <a:pt x="2346" y="7390"/>
                    <a:pt x="2501" y="7390"/>
                  </a:cubicBezTo>
                  <a:lnTo>
                    <a:pt x="3642" y="7390"/>
                  </a:lnTo>
                  <a:cubicBezTo>
                    <a:pt x="3797" y="7390"/>
                    <a:pt x="3920" y="7235"/>
                    <a:pt x="3920" y="7081"/>
                  </a:cubicBezTo>
                  <a:lnTo>
                    <a:pt x="3920" y="4828"/>
                  </a:lnTo>
                  <a:lnTo>
                    <a:pt x="4414" y="4828"/>
                  </a:lnTo>
                  <a:lnTo>
                    <a:pt x="7469" y="6495"/>
                  </a:lnTo>
                  <a:cubicBezTo>
                    <a:pt x="7512" y="6516"/>
                    <a:pt x="7557" y="6526"/>
                    <a:pt x="7603" y="6526"/>
                  </a:cubicBezTo>
                  <a:cubicBezTo>
                    <a:pt x="7755" y="6526"/>
                    <a:pt x="7901" y="6414"/>
                    <a:pt x="7901" y="6248"/>
                  </a:cubicBezTo>
                  <a:lnTo>
                    <a:pt x="7901" y="291"/>
                  </a:lnTo>
                  <a:cubicBezTo>
                    <a:pt x="7901" y="128"/>
                    <a:pt x="7761" y="1"/>
                    <a:pt x="76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9" name="Google Shape;13909;p89"/>
            <p:cNvSpPr/>
            <p:nvPr/>
          </p:nvSpPr>
          <p:spPr>
            <a:xfrm>
              <a:off x="4919150" y="4494850"/>
              <a:ext cx="17000" cy="14600"/>
            </a:xfrm>
            <a:custGeom>
              <a:rect b="b" l="l" r="r" t="t"/>
              <a:pathLst>
                <a:path extrusionOk="0" h="584" w="680">
                  <a:moveTo>
                    <a:pt x="371" y="1"/>
                  </a:moveTo>
                  <a:cubicBezTo>
                    <a:pt x="124" y="1"/>
                    <a:pt x="1" y="309"/>
                    <a:pt x="186" y="494"/>
                  </a:cubicBezTo>
                  <a:cubicBezTo>
                    <a:pt x="248" y="556"/>
                    <a:pt x="323" y="584"/>
                    <a:pt x="396" y="584"/>
                  </a:cubicBezTo>
                  <a:cubicBezTo>
                    <a:pt x="543" y="584"/>
                    <a:pt x="680" y="474"/>
                    <a:pt x="680" y="309"/>
                  </a:cubicBezTo>
                  <a:cubicBezTo>
                    <a:pt x="649" y="124"/>
                    <a:pt x="526" y="1"/>
                    <a:pt x="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0" name="Google Shape;13910;p89"/>
            <p:cNvSpPr/>
            <p:nvPr/>
          </p:nvSpPr>
          <p:spPr>
            <a:xfrm>
              <a:off x="4747100" y="4197050"/>
              <a:ext cx="363425" cy="312525"/>
            </a:xfrm>
            <a:custGeom>
              <a:rect b="b" l="l" r="r" t="t"/>
              <a:pathLst>
                <a:path extrusionOk="0" h="12501" w="14537">
                  <a:moveTo>
                    <a:pt x="10401" y="586"/>
                  </a:moveTo>
                  <a:lnTo>
                    <a:pt x="10401" y="1697"/>
                  </a:lnTo>
                  <a:lnTo>
                    <a:pt x="556" y="1697"/>
                  </a:lnTo>
                  <a:lnTo>
                    <a:pt x="556" y="864"/>
                  </a:lnTo>
                  <a:cubicBezTo>
                    <a:pt x="556" y="710"/>
                    <a:pt x="680" y="586"/>
                    <a:pt x="834" y="586"/>
                  </a:cubicBezTo>
                  <a:close/>
                  <a:moveTo>
                    <a:pt x="13673" y="586"/>
                  </a:moveTo>
                  <a:cubicBezTo>
                    <a:pt x="13827" y="586"/>
                    <a:pt x="13950" y="710"/>
                    <a:pt x="13950" y="864"/>
                  </a:cubicBezTo>
                  <a:lnTo>
                    <a:pt x="13950" y="1697"/>
                  </a:lnTo>
                  <a:lnTo>
                    <a:pt x="10957" y="1697"/>
                  </a:lnTo>
                  <a:lnTo>
                    <a:pt x="10957" y="586"/>
                  </a:lnTo>
                  <a:close/>
                  <a:moveTo>
                    <a:pt x="865" y="0"/>
                  </a:moveTo>
                  <a:cubicBezTo>
                    <a:pt x="371" y="0"/>
                    <a:pt x="1" y="370"/>
                    <a:pt x="1" y="864"/>
                  </a:cubicBezTo>
                  <a:lnTo>
                    <a:pt x="1" y="11635"/>
                  </a:lnTo>
                  <a:cubicBezTo>
                    <a:pt x="1" y="12098"/>
                    <a:pt x="371" y="12499"/>
                    <a:pt x="865" y="12499"/>
                  </a:cubicBezTo>
                  <a:lnTo>
                    <a:pt x="5988" y="12499"/>
                  </a:lnTo>
                  <a:cubicBezTo>
                    <a:pt x="6327" y="12437"/>
                    <a:pt x="6327" y="11974"/>
                    <a:pt x="5988" y="11913"/>
                  </a:cubicBezTo>
                  <a:lnTo>
                    <a:pt x="865" y="11913"/>
                  </a:lnTo>
                  <a:cubicBezTo>
                    <a:pt x="680" y="11913"/>
                    <a:pt x="556" y="11789"/>
                    <a:pt x="556" y="11635"/>
                  </a:cubicBezTo>
                  <a:lnTo>
                    <a:pt x="556" y="2284"/>
                  </a:lnTo>
                  <a:lnTo>
                    <a:pt x="13950" y="2284"/>
                  </a:lnTo>
                  <a:lnTo>
                    <a:pt x="13950" y="11635"/>
                  </a:lnTo>
                  <a:cubicBezTo>
                    <a:pt x="13950" y="11789"/>
                    <a:pt x="13827" y="11913"/>
                    <a:pt x="13673" y="11913"/>
                  </a:cubicBezTo>
                  <a:lnTo>
                    <a:pt x="8550" y="11913"/>
                  </a:lnTo>
                  <a:cubicBezTo>
                    <a:pt x="8539" y="11912"/>
                    <a:pt x="8530" y="11912"/>
                    <a:pt x="8520" y="11912"/>
                  </a:cubicBezTo>
                  <a:cubicBezTo>
                    <a:pt x="8127" y="11912"/>
                    <a:pt x="8127" y="12500"/>
                    <a:pt x="8520" y="12500"/>
                  </a:cubicBezTo>
                  <a:cubicBezTo>
                    <a:pt x="8530" y="12500"/>
                    <a:pt x="8539" y="12500"/>
                    <a:pt x="8550" y="12499"/>
                  </a:cubicBezTo>
                  <a:lnTo>
                    <a:pt x="13673" y="12499"/>
                  </a:lnTo>
                  <a:cubicBezTo>
                    <a:pt x="14136" y="12499"/>
                    <a:pt x="14537" y="12098"/>
                    <a:pt x="14537" y="11635"/>
                  </a:cubicBezTo>
                  <a:lnTo>
                    <a:pt x="14537" y="864"/>
                  </a:lnTo>
                  <a:cubicBezTo>
                    <a:pt x="14537" y="370"/>
                    <a:pt x="14136" y="0"/>
                    <a:pt x="13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11" name="Google Shape;13911;p89"/>
          <p:cNvGrpSpPr/>
          <p:nvPr/>
        </p:nvGrpSpPr>
        <p:grpSpPr>
          <a:xfrm>
            <a:off x="6199969" y="2935471"/>
            <a:ext cx="422625" cy="363500"/>
            <a:chOff x="3971700" y="4171500"/>
            <a:chExt cx="422625" cy="363500"/>
          </a:xfrm>
        </p:grpSpPr>
        <p:sp>
          <p:nvSpPr>
            <p:cNvPr id="13912" name="Google Shape;13912;p89"/>
            <p:cNvSpPr/>
            <p:nvPr/>
          </p:nvSpPr>
          <p:spPr>
            <a:xfrm>
              <a:off x="3971700" y="4176500"/>
              <a:ext cx="422625" cy="358500"/>
            </a:xfrm>
            <a:custGeom>
              <a:rect b="b" l="l" r="r" t="t"/>
              <a:pathLst>
                <a:path extrusionOk="0" h="14340" w="16905">
                  <a:moveTo>
                    <a:pt x="11024" y="5690"/>
                  </a:moveTo>
                  <a:cubicBezTo>
                    <a:pt x="14170" y="5690"/>
                    <a:pt x="16418" y="9597"/>
                    <a:pt x="14012" y="12395"/>
                  </a:cubicBezTo>
                  <a:lnTo>
                    <a:pt x="13981" y="12395"/>
                  </a:lnTo>
                  <a:cubicBezTo>
                    <a:pt x="13919" y="12488"/>
                    <a:pt x="13919" y="12642"/>
                    <a:pt x="13981" y="12735"/>
                  </a:cubicBezTo>
                  <a:lnTo>
                    <a:pt x="14722" y="13784"/>
                  </a:lnTo>
                  <a:lnTo>
                    <a:pt x="11018" y="13784"/>
                  </a:lnTo>
                  <a:cubicBezTo>
                    <a:pt x="11007" y="13784"/>
                    <a:pt x="10996" y="13784"/>
                    <a:pt x="10984" y="13784"/>
                  </a:cubicBezTo>
                  <a:cubicBezTo>
                    <a:pt x="6660" y="13784"/>
                    <a:pt x="5350" y="7915"/>
                    <a:pt x="9259" y="6099"/>
                  </a:cubicBezTo>
                  <a:cubicBezTo>
                    <a:pt x="9862" y="5817"/>
                    <a:pt x="10457" y="5690"/>
                    <a:pt x="11024" y="5690"/>
                  </a:cubicBezTo>
                  <a:close/>
                  <a:moveTo>
                    <a:pt x="6785" y="0"/>
                  </a:moveTo>
                  <a:cubicBezTo>
                    <a:pt x="6668" y="0"/>
                    <a:pt x="6568" y="83"/>
                    <a:pt x="6543" y="205"/>
                  </a:cubicBezTo>
                  <a:cubicBezTo>
                    <a:pt x="6482" y="328"/>
                    <a:pt x="6574" y="513"/>
                    <a:pt x="6729" y="544"/>
                  </a:cubicBezTo>
                  <a:cubicBezTo>
                    <a:pt x="8827" y="1192"/>
                    <a:pt x="10000" y="3445"/>
                    <a:pt x="9321" y="5575"/>
                  </a:cubicBezTo>
                  <a:cubicBezTo>
                    <a:pt x="8148" y="6038"/>
                    <a:pt x="7222" y="6933"/>
                    <a:pt x="6759" y="8105"/>
                  </a:cubicBezTo>
                  <a:cubicBezTo>
                    <a:pt x="6389" y="8260"/>
                    <a:pt x="5957" y="8321"/>
                    <a:pt x="5556" y="8321"/>
                  </a:cubicBezTo>
                  <a:lnTo>
                    <a:pt x="1821" y="8321"/>
                  </a:lnTo>
                  <a:lnTo>
                    <a:pt x="2562" y="7272"/>
                  </a:lnTo>
                  <a:cubicBezTo>
                    <a:pt x="2655" y="7180"/>
                    <a:pt x="2655" y="7025"/>
                    <a:pt x="2562" y="6933"/>
                  </a:cubicBezTo>
                  <a:cubicBezTo>
                    <a:pt x="680" y="4772"/>
                    <a:pt x="1636" y="1378"/>
                    <a:pt x="4383" y="544"/>
                  </a:cubicBezTo>
                  <a:cubicBezTo>
                    <a:pt x="4717" y="461"/>
                    <a:pt x="4599" y="2"/>
                    <a:pt x="4325" y="2"/>
                  </a:cubicBezTo>
                  <a:cubicBezTo>
                    <a:pt x="4295" y="2"/>
                    <a:pt x="4262" y="7"/>
                    <a:pt x="4229" y="20"/>
                  </a:cubicBezTo>
                  <a:cubicBezTo>
                    <a:pt x="1143" y="915"/>
                    <a:pt x="1" y="4649"/>
                    <a:pt x="2007" y="7149"/>
                  </a:cubicBezTo>
                  <a:lnTo>
                    <a:pt x="1050" y="8445"/>
                  </a:lnTo>
                  <a:cubicBezTo>
                    <a:pt x="988" y="8537"/>
                    <a:pt x="988" y="8661"/>
                    <a:pt x="1050" y="8754"/>
                  </a:cubicBezTo>
                  <a:cubicBezTo>
                    <a:pt x="1081" y="8846"/>
                    <a:pt x="1173" y="8908"/>
                    <a:pt x="1297" y="8908"/>
                  </a:cubicBezTo>
                  <a:lnTo>
                    <a:pt x="5525" y="8908"/>
                  </a:lnTo>
                  <a:cubicBezTo>
                    <a:pt x="5895" y="8908"/>
                    <a:pt x="6235" y="8877"/>
                    <a:pt x="6574" y="8784"/>
                  </a:cubicBezTo>
                  <a:lnTo>
                    <a:pt x="6574" y="8784"/>
                  </a:lnTo>
                  <a:cubicBezTo>
                    <a:pt x="5899" y="11608"/>
                    <a:pt x="8032" y="14340"/>
                    <a:pt x="10939" y="14340"/>
                  </a:cubicBezTo>
                  <a:cubicBezTo>
                    <a:pt x="10955" y="14340"/>
                    <a:pt x="10971" y="14340"/>
                    <a:pt x="10987" y="14339"/>
                  </a:cubicBezTo>
                  <a:lnTo>
                    <a:pt x="15216" y="14339"/>
                  </a:lnTo>
                  <a:cubicBezTo>
                    <a:pt x="15339" y="14339"/>
                    <a:pt x="15432" y="14278"/>
                    <a:pt x="15462" y="14185"/>
                  </a:cubicBezTo>
                  <a:cubicBezTo>
                    <a:pt x="15524" y="14093"/>
                    <a:pt x="15524" y="14000"/>
                    <a:pt x="15462" y="13907"/>
                  </a:cubicBezTo>
                  <a:lnTo>
                    <a:pt x="14537" y="12611"/>
                  </a:lnTo>
                  <a:cubicBezTo>
                    <a:pt x="16905" y="9628"/>
                    <a:pt x="14798" y="5266"/>
                    <a:pt x="11027" y="5266"/>
                  </a:cubicBezTo>
                  <a:cubicBezTo>
                    <a:pt x="11014" y="5266"/>
                    <a:pt x="11001" y="5266"/>
                    <a:pt x="10987" y="5266"/>
                  </a:cubicBezTo>
                  <a:cubicBezTo>
                    <a:pt x="10648" y="5266"/>
                    <a:pt x="10308" y="5297"/>
                    <a:pt x="9969" y="5359"/>
                  </a:cubicBezTo>
                  <a:cubicBezTo>
                    <a:pt x="10525" y="3044"/>
                    <a:pt x="9167" y="699"/>
                    <a:pt x="6883" y="20"/>
                  </a:cubicBezTo>
                  <a:cubicBezTo>
                    <a:pt x="6850" y="6"/>
                    <a:pt x="6817" y="0"/>
                    <a:pt x="67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3" name="Google Shape;13913;p89"/>
            <p:cNvSpPr/>
            <p:nvPr/>
          </p:nvSpPr>
          <p:spPr>
            <a:xfrm>
              <a:off x="4174625" y="4414625"/>
              <a:ext cx="144300" cy="13900"/>
            </a:xfrm>
            <a:custGeom>
              <a:rect b="b" l="l" r="r" t="t"/>
              <a:pathLst>
                <a:path extrusionOk="0" h="556" w="5772">
                  <a:moveTo>
                    <a:pt x="340" y="0"/>
                  </a:moveTo>
                  <a:cubicBezTo>
                    <a:pt x="0" y="31"/>
                    <a:pt x="0" y="525"/>
                    <a:pt x="340" y="556"/>
                  </a:cubicBezTo>
                  <a:lnTo>
                    <a:pt x="5432" y="556"/>
                  </a:lnTo>
                  <a:cubicBezTo>
                    <a:pt x="5771" y="525"/>
                    <a:pt x="5771" y="31"/>
                    <a:pt x="54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4" name="Google Shape;13914;p89"/>
            <p:cNvSpPr/>
            <p:nvPr/>
          </p:nvSpPr>
          <p:spPr>
            <a:xfrm>
              <a:off x="4194675" y="4457050"/>
              <a:ext cx="104200" cy="13900"/>
            </a:xfrm>
            <a:custGeom>
              <a:rect b="b" l="l" r="r" t="t"/>
              <a:pathLst>
                <a:path extrusionOk="0" h="556" w="4168">
                  <a:moveTo>
                    <a:pt x="371" y="0"/>
                  </a:moveTo>
                  <a:cubicBezTo>
                    <a:pt x="1" y="0"/>
                    <a:pt x="1" y="556"/>
                    <a:pt x="371" y="556"/>
                  </a:cubicBezTo>
                  <a:lnTo>
                    <a:pt x="3797" y="556"/>
                  </a:lnTo>
                  <a:cubicBezTo>
                    <a:pt x="4167" y="556"/>
                    <a:pt x="4167" y="0"/>
                    <a:pt x="37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5" name="Google Shape;13915;p89"/>
            <p:cNvSpPr/>
            <p:nvPr/>
          </p:nvSpPr>
          <p:spPr>
            <a:xfrm>
              <a:off x="4195450" y="4371400"/>
              <a:ext cx="102650" cy="14700"/>
            </a:xfrm>
            <a:custGeom>
              <a:rect b="b" l="l" r="r" t="t"/>
              <a:pathLst>
                <a:path extrusionOk="0" h="588" w="4106">
                  <a:moveTo>
                    <a:pt x="340" y="1"/>
                  </a:moveTo>
                  <a:cubicBezTo>
                    <a:pt x="1" y="63"/>
                    <a:pt x="1" y="525"/>
                    <a:pt x="340" y="587"/>
                  </a:cubicBezTo>
                  <a:lnTo>
                    <a:pt x="3766" y="587"/>
                  </a:lnTo>
                  <a:cubicBezTo>
                    <a:pt x="4105" y="525"/>
                    <a:pt x="4105" y="63"/>
                    <a:pt x="3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6" name="Google Shape;13916;p89"/>
            <p:cNvSpPr/>
            <p:nvPr/>
          </p:nvSpPr>
          <p:spPr>
            <a:xfrm>
              <a:off x="4099925" y="4171500"/>
              <a:ext cx="18400" cy="13400"/>
            </a:xfrm>
            <a:custGeom>
              <a:rect b="b" l="l" r="r" t="t"/>
              <a:pathLst>
                <a:path extrusionOk="0" h="536" w="736">
                  <a:moveTo>
                    <a:pt x="469" y="1"/>
                  </a:moveTo>
                  <a:cubicBezTo>
                    <a:pt x="267" y="1"/>
                    <a:pt x="1" y="346"/>
                    <a:pt x="242" y="467"/>
                  </a:cubicBezTo>
                  <a:cubicBezTo>
                    <a:pt x="288" y="513"/>
                    <a:pt x="357" y="536"/>
                    <a:pt x="427" y="536"/>
                  </a:cubicBezTo>
                  <a:cubicBezTo>
                    <a:pt x="496" y="536"/>
                    <a:pt x="566" y="513"/>
                    <a:pt x="612" y="467"/>
                  </a:cubicBezTo>
                  <a:cubicBezTo>
                    <a:pt x="735" y="374"/>
                    <a:pt x="735" y="189"/>
                    <a:pt x="612" y="96"/>
                  </a:cubicBezTo>
                  <a:cubicBezTo>
                    <a:pt x="578" y="28"/>
                    <a:pt x="526" y="1"/>
                    <a:pt x="4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17" name="Google Shape;13917;p89"/>
          <p:cNvGrpSpPr/>
          <p:nvPr/>
        </p:nvGrpSpPr>
        <p:grpSpPr>
          <a:xfrm>
            <a:off x="6957400" y="2960971"/>
            <a:ext cx="362650" cy="312500"/>
            <a:chOff x="3247225" y="4197050"/>
            <a:chExt cx="362650" cy="312500"/>
          </a:xfrm>
        </p:grpSpPr>
        <p:sp>
          <p:nvSpPr>
            <p:cNvPr id="13918" name="Google Shape;13918;p89"/>
            <p:cNvSpPr/>
            <p:nvPr/>
          </p:nvSpPr>
          <p:spPr>
            <a:xfrm>
              <a:off x="3357550" y="4282575"/>
              <a:ext cx="57125" cy="56450"/>
            </a:xfrm>
            <a:custGeom>
              <a:rect b="b" l="l" r="r" t="t"/>
              <a:pathLst>
                <a:path extrusionOk="0" h="2258" w="2285">
                  <a:moveTo>
                    <a:pt x="1698" y="560"/>
                  </a:moveTo>
                  <a:lnTo>
                    <a:pt x="1698" y="1702"/>
                  </a:lnTo>
                  <a:lnTo>
                    <a:pt x="556" y="1702"/>
                  </a:lnTo>
                  <a:lnTo>
                    <a:pt x="556" y="560"/>
                  </a:lnTo>
                  <a:close/>
                  <a:moveTo>
                    <a:pt x="239" y="1"/>
                  </a:moveTo>
                  <a:cubicBezTo>
                    <a:pt x="103" y="1"/>
                    <a:pt x="1" y="142"/>
                    <a:pt x="1" y="282"/>
                  </a:cubicBezTo>
                  <a:lnTo>
                    <a:pt x="1" y="1980"/>
                  </a:lnTo>
                  <a:cubicBezTo>
                    <a:pt x="1" y="2134"/>
                    <a:pt x="124" y="2258"/>
                    <a:pt x="278" y="2258"/>
                  </a:cubicBezTo>
                  <a:lnTo>
                    <a:pt x="1976" y="2258"/>
                  </a:lnTo>
                  <a:cubicBezTo>
                    <a:pt x="2130" y="2258"/>
                    <a:pt x="2284" y="2134"/>
                    <a:pt x="2284" y="1980"/>
                  </a:cubicBezTo>
                  <a:lnTo>
                    <a:pt x="2284" y="282"/>
                  </a:lnTo>
                  <a:cubicBezTo>
                    <a:pt x="2284" y="142"/>
                    <a:pt x="2156" y="1"/>
                    <a:pt x="2016" y="1"/>
                  </a:cubicBezTo>
                  <a:cubicBezTo>
                    <a:pt x="2003" y="1"/>
                    <a:pt x="1989" y="2"/>
                    <a:pt x="1976" y="5"/>
                  </a:cubicBezTo>
                  <a:lnTo>
                    <a:pt x="278" y="5"/>
                  </a:lnTo>
                  <a:cubicBezTo>
                    <a:pt x="265" y="2"/>
                    <a:pt x="252"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9" name="Google Shape;13919;p89"/>
            <p:cNvSpPr/>
            <p:nvPr/>
          </p:nvSpPr>
          <p:spPr>
            <a:xfrm>
              <a:off x="3441650" y="4282675"/>
              <a:ext cx="59425" cy="13925"/>
            </a:xfrm>
            <a:custGeom>
              <a:rect b="b" l="l" r="r" t="t"/>
              <a:pathLst>
                <a:path extrusionOk="0" h="557" w="2377">
                  <a:moveTo>
                    <a:pt x="340" y="1"/>
                  </a:moveTo>
                  <a:cubicBezTo>
                    <a:pt x="1" y="32"/>
                    <a:pt x="1" y="525"/>
                    <a:pt x="340" y="556"/>
                  </a:cubicBezTo>
                  <a:lnTo>
                    <a:pt x="2037" y="556"/>
                  </a:lnTo>
                  <a:cubicBezTo>
                    <a:pt x="2377" y="525"/>
                    <a:pt x="2377" y="32"/>
                    <a:pt x="2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0" name="Google Shape;13920;p89"/>
            <p:cNvSpPr/>
            <p:nvPr/>
          </p:nvSpPr>
          <p:spPr>
            <a:xfrm>
              <a:off x="3441650" y="4325125"/>
              <a:ext cx="59425" cy="13900"/>
            </a:xfrm>
            <a:custGeom>
              <a:rect b="b" l="l" r="r" t="t"/>
              <a:pathLst>
                <a:path extrusionOk="0" h="556" w="2377">
                  <a:moveTo>
                    <a:pt x="340" y="0"/>
                  </a:moveTo>
                  <a:cubicBezTo>
                    <a:pt x="1" y="31"/>
                    <a:pt x="1" y="525"/>
                    <a:pt x="340" y="556"/>
                  </a:cubicBezTo>
                  <a:lnTo>
                    <a:pt x="2037" y="556"/>
                  </a:lnTo>
                  <a:cubicBezTo>
                    <a:pt x="2377" y="525"/>
                    <a:pt x="2377" y="31"/>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1" name="Google Shape;13921;p89"/>
            <p:cNvSpPr/>
            <p:nvPr/>
          </p:nvSpPr>
          <p:spPr>
            <a:xfrm>
              <a:off x="3355225" y="4367550"/>
              <a:ext cx="146625" cy="13900"/>
            </a:xfrm>
            <a:custGeom>
              <a:rect b="b" l="l" r="r" t="t"/>
              <a:pathLst>
                <a:path extrusionOk="0" h="556" w="5865">
                  <a:moveTo>
                    <a:pt x="371" y="0"/>
                  </a:moveTo>
                  <a:cubicBezTo>
                    <a:pt x="1" y="0"/>
                    <a:pt x="1" y="556"/>
                    <a:pt x="371" y="556"/>
                  </a:cubicBezTo>
                  <a:lnTo>
                    <a:pt x="5494" y="556"/>
                  </a:lnTo>
                  <a:cubicBezTo>
                    <a:pt x="5865" y="556"/>
                    <a:pt x="5865" y="0"/>
                    <a:pt x="54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2" name="Google Shape;13922;p89"/>
            <p:cNvSpPr/>
            <p:nvPr/>
          </p:nvSpPr>
          <p:spPr>
            <a:xfrm>
              <a:off x="3419275" y="4495425"/>
              <a:ext cx="19325" cy="14125"/>
            </a:xfrm>
            <a:custGeom>
              <a:rect b="b" l="l" r="r" t="t"/>
              <a:pathLst>
                <a:path extrusionOk="0" h="565" w="773">
                  <a:moveTo>
                    <a:pt x="371" y="1"/>
                  </a:moveTo>
                  <a:cubicBezTo>
                    <a:pt x="301" y="1"/>
                    <a:pt x="232" y="24"/>
                    <a:pt x="186" y="70"/>
                  </a:cubicBezTo>
                  <a:cubicBezTo>
                    <a:pt x="1" y="255"/>
                    <a:pt x="124" y="564"/>
                    <a:pt x="371" y="564"/>
                  </a:cubicBezTo>
                  <a:cubicBezTo>
                    <a:pt x="649" y="564"/>
                    <a:pt x="772" y="255"/>
                    <a:pt x="556" y="70"/>
                  </a:cubicBezTo>
                  <a:cubicBezTo>
                    <a:pt x="510" y="24"/>
                    <a:pt x="440" y="1"/>
                    <a:pt x="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3" name="Google Shape;13923;p89"/>
            <p:cNvSpPr/>
            <p:nvPr/>
          </p:nvSpPr>
          <p:spPr>
            <a:xfrm>
              <a:off x="3247225" y="4197050"/>
              <a:ext cx="362650" cy="311825"/>
            </a:xfrm>
            <a:custGeom>
              <a:rect b="b" l="l" r="r" t="t"/>
              <a:pathLst>
                <a:path extrusionOk="0" h="12473" w="14506">
                  <a:moveTo>
                    <a:pt x="3549" y="556"/>
                  </a:moveTo>
                  <a:lnTo>
                    <a:pt x="3549" y="586"/>
                  </a:lnTo>
                  <a:lnTo>
                    <a:pt x="9537" y="586"/>
                  </a:lnTo>
                  <a:lnTo>
                    <a:pt x="9537" y="1697"/>
                  </a:lnTo>
                  <a:lnTo>
                    <a:pt x="3272" y="1697"/>
                  </a:lnTo>
                  <a:lnTo>
                    <a:pt x="3272" y="864"/>
                  </a:lnTo>
                  <a:cubicBezTo>
                    <a:pt x="3272" y="679"/>
                    <a:pt x="3395" y="556"/>
                    <a:pt x="3549" y="556"/>
                  </a:cubicBezTo>
                  <a:close/>
                  <a:moveTo>
                    <a:pt x="10925" y="556"/>
                  </a:moveTo>
                  <a:cubicBezTo>
                    <a:pt x="11080" y="556"/>
                    <a:pt x="11234" y="679"/>
                    <a:pt x="11234" y="864"/>
                  </a:cubicBezTo>
                  <a:lnTo>
                    <a:pt x="11234" y="1697"/>
                  </a:lnTo>
                  <a:lnTo>
                    <a:pt x="10092" y="1697"/>
                  </a:lnTo>
                  <a:lnTo>
                    <a:pt x="10092" y="556"/>
                  </a:lnTo>
                  <a:close/>
                  <a:moveTo>
                    <a:pt x="11234" y="2284"/>
                  </a:moveTo>
                  <a:lnTo>
                    <a:pt x="11234" y="8240"/>
                  </a:lnTo>
                  <a:cubicBezTo>
                    <a:pt x="11234" y="8394"/>
                    <a:pt x="11080" y="8518"/>
                    <a:pt x="10925" y="8518"/>
                  </a:cubicBezTo>
                  <a:lnTo>
                    <a:pt x="3549" y="8518"/>
                  </a:lnTo>
                  <a:cubicBezTo>
                    <a:pt x="3395" y="8518"/>
                    <a:pt x="3272" y="8394"/>
                    <a:pt x="3272" y="8240"/>
                  </a:cubicBezTo>
                  <a:lnTo>
                    <a:pt x="3272" y="2284"/>
                  </a:lnTo>
                  <a:close/>
                  <a:moveTo>
                    <a:pt x="12808" y="3981"/>
                  </a:moveTo>
                  <a:cubicBezTo>
                    <a:pt x="12962" y="3981"/>
                    <a:pt x="13086" y="4105"/>
                    <a:pt x="13086" y="4259"/>
                  </a:cubicBezTo>
                  <a:lnTo>
                    <a:pt x="13086" y="10215"/>
                  </a:lnTo>
                  <a:lnTo>
                    <a:pt x="1420" y="10215"/>
                  </a:lnTo>
                  <a:lnTo>
                    <a:pt x="1389" y="4259"/>
                  </a:lnTo>
                  <a:cubicBezTo>
                    <a:pt x="1389" y="4105"/>
                    <a:pt x="1513" y="3981"/>
                    <a:pt x="1698" y="3981"/>
                  </a:cubicBezTo>
                  <a:lnTo>
                    <a:pt x="2716" y="3981"/>
                  </a:lnTo>
                  <a:lnTo>
                    <a:pt x="2716" y="8209"/>
                  </a:lnTo>
                  <a:cubicBezTo>
                    <a:pt x="2716" y="8703"/>
                    <a:pt x="3087" y="9073"/>
                    <a:pt x="3549" y="9073"/>
                  </a:cubicBezTo>
                  <a:lnTo>
                    <a:pt x="10925" y="9073"/>
                  </a:lnTo>
                  <a:cubicBezTo>
                    <a:pt x="11419" y="9073"/>
                    <a:pt x="11790" y="8703"/>
                    <a:pt x="11790" y="8209"/>
                  </a:cubicBezTo>
                  <a:lnTo>
                    <a:pt x="11790" y="3981"/>
                  </a:lnTo>
                  <a:close/>
                  <a:moveTo>
                    <a:pt x="3549" y="0"/>
                  </a:moveTo>
                  <a:cubicBezTo>
                    <a:pt x="3087" y="0"/>
                    <a:pt x="2716" y="401"/>
                    <a:pt x="2716" y="864"/>
                  </a:cubicBezTo>
                  <a:lnTo>
                    <a:pt x="2716" y="3426"/>
                  </a:lnTo>
                  <a:lnTo>
                    <a:pt x="1698" y="3426"/>
                  </a:lnTo>
                  <a:cubicBezTo>
                    <a:pt x="1681" y="3425"/>
                    <a:pt x="1664" y="3424"/>
                    <a:pt x="1648" y="3424"/>
                  </a:cubicBezTo>
                  <a:cubicBezTo>
                    <a:pt x="1206" y="3424"/>
                    <a:pt x="834" y="3813"/>
                    <a:pt x="834" y="4259"/>
                  </a:cubicBezTo>
                  <a:lnTo>
                    <a:pt x="834" y="10215"/>
                  </a:lnTo>
                  <a:lnTo>
                    <a:pt x="278" y="10215"/>
                  </a:lnTo>
                  <a:cubicBezTo>
                    <a:pt x="124" y="10215"/>
                    <a:pt x="0" y="10339"/>
                    <a:pt x="0" y="10493"/>
                  </a:cubicBezTo>
                  <a:lnTo>
                    <a:pt x="0" y="11357"/>
                  </a:lnTo>
                  <a:cubicBezTo>
                    <a:pt x="0" y="11974"/>
                    <a:pt x="525" y="12468"/>
                    <a:pt x="1142" y="12468"/>
                  </a:cubicBezTo>
                  <a:lnTo>
                    <a:pt x="5988" y="12468"/>
                  </a:lnTo>
                  <a:cubicBezTo>
                    <a:pt x="6296" y="12437"/>
                    <a:pt x="6296" y="11944"/>
                    <a:pt x="5988" y="11913"/>
                  </a:cubicBezTo>
                  <a:lnTo>
                    <a:pt x="1111" y="11913"/>
                  </a:lnTo>
                  <a:cubicBezTo>
                    <a:pt x="803" y="11913"/>
                    <a:pt x="556" y="11635"/>
                    <a:pt x="587" y="11357"/>
                  </a:cubicBezTo>
                  <a:lnTo>
                    <a:pt x="587" y="10771"/>
                  </a:lnTo>
                  <a:lnTo>
                    <a:pt x="13981" y="10771"/>
                  </a:lnTo>
                  <a:lnTo>
                    <a:pt x="13981" y="11357"/>
                  </a:lnTo>
                  <a:cubicBezTo>
                    <a:pt x="13981" y="11666"/>
                    <a:pt x="13703" y="11913"/>
                    <a:pt x="13394" y="11913"/>
                  </a:cubicBezTo>
                  <a:lnTo>
                    <a:pt x="8518" y="11913"/>
                  </a:lnTo>
                  <a:cubicBezTo>
                    <a:pt x="8501" y="11910"/>
                    <a:pt x="8484" y="11909"/>
                    <a:pt x="8468" y="11909"/>
                  </a:cubicBezTo>
                  <a:cubicBezTo>
                    <a:pt x="8134" y="11909"/>
                    <a:pt x="8134" y="12472"/>
                    <a:pt x="8468" y="12472"/>
                  </a:cubicBezTo>
                  <a:cubicBezTo>
                    <a:pt x="8484" y="12472"/>
                    <a:pt x="8501" y="12471"/>
                    <a:pt x="8518" y="12468"/>
                  </a:cubicBezTo>
                  <a:lnTo>
                    <a:pt x="13394" y="12468"/>
                  </a:lnTo>
                  <a:cubicBezTo>
                    <a:pt x="14012" y="12468"/>
                    <a:pt x="14505" y="11974"/>
                    <a:pt x="14505" y="11357"/>
                  </a:cubicBezTo>
                  <a:lnTo>
                    <a:pt x="14505" y="10493"/>
                  </a:lnTo>
                  <a:cubicBezTo>
                    <a:pt x="14505" y="10339"/>
                    <a:pt x="14382" y="10215"/>
                    <a:pt x="14228" y="10215"/>
                  </a:cubicBezTo>
                  <a:lnTo>
                    <a:pt x="13672" y="10215"/>
                  </a:lnTo>
                  <a:lnTo>
                    <a:pt x="13672" y="4259"/>
                  </a:lnTo>
                  <a:cubicBezTo>
                    <a:pt x="13672" y="3796"/>
                    <a:pt x="13271" y="3426"/>
                    <a:pt x="12808" y="3426"/>
                  </a:cubicBezTo>
                  <a:lnTo>
                    <a:pt x="11790" y="3426"/>
                  </a:lnTo>
                  <a:lnTo>
                    <a:pt x="11790" y="864"/>
                  </a:lnTo>
                  <a:cubicBezTo>
                    <a:pt x="11790" y="370"/>
                    <a:pt x="11419" y="0"/>
                    <a:pt x="109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24" name="Google Shape;13924;p89"/>
          <p:cNvGrpSpPr/>
          <p:nvPr/>
        </p:nvGrpSpPr>
        <p:grpSpPr>
          <a:xfrm>
            <a:off x="7727406" y="2935508"/>
            <a:ext cx="366525" cy="363425"/>
            <a:chOff x="2491100" y="4171575"/>
            <a:chExt cx="366525" cy="363425"/>
          </a:xfrm>
        </p:grpSpPr>
        <p:sp>
          <p:nvSpPr>
            <p:cNvPr id="13925" name="Google Shape;13925;p89"/>
            <p:cNvSpPr/>
            <p:nvPr/>
          </p:nvSpPr>
          <p:spPr>
            <a:xfrm>
              <a:off x="2636150" y="4303500"/>
              <a:ext cx="66375" cy="57025"/>
            </a:xfrm>
            <a:custGeom>
              <a:rect b="b" l="l" r="r" t="t"/>
              <a:pathLst>
                <a:path extrusionOk="0" h="2281" w="2655">
                  <a:moveTo>
                    <a:pt x="1528" y="564"/>
                  </a:moveTo>
                  <a:cubicBezTo>
                    <a:pt x="1822" y="564"/>
                    <a:pt x="2099" y="791"/>
                    <a:pt x="2099" y="1143"/>
                  </a:cubicBezTo>
                  <a:cubicBezTo>
                    <a:pt x="2099" y="1451"/>
                    <a:pt x="1852" y="1698"/>
                    <a:pt x="1513" y="1698"/>
                  </a:cubicBezTo>
                  <a:cubicBezTo>
                    <a:pt x="1019" y="1698"/>
                    <a:pt x="741" y="1081"/>
                    <a:pt x="1112" y="742"/>
                  </a:cubicBezTo>
                  <a:cubicBezTo>
                    <a:pt x="1234" y="619"/>
                    <a:pt x="1383" y="564"/>
                    <a:pt x="1528" y="564"/>
                  </a:cubicBezTo>
                  <a:close/>
                  <a:moveTo>
                    <a:pt x="1513" y="1"/>
                  </a:moveTo>
                  <a:cubicBezTo>
                    <a:pt x="525" y="1"/>
                    <a:pt x="1" y="1205"/>
                    <a:pt x="711" y="1945"/>
                  </a:cubicBezTo>
                  <a:cubicBezTo>
                    <a:pt x="942" y="2177"/>
                    <a:pt x="1230" y="2280"/>
                    <a:pt x="1512" y="2280"/>
                  </a:cubicBezTo>
                  <a:cubicBezTo>
                    <a:pt x="2094" y="2280"/>
                    <a:pt x="2655" y="1839"/>
                    <a:pt x="2655" y="1174"/>
                  </a:cubicBezTo>
                  <a:cubicBezTo>
                    <a:pt x="2655" y="526"/>
                    <a:pt x="2161" y="1"/>
                    <a:pt x="1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6" name="Google Shape;13926;p89"/>
            <p:cNvSpPr/>
            <p:nvPr/>
          </p:nvSpPr>
          <p:spPr>
            <a:xfrm>
              <a:off x="2491100" y="4171575"/>
              <a:ext cx="366525" cy="363425"/>
            </a:xfrm>
            <a:custGeom>
              <a:rect b="b" l="l" r="r" t="t"/>
              <a:pathLst>
                <a:path extrusionOk="0" h="14537" w="14661">
                  <a:moveTo>
                    <a:pt x="7037" y="2439"/>
                  </a:moveTo>
                  <a:lnTo>
                    <a:pt x="7037" y="3581"/>
                  </a:lnTo>
                  <a:cubicBezTo>
                    <a:pt x="5216" y="3735"/>
                    <a:pt x="3797" y="5185"/>
                    <a:pt x="3642" y="6975"/>
                  </a:cubicBezTo>
                  <a:lnTo>
                    <a:pt x="2501" y="6975"/>
                  </a:lnTo>
                  <a:cubicBezTo>
                    <a:pt x="2655" y="4537"/>
                    <a:pt x="4599" y="2593"/>
                    <a:pt x="7037" y="2439"/>
                  </a:cubicBezTo>
                  <a:close/>
                  <a:moveTo>
                    <a:pt x="7624" y="2439"/>
                  </a:moveTo>
                  <a:cubicBezTo>
                    <a:pt x="10062" y="2593"/>
                    <a:pt x="12006" y="4537"/>
                    <a:pt x="12129" y="6975"/>
                  </a:cubicBezTo>
                  <a:lnTo>
                    <a:pt x="11018" y="6975"/>
                  </a:lnTo>
                  <a:cubicBezTo>
                    <a:pt x="10864" y="5185"/>
                    <a:pt x="9414" y="3735"/>
                    <a:pt x="7624" y="3581"/>
                  </a:cubicBezTo>
                  <a:lnTo>
                    <a:pt x="7624" y="2439"/>
                  </a:lnTo>
                  <a:close/>
                  <a:moveTo>
                    <a:pt x="7315" y="4136"/>
                  </a:moveTo>
                  <a:cubicBezTo>
                    <a:pt x="10247" y="4136"/>
                    <a:pt x="11574" y="7809"/>
                    <a:pt x="9321" y="9691"/>
                  </a:cubicBezTo>
                  <a:cubicBezTo>
                    <a:pt x="9228" y="8457"/>
                    <a:pt x="8279" y="7839"/>
                    <a:pt x="7330" y="7839"/>
                  </a:cubicBezTo>
                  <a:cubicBezTo>
                    <a:pt x="6381" y="7839"/>
                    <a:pt x="5432" y="8457"/>
                    <a:pt x="5340" y="9691"/>
                  </a:cubicBezTo>
                  <a:cubicBezTo>
                    <a:pt x="3087" y="7809"/>
                    <a:pt x="4414" y="4136"/>
                    <a:pt x="7315" y="4136"/>
                  </a:cubicBezTo>
                  <a:close/>
                  <a:moveTo>
                    <a:pt x="7315" y="8403"/>
                  </a:moveTo>
                  <a:cubicBezTo>
                    <a:pt x="8025" y="8403"/>
                    <a:pt x="8735" y="8873"/>
                    <a:pt x="8735" y="9815"/>
                  </a:cubicBezTo>
                  <a:lnTo>
                    <a:pt x="8735" y="10062"/>
                  </a:lnTo>
                  <a:cubicBezTo>
                    <a:pt x="8303" y="10278"/>
                    <a:pt x="7816" y="10386"/>
                    <a:pt x="7327" y="10386"/>
                  </a:cubicBezTo>
                  <a:cubicBezTo>
                    <a:pt x="6837" y="10386"/>
                    <a:pt x="6343" y="10278"/>
                    <a:pt x="5895" y="10062"/>
                  </a:cubicBezTo>
                  <a:lnTo>
                    <a:pt x="5895" y="9815"/>
                  </a:lnTo>
                  <a:cubicBezTo>
                    <a:pt x="5895" y="8873"/>
                    <a:pt x="6605" y="8403"/>
                    <a:pt x="7315" y="8403"/>
                  </a:cubicBezTo>
                  <a:close/>
                  <a:moveTo>
                    <a:pt x="3673" y="7562"/>
                  </a:moveTo>
                  <a:cubicBezTo>
                    <a:pt x="3797" y="9352"/>
                    <a:pt x="5247" y="10802"/>
                    <a:pt x="7068" y="10957"/>
                  </a:cubicBezTo>
                  <a:lnTo>
                    <a:pt x="7068" y="12068"/>
                  </a:lnTo>
                  <a:cubicBezTo>
                    <a:pt x="4630" y="11944"/>
                    <a:pt x="2686" y="10000"/>
                    <a:pt x="2531" y="7562"/>
                  </a:cubicBezTo>
                  <a:close/>
                  <a:moveTo>
                    <a:pt x="7330" y="1"/>
                  </a:moveTo>
                  <a:cubicBezTo>
                    <a:pt x="7184" y="1"/>
                    <a:pt x="7037" y="93"/>
                    <a:pt x="7037" y="278"/>
                  </a:cubicBezTo>
                  <a:lnTo>
                    <a:pt x="7037" y="1883"/>
                  </a:lnTo>
                  <a:cubicBezTo>
                    <a:pt x="4291" y="2037"/>
                    <a:pt x="2099" y="4229"/>
                    <a:pt x="1945" y="6975"/>
                  </a:cubicBezTo>
                  <a:lnTo>
                    <a:pt x="340" y="6975"/>
                  </a:lnTo>
                  <a:cubicBezTo>
                    <a:pt x="1" y="7037"/>
                    <a:pt x="1" y="7500"/>
                    <a:pt x="340" y="7562"/>
                  </a:cubicBezTo>
                  <a:lnTo>
                    <a:pt x="1945" y="7562"/>
                  </a:lnTo>
                  <a:cubicBezTo>
                    <a:pt x="2099" y="10308"/>
                    <a:pt x="4291" y="12500"/>
                    <a:pt x="7037" y="12654"/>
                  </a:cubicBezTo>
                  <a:lnTo>
                    <a:pt x="7037" y="14259"/>
                  </a:lnTo>
                  <a:cubicBezTo>
                    <a:pt x="7037" y="14444"/>
                    <a:pt x="7184" y="14536"/>
                    <a:pt x="7330" y="14536"/>
                  </a:cubicBezTo>
                  <a:cubicBezTo>
                    <a:pt x="7477" y="14536"/>
                    <a:pt x="7624" y="14444"/>
                    <a:pt x="7624" y="14259"/>
                  </a:cubicBezTo>
                  <a:lnTo>
                    <a:pt x="7624" y="12654"/>
                  </a:lnTo>
                  <a:cubicBezTo>
                    <a:pt x="8611" y="12592"/>
                    <a:pt x="9599" y="12253"/>
                    <a:pt x="10432" y="11666"/>
                  </a:cubicBezTo>
                  <a:cubicBezTo>
                    <a:pt x="10555" y="11574"/>
                    <a:pt x="10586" y="11419"/>
                    <a:pt x="10494" y="11296"/>
                  </a:cubicBezTo>
                  <a:cubicBezTo>
                    <a:pt x="10438" y="11221"/>
                    <a:pt x="10359" y="11180"/>
                    <a:pt x="10278" y="11180"/>
                  </a:cubicBezTo>
                  <a:cubicBezTo>
                    <a:pt x="10226" y="11180"/>
                    <a:pt x="10172" y="11198"/>
                    <a:pt x="10123" y="11234"/>
                  </a:cubicBezTo>
                  <a:cubicBezTo>
                    <a:pt x="9383" y="11728"/>
                    <a:pt x="8519" y="12037"/>
                    <a:pt x="7624" y="12098"/>
                  </a:cubicBezTo>
                  <a:lnTo>
                    <a:pt x="7624" y="10957"/>
                  </a:lnTo>
                  <a:cubicBezTo>
                    <a:pt x="9444" y="10802"/>
                    <a:pt x="10864" y="9383"/>
                    <a:pt x="11018" y="7562"/>
                  </a:cubicBezTo>
                  <a:lnTo>
                    <a:pt x="12160" y="7562"/>
                  </a:lnTo>
                  <a:cubicBezTo>
                    <a:pt x="12129" y="8210"/>
                    <a:pt x="11975" y="8827"/>
                    <a:pt x="11666" y="9413"/>
                  </a:cubicBezTo>
                  <a:cubicBezTo>
                    <a:pt x="11523" y="9639"/>
                    <a:pt x="11733" y="9850"/>
                    <a:pt x="11935" y="9850"/>
                  </a:cubicBezTo>
                  <a:cubicBezTo>
                    <a:pt x="12038" y="9850"/>
                    <a:pt x="12139" y="9795"/>
                    <a:pt x="12191" y="9660"/>
                  </a:cubicBezTo>
                  <a:cubicBezTo>
                    <a:pt x="12500" y="9012"/>
                    <a:pt x="12685" y="8302"/>
                    <a:pt x="12716" y="7562"/>
                  </a:cubicBezTo>
                  <a:lnTo>
                    <a:pt x="14321" y="7562"/>
                  </a:lnTo>
                  <a:cubicBezTo>
                    <a:pt x="14660" y="7531"/>
                    <a:pt x="14660" y="7037"/>
                    <a:pt x="14321" y="7006"/>
                  </a:cubicBezTo>
                  <a:lnTo>
                    <a:pt x="14321" y="6975"/>
                  </a:lnTo>
                  <a:lnTo>
                    <a:pt x="12716" y="6975"/>
                  </a:lnTo>
                  <a:cubicBezTo>
                    <a:pt x="12561" y="4229"/>
                    <a:pt x="10370" y="2037"/>
                    <a:pt x="7624" y="1883"/>
                  </a:cubicBezTo>
                  <a:lnTo>
                    <a:pt x="7624" y="278"/>
                  </a:lnTo>
                  <a:cubicBezTo>
                    <a:pt x="7624" y="93"/>
                    <a:pt x="7477" y="1"/>
                    <a:pt x="73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7" name="Google Shape;13927;p89"/>
            <p:cNvSpPr/>
            <p:nvPr/>
          </p:nvSpPr>
          <p:spPr>
            <a:xfrm>
              <a:off x="2518100" y="4431600"/>
              <a:ext cx="81575" cy="77975"/>
            </a:xfrm>
            <a:custGeom>
              <a:rect b="b" l="l" r="r" t="t"/>
              <a:pathLst>
                <a:path extrusionOk="0" h="3119" w="3263">
                  <a:moveTo>
                    <a:pt x="279" y="0"/>
                  </a:moveTo>
                  <a:cubicBezTo>
                    <a:pt x="124" y="0"/>
                    <a:pt x="1" y="123"/>
                    <a:pt x="1" y="278"/>
                  </a:cubicBezTo>
                  <a:lnTo>
                    <a:pt x="1" y="2839"/>
                  </a:lnTo>
                  <a:cubicBezTo>
                    <a:pt x="1" y="2994"/>
                    <a:pt x="124" y="3117"/>
                    <a:pt x="279" y="3117"/>
                  </a:cubicBezTo>
                  <a:lnTo>
                    <a:pt x="2840" y="3117"/>
                  </a:lnTo>
                  <a:cubicBezTo>
                    <a:pt x="2850" y="3118"/>
                    <a:pt x="2860" y="3118"/>
                    <a:pt x="2870" y="3118"/>
                  </a:cubicBezTo>
                  <a:cubicBezTo>
                    <a:pt x="3262" y="3118"/>
                    <a:pt x="3262" y="2530"/>
                    <a:pt x="2870" y="2530"/>
                  </a:cubicBezTo>
                  <a:cubicBezTo>
                    <a:pt x="2860" y="2530"/>
                    <a:pt x="2850" y="2530"/>
                    <a:pt x="2840" y="2531"/>
                  </a:cubicBezTo>
                  <a:lnTo>
                    <a:pt x="587" y="2531"/>
                  </a:lnTo>
                  <a:lnTo>
                    <a:pt x="587" y="278"/>
                  </a:lnTo>
                  <a:cubicBezTo>
                    <a:pt x="556" y="123"/>
                    <a:pt x="433" y="0"/>
                    <a:pt x="2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8" name="Google Shape;13928;p89"/>
            <p:cNvSpPr/>
            <p:nvPr/>
          </p:nvSpPr>
          <p:spPr>
            <a:xfrm>
              <a:off x="2752650" y="4431000"/>
              <a:ext cx="77950" cy="78550"/>
            </a:xfrm>
            <a:custGeom>
              <a:rect b="b" l="l" r="r" t="t"/>
              <a:pathLst>
                <a:path extrusionOk="0" h="3142" w="3118">
                  <a:moveTo>
                    <a:pt x="2825" y="1"/>
                  </a:moveTo>
                  <a:cubicBezTo>
                    <a:pt x="2678" y="1"/>
                    <a:pt x="2532" y="101"/>
                    <a:pt x="2532" y="302"/>
                  </a:cubicBezTo>
                  <a:lnTo>
                    <a:pt x="2532" y="2555"/>
                  </a:lnTo>
                  <a:lnTo>
                    <a:pt x="279" y="2555"/>
                  </a:lnTo>
                  <a:cubicBezTo>
                    <a:pt x="124" y="2555"/>
                    <a:pt x="1" y="2678"/>
                    <a:pt x="1" y="2863"/>
                  </a:cubicBezTo>
                  <a:cubicBezTo>
                    <a:pt x="1" y="3018"/>
                    <a:pt x="124" y="3141"/>
                    <a:pt x="279" y="3141"/>
                  </a:cubicBezTo>
                  <a:lnTo>
                    <a:pt x="2840" y="3141"/>
                  </a:lnTo>
                  <a:cubicBezTo>
                    <a:pt x="2994" y="3141"/>
                    <a:pt x="3118" y="3018"/>
                    <a:pt x="3118" y="2863"/>
                  </a:cubicBezTo>
                  <a:lnTo>
                    <a:pt x="3118" y="302"/>
                  </a:lnTo>
                  <a:cubicBezTo>
                    <a:pt x="3118" y="101"/>
                    <a:pt x="2971" y="1"/>
                    <a:pt x="28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9" name="Google Shape;13929;p89"/>
            <p:cNvSpPr/>
            <p:nvPr/>
          </p:nvSpPr>
          <p:spPr>
            <a:xfrm>
              <a:off x="2518100" y="4197700"/>
              <a:ext cx="81575" cy="78050"/>
            </a:xfrm>
            <a:custGeom>
              <a:rect b="b" l="l" r="r" t="t"/>
              <a:pathLst>
                <a:path extrusionOk="0" h="3122" w="3263">
                  <a:moveTo>
                    <a:pt x="2896" y="1"/>
                  </a:moveTo>
                  <a:cubicBezTo>
                    <a:pt x="2879" y="1"/>
                    <a:pt x="2860" y="2"/>
                    <a:pt x="2840" y="5"/>
                  </a:cubicBezTo>
                  <a:lnTo>
                    <a:pt x="279" y="5"/>
                  </a:lnTo>
                  <a:cubicBezTo>
                    <a:pt x="124" y="5"/>
                    <a:pt x="1" y="128"/>
                    <a:pt x="1" y="283"/>
                  </a:cubicBezTo>
                  <a:lnTo>
                    <a:pt x="1" y="2844"/>
                  </a:lnTo>
                  <a:cubicBezTo>
                    <a:pt x="1" y="2998"/>
                    <a:pt x="124" y="3122"/>
                    <a:pt x="279" y="3122"/>
                  </a:cubicBezTo>
                  <a:cubicBezTo>
                    <a:pt x="433" y="3122"/>
                    <a:pt x="556" y="2998"/>
                    <a:pt x="587" y="2844"/>
                  </a:cubicBezTo>
                  <a:lnTo>
                    <a:pt x="587" y="560"/>
                  </a:lnTo>
                  <a:lnTo>
                    <a:pt x="2840" y="560"/>
                  </a:lnTo>
                  <a:cubicBezTo>
                    <a:pt x="2850" y="561"/>
                    <a:pt x="2860" y="561"/>
                    <a:pt x="2870" y="561"/>
                  </a:cubicBezTo>
                  <a:cubicBezTo>
                    <a:pt x="3253" y="561"/>
                    <a:pt x="3262" y="1"/>
                    <a:pt x="28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0" name="Google Shape;13930;p89"/>
            <p:cNvSpPr/>
            <p:nvPr/>
          </p:nvSpPr>
          <p:spPr>
            <a:xfrm>
              <a:off x="2749050" y="4197000"/>
              <a:ext cx="81550" cy="78750"/>
            </a:xfrm>
            <a:custGeom>
              <a:rect b="b" l="l" r="r" t="t"/>
              <a:pathLst>
                <a:path extrusionOk="0" h="3150" w="3262">
                  <a:moveTo>
                    <a:pt x="393" y="1"/>
                  </a:moveTo>
                  <a:cubicBezTo>
                    <a:pt x="0" y="1"/>
                    <a:pt x="0" y="589"/>
                    <a:pt x="393" y="589"/>
                  </a:cubicBezTo>
                  <a:cubicBezTo>
                    <a:pt x="403" y="589"/>
                    <a:pt x="413" y="589"/>
                    <a:pt x="423" y="588"/>
                  </a:cubicBezTo>
                  <a:lnTo>
                    <a:pt x="2676" y="588"/>
                  </a:lnTo>
                  <a:lnTo>
                    <a:pt x="2676" y="2872"/>
                  </a:lnTo>
                  <a:cubicBezTo>
                    <a:pt x="2676" y="3026"/>
                    <a:pt x="2799" y="3150"/>
                    <a:pt x="2984" y="3150"/>
                  </a:cubicBezTo>
                  <a:lnTo>
                    <a:pt x="2984" y="3119"/>
                  </a:lnTo>
                  <a:cubicBezTo>
                    <a:pt x="3138" y="3119"/>
                    <a:pt x="3262" y="2996"/>
                    <a:pt x="3262" y="2841"/>
                  </a:cubicBezTo>
                  <a:lnTo>
                    <a:pt x="3262" y="280"/>
                  </a:lnTo>
                  <a:cubicBezTo>
                    <a:pt x="3262" y="125"/>
                    <a:pt x="3138" y="2"/>
                    <a:pt x="2984" y="2"/>
                  </a:cubicBezTo>
                  <a:lnTo>
                    <a:pt x="423" y="2"/>
                  </a:lnTo>
                  <a:cubicBezTo>
                    <a:pt x="413" y="1"/>
                    <a:pt x="403" y="1"/>
                    <a:pt x="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1" name="Google Shape;13931;p89"/>
            <p:cNvSpPr/>
            <p:nvPr/>
          </p:nvSpPr>
          <p:spPr>
            <a:xfrm>
              <a:off x="2763075" y="4429500"/>
              <a:ext cx="16625" cy="13875"/>
            </a:xfrm>
            <a:custGeom>
              <a:rect b="b" l="l" r="r" t="t"/>
              <a:pathLst>
                <a:path extrusionOk="0" h="555" w="665">
                  <a:moveTo>
                    <a:pt x="332" y="0"/>
                  </a:moveTo>
                  <a:cubicBezTo>
                    <a:pt x="139" y="0"/>
                    <a:pt x="0" y="186"/>
                    <a:pt x="78" y="393"/>
                  </a:cubicBezTo>
                  <a:cubicBezTo>
                    <a:pt x="124" y="501"/>
                    <a:pt x="232" y="555"/>
                    <a:pt x="340" y="555"/>
                  </a:cubicBezTo>
                  <a:cubicBezTo>
                    <a:pt x="448" y="555"/>
                    <a:pt x="556" y="501"/>
                    <a:pt x="602" y="393"/>
                  </a:cubicBezTo>
                  <a:cubicBezTo>
                    <a:pt x="664" y="238"/>
                    <a:pt x="602" y="53"/>
                    <a:pt x="448" y="22"/>
                  </a:cubicBezTo>
                  <a:cubicBezTo>
                    <a:pt x="408" y="7"/>
                    <a:pt x="369" y="0"/>
                    <a:pt x="3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32" name="Google Shape;13932;p89"/>
          <p:cNvGrpSpPr/>
          <p:nvPr/>
        </p:nvGrpSpPr>
        <p:grpSpPr>
          <a:xfrm>
            <a:off x="7728956" y="3454994"/>
            <a:ext cx="363425" cy="363225"/>
            <a:chOff x="1734225" y="4171575"/>
            <a:chExt cx="363425" cy="363225"/>
          </a:xfrm>
        </p:grpSpPr>
        <p:sp>
          <p:nvSpPr>
            <p:cNvPr id="13933" name="Google Shape;13933;p89"/>
            <p:cNvSpPr/>
            <p:nvPr/>
          </p:nvSpPr>
          <p:spPr>
            <a:xfrm>
              <a:off x="1753500" y="4341325"/>
              <a:ext cx="37725" cy="23000"/>
            </a:xfrm>
            <a:custGeom>
              <a:rect b="b" l="l" r="r" t="t"/>
              <a:pathLst>
                <a:path extrusionOk="0" h="920" w="1509">
                  <a:moveTo>
                    <a:pt x="988" y="0"/>
                  </a:moveTo>
                  <a:lnTo>
                    <a:pt x="217" y="371"/>
                  </a:lnTo>
                  <a:cubicBezTo>
                    <a:pt x="62" y="432"/>
                    <a:pt x="1" y="617"/>
                    <a:pt x="62" y="772"/>
                  </a:cubicBezTo>
                  <a:cubicBezTo>
                    <a:pt x="108" y="862"/>
                    <a:pt x="219" y="919"/>
                    <a:pt x="336" y="919"/>
                  </a:cubicBezTo>
                  <a:cubicBezTo>
                    <a:pt x="379" y="919"/>
                    <a:pt x="422" y="912"/>
                    <a:pt x="464" y="895"/>
                  </a:cubicBezTo>
                  <a:lnTo>
                    <a:pt x="1235" y="556"/>
                  </a:lnTo>
                  <a:cubicBezTo>
                    <a:pt x="1508" y="392"/>
                    <a:pt x="1371" y="10"/>
                    <a:pt x="1100" y="10"/>
                  </a:cubicBezTo>
                  <a:cubicBezTo>
                    <a:pt x="1065" y="10"/>
                    <a:pt x="1027" y="17"/>
                    <a:pt x="988" y="31"/>
                  </a:cubicBezTo>
                  <a:lnTo>
                    <a:pt x="98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4" name="Google Shape;13934;p89"/>
            <p:cNvSpPr/>
            <p:nvPr/>
          </p:nvSpPr>
          <p:spPr>
            <a:xfrm>
              <a:off x="2040725" y="4206325"/>
              <a:ext cx="38925" cy="22875"/>
            </a:xfrm>
            <a:custGeom>
              <a:rect b="b" l="l" r="r" t="t"/>
              <a:pathLst>
                <a:path extrusionOk="0" h="915" w="1557">
                  <a:moveTo>
                    <a:pt x="1189" y="1"/>
                  </a:moveTo>
                  <a:cubicBezTo>
                    <a:pt x="1153" y="1"/>
                    <a:pt x="1113" y="10"/>
                    <a:pt x="1073" y="30"/>
                  </a:cubicBezTo>
                  <a:lnTo>
                    <a:pt x="301" y="370"/>
                  </a:lnTo>
                  <a:cubicBezTo>
                    <a:pt x="1" y="534"/>
                    <a:pt x="135" y="915"/>
                    <a:pt x="405" y="915"/>
                  </a:cubicBezTo>
                  <a:cubicBezTo>
                    <a:pt x="441" y="915"/>
                    <a:pt x="478" y="909"/>
                    <a:pt x="517" y="894"/>
                  </a:cubicBezTo>
                  <a:lnTo>
                    <a:pt x="1289" y="524"/>
                  </a:lnTo>
                  <a:cubicBezTo>
                    <a:pt x="1556" y="390"/>
                    <a:pt x="1429" y="1"/>
                    <a:pt x="1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5" name="Google Shape;13935;p89"/>
            <p:cNvSpPr/>
            <p:nvPr/>
          </p:nvSpPr>
          <p:spPr>
            <a:xfrm>
              <a:off x="1750425" y="4205875"/>
              <a:ext cx="40025" cy="23325"/>
            </a:xfrm>
            <a:custGeom>
              <a:rect b="b" l="l" r="r" t="t"/>
              <a:pathLst>
                <a:path extrusionOk="0" h="933" w="1601">
                  <a:moveTo>
                    <a:pt x="406" y="1"/>
                  </a:moveTo>
                  <a:cubicBezTo>
                    <a:pt x="147" y="1"/>
                    <a:pt x="0" y="437"/>
                    <a:pt x="340" y="542"/>
                  </a:cubicBezTo>
                  <a:lnTo>
                    <a:pt x="1111" y="912"/>
                  </a:lnTo>
                  <a:cubicBezTo>
                    <a:pt x="1147" y="927"/>
                    <a:pt x="1181" y="933"/>
                    <a:pt x="1213" y="933"/>
                  </a:cubicBezTo>
                  <a:cubicBezTo>
                    <a:pt x="1463" y="933"/>
                    <a:pt x="1600" y="552"/>
                    <a:pt x="1327" y="388"/>
                  </a:cubicBezTo>
                  <a:lnTo>
                    <a:pt x="556" y="48"/>
                  </a:lnTo>
                  <a:cubicBezTo>
                    <a:pt x="504" y="15"/>
                    <a:pt x="453" y="1"/>
                    <a:pt x="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6" name="Google Shape;13936;p89"/>
            <p:cNvSpPr/>
            <p:nvPr/>
          </p:nvSpPr>
          <p:spPr>
            <a:xfrm>
              <a:off x="2041400" y="4340800"/>
              <a:ext cx="36950" cy="23500"/>
            </a:xfrm>
            <a:custGeom>
              <a:rect b="b" l="l" r="r" t="t"/>
              <a:pathLst>
                <a:path extrusionOk="0" h="940" w="1478">
                  <a:moveTo>
                    <a:pt x="409" y="1"/>
                  </a:moveTo>
                  <a:cubicBezTo>
                    <a:pt x="139" y="1"/>
                    <a:pt x="1" y="382"/>
                    <a:pt x="274" y="546"/>
                  </a:cubicBezTo>
                  <a:lnTo>
                    <a:pt x="1046" y="916"/>
                  </a:lnTo>
                  <a:cubicBezTo>
                    <a:pt x="1077" y="932"/>
                    <a:pt x="1113" y="940"/>
                    <a:pt x="1150" y="940"/>
                  </a:cubicBezTo>
                  <a:cubicBezTo>
                    <a:pt x="1256" y="940"/>
                    <a:pt x="1370" y="876"/>
                    <a:pt x="1416" y="762"/>
                  </a:cubicBezTo>
                  <a:cubicBezTo>
                    <a:pt x="1478" y="638"/>
                    <a:pt x="1416" y="453"/>
                    <a:pt x="1292" y="392"/>
                  </a:cubicBezTo>
                  <a:lnTo>
                    <a:pt x="521" y="21"/>
                  </a:lnTo>
                  <a:cubicBezTo>
                    <a:pt x="482" y="7"/>
                    <a:pt x="444" y="1"/>
                    <a:pt x="4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7" name="Google Shape;13937;p89"/>
            <p:cNvSpPr/>
            <p:nvPr/>
          </p:nvSpPr>
          <p:spPr>
            <a:xfrm>
              <a:off x="1734225" y="4278050"/>
              <a:ext cx="39375" cy="13925"/>
            </a:xfrm>
            <a:custGeom>
              <a:rect b="b" l="l" r="r" t="t"/>
              <a:pathLst>
                <a:path extrusionOk="0" h="557" w="1575">
                  <a:moveTo>
                    <a:pt x="278" y="1"/>
                  </a:moveTo>
                  <a:cubicBezTo>
                    <a:pt x="124" y="1"/>
                    <a:pt x="0" y="124"/>
                    <a:pt x="0" y="278"/>
                  </a:cubicBezTo>
                  <a:cubicBezTo>
                    <a:pt x="0" y="433"/>
                    <a:pt x="124" y="556"/>
                    <a:pt x="278" y="556"/>
                  </a:cubicBezTo>
                  <a:lnTo>
                    <a:pt x="1296" y="556"/>
                  </a:lnTo>
                  <a:cubicBezTo>
                    <a:pt x="1451" y="556"/>
                    <a:pt x="1574" y="433"/>
                    <a:pt x="1574" y="278"/>
                  </a:cubicBezTo>
                  <a:cubicBezTo>
                    <a:pt x="1574" y="124"/>
                    <a:pt x="1451" y="1"/>
                    <a:pt x="12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8" name="Google Shape;13938;p89"/>
            <p:cNvSpPr/>
            <p:nvPr/>
          </p:nvSpPr>
          <p:spPr>
            <a:xfrm>
              <a:off x="2057500" y="4278050"/>
              <a:ext cx="40150" cy="13925"/>
            </a:xfrm>
            <a:custGeom>
              <a:rect b="b" l="l" r="r" t="t"/>
              <a:pathLst>
                <a:path extrusionOk="0" h="557" w="1606">
                  <a:moveTo>
                    <a:pt x="278" y="1"/>
                  </a:moveTo>
                  <a:cubicBezTo>
                    <a:pt x="124" y="1"/>
                    <a:pt x="0" y="124"/>
                    <a:pt x="0" y="278"/>
                  </a:cubicBezTo>
                  <a:cubicBezTo>
                    <a:pt x="0" y="433"/>
                    <a:pt x="124" y="556"/>
                    <a:pt x="278" y="556"/>
                  </a:cubicBezTo>
                  <a:lnTo>
                    <a:pt x="1327" y="556"/>
                  </a:lnTo>
                  <a:cubicBezTo>
                    <a:pt x="1482" y="556"/>
                    <a:pt x="1605" y="433"/>
                    <a:pt x="1605" y="278"/>
                  </a:cubicBezTo>
                  <a:cubicBezTo>
                    <a:pt x="1605" y="124"/>
                    <a:pt x="1482" y="1"/>
                    <a:pt x="1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9" name="Google Shape;13939;p89"/>
            <p:cNvSpPr/>
            <p:nvPr/>
          </p:nvSpPr>
          <p:spPr>
            <a:xfrm>
              <a:off x="1906275" y="4171575"/>
              <a:ext cx="17000" cy="14425"/>
            </a:xfrm>
            <a:custGeom>
              <a:rect b="b" l="l" r="r" t="t"/>
              <a:pathLst>
                <a:path extrusionOk="0" h="577" w="680">
                  <a:moveTo>
                    <a:pt x="371" y="1"/>
                  </a:moveTo>
                  <a:cubicBezTo>
                    <a:pt x="124" y="1"/>
                    <a:pt x="0" y="309"/>
                    <a:pt x="186" y="494"/>
                  </a:cubicBezTo>
                  <a:cubicBezTo>
                    <a:pt x="242" y="551"/>
                    <a:pt x="311" y="576"/>
                    <a:pt x="379" y="576"/>
                  </a:cubicBezTo>
                  <a:cubicBezTo>
                    <a:pt x="531" y="576"/>
                    <a:pt x="679" y="449"/>
                    <a:pt x="679" y="278"/>
                  </a:cubicBezTo>
                  <a:cubicBezTo>
                    <a:pt x="679" y="124"/>
                    <a:pt x="525" y="1"/>
                    <a:pt x="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0" name="Google Shape;13940;p89"/>
            <p:cNvSpPr/>
            <p:nvPr/>
          </p:nvSpPr>
          <p:spPr>
            <a:xfrm>
              <a:off x="1772800" y="4175600"/>
              <a:ext cx="286275" cy="359200"/>
            </a:xfrm>
            <a:custGeom>
              <a:rect b="b" l="l" r="r" t="t"/>
              <a:pathLst>
                <a:path extrusionOk="0" h="14368" w="11451">
                  <a:moveTo>
                    <a:pt x="7129" y="8913"/>
                  </a:moveTo>
                  <a:lnTo>
                    <a:pt x="7129" y="10240"/>
                  </a:lnTo>
                  <a:lnTo>
                    <a:pt x="4290" y="10240"/>
                  </a:lnTo>
                  <a:lnTo>
                    <a:pt x="4290" y="8913"/>
                  </a:lnTo>
                  <a:close/>
                  <a:moveTo>
                    <a:pt x="7129" y="10796"/>
                  </a:moveTo>
                  <a:lnTo>
                    <a:pt x="7129" y="12092"/>
                  </a:lnTo>
                  <a:lnTo>
                    <a:pt x="4290" y="12092"/>
                  </a:lnTo>
                  <a:lnTo>
                    <a:pt x="4290" y="10796"/>
                  </a:lnTo>
                  <a:close/>
                  <a:moveTo>
                    <a:pt x="6296" y="12678"/>
                  </a:moveTo>
                  <a:lnTo>
                    <a:pt x="6296" y="13234"/>
                  </a:lnTo>
                  <a:cubicBezTo>
                    <a:pt x="6296" y="13604"/>
                    <a:pt x="6011" y="13789"/>
                    <a:pt x="5725" y="13789"/>
                  </a:cubicBezTo>
                  <a:cubicBezTo>
                    <a:pt x="5440" y="13789"/>
                    <a:pt x="5154" y="13604"/>
                    <a:pt x="5154" y="13234"/>
                  </a:cubicBezTo>
                  <a:lnTo>
                    <a:pt x="5154" y="12678"/>
                  </a:lnTo>
                  <a:close/>
                  <a:moveTo>
                    <a:pt x="4498" y="0"/>
                  </a:moveTo>
                  <a:cubicBezTo>
                    <a:pt x="4462" y="0"/>
                    <a:pt x="4424" y="8"/>
                    <a:pt x="4383" y="25"/>
                  </a:cubicBezTo>
                  <a:cubicBezTo>
                    <a:pt x="556" y="1198"/>
                    <a:pt x="0" y="6382"/>
                    <a:pt x="3488" y="8357"/>
                  </a:cubicBezTo>
                  <a:cubicBezTo>
                    <a:pt x="3642" y="8450"/>
                    <a:pt x="3735" y="8635"/>
                    <a:pt x="3735" y="8820"/>
                  </a:cubicBezTo>
                  <a:lnTo>
                    <a:pt x="3735" y="12400"/>
                  </a:lnTo>
                  <a:cubicBezTo>
                    <a:pt x="3735" y="12555"/>
                    <a:pt x="3858" y="12678"/>
                    <a:pt x="4012" y="12678"/>
                  </a:cubicBezTo>
                  <a:lnTo>
                    <a:pt x="4599" y="12678"/>
                  </a:lnTo>
                  <a:lnTo>
                    <a:pt x="4599" y="13234"/>
                  </a:lnTo>
                  <a:cubicBezTo>
                    <a:pt x="4599" y="13990"/>
                    <a:pt x="5162" y="14368"/>
                    <a:pt x="5725" y="14368"/>
                  </a:cubicBezTo>
                  <a:cubicBezTo>
                    <a:pt x="6288" y="14368"/>
                    <a:pt x="6852" y="13990"/>
                    <a:pt x="6852" y="13234"/>
                  </a:cubicBezTo>
                  <a:lnTo>
                    <a:pt x="6852" y="12678"/>
                  </a:lnTo>
                  <a:lnTo>
                    <a:pt x="7438" y="12678"/>
                  </a:lnTo>
                  <a:cubicBezTo>
                    <a:pt x="7592" y="12678"/>
                    <a:pt x="7716" y="12555"/>
                    <a:pt x="7716" y="12400"/>
                  </a:cubicBezTo>
                  <a:lnTo>
                    <a:pt x="7716" y="8790"/>
                  </a:lnTo>
                  <a:cubicBezTo>
                    <a:pt x="7716" y="8573"/>
                    <a:pt x="7839" y="8419"/>
                    <a:pt x="7994" y="8327"/>
                  </a:cubicBezTo>
                  <a:cubicBezTo>
                    <a:pt x="11450" y="6351"/>
                    <a:pt x="10864" y="1228"/>
                    <a:pt x="7099" y="56"/>
                  </a:cubicBezTo>
                  <a:cubicBezTo>
                    <a:pt x="7062" y="43"/>
                    <a:pt x="7027" y="38"/>
                    <a:pt x="6994" y="38"/>
                  </a:cubicBezTo>
                  <a:cubicBezTo>
                    <a:pt x="6697" y="38"/>
                    <a:pt x="6580" y="497"/>
                    <a:pt x="6913" y="580"/>
                  </a:cubicBezTo>
                  <a:cubicBezTo>
                    <a:pt x="10216" y="1630"/>
                    <a:pt x="10709" y="6074"/>
                    <a:pt x="7747" y="7833"/>
                  </a:cubicBezTo>
                  <a:cubicBezTo>
                    <a:pt x="7531" y="7925"/>
                    <a:pt x="7345" y="8141"/>
                    <a:pt x="7253" y="8357"/>
                  </a:cubicBezTo>
                  <a:lnTo>
                    <a:pt x="6018" y="8357"/>
                  </a:lnTo>
                  <a:lnTo>
                    <a:pt x="6018" y="6166"/>
                  </a:lnTo>
                  <a:lnTo>
                    <a:pt x="6821" y="4500"/>
                  </a:lnTo>
                  <a:cubicBezTo>
                    <a:pt x="6943" y="4275"/>
                    <a:pt x="6755" y="4090"/>
                    <a:pt x="6568" y="4090"/>
                  </a:cubicBezTo>
                  <a:cubicBezTo>
                    <a:pt x="6473" y="4090"/>
                    <a:pt x="6379" y="4138"/>
                    <a:pt x="6327" y="4253"/>
                  </a:cubicBezTo>
                  <a:lnTo>
                    <a:pt x="5710" y="5456"/>
                  </a:lnTo>
                  <a:lnTo>
                    <a:pt x="5123" y="4253"/>
                  </a:lnTo>
                  <a:cubicBezTo>
                    <a:pt x="5061" y="4138"/>
                    <a:pt x="4963" y="4090"/>
                    <a:pt x="4867" y="4090"/>
                  </a:cubicBezTo>
                  <a:cubicBezTo>
                    <a:pt x="4679" y="4090"/>
                    <a:pt x="4496" y="4275"/>
                    <a:pt x="4599" y="4500"/>
                  </a:cubicBezTo>
                  <a:lnTo>
                    <a:pt x="5432" y="6166"/>
                  </a:lnTo>
                  <a:lnTo>
                    <a:pt x="5432" y="8357"/>
                  </a:lnTo>
                  <a:lnTo>
                    <a:pt x="4228" y="8357"/>
                  </a:lnTo>
                  <a:cubicBezTo>
                    <a:pt x="4136" y="8111"/>
                    <a:pt x="3951" y="7956"/>
                    <a:pt x="3765" y="7833"/>
                  </a:cubicBezTo>
                  <a:cubicBezTo>
                    <a:pt x="741" y="6105"/>
                    <a:pt x="1204" y="1599"/>
                    <a:pt x="4537" y="580"/>
                  </a:cubicBezTo>
                  <a:cubicBezTo>
                    <a:pt x="4894" y="498"/>
                    <a:pt x="4787" y="0"/>
                    <a:pt x="44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41" name="Google Shape;13941;p89"/>
          <p:cNvGrpSpPr/>
          <p:nvPr/>
        </p:nvGrpSpPr>
        <p:grpSpPr>
          <a:xfrm>
            <a:off x="6229581" y="3480306"/>
            <a:ext cx="363400" cy="312600"/>
            <a:chOff x="975800" y="4197050"/>
            <a:chExt cx="363400" cy="312600"/>
          </a:xfrm>
        </p:grpSpPr>
        <p:sp>
          <p:nvSpPr>
            <p:cNvPr id="13942" name="Google Shape;13942;p89"/>
            <p:cNvSpPr/>
            <p:nvPr/>
          </p:nvSpPr>
          <p:spPr>
            <a:xfrm>
              <a:off x="1169450" y="4282575"/>
              <a:ext cx="16225" cy="13925"/>
            </a:xfrm>
            <a:custGeom>
              <a:rect b="b" l="l" r="r" t="t"/>
              <a:pathLst>
                <a:path extrusionOk="0" h="557" w="649">
                  <a:moveTo>
                    <a:pt x="410" y="1"/>
                  </a:moveTo>
                  <a:cubicBezTo>
                    <a:pt x="397" y="1"/>
                    <a:pt x="384" y="2"/>
                    <a:pt x="371" y="5"/>
                  </a:cubicBezTo>
                  <a:cubicBezTo>
                    <a:pt x="124" y="5"/>
                    <a:pt x="0" y="313"/>
                    <a:pt x="186" y="468"/>
                  </a:cubicBezTo>
                  <a:cubicBezTo>
                    <a:pt x="237" y="529"/>
                    <a:pt x="306" y="557"/>
                    <a:pt x="374" y="557"/>
                  </a:cubicBezTo>
                  <a:cubicBezTo>
                    <a:pt x="511" y="557"/>
                    <a:pt x="648" y="447"/>
                    <a:pt x="648" y="282"/>
                  </a:cubicBezTo>
                  <a:cubicBezTo>
                    <a:pt x="648" y="142"/>
                    <a:pt x="546" y="1"/>
                    <a:pt x="4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3" name="Google Shape;13943;p89"/>
            <p:cNvSpPr/>
            <p:nvPr/>
          </p:nvSpPr>
          <p:spPr>
            <a:xfrm>
              <a:off x="1169450" y="4325125"/>
              <a:ext cx="16225" cy="13825"/>
            </a:xfrm>
            <a:custGeom>
              <a:rect b="b" l="l" r="r" t="t"/>
              <a:pathLst>
                <a:path extrusionOk="0" h="553" w="649">
                  <a:moveTo>
                    <a:pt x="371" y="0"/>
                  </a:moveTo>
                  <a:cubicBezTo>
                    <a:pt x="124" y="0"/>
                    <a:pt x="0" y="309"/>
                    <a:pt x="155" y="463"/>
                  </a:cubicBezTo>
                  <a:cubicBezTo>
                    <a:pt x="216" y="525"/>
                    <a:pt x="292" y="552"/>
                    <a:pt x="365" y="552"/>
                  </a:cubicBezTo>
                  <a:cubicBezTo>
                    <a:pt x="511" y="552"/>
                    <a:pt x="648" y="442"/>
                    <a:pt x="648" y="278"/>
                  </a:cubicBezTo>
                  <a:cubicBezTo>
                    <a:pt x="648" y="124"/>
                    <a:pt x="525" y="0"/>
                    <a:pt x="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4" name="Google Shape;13944;p89"/>
            <p:cNvSpPr/>
            <p:nvPr/>
          </p:nvSpPr>
          <p:spPr>
            <a:xfrm>
              <a:off x="1169450" y="4367550"/>
              <a:ext cx="16225" cy="14075"/>
            </a:xfrm>
            <a:custGeom>
              <a:rect b="b" l="l" r="r" t="t"/>
              <a:pathLst>
                <a:path extrusionOk="0" h="563" w="649">
                  <a:moveTo>
                    <a:pt x="371" y="0"/>
                  </a:moveTo>
                  <a:cubicBezTo>
                    <a:pt x="124" y="0"/>
                    <a:pt x="0" y="309"/>
                    <a:pt x="155" y="494"/>
                  </a:cubicBezTo>
                  <a:cubicBezTo>
                    <a:pt x="211" y="541"/>
                    <a:pt x="278" y="562"/>
                    <a:pt x="345" y="562"/>
                  </a:cubicBezTo>
                  <a:cubicBezTo>
                    <a:pt x="499" y="562"/>
                    <a:pt x="648" y="450"/>
                    <a:pt x="648" y="278"/>
                  </a:cubicBezTo>
                  <a:cubicBezTo>
                    <a:pt x="648" y="124"/>
                    <a:pt x="525" y="0"/>
                    <a:pt x="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5" name="Google Shape;13945;p89"/>
            <p:cNvSpPr/>
            <p:nvPr/>
          </p:nvSpPr>
          <p:spPr>
            <a:xfrm>
              <a:off x="1021300" y="4282675"/>
              <a:ext cx="187525" cy="184425"/>
            </a:xfrm>
            <a:custGeom>
              <a:rect b="b" l="l" r="r" t="t"/>
              <a:pathLst>
                <a:path extrusionOk="0" h="7377" w="7501">
                  <a:moveTo>
                    <a:pt x="2655" y="3118"/>
                  </a:moveTo>
                  <a:lnTo>
                    <a:pt x="2655" y="6790"/>
                  </a:lnTo>
                  <a:lnTo>
                    <a:pt x="1482" y="6790"/>
                  </a:lnTo>
                  <a:lnTo>
                    <a:pt x="1482" y="3118"/>
                  </a:lnTo>
                  <a:close/>
                  <a:moveTo>
                    <a:pt x="4322" y="556"/>
                  </a:moveTo>
                  <a:lnTo>
                    <a:pt x="4322" y="6790"/>
                  </a:lnTo>
                  <a:lnTo>
                    <a:pt x="3210" y="6790"/>
                  </a:lnTo>
                  <a:lnTo>
                    <a:pt x="3210" y="556"/>
                  </a:lnTo>
                  <a:close/>
                  <a:moveTo>
                    <a:pt x="6019" y="5648"/>
                  </a:moveTo>
                  <a:lnTo>
                    <a:pt x="6019" y="6790"/>
                  </a:lnTo>
                  <a:lnTo>
                    <a:pt x="4877" y="6790"/>
                  </a:lnTo>
                  <a:lnTo>
                    <a:pt x="4877" y="5648"/>
                  </a:lnTo>
                  <a:close/>
                  <a:moveTo>
                    <a:pt x="2902" y="1"/>
                  </a:moveTo>
                  <a:cubicBezTo>
                    <a:pt x="2748" y="1"/>
                    <a:pt x="2624" y="124"/>
                    <a:pt x="2624" y="278"/>
                  </a:cubicBezTo>
                  <a:lnTo>
                    <a:pt x="2624" y="2531"/>
                  </a:lnTo>
                  <a:lnTo>
                    <a:pt x="1204" y="2531"/>
                  </a:lnTo>
                  <a:cubicBezTo>
                    <a:pt x="1019" y="2531"/>
                    <a:pt x="896" y="2655"/>
                    <a:pt x="896" y="2809"/>
                  </a:cubicBezTo>
                  <a:lnTo>
                    <a:pt x="896" y="6790"/>
                  </a:lnTo>
                  <a:lnTo>
                    <a:pt x="340" y="6790"/>
                  </a:lnTo>
                  <a:cubicBezTo>
                    <a:pt x="1" y="6821"/>
                    <a:pt x="1" y="7315"/>
                    <a:pt x="340" y="7377"/>
                  </a:cubicBezTo>
                  <a:lnTo>
                    <a:pt x="7161" y="7377"/>
                  </a:lnTo>
                  <a:cubicBezTo>
                    <a:pt x="7500" y="7315"/>
                    <a:pt x="7500" y="6821"/>
                    <a:pt x="7161" y="6790"/>
                  </a:cubicBezTo>
                  <a:lnTo>
                    <a:pt x="6574" y="6790"/>
                  </a:lnTo>
                  <a:lnTo>
                    <a:pt x="6574" y="5371"/>
                  </a:lnTo>
                  <a:cubicBezTo>
                    <a:pt x="6574" y="5216"/>
                    <a:pt x="6451" y="5093"/>
                    <a:pt x="6297" y="5093"/>
                  </a:cubicBezTo>
                  <a:lnTo>
                    <a:pt x="4877" y="5093"/>
                  </a:lnTo>
                  <a:lnTo>
                    <a:pt x="4877" y="278"/>
                  </a:lnTo>
                  <a:cubicBezTo>
                    <a:pt x="4877" y="124"/>
                    <a:pt x="4754" y="1"/>
                    <a:pt x="45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6" name="Google Shape;13946;p89"/>
            <p:cNvSpPr/>
            <p:nvPr/>
          </p:nvSpPr>
          <p:spPr>
            <a:xfrm>
              <a:off x="1212650" y="4282675"/>
              <a:ext cx="84900" cy="13925"/>
            </a:xfrm>
            <a:custGeom>
              <a:rect b="b" l="l" r="r" t="t"/>
              <a:pathLst>
                <a:path extrusionOk="0" h="557" w="3396">
                  <a:moveTo>
                    <a:pt x="340" y="1"/>
                  </a:moveTo>
                  <a:cubicBezTo>
                    <a:pt x="1" y="32"/>
                    <a:pt x="1" y="525"/>
                    <a:pt x="340" y="556"/>
                  </a:cubicBezTo>
                  <a:lnTo>
                    <a:pt x="3056" y="556"/>
                  </a:lnTo>
                  <a:cubicBezTo>
                    <a:pt x="3395" y="525"/>
                    <a:pt x="3395" y="32"/>
                    <a:pt x="30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7" name="Google Shape;13947;p89"/>
            <p:cNvSpPr/>
            <p:nvPr/>
          </p:nvSpPr>
          <p:spPr>
            <a:xfrm>
              <a:off x="1212650" y="4325125"/>
              <a:ext cx="84900" cy="13900"/>
            </a:xfrm>
            <a:custGeom>
              <a:rect b="b" l="l" r="r" t="t"/>
              <a:pathLst>
                <a:path extrusionOk="0" h="556" w="3396">
                  <a:moveTo>
                    <a:pt x="340" y="0"/>
                  </a:moveTo>
                  <a:cubicBezTo>
                    <a:pt x="1" y="31"/>
                    <a:pt x="1" y="525"/>
                    <a:pt x="340" y="556"/>
                  </a:cubicBezTo>
                  <a:lnTo>
                    <a:pt x="3056" y="556"/>
                  </a:lnTo>
                  <a:cubicBezTo>
                    <a:pt x="3395" y="525"/>
                    <a:pt x="3395" y="31"/>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8" name="Google Shape;13948;p89"/>
            <p:cNvSpPr/>
            <p:nvPr/>
          </p:nvSpPr>
          <p:spPr>
            <a:xfrm>
              <a:off x="1211875" y="4367550"/>
              <a:ext cx="87225" cy="13900"/>
            </a:xfrm>
            <a:custGeom>
              <a:rect b="b" l="l" r="r" t="t"/>
              <a:pathLst>
                <a:path extrusionOk="0" h="556" w="3489">
                  <a:moveTo>
                    <a:pt x="371" y="0"/>
                  </a:moveTo>
                  <a:cubicBezTo>
                    <a:pt x="1" y="0"/>
                    <a:pt x="1" y="556"/>
                    <a:pt x="371" y="556"/>
                  </a:cubicBezTo>
                  <a:lnTo>
                    <a:pt x="3087" y="556"/>
                  </a:lnTo>
                  <a:cubicBezTo>
                    <a:pt x="3488" y="556"/>
                    <a:pt x="3488" y="0"/>
                    <a:pt x="30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9" name="Google Shape;13949;p89"/>
            <p:cNvSpPr/>
            <p:nvPr/>
          </p:nvSpPr>
          <p:spPr>
            <a:xfrm>
              <a:off x="1147850" y="4494850"/>
              <a:ext cx="17000" cy="14600"/>
            </a:xfrm>
            <a:custGeom>
              <a:rect b="b" l="l" r="r" t="t"/>
              <a:pathLst>
                <a:path extrusionOk="0" h="584" w="680">
                  <a:moveTo>
                    <a:pt x="371" y="1"/>
                  </a:moveTo>
                  <a:cubicBezTo>
                    <a:pt x="124" y="1"/>
                    <a:pt x="0" y="309"/>
                    <a:pt x="185" y="494"/>
                  </a:cubicBezTo>
                  <a:cubicBezTo>
                    <a:pt x="247" y="556"/>
                    <a:pt x="323" y="584"/>
                    <a:pt x="396" y="584"/>
                  </a:cubicBezTo>
                  <a:cubicBezTo>
                    <a:pt x="542" y="584"/>
                    <a:pt x="679" y="474"/>
                    <a:pt x="679" y="309"/>
                  </a:cubicBezTo>
                  <a:cubicBezTo>
                    <a:pt x="679" y="124"/>
                    <a:pt x="525" y="1"/>
                    <a:pt x="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0" name="Google Shape;13950;p89"/>
            <p:cNvSpPr/>
            <p:nvPr/>
          </p:nvSpPr>
          <p:spPr>
            <a:xfrm>
              <a:off x="975800" y="4197050"/>
              <a:ext cx="363400" cy="312600"/>
            </a:xfrm>
            <a:custGeom>
              <a:rect b="b" l="l" r="r" t="t"/>
              <a:pathLst>
                <a:path extrusionOk="0" h="12504" w="14536">
                  <a:moveTo>
                    <a:pt x="10400" y="586"/>
                  </a:moveTo>
                  <a:lnTo>
                    <a:pt x="10400" y="1697"/>
                  </a:lnTo>
                  <a:lnTo>
                    <a:pt x="556" y="1697"/>
                  </a:lnTo>
                  <a:lnTo>
                    <a:pt x="556" y="864"/>
                  </a:lnTo>
                  <a:cubicBezTo>
                    <a:pt x="556" y="710"/>
                    <a:pt x="679" y="586"/>
                    <a:pt x="864" y="586"/>
                  </a:cubicBezTo>
                  <a:close/>
                  <a:moveTo>
                    <a:pt x="13672" y="556"/>
                  </a:moveTo>
                  <a:cubicBezTo>
                    <a:pt x="13826" y="556"/>
                    <a:pt x="13980" y="679"/>
                    <a:pt x="13980" y="864"/>
                  </a:cubicBezTo>
                  <a:lnTo>
                    <a:pt x="13980" y="1697"/>
                  </a:lnTo>
                  <a:lnTo>
                    <a:pt x="10956" y="1697"/>
                  </a:lnTo>
                  <a:lnTo>
                    <a:pt x="10956" y="556"/>
                  </a:lnTo>
                  <a:close/>
                  <a:moveTo>
                    <a:pt x="864" y="0"/>
                  </a:moveTo>
                  <a:cubicBezTo>
                    <a:pt x="370" y="0"/>
                    <a:pt x="0" y="370"/>
                    <a:pt x="0" y="864"/>
                  </a:cubicBezTo>
                  <a:lnTo>
                    <a:pt x="0" y="11635"/>
                  </a:lnTo>
                  <a:cubicBezTo>
                    <a:pt x="0" y="12098"/>
                    <a:pt x="370" y="12499"/>
                    <a:pt x="864" y="12499"/>
                  </a:cubicBezTo>
                  <a:lnTo>
                    <a:pt x="5987" y="12499"/>
                  </a:lnTo>
                  <a:cubicBezTo>
                    <a:pt x="6006" y="12502"/>
                    <a:pt x="6024" y="12503"/>
                    <a:pt x="6041" y="12503"/>
                  </a:cubicBezTo>
                  <a:cubicBezTo>
                    <a:pt x="6401" y="12503"/>
                    <a:pt x="6401" y="11940"/>
                    <a:pt x="6041" y="11940"/>
                  </a:cubicBezTo>
                  <a:cubicBezTo>
                    <a:pt x="6024" y="11940"/>
                    <a:pt x="6006" y="11941"/>
                    <a:pt x="5987" y="11944"/>
                  </a:cubicBezTo>
                  <a:lnTo>
                    <a:pt x="864" y="11944"/>
                  </a:lnTo>
                  <a:cubicBezTo>
                    <a:pt x="710" y="11944"/>
                    <a:pt x="556" y="11789"/>
                    <a:pt x="556" y="11635"/>
                  </a:cubicBezTo>
                  <a:lnTo>
                    <a:pt x="556" y="2284"/>
                  </a:lnTo>
                  <a:lnTo>
                    <a:pt x="13980" y="2284"/>
                  </a:lnTo>
                  <a:lnTo>
                    <a:pt x="13980" y="11635"/>
                  </a:lnTo>
                  <a:cubicBezTo>
                    <a:pt x="13980" y="11789"/>
                    <a:pt x="13826" y="11913"/>
                    <a:pt x="13672" y="11913"/>
                  </a:cubicBezTo>
                  <a:lnTo>
                    <a:pt x="8549" y="11913"/>
                  </a:lnTo>
                  <a:cubicBezTo>
                    <a:pt x="8209" y="11974"/>
                    <a:pt x="8209" y="12437"/>
                    <a:pt x="8549" y="12499"/>
                  </a:cubicBezTo>
                  <a:lnTo>
                    <a:pt x="13672" y="12499"/>
                  </a:lnTo>
                  <a:cubicBezTo>
                    <a:pt x="14166" y="12499"/>
                    <a:pt x="14536" y="12098"/>
                    <a:pt x="14536" y="11635"/>
                  </a:cubicBezTo>
                  <a:lnTo>
                    <a:pt x="14536" y="864"/>
                  </a:lnTo>
                  <a:cubicBezTo>
                    <a:pt x="14536" y="370"/>
                    <a:pt x="14166" y="0"/>
                    <a:pt x="136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51" name="Google Shape;13951;p89"/>
          <p:cNvGrpSpPr/>
          <p:nvPr/>
        </p:nvGrpSpPr>
        <p:grpSpPr>
          <a:xfrm>
            <a:off x="5501625" y="3454606"/>
            <a:ext cx="290125" cy="364000"/>
            <a:chOff x="5523275" y="3601800"/>
            <a:chExt cx="290125" cy="364000"/>
          </a:xfrm>
        </p:grpSpPr>
        <p:sp>
          <p:nvSpPr>
            <p:cNvPr id="13952" name="Google Shape;13952;p89"/>
            <p:cNvSpPr/>
            <p:nvPr/>
          </p:nvSpPr>
          <p:spPr>
            <a:xfrm>
              <a:off x="5670650" y="3951525"/>
              <a:ext cx="16225" cy="14275"/>
            </a:xfrm>
            <a:custGeom>
              <a:rect b="b" l="l" r="r" t="t"/>
              <a:pathLst>
                <a:path extrusionOk="0" h="571" w="649">
                  <a:moveTo>
                    <a:pt x="308" y="1"/>
                  </a:moveTo>
                  <a:cubicBezTo>
                    <a:pt x="288" y="1"/>
                    <a:pt x="268" y="3"/>
                    <a:pt x="247" y="7"/>
                  </a:cubicBezTo>
                  <a:cubicBezTo>
                    <a:pt x="93" y="69"/>
                    <a:pt x="0" y="223"/>
                    <a:pt x="62" y="377"/>
                  </a:cubicBezTo>
                  <a:cubicBezTo>
                    <a:pt x="88" y="506"/>
                    <a:pt x="199" y="570"/>
                    <a:pt x="325" y="570"/>
                  </a:cubicBezTo>
                  <a:cubicBezTo>
                    <a:pt x="350" y="570"/>
                    <a:pt x="376" y="568"/>
                    <a:pt x="402" y="562"/>
                  </a:cubicBezTo>
                  <a:cubicBezTo>
                    <a:pt x="556" y="501"/>
                    <a:pt x="649" y="346"/>
                    <a:pt x="587" y="192"/>
                  </a:cubicBezTo>
                  <a:cubicBezTo>
                    <a:pt x="560" y="85"/>
                    <a:pt x="440" y="1"/>
                    <a:pt x="3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3" name="Google Shape;13953;p89"/>
            <p:cNvSpPr/>
            <p:nvPr/>
          </p:nvSpPr>
          <p:spPr>
            <a:xfrm>
              <a:off x="5523275" y="3601800"/>
              <a:ext cx="290125" cy="360100"/>
            </a:xfrm>
            <a:custGeom>
              <a:rect b="b" l="l" r="r" t="t"/>
              <a:pathLst>
                <a:path extrusionOk="0" h="14404" w="11605">
                  <a:moveTo>
                    <a:pt x="7685" y="787"/>
                  </a:moveTo>
                  <a:lnTo>
                    <a:pt x="7685" y="3102"/>
                  </a:lnTo>
                  <a:lnTo>
                    <a:pt x="6266" y="4521"/>
                  </a:lnTo>
                  <a:lnTo>
                    <a:pt x="4815" y="3102"/>
                  </a:lnTo>
                  <a:lnTo>
                    <a:pt x="4815" y="787"/>
                  </a:lnTo>
                  <a:lnTo>
                    <a:pt x="5988" y="1343"/>
                  </a:lnTo>
                  <a:lnTo>
                    <a:pt x="5988" y="2022"/>
                  </a:lnTo>
                  <a:cubicBezTo>
                    <a:pt x="5957" y="2238"/>
                    <a:pt x="6104" y="2346"/>
                    <a:pt x="6254" y="2346"/>
                  </a:cubicBezTo>
                  <a:cubicBezTo>
                    <a:pt x="6405" y="2346"/>
                    <a:pt x="6559" y="2238"/>
                    <a:pt x="6544" y="2022"/>
                  </a:cubicBezTo>
                  <a:lnTo>
                    <a:pt x="6544" y="1343"/>
                  </a:lnTo>
                  <a:lnTo>
                    <a:pt x="7685" y="787"/>
                  </a:lnTo>
                  <a:close/>
                  <a:moveTo>
                    <a:pt x="5957" y="7793"/>
                  </a:moveTo>
                  <a:lnTo>
                    <a:pt x="5957" y="9182"/>
                  </a:lnTo>
                  <a:cubicBezTo>
                    <a:pt x="5957" y="9336"/>
                    <a:pt x="6081" y="9459"/>
                    <a:pt x="6235" y="9459"/>
                  </a:cubicBezTo>
                  <a:cubicBezTo>
                    <a:pt x="6389" y="9459"/>
                    <a:pt x="6513" y="9336"/>
                    <a:pt x="6513" y="9182"/>
                  </a:cubicBezTo>
                  <a:lnTo>
                    <a:pt x="6513" y="7793"/>
                  </a:lnTo>
                  <a:lnTo>
                    <a:pt x="6513" y="7793"/>
                  </a:lnTo>
                  <a:cubicBezTo>
                    <a:pt x="8210" y="8132"/>
                    <a:pt x="7932" y="10601"/>
                    <a:pt x="6235" y="10601"/>
                  </a:cubicBezTo>
                  <a:cubicBezTo>
                    <a:pt x="4538" y="10601"/>
                    <a:pt x="4260" y="8132"/>
                    <a:pt x="5957" y="7793"/>
                  </a:cubicBezTo>
                  <a:close/>
                  <a:moveTo>
                    <a:pt x="6513" y="6064"/>
                  </a:moveTo>
                  <a:cubicBezTo>
                    <a:pt x="8118" y="6219"/>
                    <a:pt x="9352" y="7546"/>
                    <a:pt x="9352" y="9182"/>
                  </a:cubicBezTo>
                  <a:cubicBezTo>
                    <a:pt x="9352" y="11049"/>
                    <a:pt x="7835" y="12303"/>
                    <a:pt x="6235" y="12303"/>
                  </a:cubicBezTo>
                  <a:cubicBezTo>
                    <a:pt x="5508" y="12303"/>
                    <a:pt x="4763" y="12044"/>
                    <a:pt x="4136" y="11465"/>
                  </a:cubicBezTo>
                  <a:cubicBezTo>
                    <a:pt x="2130" y="9644"/>
                    <a:pt x="3241" y="6311"/>
                    <a:pt x="5957" y="6064"/>
                  </a:cubicBezTo>
                  <a:lnTo>
                    <a:pt x="5957" y="7206"/>
                  </a:lnTo>
                  <a:cubicBezTo>
                    <a:pt x="3488" y="7577"/>
                    <a:pt x="3766" y="11157"/>
                    <a:pt x="6235" y="11157"/>
                  </a:cubicBezTo>
                  <a:cubicBezTo>
                    <a:pt x="8704" y="11157"/>
                    <a:pt x="8982" y="7577"/>
                    <a:pt x="6513" y="7206"/>
                  </a:cubicBezTo>
                  <a:lnTo>
                    <a:pt x="6513" y="6064"/>
                  </a:lnTo>
                  <a:close/>
                  <a:moveTo>
                    <a:pt x="4511" y="0"/>
                  </a:moveTo>
                  <a:cubicBezTo>
                    <a:pt x="4460" y="0"/>
                    <a:pt x="4414" y="16"/>
                    <a:pt x="4383" y="46"/>
                  </a:cubicBezTo>
                  <a:cubicBezTo>
                    <a:pt x="4291" y="108"/>
                    <a:pt x="4229" y="201"/>
                    <a:pt x="4229" y="293"/>
                  </a:cubicBezTo>
                  <a:lnTo>
                    <a:pt x="4229" y="3194"/>
                  </a:lnTo>
                  <a:cubicBezTo>
                    <a:pt x="4229" y="3256"/>
                    <a:pt x="4260" y="3318"/>
                    <a:pt x="4321" y="3380"/>
                  </a:cubicBezTo>
                  <a:lnTo>
                    <a:pt x="4846" y="3935"/>
                  </a:lnTo>
                  <a:cubicBezTo>
                    <a:pt x="2501" y="4552"/>
                    <a:pt x="834" y="6682"/>
                    <a:pt x="834" y="9151"/>
                  </a:cubicBezTo>
                  <a:lnTo>
                    <a:pt x="834" y="9182"/>
                  </a:lnTo>
                  <a:cubicBezTo>
                    <a:pt x="834" y="11620"/>
                    <a:pt x="2501" y="13780"/>
                    <a:pt x="4877" y="14397"/>
                  </a:cubicBezTo>
                  <a:cubicBezTo>
                    <a:pt x="4897" y="14401"/>
                    <a:pt x="4917" y="14403"/>
                    <a:pt x="4937" y="14403"/>
                  </a:cubicBezTo>
                  <a:cubicBezTo>
                    <a:pt x="5069" y="14403"/>
                    <a:pt x="5190" y="14316"/>
                    <a:pt x="5216" y="14181"/>
                  </a:cubicBezTo>
                  <a:cubicBezTo>
                    <a:pt x="5278" y="14027"/>
                    <a:pt x="5186" y="13873"/>
                    <a:pt x="5031" y="13842"/>
                  </a:cubicBezTo>
                  <a:cubicBezTo>
                    <a:pt x="1" y="12576"/>
                    <a:pt x="248" y="5386"/>
                    <a:pt x="5340" y="4429"/>
                  </a:cubicBezTo>
                  <a:lnTo>
                    <a:pt x="5926" y="5046"/>
                  </a:lnTo>
                  <a:lnTo>
                    <a:pt x="5926" y="5509"/>
                  </a:lnTo>
                  <a:cubicBezTo>
                    <a:pt x="3951" y="5632"/>
                    <a:pt x="2470" y="7330"/>
                    <a:pt x="2532" y="9305"/>
                  </a:cubicBezTo>
                  <a:cubicBezTo>
                    <a:pt x="2624" y="11280"/>
                    <a:pt x="4229" y="12854"/>
                    <a:pt x="6235" y="12854"/>
                  </a:cubicBezTo>
                  <a:cubicBezTo>
                    <a:pt x="8210" y="12854"/>
                    <a:pt x="9815" y="11280"/>
                    <a:pt x="9907" y="9305"/>
                  </a:cubicBezTo>
                  <a:cubicBezTo>
                    <a:pt x="9969" y="7330"/>
                    <a:pt x="8488" y="5632"/>
                    <a:pt x="6513" y="5509"/>
                  </a:cubicBezTo>
                  <a:lnTo>
                    <a:pt x="6513" y="5046"/>
                  </a:lnTo>
                  <a:lnTo>
                    <a:pt x="7099" y="4429"/>
                  </a:lnTo>
                  <a:cubicBezTo>
                    <a:pt x="9321" y="4830"/>
                    <a:pt x="10988" y="6743"/>
                    <a:pt x="11049" y="8996"/>
                  </a:cubicBezTo>
                  <a:cubicBezTo>
                    <a:pt x="11111" y="11280"/>
                    <a:pt x="9599" y="13286"/>
                    <a:pt x="7408" y="13842"/>
                  </a:cubicBezTo>
                  <a:cubicBezTo>
                    <a:pt x="7253" y="13873"/>
                    <a:pt x="7161" y="14027"/>
                    <a:pt x="7223" y="14181"/>
                  </a:cubicBezTo>
                  <a:cubicBezTo>
                    <a:pt x="7249" y="14316"/>
                    <a:pt x="7370" y="14403"/>
                    <a:pt x="7502" y="14403"/>
                  </a:cubicBezTo>
                  <a:cubicBezTo>
                    <a:pt x="7522" y="14403"/>
                    <a:pt x="7542" y="14401"/>
                    <a:pt x="7562" y="14397"/>
                  </a:cubicBezTo>
                  <a:cubicBezTo>
                    <a:pt x="9938" y="13780"/>
                    <a:pt x="11574" y="11620"/>
                    <a:pt x="11605" y="9182"/>
                  </a:cubicBezTo>
                  <a:cubicBezTo>
                    <a:pt x="11605" y="6743"/>
                    <a:pt x="9938" y="4583"/>
                    <a:pt x="7593" y="3966"/>
                  </a:cubicBezTo>
                  <a:lnTo>
                    <a:pt x="8118" y="3410"/>
                  </a:lnTo>
                  <a:cubicBezTo>
                    <a:pt x="8179" y="3349"/>
                    <a:pt x="8210" y="3287"/>
                    <a:pt x="8210" y="3225"/>
                  </a:cubicBezTo>
                  <a:lnTo>
                    <a:pt x="8210" y="324"/>
                  </a:lnTo>
                  <a:cubicBezTo>
                    <a:pt x="8210" y="161"/>
                    <a:pt x="8087" y="33"/>
                    <a:pt x="7947" y="33"/>
                  </a:cubicBezTo>
                  <a:cubicBezTo>
                    <a:pt x="7902" y="33"/>
                    <a:pt x="7854" y="47"/>
                    <a:pt x="7809" y="77"/>
                  </a:cubicBezTo>
                  <a:lnTo>
                    <a:pt x="6513" y="695"/>
                  </a:lnTo>
                  <a:lnTo>
                    <a:pt x="6513" y="324"/>
                  </a:lnTo>
                  <a:cubicBezTo>
                    <a:pt x="6528" y="108"/>
                    <a:pt x="6374" y="0"/>
                    <a:pt x="6220" y="0"/>
                  </a:cubicBezTo>
                  <a:cubicBezTo>
                    <a:pt x="6065" y="0"/>
                    <a:pt x="5911" y="108"/>
                    <a:pt x="5926" y="324"/>
                  </a:cubicBezTo>
                  <a:lnTo>
                    <a:pt x="5926" y="695"/>
                  </a:lnTo>
                  <a:lnTo>
                    <a:pt x="4661" y="46"/>
                  </a:lnTo>
                  <a:cubicBezTo>
                    <a:pt x="4615" y="16"/>
                    <a:pt x="4561" y="0"/>
                    <a:pt x="45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54" name="Google Shape;13954;p89"/>
          <p:cNvGrpSpPr/>
          <p:nvPr/>
        </p:nvGrpSpPr>
        <p:grpSpPr>
          <a:xfrm>
            <a:off x="6957013" y="3480344"/>
            <a:ext cx="363425" cy="312525"/>
            <a:chOff x="7724500" y="1950300"/>
            <a:chExt cx="363425" cy="312525"/>
          </a:xfrm>
        </p:grpSpPr>
        <p:sp>
          <p:nvSpPr>
            <p:cNvPr id="13955" name="Google Shape;13955;p89"/>
            <p:cNvSpPr/>
            <p:nvPr/>
          </p:nvSpPr>
          <p:spPr>
            <a:xfrm>
              <a:off x="7766950" y="2035950"/>
              <a:ext cx="278550" cy="77950"/>
            </a:xfrm>
            <a:custGeom>
              <a:rect b="b" l="l" r="r" t="t"/>
              <a:pathLst>
                <a:path extrusionOk="0" h="3118" w="11142">
                  <a:moveTo>
                    <a:pt x="10555" y="586"/>
                  </a:moveTo>
                  <a:lnTo>
                    <a:pt x="10555" y="2531"/>
                  </a:lnTo>
                  <a:lnTo>
                    <a:pt x="587" y="2531"/>
                  </a:lnTo>
                  <a:lnTo>
                    <a:pt x="587" y="586"/>
                  </a:lnTo>
                  <a:close/>
                  <a:moveTo>
                    <a:pt x="278" y="0"/>
                  </a:moveTo>
                  <a:cubicBezTo>
                    <a:pt x="124" y="0"/>
                    <a:pt x="0" y="124"/>
                    <a:pt x="0" y="278"/>
                  </a:cubicBezTo>
                  <a:lnTo>
                    <a:pt x="0" y="2809"/>
                  </a:lnTo>
                  <a:cubicBezTo>
                    <a:pt x="0" y="2963"/>
                    <a:pt x="124" y="3117"/>
                    <a:pt x="278" y="3117"/>
                  </a:cubicBezTo>
                  <a:lnTo>
                    <a:pt x="10864" y="3117"/>
                  </a:lnTo>
                  <a:cubicBezTo>
                    <a:pt x="11018" y="3117"/>
                    <a:pt x="11141" y="2963"/>
                    <a:pt x="11141" y="2809"/>
                  </a:cubicBezTo>
                  <a:lnTo>
                    <a:pt x="11141" y="278"/>
                  </a:lnTo>
                  <a:cubicBezTo>
                    <a:pt x="11141" y="124"/>
                    <a:pt x="10987" y="0"/>
                    <a:pt x="108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6" name="Google Shape;13956;p89"/>
            <p:cNvSpPr/>
            <p:nvPr/>
          </p:nvSpPr>
          <p:spPr>
            <a:xfrm>
              <a:off x="7766950" y="2141650"/>
              <a:ext cx="125000" cy="78725"/>
            </a:xfrm>
            <a:custGeom>
              <a:rect b="b" l="l" r="r" t="t"/>
              <a:pathLst>
                <a:path extrusionOk="0" h="3149" w="5000">
                  <a:moveTo>
                    <a:pt x="4444" y="587"/>
                  </a:moveTo>
                  <a:lnTo>
                    <a:pt x="4444" y="2562"/>
                  </a:lnTo>
                  <a:lnTo>
                    <a:pt x="587" y="2562"/>
                  </a:lnTo>
                  <a:lnTo>
                    <a:pt x="587" y="587"/>
                  </a:lnTo>
                  <a:close/>
                  <a:moveTo>
                    <a:pt x="278" y="0"/>
                  </a:moveTo>
                  <a:cubicBezTo>
                    <a:pt x="124" y="0"/>
                    <a:pt x="0" y="154"/>
                    <a:pt x="0" y="309"/>
                  </a:cubicBezTo>
                  <a:lnTo>
                    <a:pt x="0" y="2839"/>
                  </a:lnTo>
                  <a:cubicBezTo>
                    <a:pt x="0" y="2994"/>
                    <a:pt x="124" y="3148"/>
                    <a:pt x="278" y="3148"/>
                  </a:cubicBezTo>
                  <a:lnTo>
                    <a:pt x="4722" y="3148"/>
                  </a:lnTo>
                  <a:cubicBezTo>
                    <a:pt x="4876" y="3148"/>
                    <a:pt x="5000" y="2994"/>
                    <a:pt x="5000" y="2839"/>
                  </a:cubicBezTo>
                  <a:lnTo>
                    <a:pt x="5000" y="309"/>
                  </a:lnTo>
                  <a:cubicBezTo>
                    <a:pt x="5000" y="154"/>
                    <a:pt x="4876" y="0"/>
                    <a:pt x="47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7" name="Google Shape;13957;p89"/>
            <p:cNvSpPr/>
            <p:nvPr/>
          </p:nvSpPr>
          <p:spPr>
            <a:xfrm>
              <a:off x="7920475" y="2141650"/>
              <a:ext cx="125025" cy="78725"/>
            </a:xfrm>
            <a:custGeom>
              <a:rect b="b" l="l" r="r" t="t"/>
              <a:pathLst>
                <a:path extrusionOk="0" h="3149" w="5001">
                  <a:moveTo>
                    <a:pt x="4414" y="587"/>
                  </a:moveTo>
                  <a:lnTo>
                    <a:pt x="4414" y="2562"/>
                  </a:lnTo>
                  <a:lnTo>
                    <a:pt x="556" y="2562"/>
                  </a:lnTo>
                  <a:lnTo>
                    <a:pt x="556" y="587"/>
                  </a:lnTo>
                  <a:close/>
                  <a:moveTo>
                    <a:pt x="278" y="0"/>
                  </a:moveTo>
                  <a:cubicBezTo>
                    <a:pt x="124" y="0"/>
                    <a:pt x="1" y="154"/>
                    <a:pt x="1" y="309"/>
                  </a:cubicBezTo>
                  <a:lnTo>
                    <a:pt x="1" y="2839"/>
                  </a:lnTo>
                  <a:cubicBezTo>
                    <a:pt x="1" y="2994"/>
                    <a:pt x="124" y="3148"/>
                    <a:pt x="278" y="3148"/>
                  </a:cubicBezTo>
                  <a:lnTo>
                    <a:pt x="4723" y="3148"/>
                  </a:lnTo>
                  <a:cubicBezTo>
                    <a:pt x="4877" y="3148"/>
                    <a:pt x="5000" y="2994"/>
                    <a:pt x="5000" y="2839"/>
                  </a:cubicBezTo>
                  <a:lnTo>
                    <a:pt x="5000" y="309"/>
                  </a:lnTo>
                  <a:cubicBezTo>
                    <a:pt x="5000" y="154"/>
                    <a:pt x="4877" y="0"/>
                    <a:pt x="47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8" name="Google Shape;13958;p89"/>
            <p:cNvSpPr/>
            <p:nvPr/>
          </p:nvSpPr>
          <p:spPr>
            <a:xfrm>
              <a:off x="7896550" y="2248700"/>
              <a:ext cx="19325" cy="14100"/>
            </a:xfrm>
            <a:custGeom>
              <a:rect b="b" l="l" r="r" t="t"/>
              <a:pathLst>
                <a:path extrusionOk="0" h="564" w="773">
                  <a:moveTo>
                    <a:pt x="387" y="0"/>
                  </a:moveTo>
                  <a:cubicBezTo>
                    <a:pt x="317" y="0"/>
                    <a:pt x="248" y="23"/>
                    <a:pt x="186" y="70"/>
                  </a:cubicBezTo>
                  <a:cubicBezTo>
                    <a:pt x="1" y="255"/>
                    <a:pt x="124" y="563"/>
                    <a:pt x="402" y="563"/>
                  </a:cubicBezTo>
                  <a:cubicBezTo>
                    <a:pt x="649" y="563"/>
                    <a:pt x="772" y="255"/>
                    <a:pt x="587" y="70"/>
                  </a:cubicBezTo>
                  <a:cubicBezTo>
                    <a:pt x="526" y="23"/>
                    <a:pt x="456"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9" name="Google Shape;13959;p89"/>
            <p:cNvSpPr/>
            <p:nvPr/>
          </p:nvSpPr>
          <p:spPr>
            <a:xfrm>
              <a:off x="7724500" y="1950300"/>
              <a:ext cx="363425" cy="312525"/>
            </a:xfrm>
            <a:custGeom>
              <a:rect b="b" l="l" r="r" t="t"/>
              <a:pathLst>
                <a:path extrusionOk="0" h="12501" w="14537">
                  <a:moveTo>
                    <a:pt x="10401" y="556"/>
                  </a:moveTo>
                  <a:lnTo>
                    <a:pt x="10401" y="1698"/>
                  </a:lnTo>
                  <a:lnTo>
                    <a:pt x="556" y="1698"/>
                  </a:lnTo>
                  <a:lnTo>
                    <a:pt x="556" y="865"/>
                  </a:lnTo>
                  <a:cubicBezTo>
                    <a:pt x="556" y="710"/>
                    <a:pt x="680" y="556"/>
                    <a:pt x="865" y="556"/>
                  </a:cubicBezTo>
                  <a:close/>
                  <a:moveTo>
                    <a:pt x="13673" y="587"/>
                  </a:moveTo>
                  <a:cubicBezTo>
                    <a:pt x="13827" y="587"/>
                    <a:pt x="13950" y="710"/>
                    <a:pt x="13950" y="865"/>
                  </a:cubicBezTo>
                  <a:lnTo>
                    <a:pt x="13950" y="1698"/>
                  </a:lnTo>
                  <a:lnTo>
                    <a:pt x="10957" y="1698"/>
                  </a:lnTo>
                  <a:lnTo>
                    <a:pt x="10957" y="587"/>
                  </a:lnTo>
                  <a:close/>
                  <a:moveTo>
                    <a:pt x="865" y="0"/>
                  </a:moveTo>
                  <a:cubicBezTo>
                    <a:pt x="402" y="0"/>
                    <a:pt x="1" y="371"/>
                    <a:pt x="1" y="865"/>
                  </a:cubicBezTo>
                  <a:lnTo>
                    <a:pt x="1" y="11666"/>
                  </a:lnTo>
                  <a:cubicBezTo>
                    <a:pt x="32" y="12129"/>
                    <a:pt x="402" y="12499"/>
                    <a:pt x="865" y="12499"/>
                  </a:cubicBezTo>
                  <a:lnTo>
                    <a:pt x="5988" y="12499"/>
                  </a:lnTo>
                  <a:cubicBezTo>
                    <a:pt x="5998" y="12500"/>
                    <a:pt x="6008" y="12501"/>
                    <a:pt x="6017" y="12501"/>
                  </a:cubicBezTo>
                  <a:cubicBezTo>
                    <a:pt x="6410" y="12501"/>
                    <a:pt x="6410" y="11912"/>
                    <a:pt x="6017" y="11912"/>
                  </a:cubicBezTo>
                  <a:cubicBezTo>
                    <a:pt x="6008" y="11912"/>
                    <a:pt x="5998" y="11912"/>
                    <a:pt x="5988" y="11913"/>
                  </a:cubicBezTo>
                  <a:lnTo>
                    <a:pt x="865" y="11913"/>
                  </a:lnTo>
                  <a:cubicBezTo>
                    <a:pt x="711" y="11913"/>
                    <a:pt x="587" y="11790"/>
                    <a:pt x="587" y="11635"/>
                  </a:cubicBezTo>
                  <a:lnTo>
                    <a:pt x="587" y="2284"/>
                  </a:lnTo>
                  <a:lnTo>
                    <a:pt x="13981" y="2284"/>
                  </a:lnTo>
                  <a:lnTo>
                    <a:pt x="13981" y="11635"/>
                  </a:lnTo>
                  <a:cubicBezTo>
                    <a:pt x="13981" y="11790"/>
                    <a:pt x="13858" y="11913"/>
                    <a:pt x="13703" y="11913"/>
                  </a:cubicBezTo>
                  <a:lnTo>
                    <a:pt x="8549" y="11913"/>
                  </a:lnTo>
                  <a:cubicBezTo>
                    <a:pt x="8539" y="11912"/>
                    <a:pt x="8530" y="11912"/>
                    <a:pt x="8520" y="11912"/>
                  </a:cubicBezTo>
                  <a:cubicBezTo>
                    <a:pt x="8127" y="11912"/>
                    <a:pt x="8127" y="12501"/>
                    <a:pt x="8520" y="12501"/>
                  </a:cubicBezTo>
                  <a:cubicBezTo>
                    <a:pt x="8530" y="12501"/>
                    <a:pt x="8539" y="12500"/>
                    <a:pt x="8549" y="12499"/>
                  </a:cubicBezTo>
                  <a:lnTo>
                    <a:pt x="13673" y="12499"/>
                  </a:lnTo>
                  <a:cubicBezTo>
                    <a:pt x="14166" y="12499"/>
                    <a:pt x="14537" y="12098"/>
                    <a:pt x="14537" y="11635"/>
                  </a:cubicBezTo>
                  <a:lnTo>
                    <a:pt x="14537" y="865"/>
                  </a:lnTo>
                  <a:cubicBezTo>
                    <a:pt x="14537" y="371"/>
                    <a:pt x="14166" y="0"/>
                    <a:pt x="13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60" name="Google Shape;13960;p89"/>
          <p:cNvGrpSpPr/>
          <p:nvPr/>
        </p:nvGrpSpPr>
        <p:grpSpPr>
          <a:xfrm>
            <a:off x="4771075" y="3454069"/>
            <a:ext cx="324075" cy="365075"/>
            <a:chOff x="4775650" y="3601675"/>
            <a:chExt cx="324075" cy="365075"/>
          </a:xfrm>
        </p:grpSpPr>
        <p:sp>
          <p:nvSpPr>
            <p:cNvPr id="13961" name="Google Shape;13961;p89"/>
            <p:cNvSpPr/>
            <p:nvPr/>
          </p:nvSpPr>
          <p:spPr>
            <a:xfrm>
              <a:off x="4900125" y="3687825"/>
              <a:ext cx="66900" cy="56975"/>
            </a:xfrm>
            <a:custGeom>
              <a:rect b="b" l="l" r="r" t="t"/>
              <a:pathLst>
                <a:path extrusionOk="0" h="2279" w="2676">
                  <a:moveTo>
                    <a:pt x="1132" y="556"/>
                  </a:moveTo>
                  <a:cubicBezTo>
                    <a:pt x="1472" y="556"/>
                    <a:pt x="1719" y="803"/>
                    <a:pt x="1719" y="1142"/>
                  </a:cubicBezTo>
                  <a:cubicBezTo>
                    <a:pt x="1719" y="1478"/>
                    <a:pt x="1432" y="1700"/>
                    <a:pt x="1133" y="1700"/>
                  </a:cubicBezTo>
                  <a:cubicBezTo>
                    <a:pt x="992" y="1700"/>
                    <a:pt x="849" y="1652"/>
                    <a:pt x="731" y="1543"/>
                  </a:cubicBezTo>
                  <a:cubicBezTo>
                    <a:pt x="392" y="1173"/>
                    <a:pt x="639" y="556"/>
                    <a:pt x="1132" y="556"/>
                  </a:cubicBezTo>
                  <a:close/>
                  <a:moveTo>
                    <a:pt x="1132" y="0"/>
                  </a:moveTo>
                  <a:cubicBezTo>
                    <a:pt x="515" y="0"/>
                    <a:pt x="21" y="494"/>
                    <a:pt x="21" y="1142"/>
                  </a:cubicBezTo>
                  <a:cubicBezTo>
                    <a:pt x="0" y="1830"/>
                    <a:pt x="557" y="2279"/>
                    <a:pt x="1139" y="2279"/>
                  </a:cubicBezTo>
                  <a:cubicBezTo>
                    <a:pt x="1419" y="2279"/>
                    <a:pt x="1704" y="2175"/>
                    <a:pt x="1935" y="1945"/>
                  </a:cubicBezTo>
                  <a:cubicBezTo>
                    <a:pt x="2675" y="1235"/>
                    <a:pt x="2151"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2" name="Google Shape;13962;p89"/>
            <p:cNvSpPr/>
            <p:nvPr/>
          </p:nvSpPr>
          <p:spPr>
            <a:xfrm>
              <a:off x="4835075" y="3645375"/>
              <a:ext cx="216825" cy="184525"/>
            </a:xfrm>
            <a:custGeom>
              <a:rect b="b" l="l" r="r" t="t"/>
              <a:pathLst>
                <a:path extrusionOk="0" h="7381" w="8673">
                  <a:moveTo>
                    <a:pt x="3764" y="570"/>
                  </a:moveTo>
                  <a:cubicBezTo>
                    <a:pt x="5404" y="570"/>
                    <a:pt x="6882" y="1872"/>
                    <a:pt x="6882" y="3673"/>
                  </a:cubicBezTo>
                  <a:cubicBezTo>
                    <a:pt x="6882" y="4630"/>
                    <a:pt x="6450" y="5494"/>
                    <a:pt x="5740" y="6081"/>
                  </a:cubicBezTo>
                  <a:cubicBezTo>
                    <a:pt x="5632" y="4862"/>
                    <a:pt x="4683" y="4252"/>
                    <a:pt x="3738" y="4252"/>
                  </a:cubicBezTo>
                  <a:cubicBezTo>
                    <a:pt x="2793" y="4252"/>
                    <a:pt x="1852" y="4862"/>
                    <a:pt x="1759" y="6081"/>
                  </a:cubicBezTo>
                  <a:cubicBezTo>
                    <a:pt x="0" y="4630"/>
                    <a:pt x="370" y="1853"/>
                    <a:pt x="2438" y="865"/>
                  </a:cubicBezTo>
                  <a:cubicBezTo>
                    <a:pt x="2875" y="663"/>
                    <a:pt x="3325" y="570"/>
                    <a:pt x="3764" y="570"/>
                  </a:cubicBezTo>
                  <a:close/>
                  <a:moveTo>
                    <a:pt x="3734" y="4823"/>
                  </a:moveTo>
                  <a:cubicBezTo>
                    <a:pt x="4444" y="4823"/>
                    <a:pt x="5154" y="5294"/>
                    <a:pt x="5154" y="6235"/>
                  </a:cubicBezTo>
                  <a:lnTo>
                    <a:pt x="5154" y="6451"/>
                  </a:lnTo>
                  <a:cubicBezTo>
                    <a:pt x="4706" y="6682"/>
                    <a:pt x="4220" y="6798"/>
                    <a:pt x="3734" y="6798"/>
                  </a:cubicBezTo>
                  <a:cubicBezTo>
                    <a:pt x="3248" y="6798"/>
                    <a:pt x="2762" y="6682"/>
                    <a:pt x="2315" y="6451"/>
                  </a:cubicBezTo>
                  <a:lnTo>
                    <a:pt x="2315" y="6235"/>
                  </a:lnTo>
                  <a:cubicBezTo>
                    <a:pt x="2315" y="5294"/>
                    <a:pt x="3025" y="4823"/>
                    <a:pt x="3734" y="4823"/>
                  </a:cubicBezTo>
                  <a:close/>
                  <a:moveTo>
                    <a:pt x="3734" y="1"/>
                  </a:moveTo>
                  <a:cubicBezTo>
                    <a:pt x="1697" y="1"/>
                    <a:pt x="62" y="1637"/>
                    <a:pt x="62" y="3673"/>
                  </a:cubicBezTo>
                  <a:cubicBezTo>
                    <a:pt x="62" y="5908"/>
                    <a:pt x="1886" y="7380"/>
                    <a:pt x="3782" y="7380"/>
                  </a:cubicBezTo>
                  <a:cubicBezTo>
                    <a:pt x="4688" y="7380"/>
                    <a:pt x="5610" y="7045"/>
                    <a:pt x="6358" y="6297"/>
                  </a:cubicBezTo>
                  <a:cubicBezTo>
                    <a:pt x="8672" y="3951"/>
                    <a:pt x="7037" y="1"/>
                    <a:pt x="37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3" name="Google Shape;13963;p89"/>
            <p:cNvSpPr/>
            <p:nvPr/>
          </p:nvSpPr>
          <p:spPr>
            <a:xfrm>
              <a:off x="4775650" y="3601675"/>
              <a:ext cx="324075" cy="361750"/>
            </a:xfrm>
            <a:custGeom>
              <a:rect b="b" l="l" r="r" t="t"/>
              <a:pathLst>
                <a:path extrusionOk="0" h="14470" w="12963">
                  <a:moveTo>
                    <a:pt x="6087" y="572"/>
                  </a:moveTo>
                  <a:cubicBezTo>
                    <a:pt x="8595" y="572"/>
                    <a:pt x="10957" y="2556"/>
                    <a:pt x="10957" y="5421"/>
                  </a:cubicBezTo>
                  <a:cubicBezTo>
                    <a:pt x="10957" y="7643"/>
                    <a:pt x="9444" y="9557"/>
                    <a:pt x="7284" y="10112"/>
                  </a:cubicBezTo>
                  <a:cubicBezTo>
                    <a:pt x="7222" y="10112"/>
                    <a:pt x="7161" y="10174"/>
                    <a:pt x="7130" y="10236"/>
                  </a:cubicBezTo>
                  <a:lnTo>
                    <a:pt x="6358" y="11594"/>
                  </a:lnTo>
                  <a:lnTo>
                    <a:pt x="6111" y="11995"/>
                  </a:lnTo>
                  <a:lnTo>
                    <a:pt x="5124" y="10236"/>
                  </a:lnTo>
                  <a:cubicBezTo>
                    <a:pt x="5093" y="10143"/>
                    <a:pt x="5031" y="10112"/>
                    <a:pt x="4939" y="10082"/>
                  </a:cubicBezTo>
                  <a:cubicBezTo>
                    <a:pt x="1050" y="9094"/>
                    <a:pt x="1" y="4063"/>
                    <a:pt x="3149" y="1595"/>
                  </a:cubicBezTo>
                  <a:cubicBezTo>
                    <a:pt x="4057" y="889"/>
                    <a:pt x="5083" y="572"/>
                    <a:pt x="6087" y="572"/>
                  </a:cubicBezTo>
                  <a:close/>
                  <a:moveTo>
                    <a:pt x="6162" y="0"/>
                  </a:moveTo>
                  <a:cubicBezTo>
                    <a:pt x="3351" y="0"/>
                    <a:pt x="719" y="2210"/>
                    <a:pt x="741" y="5421"/>
                  </a:cubicBezTo>
                  <a:cubicBezTo>
                    <a:pt x="741" y="7859"/>
                    <a:pt x="2346" y="9989"/>
                    <a:pt x="4692" y="10637"/>
                  </a:cubicBezTo>
                  <a:lnTo>
                    <a:pt x="5185" y="11501"/>
                  </a:lnTo>
                  <a:cubicBezTo>
                    <a:pt x="4167" y="11594"/>
                    <a:pt x="2439" y="11995"/>
                    <a:pt x="2439" y="13013"/>
                  </a:cubicBezTo>
                  <a:cubicBezTo>
                    <a:pt x="2439" y="13908"/>
                    <a:pt x="3889" y="14340"/>
                    <a:pt x="4815" y="14464"/>
                  </a:cubicBezTo>
                  <a:cubicBezTo>
                    <a:pt x="4835" y="14468"/>
                    <a:pt x="4854" y="14470"/>
                    <a:pt x="4873" y="14470"/>
                  </a:cubicBezTo>
                  <a:cubicBezTo>
                    <a:pt x="5000" y="14470"/>
                    <a:pt x="5097" y="14382"/>
                    <a:pt x="5124" y="14248"/>
                  </a:cubicBezTo>
                  <a:cubicBezTo>
                    <a:pt x="5155" y="14094"/>
                    <a:pt x="5031" y="13939"/>
                    <a:pt x="4877" y="13908"/>
                  </a:cubicBezTo>
                  <a:cubicBezTo>
                    <a:pt x="3673" y="13723"/>
                    <a:pt x="2994" y="13322"/>
                    <a:pt x="2994" y="13013"/>
                  </a:cubicBezTo>
                  <a:cubicBezTo>
                    <a:pt x="2994" y="12705"/>
                    <a:pt x="3889" y="12149"/>
                    <a:pt x="5494" y="12026"/>
                  </a:cubicBezTo>
                  <a:lnTo>
                    <a:pt x="5864" y="12705"/>
                  </a:lnTo>
                  <a:cubicBezTo>
                    <a:pt x="5926" y="12797"/>
                    <a:pt x="6019" y="12859"/>
                    <a:pt x="6111" y="12859"/>
                  </a:cubicBezTo>
                  <a:cubicBezTo>
                    <a:pt x="6235" y="12859"/>
                    <a:pt x="6327" y="12797"/>
                    <a:pt x="6358" y="12705"/>
                  </a:cubicBezTo>
                  <a:lnTo>
                    <a:pt x="6759" y="12026"/>
                  </a:lnTo>
                  <a:cubicBezTo>
                    <a:pt x="8364" y="12149"/>
                    <a:pt x="9228" y="12674"/>
                    <a:pt x="9228" y="13013"/>
                  </a:cubicBezTo>
                  <a:cubicBezTo>
                    <a:pt x="9228" y="13353"/>
                    <a:pt x="8580" y="13723"/>
                    <a:pt x="7346" y="13908"/>
                  </a:cubicBezTo>
                  <a:cubicBezTo>
                    <a:pt x="7016" y="13968"/>
                    <a:pt x="7094" y="14465"/>
                    <a:pt x="7410" y="14465"/>
                  </a:cubicBezTo>
                  <a:cubicBezTo>
                    <a:pt x="7419" y="14465"/>
                    <a:pt x="7429" y="14465"/>
                    <a:pt x="7438" y="14464"/>
                  </a:cubicBezTo>
                  <a:cubicBezTo>
                    <a:pt x="8333" y="14340"/>
                    <a:pt x="9815" y="13908"/>
                    <a:pt x="9815" y="13013"/>
                  </a:cubicBezTo>
                  <a:cubicBezTo>
                    <a:pt x="9815" y="11995"/>
                    <a:pt x="8086" y="11594"/>
                    <a:pt x="7068" y="11501"/>
                  </a:cubicBezTo>
                  <a:lnTo>
                    <a:pt x="7562" y="10637"/>
                  </a:lnTo>
                  <a:cubicBezTo>
                    <a:pt x="11883" y="9433"/>
                    <a:pt x="12963" y="3817"/>
                    <a:pt x="9414" y="1101"/>
                  </a:cubicBezTo>
                  <a:cubicBezTo>
                    <a:pt x="8403" y="342"/>
                    <a:pt x="7268" y="0"/>
                    <a:pt x="61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4" name="Google Shape;13964;p89"/>
            <p:cNvSpPr/>
            <p:nvPr/>
          </p:nvSpPr>
          <p:spPr>
            <a:xfrm>
              <a:off x="4921100" y="3952275"/>
              <a:ext cx="15450" cy="14475"/>
            </a:xfrm>
            <a:custGeom>
              <a:rect b="b" l="l" r="r" t="t"/>
              <a:pathLst>
                <a:path extrusionOk="0" h="579" w="618">
                  <a:moveTo>
                    <a:pt x="297" y="0"/>
                  </a:moveTo>
                  <a:cubicBezTo>
                    <a:pt x="162" y="0"/>
                    <a:pt x="31" y="85"/>
                    <a:pt x="16" y="255"/>
                  </a:cubicBezTo>
                  <a:cubicBezTo>
                    <a:pt x="0" y="471"/>
                    <a:pt x="154" y="579"/>
                    <a:pt x="309" y="579"/>
                  </a:cubicBezTo>
                  <a:cubicBezTo>
                    <a:pt x="463" y="579"/>
                    <a:pt x="617" y="471"/>
                    <a:pt x="602" y="255"/>
                  </a:cubicBezTo>
                  <a:cubicBezTo>
                    <a:pt x="571" y="85"/>
                    <a:pt x="432" y="0"/>
                    <a:pt x="2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65" name="Google Shape;13965;p89"/>
          <p:cNvGrpSpPr/>
          <p:nvPr/>
        </p:nvGrpSpPr>
        <p:grpSpPr>
          <a:xfrm>
            <a:off x="3990150" y="3480319"/>
            <a:ext cx="364175" cy="312575"/>
            <a:chOff x="6979200" y="1950250"/>
            <a:chExt cx="364175" cy="312575"/>
          </a:xfrm>
        </p:grpSpPr>
        <p:sp>
          <p:nvSpPr>
            <p:cNvPr id="13966" name="Google Shape;13966;p89"/>
            <p:cNvSpPr/>
            <p:nvPr/>
          </p:nvSpPr>
          <p:spPr>
            <a:xfrm>
              <a:off x="7249225" y="2205675"/>
              <a:ext cx="17000" cy="13825"/>
            </a:xfrm>
            <a:custGeom>
              <a:rect b="b" l="l" r="r" t="t"/>
              <a:pathLst>
                <a:path extrusionOk="0" h="553" w="680">
                  <a:moveTo>
                    <a:pt x="402" y="1"/>
                  </a:moveTo>
                  <a:cubicBezTo>
                    <a:pt x="124" y="1"/>
                    <a:pt x="1" y="278"/>
                    <a:pt x="186" y="464"/>
                  </a:cubicBezTo>
                  <a:cubicBezTo>
                    <a:pt x="248" y="525"/>
                    <a:pt x="323" y="553"/>
                    <a:pt x="396" y="553"/>
                  </a:cubicBezTo>
                  <a:cubicBezTo>
                    <a:pt x="543" y="553"/>
                    <a:pt x="680" y="443"/>
                    <a:pt x="680" y="278"/>
                  </a:cubicBezTo>
                  <a:cubicBezTo>
                    <a:pt x="680" y="124"/>
                    <a:pt x="556" y="1"/>
                    <a:pt x="4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7" name="Google Shape;13967;p89"/>
            <p:cNvSpPr/>
            <p:nvPr/>
          </p:nvSpPr>
          <p:spPr>
            <a:xfrm>
              <a:off x="7053475" y="2205625"/>
              <a:ext cx="16775" cy="13875"/>
            </a:xfrm>
            <a:custGeom>
              <a:rect b="b" l="l" r="r" t="t"/>
              <a:pathLst>
                <a:path extrusionOk="0" h="555" w="671">
                  <a:moveTo>
                    <a:pt x="355" y="1"/>
                  </a:moveTo>
                  <a:cubicBezTo>
                    <a:pt x="104" y="1"/>
                    <a:pt x="1" y="289"/>
                    <a:pt x="177" y="466"/>
                  </a:cubicBezTo>
                  <a:cubicBezTo>
                    <a:pt x="239" y="527"/>
                    <a:pt x="314" y="555"/>
                    <a:pt x="387" y="555"/>
                  </a:cubicBezTo>
                  <a:cubicBezTo>
                    <a:pt x="534" y="555"/>
                    <a:pt x="671" y="445"/>
                    <a:pt x="671" y="280"/>
                  </a:cubicBezTo>
                  <a:cubicBezTo>
                    <a:pt x="671" y="126"/>
                    <a:pt x="547" y="3"/>
                    <a:pt x="393" y="3"/>
                  </a:cubicBezTo>
                  <a:cubicBezTo>
                    <a:pt x="380" y="1"/>
                    <a:pt x="367" y="1"/>
                    <a:pt x="3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8" name="Google Shape;13968;p89"/>
            <p:cNvSpPr/>
            <p:nvPr/>
          </p:nvSpPr>
          <p:spPr>
            <a:xfrm>
              <a:off x="7034750" y="1992725"/>
              <a:ext cx="57100" cy="13925"/>
            </a:xfrm>
            <a:custGeom>
              <a:rect b="b" l="l" r="r" t="t"/>
              <a:pathLst>
                <a:path extrusionOk="0" h="557" w="2284">
                  <a:moveTo>
                    <a:pt x="309" y="1"/>
                  </a:moveTo>
                  <a:cubicBezTo>
                    <a:pt x="124" y="1"/>
                    <a:pt x="0" y="124"/>
                    <a:pt x="0" y="279"/>
                  </a:cubicBezTo>
                  <a:cubicBezTo>
                    <a:pt x="0" y="433"/>
                    <a:pt x="124" y="556"/>
                    <a:pt x="309" y="556"/>
                  </a:cubicBezTo>
                  <a:lnTo>
                    <a:pt x="1975" y="556"/>
                  </a:lnTo>
                  <a:cubicBezTo>
                    <a:pt x="2130" y="556"/>
                    <a:pt x="2284" y="433"/>
                    <a:pt x="2284" y="279"/>
                  </a:cubicBezTo>
                  <a:cubicBezTo>
                    <a:pt x="2284" y="124"/>
                    <a:pt x="2130" y="1"/>
                    <a:pt x="1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9" name="Google Shape;13969;p89"/>
            <p:cNvSpPr/>
            <p:nvPr/>
          </p:nvSpPr>
          <p:spPr>
            <a:xfrm>
              <a:off x="7230725" y="1992725"/>
              <a:ext cx="56350" cy="13925"/>
            </a:xfrm>
            <a:custGeom>
              <a:rect b="b" l="l" r="r" t="t"/>
              <a:pathLst>
                <a:path extrusionOk="0" h="557" w="2254">
                  <a:moveTo>
                    <a:pt x="278" y="1"/>
                  </a:moveTo>
                  <a:cubicBezTo>
                    <a:pt x="124" y="1"/>
                    <a:pt x="0" y="124"/>
                    <a:pt x="0" y="279"/>
                  </a:cubicBezTo>
                  <a:cubicBezTo>
                    <a:pt x="0" y="433"/>
                    <a:pt x="124" y="556"/>
                    <a:pt x="278" y="556"/>
                  </a:cubicBezTo>
                  <a:lnTo>
                    <a:pt x="1975" y="556"/>
                  </a:lnTo>
                  <a:cubicBezTo>
                    <a:pt x="2130" y="556"/>
                    <a:pt x="2253" y="433"/>
                    <a:pt x="2253" y="279"/>
                  </a:cubicBezTo>
                  <a:cubicBezTo>
                    <a:pt x="2253" y="124"/>
                    <a:pt x="2130" y="1"/>
                    <a:pt x="1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0" name="Google Shape;13970;p89"/>
            <p:cNvSpPr/>
            <p:nvPr/>
          </p:nvSpPr>
          <p:spPr>
            <a:xfrm>
              <a:off x="7023175" y="2063725"/>
              <a:ext cx="79675" cy="99250"/>
            </a:xfrm>
            <a:custGeom>
              <a:rect b="b" l="l" r="r" t="t"/>
              <a:pathLst>
                <a:path extrusionOk="0" h="3970" w="3187">
                  <a:moveTo>
                    <a:pt x="1605" y="1080"/>
                  </a:moveTo>
                  <a:lnTo>
                    <a:pt x="2161" y="2562"/>
                  </a:lnTo>
                  <a:lnTo>
                    <a:pt x="1050" y="2562"/>
                  </a:lnTo>
                  <a:lnTo>
                    <a:pt x="1605" y="1080"/>
                  </a:lnTo>
                  <a:close/>
                  <a:moveTo>
                    <a:pt x="1605" y="0"/>
                  </a:moveTo>
                  <a:cubicBezTo>
                    <a:pt x="1482" y="0"/>
                    <a:pt x="1358" y="62"/>
                    <a:pt x="1327" y="185"/>
                  </a:cubicBezTo>
                  <a:lnTo>
                    <a:pt x="62" y="3580"/>
                  </a:lnTo>
                  <a:cubicBezTo>
                    <a:pt x="0" y="3734"/>
                    <a:pt x="62" y="3889"/>
                    <a:pt x="216" y="3950"/>
                  </a:cubicBezTo>
                  <a:cubicBezTo>
                    <a:pt x="249" y="3964"/>
                    <a:pt x="282" y="3970"/>
                    <a:pt x="314" y="3970"/>
                  </a:cubicBezTo>
                  <a:cubicBezTo>
                    <a:pt x="432" y="3970"/>
                    <a:pt x="538" y="3887"/>
                    <a:pt x="587" y="3765"/>
                  </a:cubicBezTo>
                  <a:lnTo>
                    <a:pt x="834" y="3117"/>
                  </a:lnTo>
                  <a:lnTo>
                    <a:pt x="2346" y="3117"/>
                  </a:lnTo>
                  <a:lnTo>
                    <a:pt x="2624" y="3765"/>
                  </a:lnTo>
                  <a:cubicBezTo>
                    <a:pt x="2670" y="3881"/>
                    <a:pt x="2764" y="3932"/>
                    <a:pt x="2861" y="3932"/>
                  </a:cubicBezTo>
                  <a:cubicBezTo>
                    <a:pt x="3021" y="3932"/>
                    <a:pt x="3187" y="3792"/>
                    <a:pt x="3148" y="3580"/>
                  </a:cubicBezTo>
                  <a:lnTo>
                    <a:pt x="1852" y="185"/>
                  </a:lnTo>
                  <a:cubicBezTo>
                    <a:pt x="1821" y="62"/>
                    <a:pt x="1729" y="0"/>
                    <a:pt x="16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1" name="Google Shape;13971;p89"/>
            <p:cNvSpPr/>
            <p:nvPr/>
          </p:nvSpPr>
          <p:spPr>
            <a:xfrm>
              <a:off x="7219925" y="2063725"/>
              <a:ext cx="77950" cy="98775"/>
            </a:xfrm>
            <a:custGeom>
              <a:rect b="b" l="l" r="r" t="t"/>
              <a:pathLst>
                <a:path extrusionOk="0" h="3951" w="3118">
                  <a:moveTo>
                    <a:pt x="1142" y="556"/>
                  </a:moveTo>
                  <a:cubicBezTo>
                    <a:pt x="1883" y="556"/>
                    <a:pt x="1883" y="1698"/>
                    <a:pt x="1142" y="1698"/>
                  </a:cubicBezTo>
                  <a:lnTo>
                    <a:pt x="556" y="1698"/>
                  </a:lnTo>
                  <a:lnTo>
                    <a:pt x="556" y="556"/>
                  </a:lnTo>
                  <a:close/>
                  <a:moveTo>
                    <a:pt x="1975" y="2253"/>
                  </a:moveTo>
                  <a:cubicBezTo>
                    <a:pt x="2747" y="2253"/>
                    <a:pt x="2747" y="3395"/>
                    <a:pt x="1975" y="3395"/>
                  </a:cubicBezTo>
                  <a:lnTo>
                    <a:pt x="556" y="3395"/>
                  </a:lnTo>
                  <a:lnTo>
                    <a:pt x="556" y="2253"/>
                  </a:lnTo>
                  <a:close/>
                  <a:moveTo>
                    <a:pt x="278" y="0"/>
                  </a:moveTo>
                  <a:cubicBezTo>
                    <a:pt x="124" y="0"/>
                    <a:pt x="0" y="124"/>
                    <a:pt x="0" y="278"/>
                  </a:cubicBezTo>
                  <a:lnTo>
                    <a:pt x="0" y="3673"/>
                  </a:lnTo>
                  <a:cubicBezTo>
                    <a:pt x="0" y="3827"/>
                    <a:pt x="124" y="3950"/>
                    <a:pt x="278" y="3950"/>
                  </a:cubicBezTo>
                  <a:lnTo>
                    <a:pt x="1975" y="3950"/>
                  </a:lnTo>
                  <a:cubicBezTo>
                    <a:pt x="2623" y="3950"/>
                    <a:pt x="3117" y="3457"/>
                    <a:pt x="3117" y="2839"/>
                  </a:cubicBezTo>
                  <a:cubicBezTo>
                    <a:pt x="3117" y="2253"/>
                    <a:pt x="2685" y="1759"/>
                    <a:pt x="2099" y="1698"/>
                  </a:cubicBezTo>
                  <a:cubicBezTo>
                    <a:pt x="2222" y="1512"/>
                    <a:pt x="2284" y="1327"/>
                    <a:pt x="2253" y="1111"/>
                  </a:cubicBezTo>
                  <a:cubicBezTo>
                    <a:pt x="2253" y="494"/>
                    <a:pt x="1759" y="0"/>
                    <a:pt x="11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2" name="Google Shape;13972;p89"/>
            <p:cNvSpPr/>
            <p:nvPr/>
          </p:nvSpPr>
          <p:spPr>
            <a:xfrm>
              <a:off x="7053250" y="2248125"/>
              <a:ext cx="17000" cy="14050"/>
            </a:xfrm>
            <a:custGeom>
              <a:rect b="b" l="l" r="r" t="t"/>
              <a:pathLst>
                <a:path extrusionOk="0" h="562" w="680">
                  <a:moveTo>
                    <a:pt x="402" y="0"/>
                  </a:moveTo>
                  <a:cubicBezTo>
                    <a:pt x="124" y="0"/>
                    <a:pt x="1" y="309"/>
                    <a:pt x="186" y="494"/>
                  </a:cubicBezTo>
                  <a:cubicBezTo>
                    <a:pt x="242" y="541"/>
                    <a:pt x="310" y="562"/>
                    <a:pt x="377" y="562"/>
                  </a:cubicBezTo>
                  <a:cubicBezTo>
                    <a:pt x="530" y="562"/>
                    <a:pt x="680" y="450"/>
                    <a:pt x="680" y="278"/>
                  </a:cubicBezTo>
                  <a:cubicBezTo>
                    <a:pt x="680" y="124"/>
                    <a:pt x="556" y="0"/>
                    <a:pt x="4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3" name="Google Shape;13973;p89"/>
            <p:cNvSpPr/>
            <p:nvPr/>
          </p:nvSpPr>
          <p:spPr>
            <a:xfrm>
              <a:off x="7250775" y="2247975"/>
              <a:ext cx="15875" cy="14025"/>
            </a:xfrm>
            <a:custGeom>
              <a:rect b="b" l="l" r="r" t="t"/>
              <a:pathLst>
                <a:path extrusionOk="0" h="561" w="635">
                  <a:moveTo>
                    <a:pt x="338" y="0"/>
                  </a:moveTo>
                  <a:cubicBezTo>
                    <a:pt x="318" y="0"/>
                    <a:pt x="298" y="2"/>
                    <a:pt x="278" y="6"/>
                  </a:cubicBezTo>
                  <a:cubicBezTo>
                    <a:pt x="124" y="37"/>
                    <a:pt x="1" y="160"/>
                    <a:pt x="31" y="315"/>
                  </a:cubicBezTo>
                  <a:cubicBezTo>
                    <a:pt x="59" y="481"/>
                    <a:pt x="187" y="561"/>
                    <a:pt x="317" y="561"/>
                  </a:cubicBezTo>
                  <a:cubicBezTo>
                    <a:pt x="475" y="561"/>
                    <a:pt x="635" y="443"/>
                    <a:pt x="618" y="222"/>
                  </a:cubicBezTo>
                  <a:cubicBezTo>
                    <a:pt x="591" y="88"/>
                    <a:pt x="470" y="0"/>
                    <a:pt x="3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4" name="Google Shape;13974;p89"/>
            <p:cNvSpPr/>
            <p:nvPr/>
          </p:nvSpPr>
          <p:spPr>
            <a:xfrm>
              <a:off x="6979200" y="1950250"/>
              <a:ext cx="167450" cy="312575"/>
            </a:xfrm>
            <a:custGeom>
              <a:rect b="b" l="l" r="r" t="t"/>
              <a:pathLst>
                <a:path extrusionOk="0" h="12503" w="6698">
                  <a:moveTo>
                    <a:pt x="5914" y="1"/>
                  </a:moveTo>
                  <a:cubicBezTo>
                    <a:pt x="5897" y="1"/>
                    <a:pt x="5881" y="1"/>
                    <a:pt x="5864" y="2"/>
                  </a:cubicBezTo>
                  <a:lnTo>
                    <a:pt x="864" y="2"/>
                  </a:lnTo>
                  <a:cubicBezTo>
                    <a:pt x="401" y="2"/>
                    <a:pt x="0" y="373"/>
                    <a:pt x="0" y="836"/>
                  </a:cubicBezTo>
                  <a:lnTo>
                    <a:pt x="0" y="11637"/>
                  </a:lnTo>
                  <a:cubicBezTo>
                    <a:pt x="0" y="12100"/>
                    <a:pt x="401" y="12471"/>
                    <a:pt x="864" y="12501"/>
                  </a:cubicBezTo>
                  <a:lnTo>
                    <a:pt x="2068" y="12501"/>
                  </a:lnTo>
                  <a:cubicBezTo>
                    <a:pt x="2407" y="12440"/>
                    <a:pt x="2407" y="11946"/>
                    <a:pt x="2068" y="11915"/>
                  </a:cubicBezTo>
                  <a:lnTo>
                    <a:pt x="864" y="11915"/>
                  </a:lnTo>
                  <a:cubicBezTo>
                    <a:pt x="710" y="11915"/>
                    <a:pt x="587" y="11792"/>
                    <a:pt x="587" y="11637"/>
                  </a:cubicBezTo>
                  <a:lnTo>
                    <a:pt x="587" y="836"/>
                  </a:lnTo>
                  <a:cubicBezTo>
                    <a:pt x="587" y="681"/>
                    <a:pt x="710" y="558"/>
                    <a:pt x="864" y="558"/>
                  </a:cubicBezTo>
                  <a:lnTo>
                    <a:pt x="5864" y="558"/>
                  </a:lnTo>
                  <a:cubicBezTo>
                    <a:pt x="6018" y="558"/>
                    <a:pt x="6142" y="681"/>
                    <a:pt x="6142" y="836"/>
                  </a:cubicBezTo>
                  <a:lnTo>
                    <a:pt x="6142" y="11637"/>
                  </a:lnTo>
                  <a:cubicBezTo>
                    <a:pt x="6142" y="11792"/>
                    <a:pt x="6018" y="11915"/>
                    <a:pt x="5864" y="11915"/>
                  </a:cubicBezTo>
                  <a:lnTo>
                    <a:pt x="4629" y="11915"/>
                  </a:lnTo>
                  <a:cubicBezTo>
                    <a:pt x="4619" y="11914"/>
                    <a:pt x="4610" y="11914"/>
                    <a:pt x="4600" y="11914"/>
                  </a:cubicBezTo>
                  <a:cubicBezTo>
                    <a:pt x="4207" y="11914"/>
                    <a:pt x="4207" y="12503"/>
                    <a:pt x="4600" y="12503"/>
                  </a:cubicBezTo>
                  <a:cubicBezTo>
                    <a:pt x="4610" y="12503"/>
                    <a:pt x="4619" y="12502"/>
                    <a:pt x="4629" y="12501"/>
                  </a:cubicBezTo>
                  <a:lnTo>
                    <a:pt x="5864" y="12501"/>
                  </a:lnTo>
                  <a:cubicBezTo>
                    <a:pt x="6327" y="12501"/>
                    <a:pt x="6697" y="12100"/>
                    <a:pt x="6697" y="11637"/>
                  </a:cubicBezTo>
                  <a:lnTo>
                    <a:pt x="6697" y="836"/>
                  </a:lnTo>
                  <a:cubicBezTo>
                    <a:pt x="6697" y="390"/>
                    <a:pt x="6353" y="1"/>
                    <a:pt x="5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5" name="Google Shape;13975;p89"/>
            <p:cNvSpPr/>
            <p:nvPr/>
          </p:nvSpPr>
          <p:spPr>
            <a:xfrm>
              <a:off x="7175175" y="1950300"/>
              <a:ext cx="168200" cy="312525"/>
            </a:xfrm>
            <a:custGeom>
              <a:rect b="b" l="l" r="r" t="t"/>
              <a:pathLst>
                <a:path extrusionOk="0" h="12501" w="6728">
                  <a:moveTo>
                    <a:pt x="864" y="0"/>
                  </a:moveTo>
                  <a:cubicBezTo>
                    <a:pt x="370" y="0"/>
                    <a:pt x="0" y="371"/>
                    <a:pt x="0" y="834"/>
                  </a:cubicBezTo>
                  <a:lnTo>
                    <a:pt x="0" y="11635"/>
                  </a:lnTo>
                  <a:cubicBezTo>
                    <a:pt x="0" y="12098"/>
                    <a:pt x="370" y="12499"/>
                    <a:pt x="864" y="12499"/>
                  </a:cubicBezTo>
                  <a:lnTo>
                    <a:pt x="2068" y="12499"/>
                  </a:lnTo>
                  <a:cubicBezTo>
                    <a:pt x="2078" y="12500"/>
                    <a:pt x="2088" y="12501"/>
                    <a:pt x="2097" y="12501"/>
                  </a:cubicBezTo>
                  <a:cubicBezTo>
                    <a:pt x="2490" y="12501"/>
                    <a:pt x="2490" y="11912"/>
                    <a:pt x="2097" y="11912"/>
                  </a:cubicBezTo>
                  <a:cubicBezTo>
                    <a:pt x="2088" y="11912"/>
                    <a:pt x="2078" y="11912"/>
                    <a:pt x="2068" y="11913"/>
                  </a:cubicBezTo>
                  <a:lnTo>
                    <a:pt x="864" y="11913"/>
                  </a:lnTo>
                  <a:cubicBezTo>
                    <a:pt x="679" y="11913"/>
                    <a:pt x="556" y="11790"/>
                    <a:pt x="556" y="11635"/>
                  </a:cubicBezTo>
                  <a:lnTo>
                    <a:pt x="556" y="834"/>
                  </a:lnTo>
                  <a:cubicBezTo>
                    <a:pt x="556" y="679"/>
                    <a:pt x="679" y="556"/>
                    <a:pt x="864" y="556"/>
                  </a:cubicBezTo>
                  <a:lnTo>
                    <a:pt x="5864" y="556"/>
                  </a:lnTo>
                  <a:cubicBezTo>
                    <a:pt x="6018" y="556"/>
                    <a:pt x="6142" y="679"/>
                    <a:pt x="6142" y="834"/>
                  </a:cubicBezTo>
                  <a:lnTo>
                    <a:pt x="6142" y="11635"/>
                  </a:lnTo>
                  <a:cubicBezTo>
                    <a:pt x="6142" y="11790"/>
                    <a:pt x="6018" y="11913"/>
                    <a:pt x="5864" y="11913"/>
                  </a:cubicBezTo>
                  <a:lnTo>
                    <a:pt x="4629" y="11913"/>
                  </a:lnTo>
                  <a:cubicBezTo>
                    <a:pt x="4290" y="11975"/>
                    <a:pt x="4290" y="12438"/>
                    <a:pt x="4629" y="12499"/>
                  </a:cubicBezTo>
                  <a:lnTo>
                    <a:pt x="5864" y="12499"/>
                  </a:lnTo>
                  <a:cubicBezTo>
                    <a:pt x="6327" y="12499"/>
                    <a:pt x="6728" y="12098"/>
                    <a:pt x="6728" y="11635"/>
                  </a:cubicBezTo>
                  <a:lnTo>
                    <a:pt x="6728" y="834"/>
                  </a:lnTo>
                  <a:cubicBezTo>
                    <a:pt x="6728" y="371"/>
                    <a:pt x="6327"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76" name="Google Shape;13976;p89"/>
          <p:cNvGrpSpPr/>
          <p:nvPr/>
        </p:nvGrpSpPr>
        <p:grpSpPr>
          <a:xfrm>
            <a:off x="3233588" y="3454519"/>
            <a:ext cx="371900" cy="364175"/>
            <a:chOff x="6242375" y="1924850"/>
            <a:chExt cx="371900" cy="364175"/>
          </a:xfrm>
        </p:grpSpPr>
        <p:sp>
          <p:nvSpPr>
            <p:cNvPr id="13977" name="Google Shape;13977;p89"/>
            <p:cNvSpPr/>
            <p:nvPr/>
          </p:nvSpPr>
          <p:spPr>
            <a:xfrm>
              <a:off x="6395900" y="2056675"/>
              <a:ext cx="66375" cy="57225"/>
            </a:xfrm>
            <a:custGeom>
              <a:rect b="b" l="l" r="r" t="t"/>
              <a:pathLst>
                <a:path extrusionOk="0" h="2289" w="2655">
                  <a:moveTo>
                    <a:pt x="1173" y="560"/>
                  </a:moveTo>
                  <a:cubicBezTo>
                    <a:pt x="1667" y="560"/>
                    <a:pt x="1914" y="1177"/>
                    <a:pt x="1575" y="1547"/>
                  </a:cubicBezTo>
                  <a:cubicBezTo>
                    <a:pt x="1456" y="1666"/>
                    <a:pt x="1312" y="1718"/>
                    <a:pt x="1172" y="1718"/>
                  </a:cubicBezTo>
                  <a:cubicBezTo>
                    <a:pt x="873" y="1718"/>
                    <a:pt x="587" y="1482"/>
                    <a:pt x="587" y="1146"/>
                  </a:cubicBezTo>
                  <a:cubicBezTo>
                    <a:pt x="587" y="838"/>
                    <a:pt x="834" y="560"/>
                    <a:pt x="1173" y="560"/>
                  </a:cubicBezTo>
                  <a:close/>
                  <a:moveTo>
                    <a:pt x="1153" y="0"/>
                  </a:moveTo>
                  <a:cubicBezTo>
                    <a:pt x="562" y="0"/>
                    <a:pt x="1" y="451"/>
                    <a:pt x="1" y="1146"/>
                  </a:cubicBezTo>
                  <a:cubicBezTo>
                    <a:pt x="1" y="1763"/>
                    <a:pt x="525" y="2288"/>
                    <a:pt x="1173" y="2288"/>
                  </a:cubicBezTo>
                  <a:cubicBezTo>
                    <a:pt x="2161" y="2257"/>
                    <a:pt x="2655" y="1023"/>
                    <a:pt x="1945" y="313"/>
                  </a:cubicBezTo>
                  <a:cubicBezTo>
                    <a:pt x="1710" y="98"/>
                    <a:pt x="1428" y="0"/>
                    <a:pt x="11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8" name="Google Shape;13978;p89"/>
            <p:cNvSpPr/>
            <p:nvPr/>
          </p:nvSpPr>
          <p:spPr>
            <a:xfrm>
              <a:off x="6242375" y="1924850"/>
              <a:ext cx="371900" cy="364175"/>
            </a:xfrm>
            <a:custGeom>
              <a:rect b="b" l="l" r="r" t="t"/>
              <a:pathLst>
                <a:path extrusionOk="0" h="14567" w="14876">
                  <a:moveTo>
                    <a:pt x="7276" y="563"/>
                  </a:moveTo>
                  <a:cubicBezTo>
                    <a:pt x="7417" y="563"/>
                    <a:pt x="7563" y="618"/>
                    <a:pt x="7685" y="741"/>
                  </a:cubicBezTo>
                  <a:cubicBezTo>
                    <a:pt x="8055" y="1080"/>
                    <a:pt x="7808" y="1697"/>
                    <a:pt x="7314" y="1697"/>
                  </a:cubicBezTo>
                  <a:cubicBezTo>
                    <a:pt x="6975" y="1697"/>
                    <a:pt x="6728" y="1451"/>
                    <a:pt x="6728" y="1142"/>
                  </a:cubicBezTo>
                  <a:cubicBezTo>
                    <a:pt x="6728" y="790"/>
                    <a:pt x="6991" y="563"/>
                    <a:pt x="7276" y="563"/>
                  </a:cubicBezTo>
                  <a:close/>
                  <a:moveTo>
                    <a:pt x="13427" y="2422"/>
                  </a:moveTo>
                  <a:cubicBezTo>
                    <a:pt x="13726" y="2422"/>
                    <a:pt x="14011" y="2658"/>
                    <a:pt x="14011" y="2994"/>
                  </a:cubicBezTo>
                  <a:cubicBezTo>
                    <a:pt x="14011" y="3302"/>
                    <a:pt x="13764" y="3549"/>
                    <a:pt x="13425" y="3549"/>
                  </a:cubicBezTo>
                  <a:cubicBezTo>
                    <a:pt x="12931" y="3549"/>
                    <a:pt x="12684" y="2963"/>
                    <a:pt x="13024" y="2592"/>
                  </a:cubicBezTo>
                  <a:cubicBezTo>
                    <a:pt x="13142" y="2474"/>
                    <a:pt x="13286" y="2422"/>
                    <a:pt x="13427" y="2422"/>
                  </a:cubicBezTo>
                  <a:close/>
                  <a:moveTo>
                    <a:pt x="1166" y="2446"/>
                  </a:moveTo>
                  <a:cubicBezTo>
                    <a:pt x="1451" y="2446"/>
                    <a:pt x="1728" y="2673"/>
                    <a:pt x="1728" y="3024"/>
                  </a:cubicBezTo>
                  <a:cubicBezTo>
                    <a:pt x="1728" y="3333"/>
                    <a:pt x="1481" y="3580"/>
                    <a:pt x="1173" y="3580"/>
                  </a:cubicBezTo>
                  <a:cubicBezTo>
                    <a:pt x="648" y="3580"/>
                    <a:pt x="401" y="2963"/>
                    <a:pt x="772" y="2623"/>
                  </a:cubicBezTo>
                  <a:cubicBezTo>
                    <a:pt x="884" y="2501"/>
                    <a:pt x="1026" y="2446"/>
                    <a:pt x="1166" y="2446"/>
                  </a:cubicBezTo>
                  <a:close/>
                  <a:moveTo>
                    <a:pt x="7370" y="4166"/>
                  </a:moveTo>
                  <a:cubicBezTo>
                    <a:pt x="9043" y="4166"/>
                    <a:pt x="10431" y="5543"/>
                    <a:pt x="10431" y="7253"/>
                  </a:cubicBezTo>
                  <a:cubicBezTo>
                    <a:pt x="10401" y="8209"/>
                    <a:pt x="9999" y="9073"/>
                    <a:pt x="9259" y="9691"/>
                  </a:cubicBezTo>
                  <a:cubicBezTo>
                    <a:pt x="9166" y="8456"/>
                    <a:pt x="8225" y="7839"/>
                    <a:pt x="7283" y="7839"/>
                  </a:cubicBezTo>
                  <a:cubicBezTo>
                    <a:pt x="6342" y="7839"/>
                    <a:pt x="5401" y="8456"/>
                    <a:pt x="5308" y="9691"/>
                  </a:cubicBezTo>
                  <a:cubicBezTo>
                    <a:pt x="4568" y="9073"/>
                    <a:pt x="4136" y="8209"/>
                    <a:pt x="4136" y="7253"/>
                  </a:cubicBezTo>
                  <a:cubicBezTo>
                    <a:pt x="4136" y="5543"/>
                    <a:pt x="5494" y="4166"/>
                    <a:pt x="7226" y="4166"/>
                  </a:cubicBezTo>
                  <a:cubicBezTo>
                    <a:pt x="7245" y="4166"/>
                    <a:pt x="7264" y="4166"/>
                    <a:pt x="7283" y="4166"/>
                  </a:cubicBezTo>
                  <a:lnTo>
                    <a:pt x="7314" y="4166"/>
                  </a:lnTo>
                  <a:cubicBezTo>
                    <a:pt x="7333" y="4166"/>
                    <a:pt x="7351" y="4166"/>
                    <a:pt x="7370" y="4166"/>
                  </a:cubicBezTo>
                  <a:close/>
                  <a:moveTo>
                    <a:pt x="7283" y="8379"/>
                  </a:moveTo>
                  <a:cubicBezTo>
                    <a:pt x="7993" y="8379"/>
                    <a:pt x="8703" y="8857"/>
                    <a:pt x="8703" y="9814"/>
                  </a:cubicBezTo>
                  <a:lnTo>
                    <a:pt x="8703" y="10030"/>
                  </a:lnTo>
                  <a:cubicBezTo>
                    <a:pt x="8256" y="10262"/>
                    <a:pt x="7770" y="10377"/>
                    <a:pt x="7283" y="10377"/>
                  </a:cubicBezTo>
                  <a:cubicBezTo>
                    <a:pt x="6797" y="10377"/>
                    <a:pt x="6311" y="10262"/>
                    <a:pt x="5864" y="10030"/>
                  </a:cubicBezTo>
                  <a:lnTo>
                    <a:pt x="5864" y="9814"/>
                  </a:lnTo>
                  <a:cubicBezTo>
                    <a:pt x="5864" y="8857"/>
                    <a:pt x="6574" y="8379"/>
                    <a:pt x="7283" y="8379"/>
                  </a:cubicBezTo>
                  <a:close/>
                  <a:moveTo>
                    <a:pt x="12005" y="6697"/>
                  </a:moveTo>
                  <a:cubicBezTo>
                    <a:pt x="12160" y="6697"/>
                    <a:pt x="12283" y="6820"/>
                    <a:pt x="12283" y="6975"/>
                  </a:cubicBezTo>
                  <a:lnTo>
                    <a:pt x="12283" y="12252"/>
                  </a:lnTo>
                  <a:lnTo>
                    <a:pt x="2284" y="12252"/>
                  </a:lnTo>
                  <a:lnTo>
                    <a:pt x="2284" y="6975"/>
                  </a:lnTo>
                  <a:cubicBezTo>
                    <a:pt x="2284" y="6820"/>
                    <a:pt x="2407" y="6697"/>
                    <a:pt x="2562" y="6697"/>
                  </a:cubicBezTo>
                  <a:lnTo>
                    <a:pt x="3642" y="6697"/>
                  </a:lnTo>
                  <a:cubicBezTo>
                    <a:pt x="3611" y="6882"/>
                    <a:pt x="3580" y="7067"/>
                    <a:pt x="3580" y="7253"/>
                  </a:cubicBezTo>
                  <a:cubicBezTo>
                    <a:pt x="3518" y="9351"/>
                    <a:pt x="5185" y="11079"/>
                    <a:pt x="7283" y="11079"/>
                  </a:cubicBezTo>
                  <a:cubicBezTo>
                    <a:pt x="9351" y="11079"/>
                    <a:pt x="11049" y="9351"/>
                    <a:pt x="10956" y="7253"/>
                  </a:cubicBezTo>
                  <a:cubicBezTo>
                    <a:pt x="10956" y="7067"/>
                    <a:pt x="10956" y="6882"/>
                    <a:pt x="10925" y="6697"/>
                  </a:cubicBezTo>
                  <a:close/>
                  <a:moveTo>
                    <a:pt x="7283" y="0"/>
                  </a:moveTo>
                  <a:cubicBezTo>
                    <a:pt x="5956" y="0"/>
                    <a:pt x="5710" y="1913"/>
                    <a:pt x="7006" y="2222"/>
                  </a:cubicBezTo>
                  <a:lnTo>
                    <a:pt x="7006" y="3580"/>
                  </a:lnTo>
                  <a:cubicBezTo>
                    <a:pt x="6296" y="3642"/>
                    <a:pt x="5617" y="3889"/>
                    <a:pt x="5031" y="4352"/>
                  </a:cubicBezTo>
                  <a:lnTo>
                    <a:pt x="5031" y="3024"/>
                  </a:lnTo>
                  <a:cubicBezTo>
                    <a:pt x="5031" y="2839"/>
                    <a:pt x="4907" y="2716"/>
                    <a:pt x="4753" y="2716"/>
                  </a:cubicBezTo>
                  <a:lnTo>
                    <a:pt x="2253" y="2716"/>
                  </a:lnTo>
                  <a:cubicBezTo>
                    <a:pt x="2100" y="2132"/>
                    <a:pt x="1628" y="1861"/>
                    <a:pt x="1155" y="1861"/>
                  </a:cubicBezTo>
                  <a:cubicBezTo>
                    <a:pt x="578" y="1861"/>
                    <a:pt x="0" y="2264"/>
                    <a:pt x="0" y="2994"/>
                  </a:cubicBezTo>
                  <a:cubicBezTo>
                    <a:pt x="0" y="3743"/>
                    <a:pt x="583" y="4154"/>
                    <a:pt x="1162" y="4154"/>
                  </a:cubicBezTo>
                  <a:cubicBezTo>
                    <a:pt x="1633" y="4154"/>
                    <a:pt x="2101" y="3883"/>
                    <a:pt x="2253" y="3302"/>
                  </a:cubicBezTo>
                  <a:lnTo>
                    <a:pt x="4475" y="3302"/>
                  </a:lnTo>
                  <a:lnTo>
                    <a:pt x="4475" y="4876"/>
                  </a:lnTo>
                  <a:cubicBezTo>
                    <a:pt x="4166" y="5247"/>
                    <a:pt x="3920" y="5679"/>
                    <a:pt x="3765" y="6142"/>
                  </a:cubicBezTo>
                  <a:lnTo>
                    <a:pt x="2562" y="6142"/>
                  </a:lnTo>
                  <a:cubicBezTo>
                    <a:pt x="2099" y="6142"/>
                    <a:pt x="1728" y="6512"/>
                    <a:pt x="1728" y="6975"/>
                  </a:cubicBezTo>
                  <a:lnTo>
                    <a:pt x="1728" y="12252"/>
                  </a:lnTo>
                  <a:lnTo>
                    <a:pt x="1142" y="12252"/>
                  </a:lnTo>
                  <a:cubicBezTo>
                    <a:pt x="988" y="12252"/>
                    <a:pt x="864" y="12376"/>
                    <a:pt x="864" y="12561"/>
                  </a:cubicBezTo>
                  <a:lnTo>
                    <a:pt x="864" y="13394"/>
                  </a:lnTo>
                  <a:cubicBezTo>
                    <a:pt x="864" y="14011"/>
                    <a:pt x="1358" y="14536"/>
                    <a:pt x="2006" y="14567"/>
                  </a:cubicBezTo>
                  <a:lnTo>
                    <a:pt x="6018" y="14567"/>
                  </a:lnTo>
                  <a:cubicBezTo>
                    <a:pt x="6172" y="14536"/>
                    <a:pt x="6296" y="14412"/>
                    <a:pt x="6296" y="14258"/>
                  </a:cubicBezTo>
                  <a:cubicBezTo>
                    <a:pt x="6296" y="14104"/>
                    <a:pt x="6172" y="13980"/>
                    <a:pt x="6018" y="13980"/>
                  </a:cubicBezTo>
                  <a:lnTo>
                    <a:pt x="2006" y="13980"/>
                  </a:lnTo>
                  <a:cubicBezTo>
                    <a:pt x="1697" y="13980"/>
                    <a:pt x="1451" y="13734"/>
                    <a:pt x="1451" y="13425"/>
                  </a:cubicBezTo>
                  <a:lnTo>
                    <a:pt x="1451" y="12839"/>
                  </a:lnTo>
                  <a:lnTo>
                    <a:pt x="13116" y="12839"/>
                  </a:lnTo>
                  <a:lnTo>
                    <a:pt x="13116" y="13394"/>
                  </a:lnTo>
                  <a:cubicBezTo>
                    <a:pt x="13146" y="13687"/>
                    <a:pt x="12897" y="13952"/>
                    <a:pt x="12608" y="13952"/>
                  </a:cubicBezTo>
                  <a:cubicBezTo>
                    <a:pt x="12592" y="13952"/>
                    <a:pt x="12577" y="13951"/>
                    <a:pt x="12561" y="13950"/>
                  </a:cubicBezTo>
                  <a:lnTo>
                    <a:pt x="8580" y="13950"/>
                  </a:lnTo>
                  <a:cubicBezTo>
                    <a:pt x="8395" y="13950"/>
                    <a:pt x="8271" y="14104"/>
                    <a:pt x="8271" y="14258"/>
                  </a:cubicBezTo>
                  <a:cubicBezTo>
                    <a:pt x="8271" y="14412"/>
                    <a:pt x="8395" y="14536"/>
                    <a:pt x="8580" y="14536"/>
                  </a:cubicBezTo>
                  <a:lnTo>
                    <a:pt x="12561" y="14536"/>
                  </a:lnTo>
                  <a:cubicBezTo>
                    <a:pt x="13209" y="14505"/>
                    <a:pt x="13703" y="14011"/>
                    <a:pt x="13703" y="13363"/>
                  </a:cubicBezTo>
                  <a:lnTo>
                    <a:pt x="13703" y="12530"/>
                  </a:lnTo>
                  <a:cubicBezTo>
                    <a:pt x="13703" y="12376"/>
                    <a:pt x="13579" y="12252"/>
                    <a:pt x="13425" y="12252"/>
                  </a:cubicBezTo>
                  <a:lnTo>
                    <a:pt x="12839" y="12252"/>
                  </a:lnTo>
                  <a:lnTo>
                    <a:pt x="12839" y="6975"/>
                  </a:lnTo>
                  <a:cubicBezTo>
                    <a:pt x="12839" y="6512"/>
                    <a:pt x="12468" y="6142"/>
                    <a:pt x="12005" y="6142"/>
                  </a:cubicBezTo>
                  <a:lnTo>
                    <a:pt x="10802" y="6142"/>
                  </a:lnTo>
                  <a:cubicBezTo>
                    <a:pt x="10647" y="5679"/>
                    <a:pt x="10431" y="5277"/>
                    <a:pt x="10123" y="4907"/>
                  </a:cubicBezTo>
                  <a:lnTo>
                    <a:pt x="10123" y="3302"/>
                  </a:lnTo>
                  <a:lnTo>
                    <a:pt x="12314" y="3302"/>
                  </a:lnTo>
                  <a:cubicBezTo>
                    <a:pt x="12461" y="3837"/>
                    <a:pt x="12939" y="4140"/>
                    <a:pt x="13425" y="4140"/>
                  </a:cubicBezTo>
                  <a:cubicBezTo>
                    <a:pt x="13752" y="4140"/>
                    <a:pt x="14084" y="4002"/>
                    <a:pt x="14320" y="3703"/>
                  </a:cubicBezTo>
                  <a:cubicBezTo>
                    <a:pt x="14876" y="2963"/>
                    <a:pt x="14351" y="1883"/>
                    <a:pt x="13425" y="1883"/>
                  </a:cubicBezTo>
                  <a:cubicBezTo>
                    <a:pt x="12900" y="1883"/>
                    <a:pt x="12437" y="2222"/>
                    <a:pt x="12314" y="2716"/>
                  </a:cubicBezTo>
                  <a:lnTo>
                    <a:pt x="9845" y="2716"/>
                  </a:lnTo>
                  <a:cubicBezTo>
                    <a:pt x="9691" y="2716"/>
                    <a:pt x="9567" y="2839"/>
                    <a:pt x="9567" y="3024"/>
                  </a:cubicBezTo>
                  <a:lnTo>
                    <a:pt x="9567" y="4352"/>
                  </a:lnTo>
                  <a:cubicBezTo>
                    <a:pt x="8981" y="3919"/>
                    <a:pt x="8302" y="3642"/>
                    <a:pt x="7561" y="3580"/>
                  </a:cubicBezTo>
                  <a:lnTo>
                    <a:pt x="7561" y="2222"/>
                  </a:lnTo>
                  <a:cubicBezTo>
                    <a:pt x="8857" y="1913"/>
                    <a:pt x="8611" y="0"/>
                    <a:pt x="7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9" name="Google Shape;13979;p89"/>
            <p:cNvSpPr/>
            <p:nvPr/>
          </p:nvSpPr>
          <p:spPr>
            <a:xfrm>
              <a:off x="6415375" y="2274300"/>
              <a:ext cx="16050" cy="13875"/>
            </a:xfrm>
            <a:custGeom>
              <a:rect b="b" l="l" r="r" t="t"/>
              <a:pathLst>
                <a:path extrusionOk="0" h="555" w="642">
                  <a:moveTo>
                    <a:pt x="330" y="0"/>
                  </a:moveTo>
                  <a:cubicBezTo>
                    <a:pt x="106" y="0"/>
                    <a:pt x="0" y="289"/>
                    <a:pt x="147" y="465"/>
                  </a:cubicBezTo>
                  <a:cubicBezTo>
                    <a:pt x="209" y="527"/>
                    <a:pt x="285" y="554"/>
                    <a:pt x="358" y="554"/>
                  </a:cubicBezTo>
                  <a:cubicBezTo>
                    <a:pt x="504" y="554"/>
                    <a:pt x="641" y="445"/>
                    <a:pt x="641" y="280"/>
                  </a:cubicBezTo>
                  <a:cubicBezTo>
                    <a:pt x="641" y="126"/>
                    <a:pt x="518" y="2"/>
                    <a:pt x="363" y="2"/>
                  </a:cubicBezTo>
                  <a:cubicBezTo>
                    <a:pt x="352" y="1"/>
                    <a:pt x="341" y="0"/>
                    <a:pt x="3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80" name="Google Shape;13980;p89"/>
          <p:cNvGrpSpPr/>
          <p:nvPr/>
        </p:nvGrpSpPr>
        <p:grpSpPr>
          <a:xfrm>
            <a:off x="2457488" y="3454906"/>
            <a:ext cx="363425" cy="363400"/>
            <a:chOff x="5497050" y="1924850"/>
            <a:chExt cx="363425" cy="363400"/>
          </a:xfrm>
        </p:grpSpPr>
        <p:sp>
          <p:nvSpPr>
            <p:cNvPr id="13981" name="Google Shape;13981;p89"/>
            <p:cNvSpPr/>
            <p:nvPr/>
          </p:nvSpPr>
          <p:spPr>
            <a:xfrm>
              <a:off x="5605075" y="2009700"/>
              <a:ext cx="17000" cy="14600"/>
            </a:xfrm>
            <a:custGeom>
              <a:rect b="b" l="l" r="r" t="t"/>
              <a:pathLst>
                <a:path extrusionOk="0" h="584" w="680">
                  <a:moveTo>
                    <a:pt x="401" y="1"/>
                  </a:moveTo>
                  <a:cubicBezTo>
                    <a:pt x="124" y="1"/>
                    <a:pt x="0" y="309"/>
                    <a:pt x="185" y="495"/>
                  </a:cubicBezTo>
                  <a:cubicBezTo>
                    <a:pt x="247" y="556"/>
                    <a:pt x="323" y="584"/>
                    <a:pt x="396" y="584"/>
                  </a:cubicBezTo>
                  <a:cubicBezTo>
                    <a:pt x="542" y="584"/>
                    <a:pt x="679" y="474"/>
                    <a:pt x="679" y="309"/>
                  </a:cubicBezTo>
                  <a:cubicBezTo>
                    <a:pt x="679" y="124"/>
                    <a:pt x="556" y="1"/>
                    <a:pt x="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2" name="Google Shape;13982;p89"/>
            <p:cNvSpPr/>
            <p:nvPr/>
          </p:nvSpPr>
          <p:spPr>
            <a:xfrm>
              <a:off x="5605075" y="2052925"/>
              <a:ext cx="17000" cy="14050"/>
            </a:xfrm>
            <a:custGeom>
              <a:rect b="b" l="l" r="r" t="t"/>
              <a:pathLst>
                <a:path extrusionOk="0" h="562" w="680">
                  <a:moveTo>
                    <a:pt x="401" y="0"/>
                  </a:moveTo>
                  <a:cubicBezTo>
                    <a:pt x="155" y="0"/>
                    <a:pt x="0" y="309"/>
                    <a:pt x="185" y="494"/>
                  </a:cubicBezTo>
                  <a:cubicBezTo>
                    <a:pt x="242" y="541"/>
                    <a:pt x="309" y="562"/>
                    <a:pt x="376" y="562"/>
                  </a:cubicBezTo>
                  <a:cubicBezTo>
                    <a:pt x="529" y="562"/>
                    <a:pt x="679" y="450"/>
                    <a:pt x="679" y="278"/>
                  </a:cubicBezTo>
                  <a:cubicBezTo>
                    <a:pt x="679" y="124"/>
                    <a:pt x="556" y="0"/>
                    <a:pt x="4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3" name="Google Shape;13983;p89"/>
            <p:cNvSpPr/>
            <p:nvPr/>
          </p:nvSpPr>
          <p:spPr>
            <a:xfrm>
              <a:off x="5605075" y="2095350"/>
              <a:ext cx="17000" cy="14075"/>
            </a:xfrm>
            <a:custGeom>
              <a:rect b="b" l="l" r="r" t="t"/>
              <a:pathLst>
                <a:path extrusionOk="0" h="563" w="680">
                  <a:moveTo>
                    <a:pt x="401" y="0"/>
                  </a:moveTo>
                  <a:cubicBezTo>
                    <a:pt x="124" y="0"/>
                    <a:pt x="0" y="309"/>
                    <a:pt x="185" y="494"/>
                  </a:cubicBezTo>
                  <a:cubicBezTo>
                    <a:pt x="242" y="541"/>
                    <a:pt x="309" y="562"/>
                    <a:pt x="376" y="562"/>
                  </a:cubicBezTo>
                  <a:cubicBezTo>
                    <a:pt x="529" y="562"/>
                    <a:pt x="679" y="450"/>
                    <a:pt x="679" y="278"/>
                  </a:cubicBezTo>
                  <a:cubicBezTo>
                    <a:pt x="679" y="124"/>
                    <a:pt x="556" y="0"/>
                    <a:pt x="4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4" name="Google Shape;13984;p89"/>
            <p:cNvSpPr/>
            <p:nvPr/>
          </p:nvSpPr>
          <p:spPr>
            <a:xfrm>
              <a:off x="5605075" y="2137775"/>
              <a:ext cx="17000" cy="14075"/>
            </a:xfrm>
            <a:custGeom>
              <a:rect b="b" l="l" r="r" t="t"/>
              <a:pathLst>
                <a:path extrusionOk="0" h="563" w="680">
                  <a:moveTo>
                    <a:pt x="401" y="1"/>
                  </a:moveTo>
                  <a:cubicBezTo>
                    <a:pt x="155" y="1"/>
                    <a:pt x="0" y="309"/>
                    <a:pt x="185" y="495"/>
                  </a:cubicBezTo>
                  <a:cubicBezTo>
                    <a:pt x="242" y="541"/>
                    <a:pt x="309" y="563"/>
                    <a:pt x="376" y="563"/>
                  </a:cubicBezTo>
                  <a:cubicBezTo>
                    <a:pt x="529" y="563"/>
                    <a:pt x="679" y="451"/>
                    <a:pt x="679" y="279"/>
                  </a:cubicBezTo>
                  <a:cubicBezTo>
                    <a:pt x="679" y="124"/>
                    <a:pt x="556" y="1"/>
                    <a:pt x="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5" name="Google Shape;13985;p89"/>
            <p:cNvSpPr/>
            <p:nvPr/>
          </p:nvSpPr>
          <p:spPr>
            <a:xfrm>
              <a:off x="5497050" y="1924850"/>
              <a:ext cx="363425" cy="363400"/>
            </a:xfrm>
            <a:custGeom>
              <a:rect b="b" l="l" r="r" t="t"/>
              <a:pathLst>
                <a:path extrusionOk="0" h="14536" w="14537">
                  <a:moveTo>
                    <a:pt x="8426" y="556"/>
                  </a:moveTo>
                  <a:cubicBezTo>
                    <a:pt x="8580" y="556"/>
                    <a:pt x="8704" y="710"/>
                    <a:pt x="8704" y="864"/>
                  </a:cubicBezTo>
                  <a:lnTo>
                    <a:pt x="8704" y="1420"/>
                  </a:lnTo>
                  <a:cubicBezTo>
                    <a:pt x="8704" y="1574"/>
                    <a:pt x="8580" y="1697"/>
                    <a:pt x="8426" y="1697"/>
                  </a:cubicBezTo>
                  <a:lnTo>
                    <a:pt x="6142" y="1697"/>
                  </a:lnTo>
                  <a:cubicBezTo>
                    <a:pt x="5988" y="1697"/>
                    <a:pt x="5864" y="1574"/>
                    <a:pt x="5864" y="1420"/>
                  </a:cubicBezTo>
                  <a:lnTo>
                    <a:pt x="5864" y="864"/>
                  </a:lnTo>
                  <a:cubicBezTo>
                    <a:pt x="5864" y="710"/>
                    <a:pt x="5988" y="556"/>
                    <a:pt x="6142" y="556"/>
                  </a:cubicBezTo>
                  <a:close/>
                  <a:moveTo>
                    <a:pt x="2716" y="3117"/>
                  </a:moveTo>
                  <a:lnTo>
                    <a:pt x="2716" y="10215"/>
                  </a:lnTo>
                  <a:lnTo>
                    <a:pt x="556" y="10215"/>
                  </a:lnTo>
                  <a:lnTo>
                    <a:pt x="556" y="3395"/>
                  </a:lnTo>
                  <a:cubicBezTo>
                    <a:pt x="556" y="3240"/>
                    <a:pt x="679" y="3117"/>
                    <a:pt x="865" y="3117"/>
                  </a:cubicBezTo>
                  <a:close/>
                  <a:moveTo>
                    <a:pt x="13672" y="3117"/>
                  </a:moveTo>
                  <a:cubicBezTo>
                    <a:pt x="13827" y="3117"/>
                    <a:pt x="13981" y="3240"/>
                    <a:pt x="13981" y="3395"/>
                  </a:cubicBezTo>
                  <a:lnTo>
                    <a:pt x="13981" y="10215"/>
                  </a:lnTo>
                  <a:lnTo>
                    <a:pt x="11821" y="10215"/>
                  </a:lnTo>
                  <a:lnTo>
                    <a:pt x="11821" y="3117"/>
                  </a:lnTo>
                  <a:close/>
                  <a:moveTo>
                    <a:pt x="10956" y="1420"/>
                  </a:moveTo>
                  <a:cubicBezTo>
                    <a:pt x="11111" y="1420"/>
                    <a:pt x="11234" y="1543"/>
                    <a:pt x="11234" y="1697"/>
                  </a:cubicBezTo>
                  <a:lnTo>
                    <a:pt x="11234" y="10215"/>
                  </a:lnTo>
                  <a:lnTo>
                    <a:pt x="8518" y="10215"/>
                  </a:lnTo>
                  <a:cubicBezTo>
                    <a:pt x="8158" y="10245"/>
                    <a:pt x="8178" y="10803"/>
                    <a:pt x="8550" y="10803"/>
                  </a:cubicBezTo>
                  <a:cubicBezTo>
                    <a:pt x="8560" y="10803"/>
                    <a:pt x="8570" y="10802"/>
                    <a:pt x="8580" y="10802"/>
                  </a:cubicBezTo>
                  <a:lnTo>
                    <a:pt x="13981" y="10802"/>
                  </a:lnTo>
                  <a:lnTo>
                    <a:pt x="13981" y="11820"/>
                  </a:lnTo>
                  <a:cubicBezTo>
                    <a:pt x="13981" y="11974"/>
                    <a:pt x="13827" y="12098"/>
                    <a:pt x="13672" y="12098"/>
                  </a:cubicBezTo>
                  <a:lnTo>
                    <a:pt x="865" y="12098"/>
                  </a:lnTo>
                  <a:cubicBezTo>
                    <a:pt x="679" y="12098"/>
                    <a:pt x="556" y="11974"/>
                    <a:pt x="556" y="11820"/>
                  </a:cubicBezTo>
                  <a:lnTo>
                    <a:pt x="556" y="10802"/>
                  </a:lnTo>
                  <a:lnTo>
                    <a:pt x="5988" y="10802"/>
                  </a:lnTo>
                  <a:cubicBezTo>
                    <a:pt x="6358" y="10802"/>
                    <a:pt x="6358" y="10246"/>
                    <a:pt x="5988" y="10246"/>
                  </a:cubicBezTo>
                  <a:lnTo>
                    <a:pt x="3272" y="10246"/>
                  </a:lnTo>
                  <a:lnTo>
                    <a:pt x="3272" y="1697"/>
                  </a:lnTo>
                  <a:cubicBezTo>
                    <a:pt x="3272" y="1543"/>
                    <a:pt x="3426" y="1420"/>
                    <a:pt x="3581" y="1420"/>
                  </a:cubicBezTo>
                  <a:lnTo>
                    <a:pt x="5278" y="1420"/>
                  </a:lnTo>
                  <a:cubicBezTo>
                    <a:pt x="5278" y="1883"/>
                    <a:pt x="5648" y="2284"/>
                    <a:pt x="6111" y="2284"/>
                  </a:cubicBezTo>
                  <a:lnTo>
                    <a:pt x="8395" y="2284"/>
                  </a:lnTo>
                  <a:cubicBezTo>
                    <a:pt x="8858" y="2284"/>
                    <a:pt x="9259" y="1883"/>
                    <a:pt x="9259" y="1420"/>
                  </a:cubicBezTo>
                  <a:close/>
                  <a:moveTo>
                    <a:pt x="8704" y="12653"/>
                  </a:moveTo>
                  <a:lnTo>
                    <a:pt x="8673" y="13980"/>
                  </a:lnTo>
                  <a:lnTo>
                    <a:pt x="5864" y="13980"/>
                  </a:lnTo>
                  <a:lnTo>
                    <a:pt x="5864" y="12653"/>
                  </a:lnTo>
                  <a:close/>
                  <a:moveTo>
                    <a:pt x="6142" y="0"/>
                  </a:moveTo>
                  <a:cubicBezTo>
                    <a:pt x="5648" y="0"/>
                    <a:pt x="5278" y="370"/>
                    <a:pt x="5278" y="864"/>
                  </a:cubicBezTo>
                  <a:lnTo>
                    <a:pt x="3581" y="864"/>
                  </a:lnTo>
                  <a:cubicBezTo>
                    <a:pt x="3118" y="864"/>
                    <a:pt x="2716" y="1234"/>
                    <a:pt x="2716" y="1697"/>
                  </a:cubicBezTo>
                  <a:lnTo>
                    <a:pt x="2716" y="2562"/>
                  </a:lnTo>
                  <a:lnTo>
                    <a:pt x="865" y="2562"/>
                  </a:lnTo>
                  <a:cubicBezTo>
                    <a:pt x="371" y="2562"/>
                    <a:pt x="1" y="2932"/>
                    <a:pt x="1" y="3395"/>
                  </a:cubicBezTo>
                  <a:lnTo>
                    <a:pt x="1" y="11820"/>
                  </a:lnTo>
                  <a:cubicBezTo>
                    <a:pt x="1" y="12283"/>
                    <a:pt x="371" y="12653"/>
                    <a:pt x="865" y="12653"/>
                  </a:cubicBezTo>
                  <a:lnTo>
                    <a:pt x="5278" y="12653"/>
                  </a:lnTo>
                  <a:lnTo>
                    <a:pt x="5278" y="13980"/>
                  </a:lnTo>
                  <a:lnTo>
                    <a:pt x="3858" y="13980"/>
                  </a:lnTo>
                  <a:cubicBezTo>
                    <a:pt x="3704" y="13980"/>
                    <a:pt x="3581" y="14104"/>
                    <a:pt x="3581" y="14258"/>
                  </a:cubicBezTo>
                  <a:cubicBezTo>
                    <a:pt x="3581" y="14412"/>
                    <a:pt x="3704" y="14536"/>
                    <a:pt x="3858" y="14536"/>
                  </a:cubicBezTo>
                  <a:lnTo>
                    <a:pt x="10679" y="14536"/>
                  </a:lnTo>
                  <a:cubicBezTo>
                    <a:pt x="10833" y="14536"/>
                    <a:pt x="10956" y="14412"/>
                    <a:pt x="10956" y="14258"/>
                  </a:cubicBezTo>
                  <a:cubicBezTo>
                    <a:pt x="10956" y="14117"/>
                    <a:pt x="10854" y="13976"/>
                    <a:pt x="10718" y="13976"/>
                  </a:cubicBezTo>
                  <a:cubicBezTo>
                    <a:pt x="10705" y="13976"/>
                    <a:pt x="10692" y="13978"/>
                    <a:pt x="10679" y="13980"/>
                  </a:cubicBezTo>
                  <a:lnTo>
                    <a:pt x="9259" y="13980"/>
                  </a:lnTo>
                  <a:lnTo>
                    <a:pt x="9259" y="12653"/>
                  </a:lnTo>
                  <a:lnTo>
                    <a:pt x="13672" y="12653"/>
                  </a:lnTo>
                  <a:cubicBezTo>
                    <a:pt x="14135" y="12653"/>
                    <a:pt x="14536" y="12283"/>
                    <a:pt x="14536" y="11820"/>
                  </a:cubicBezTo>
                  <a:lnTo>
                    <a:pt x="14536" y="3395"/>
                  </a:lnTo>
                  <a:cubicBezTo>
                    <a:pt x="14536" y="2932"/>
                    <a:pt x="14135" y="2562"/>
                    <a:pt x="13672" y="2562"/>
                  </a:cubicBezTo>
                  <a:lnTo>
                    <a:pt x="11821" y="2562"/>
                  </a:lnTo>
                  <a:lnTo>
                    <a:pt x="11821" y="1697"/>
                  </a:lnTo>
                  <a:cubicBezTo>
                    <a:pt x="11821" y="1234"/>
                    <a:pt x="11419" y="864"/>
                    <a:pt x="10956" y="864"/>
                  </a:cubicBezTo>
                  <a:lnTo>
                    <a:pt x="9259" y="864"/>
                  </a:lnTo>
                  <a:cubicBezTo>
                    <a:pt x="9259" y="370"/>
                    <a:pt x="8889" y="0"/>
                    <a:pt x="8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6" name="Google Shape;13986;p89"/>
            <p:cNvSpPr/>
            <p:nvPr/>
          </p:nvSpPr>
          <p:spPr>
            <a:xfrm>
              <a:off x="5646975" y="2009675"/>
              <a:ext cx="106000" cy="14750"/>
            </a:xfrm>
            <a:custGeom>
              <a:rect b="b" l="l" r="r" t="t"/>
              <a:pathLst>
                <a:path extrusionOk="0" h="590" w="4240">
                  <a:moveTo>
                    <a:pt x="393" y="1"/>
                  </a:moveTo>
                  <a:cubicBezTo>
                    <a:pt x="1" y="1"/>
                    <a:pt x="1" y="589"/>
                    <a:pt x="393" y="589"/>
                  </a:cubicBezTo>
                  <a:cubicBezTo>
                    <a:pt x="403" y="589"/>
                    <a:pt x="413" y="589"/>
                    <a:pt x="423" y="588"/>
                  </a:cubicBezTo>
                  <a:lnTo>
                    <a:pt x="3818" y="588"/>
                  </a:lnTo>
                  <a:cubicBezTo>
                    <a:pt x="3828" y="589"/>
                    <a:pt x="3837" y="589"/>
                    <a:pt x="3847" y="589"/>
                  </a:cubicBezTo>
                  <a:cubicBezTo>
                    <a:pt x="4240" y="589"/>
                    <a:pt x="4240" y="1"/>
                    <a:pt x="3847" y="1"/>
                  </a:cubicBezTo>
                  <a:cubicBezTo>
                    <a:pt x="3837" y="1"/>
                    <a:pt x="3828" y="1"/>
                    <a:pt x="3818" y="2"/>
                  </a:cubicBezTo>
                  <a:lnTo>
                    <a:pt x="423" y="2"/>
                  </a:lnTo>
                  <a:cubicBezTo>
                    <a:pt x="413" y="1"/>
                    <a:pt x="403" y="1"/>
                    <a:pt x="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7" name="Google Shape;13987;p89"/>
            <p:cNvSpPr/>
            <p:nvPr/>
          </p:nvSpPr>
          <p:spPr>
            <a:xfrm>
              <a:off x="5646975" y="2052800"/>
              <a:ext cx="106000" cy="14050"/>
            </a:xfrm>
            <a:custGeom>
              <a:rect b="b" l="l" r="r" t="t"/>
              <a:pathLst>
                <a:path extrusionOk="0" h="562" w="4240">
                  <a:moveTo>
                    <a:pt x="367" y="1"/>
                  </a:moveTo>
                  <a:cubicBezTo>
                    <a:pt x="1" y="1"/>
                    <a:pt x="10" y="562"/>
                    <a:pt x="393" y="562"/>
                  </a:cubicBezTo>
                  <a:cubicBezTo>
                    <a:pt x="403" y="562"/>
                    <a:pt x="413" y="561"/>
                    <a:pt x="423" y="561"/>
                  </a:cubicBezTo>
                  <a:lnTo>
                    <a:pt x="3818" y="561"/>
                  </a:lnTo>
                  <a:cubicBezTo>
                    <a:pt x="3828" y="561"/>
                    <a:pt x="3837" y="562"/>
                    <a:pt x="3847" y="562"/>
                  </a:cubicBezTo>
                  <a:cubicBezTo>
                    <a:pt x="4231" y="562"/>
                    <a:pt x="4240" y="1"/>
                    <a:pt x="3874" y="1"/>
                  </a:cubicBezTo>
                  <a:cubicBezTo>
                    <a:pt x="3856" y="1"/>
                    <a:pt x="3837" y="2"/>
                    <a:pt x="3818" y="5"/>
                  </a:cubicBezTo>
                  <a:lnTo>
                    <a:pt x="423" y="5"/>
                  </a:lnTo>
                  <a:cubicBezTo>
                    <a:pt x="403" y="2"/>
                    <a:pt x="384" y="1"/>
                    <a:pt x="3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8" name="Google Shape;13988;p89"/>
            <p:cNvSpPr/>
            <p:nvPr/>
          </p:nvSpPr>
          <p:spPr>
            <a:xfrm>
              <a:off x="5647175" y="2095250"/>
              <a:ext cx="105600" cy="14100"/>
            </a:xfrm>
            <a:custGeom>
              <a:rect b="b" l="l" r="r" t="t"/>
              <a:pathLst>
                <a:path extrusionOk="0" h="564" w="4224">
                  <a:moveTo>
                    <a:pt x="361" y="0"/>
                  </a:moveTo>
                  <a:cubicBezTo>
                    <a:pt x="1" y="0"/>
                    <a:pt x="1" y="564"/>
                    <a:pt x="361" y="564"/>
                  </a:cubicBezTo>
                  <a:cubicBezTo>
                    <a:pt x="378" y="564"/>
                    <a:pt x="396" y="563"/>
                    <a:pt x="415" y="560"/>
                  </a:cubicBezTo>
                  <a:lnTo>
                    <a:pt x="3810" y="560"/>
                  </a:lnTo>
                  <a:cubicBezTo>
                    <a:pt x="3828" y="563"/>
                    <a:pt x="3846" y="564"/>
                    <a:pt x="3864" y="564"/>
                  </a:cubicBezTo>
                  <a:cubicBezTo>
                    <a:pt x="4224" y="564"/>
                    <a:pt x="4224" y="0"/>
                    <a:pt x="3864" y="0"/>
                  </a:cubicBezTo>
                  <a:cubicBezTo>
                    <a:pt x="3846" y="0"/>
                    <a:pt x="3828" y="2"/>
                    <a:pt x="3810" y="4"/>
                  </a:cubicBezTo>
                  <a:lnTo>
                    <a:pt x="415" y="4"/>
                  </a:lnTo>
                  <a:cubicBezTo>
                    <a:pt x="396" y="2"/>
                    <a:pt x="378" y="0"/>
                    <a:pt x="3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9" name="Google Shape;13989;p89"/>
            <p:cNvSpPr/>
            <p:nvPr/>
          </p:nvSpPr>
          <p:spPr>
            <a:xfrm>
              <a:off x="5647175" y="2137675"/>
              <a:ext cx="102975" cy="14125"/>
            </a:xfrm>
            <a:custGeom>
              <a:rect b="b" l="l" r="r" t="t"/>
              <a:pathLst>
                <a:path extrusionOk="0" h="565" w="4119">
                  <a:moveTo>
                    <a:pt x="361" y="1"/>
                  </a:moveTo>
                  <a:cubicBezTo>
                    <a:pt x="1" y="1"/>
                    <a:pt x="1" y="564"/>
                    <a:pt x="361" y="564"/>
                  </a:cubicBezTo>
                  <a:cubicBezTo>
                    <a:pt x="378" y="564"/>
                    <a:pt x="396" y="563"/>
                    <a:pt x="415" y="560"/>
                  </a:cubicBezTo>
                  <a:lnTo>
                    <a:pt x="3810" y="560"/>
                  </a:lnTo>
                  <a:cubicBezTo>
                    <a:pt x="3964" y="560"/>
                    <a:pt x="4087" y="437"/>
                    <a:pt x="4118" y="283"/>
                  </a:cubicBezTo>
                  <a:cubicBezTo>
                    <a:pt x="4118" y="128"/>
                    <a:pt x="3964" y="5"/>
                    <a:pt x="3810" y="5"/>
                  </a:cubicBezTo>
                  <a:lnTo>
                    <a:pt x="415" y="5"/>
                  </a:lnTo>
                  <a:cubicBezTo>
                    <a:pt x="396" y="2"/>
                    <a:pt x="378"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0" name="Google Shape;13990;p89"/>
            <p:cNvSpPr/>
            <p:nvPr/>
          </p:nvSpPr>
          <p:spPr>
            <a:xfrm>
              <a:off x="5669100" y="2180225"/>
              <a:ext cx="17550" cy="14250"/>
            </a:xfrm>
            <a:custGeom>
              <a:rect b="b" l="l" r="r" t="t"/>
              <a:pathLst>
                <a:path extrusionOk="0" h="570" w="702">
                  <a:moveTo>
                    <a:pt x="371" y="0"/>
                  </a:moveTo>
                  <a:cubicBezTo>
                    <a:pt x="124" y="31"/>
                    <a:pt x="1" y="340"/>
                    <a:pt x="217" y="494"/>
                  </a:cubicBezTo>
                  <a:cubicBezTo>
                    <a:pt x="269" y="547"/>
                    <a:pt x="332" y="569"/>
                    <a:pt x="393" y="569"/>
                  </a:cubicBezTo>
                  <a:cubicBezTo>
                    <a:pt x="550" y="569"/>
                    <a:pt x="702" y="424"/>
                    <a:pt x="680" y="247"/>
                  </a:cubicBezTo>
                  <a:cubicBezTo>
                    <a:pt x="649" y="93"/>
                    <a:pt x="525" y="0"/>
                    <a:pt x="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91" name="Google Shape;13991;p89"/>
          <p:cNvGrpSpPr/>
          <p:nvPr/>
        </p:nvGrpSpPr>
        <p:grpSpPr>
          <a:xfrm>
            <a:off x="1694713" y="3454981"/>
            <a:ext cx="404625" cy="363250"/>
            <a:chOff x="4736000" y="1924850"/>
            <a:chExt cx="404625" cy="363250"/>
          </a:xfrm>
        </p:grpSpPr>
        <p:sp>
          <p:nvSpPr>
            <p:cNvPr id="13992" name="Google Shape;13992;p89"/>
            <p:cNvSpPr/>
            <p:nvPr/>
          </p:nvSpPr>
          <p:spPr>
            <a:xfrm>
              <a:off x="4852050" y="1967200"/>
              <a:ext cx="216050" cy="185275"/>
            </a:xfrm>
            <a:custGeom>
              <a:rect b="b" l="l" r="r" t="t"/>
              <a:pathLst>
                <a:path extrusionOk="0" h="7411" w="8642">
                  <a:moveTo>
                    <a:pt x="4956" y="566"/>
                  </a:moveTo>
                  <a:cubicBezTo>
                    <a:pt x="6521" y="566"/>
                    <a:pt x="7890" y="1773"/>
                    <a:pt x="8055" y="3398"/>
                  </a:cubicBezTo>
                  <a:lnTo>
                    <a:pt x="8055" y="3429"/>
                  </a:lnTo>
                  <a:lnTo>
                    <a:pt x="6635" y="3429"/>
                  </a:lnTo>
                  <a:cubicBezTo>
                    <a:pt x="6327" y="3429"/>
                    <a:pt x="6080" y="3182"/>
                    <a:pt x="6080" y="2843"/>
                  </a:cubicBezTo>
                  <a:cubicBezTo>
                    <a:pt x="6049" y="2225"/>
                    <a:pt x="5555" y="1732"/>
                    <a:pt x="4938" y="1732"/>
                  </a:cubicBezTo>
                  <a:cubicBezTo>
                    <a:pt x="4629" y="1732"/>
                    <a:pt x="4382" y="1454"/>
                    <a:pt x="4382" y="1145"/>
                  </a:cubicBezTo>
                  <a:lnTo>
                    <a:pt x="4382" y="621"/>
                  </a:lnTo>
                  <a:cubicBezTo>
                    <a:pt x="4575" y="584"/>
                    <a:pt x="4767" y="566"/>
                    <a:pt x="4956" y="566"/>
                  </a:cubicBezTo>
                  <a:close/>
                  <a:moveTo>
                    <a:pt x="4105" y="3985"/>
                  </a:moveTo>
                  <a:cubicBezTo>
                    <a:pt x="4784" y="4046"/>
                    <a:pt x="4784" y="5065"/>
                    <a:pt x="4105" y="5126"/>
                  </a:cubicBezTo>
                  <a:cubicBezTo>
                    <a:pt x="3518" y="5126"/>
                    <a:pt x="3024" y="5559"/>
                    <a:pt x="2963" y="6114"/>
                  </a:cubicBezTo>
                  <a:cubicBezTo>
                    <a:pt x="2315" y="5589"/>
                    <a:pt x="1913" y="4818"/>
                    <a:pt x="1821" y="3985"/>
                  </a:cubicBezTo>
                  <a:close/>
                  <a:moveTo>
                    <a:pt x="3796" y="806"/>
                  </a:moveTo>
                  <a:lnTo>
                    <a:pt x="3796" y="1145"/>
                  </a:lnTo>
                  <a:cubicBezTo>
                    <a:pt x="3796" y="1763"/>
                    <a:pt x="4321" y="2287"/>
                    <a:pt x="4938" y="2287"/>
                  </a:cubicBezTo>
                  <a:cubicBezTo>
                    <a:pt x="5247" y="2287"/>
                    <a:pt x="5493" y="2534"/>
                    <a:pt x="5493" y="2843"/>
                  </a:cubicBezTo>
                  <a:cubicBezTo>
                    <a:pt x="5524" y="3460"/>
                    <a:pt x="6018" y="3985"/>
                    <a:pt x="6635" y="3985"/>
                  </a:cubicBezTo>
                  <a:lnTo>
                    <a:pt x="8055" y="3985"/>
                  </a:lnTo>
                  <a:cubicBezTo>
                    <a:pt x="7901" y="5589"/>
                    <a:pt x="6543" y="6824"/>
                    <a:pt x="4938" y="6824"/>
                  </a:cubicBezTo>
                  <a:cubicBezTo>
                    <a:pt x="4444" y="6824"/>
                    <a:pt x="3950" y="6700"/>
                    <a:pt x="3518" y="6484"/>
                  </a:cubicBezTo>
                  <a:lnTo>
                    <a:pt x="3518" y="6268"/>
                  </a:lnTo>
                  <a:cubicBezTo>
                    <a:pt x="3518" y="5929"/>
                    <a:pt x="3765" y="5682"/>
                    <a:pt x="4105" y="5682"/>
                  </a:cubicBezTo>
                  <a:cubicBezTo>
                    <a:pt x="5524" y="5589"/>
                    <a:pt x="5524" y="3491"/>
                    <a:pt x="4105" y="3429"/>
                  </a:cubicBezTo>
                  <a:lnTo>
                    <a:pt x="1821" y="3429"/>
                  </a:lnTo>
                  <a:cubicBezTo>
                    <a:pt x="1944" y="2225"/>
                    <a:pt x="2716" y="1207"/>
                    <a:pt x="3796" y="806"/>
                  </a:cubicBezTo>
                  <a:close/>
                  <a:moveTo>
                    <a:pt x="4911" y="0"/>
                  </a:moveTo>
                  <a:cubicBezTo>
                    <a:pt x="4001" y="0"/>
                    <a:pt x="3073" y="336"/>
                    <a:pt x="2315" y="1084"/>
                  </a:cubicBezTo>
                  <a:cubicBezTo>
                    <a:pt x="0" y="3429"/>
                    <a:pt x="1636" y="7379"/>
                    <a:pt x="4938" y="7410"/>
                  </a:cubicBezTo>
                  <a:cubicBezTo>
                    <a:pt x="6975" y="7379"/>
                    <a:pt x="8610" y="5744"/>
                    <a:pt x="8641" y="3707"/>
                  </a:cubicBezTo>
                  <a:cubicBezTo>
                    <a:pt x="8641" y="1472"/>
                    <a:pt x="6817" y="0"/>
                    <a:pt x="49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3" name="Google Shape;13993;p89"/>
            <p:cNvSpPr/>
            <p:nvPr/>
          </p:nvSpPr>
          <p:spPr>
            <a:xfrm>
              <a:off x="5062675" y="2134700"/>
              <a:ext cx="16225" cy="14575"/>
            </a:xfrm>
            <a:custGeom>
              <a:rect b="b" l="l" r="r" t="t"/>
              <a:pathLst>
                <a:path extrusionOk="0" h="583" w="649">
                  <a:moveTo>
                    <a:pt x="371" y="0"/>
                  </a:moveTo>
                  <a:cubicBezTo>
                    <a:pt x="124" y="0"/>
                    <a:pt x="0" y="309"/>
                    <a:pt x="155" y="494"/>
                  </a:cubicBezTo>
                  <a:cubicBezTo>
                    <a:pt x="215" y="555"/>
                    <a:pt x="289" y="582"/>
                    <a:pt x="361" y="582"/>
                  </a:cubicBezTo>
                  <a:cubicBezTo>
                    <a:pt x="508" y="582"/>
                    <a:pt x="648" y="465"/>
                    <a:pt x="648" y="278"/>
                  </a:cubicBezTo>
                  <a:cubicBezTo>
                    <a:pt x="648" y="124"/>
                    <a:pt x="525" y="0"/>
                    <a:pt x="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4" name="Google Shape;13994;p89"/>
            <p:cNvSpPr/>
            <p:nvPr/>
          </p:nvSpPr>
          <p:spPr>
            <a:xfrm>
              <a:off x="4736000" y="1924850"/>
              <a:ext cx="404625" cy="363250"/>
            </a:xfrm>
            <a:custGeom>
              <a:rect b="b" l="l" r="r" t="t"/>
              <a:pathLst>
                <a:path extrusionOk="0" h="14530" w="16185">
                  <a:moveTo>
                    <a:pt x="5383" y="8796"/>
                  </a:moveTo>
                  <a:cubicBezTo>
                    <a:pt x="5630" y="9073"/>
                    <a:pt x="5876" y="9351"/>
                    <a:pt x="6185" y="9598"/>
                  </a:cubicBezTo>
                  <a:lnTo>
                    <a:pt x="5383" y="10400"/>
                  </a:lnTo>
                  <a:cubicBezTo>
                    <a:pt x="5074" y="10154"/>
                    <a:pt x="4827" y="9876"/>
                    <a:pt x="4580" y="9598"/>
                  </a:cubicBezTo>
                  <a:lnTo>
                    <a:pt x="5383" y="8796"/>
                  </a:lnTo>
                  <a:close/>
                  <a:moveTo>
                    <a:pt x="4179" y="9999"/>
                  </a:moveTo>
                  <a:cubicBezTo>
                    <a:pt x="4426" y="10277"/>
                    <a:pt x="4704" y="10555"/>
                    <a:pt x="4981" y="10802"/>
                  </a:cubicBezTo>
                  <a:lnTo>
                    <a:pt x="1988" y="13795"/>
                  </a:lnTo>
                  <a:cubicBezTo>
                    <a:pt x="1856" y="13927"/>
                    <a:pt x="1709" y="13983"/>
                    <a:pt x="1570" y="13983"/>
                  </a:cubicBezTo>
                  <a:cubicBezTo>
                    <a:pt x="1126" y="13983"/>
                    <a:pt x="755" y="13416"/>
                    <a:pt x="1155" y="12993"/>
                  </a:cubicBezTo>
                  <a:lnTo>
                    <a:pt x="4179" y="9999"/>
                  </a:lnTo>
                  <a:close/>
                  <a:moveTo>
                    <a:pt x="9580" y="0"/>
                  </a:moveTo>
                  <a:cubicBezTo>
                    <a:pt x="5321" y="31"/>
                    <a:pt x="2759" y="4722"/>
                    <a:pt x="5074" y="8333"/>
                  </a:cubicBezTo>
                  <a:lnTo>
                    <a:pt x="784" y="12592"/>
                  </a:lnTo>
                  <a:cubicBezTo>
                    <a:pt x="0" y="13423"/>
                    <a:pt x="735" y="14529"/>
                    <a:pt x="1607" y="14529"/>
                  </a:cubicBezTo>
                  <a:cubicBezTo>
                    <a:pt x="1868" y="14529"/>
                    <a:pt x="2141" y="14431"/>
                    <a:pt x="2389" y="14196"/>
                  </a:cubicBezTo>
                  <a:lnTo>
                    <a:pt x="6648" y="9938"/>
                  </a:lnTo>
                  <a:cubicBezTo>
                    <a:pt x="7545" y="10505"/>
                    <a:pt x="8564" y="10791"/>
                    <a:pt x="9584" y="10791"/>
                  </a:cubicBezTo>
                  <a:cubicBezTo>
                    <a:pt x="10671" y="10791"/>
                    <a:pt x="11758" y="10467"/>
                    <a:pt x="12697" y="9814"/>
                  </a:cubicBezTo>
                  <a:cubicBezTo>
                    <a:pt x="12820" y="9721"/>
                    <a:pt x="12820" y="9536"/>
                    <a:pt x="12759" y="9413"/>
                  </a:cubicBezTo>
                  <a:cubicBezTo>
                    <a:pt x="12703" y="9338"/>
                    <a:pt x="12613" y="9297"/>
                    <a:pt x="12523" y="9297"/>
                  </a:cubicBezTo>
                  <a:cubicBezTo>
                    <a:pt x="12464" y="9297"/>
                    <a:pt x="12406" y="9315"/>
                    <a:pt x="12357" y="9351"/>
                  </a:cubicBezTo>
                  <a:cubicBezTo>
                    <a:pt x="11512" y="9959"/>
                    <a:pt x="10530" y="10256"/>
                    <a:pt x="9553" y="10256"/>
                  </a:cubicBezTo>
                  <a:cubicBezTo>
                    <a:pt x="8249" y="10256"/>
                    <a:pt x="6953" y="9727"/>
                    <a:pt x="6000" y="8703"/>
                  </a:cubicBezTo>
                  <a:cubicBezTo>
                    <a:pt x="4364" y="6913"/>
                    <a:pt x="4303" y="4166"/>
                    <a:pt x="5876" y="2315"/>
                  </a:cubicBezTo>
                  <a:cubicBezTo>
                    <a:pt x="6829" y="1176"/>
                    <a:pt x="8199" y="579"/>
                    <a:pt x="9583" y="579"/>
                  </a:cubicBezTo>
                  <a:cubicBezTo>
                    <a:pt x="10488" y="579"/>
                    <a:pt x="11398" y="834"/>
                    <a:pt x="12203" y="1358"/>
                  </a:cubicBezTo>
                  <a:cubicBezTo>
                    <a:pt x="14240" y="2685"/>
                    <a:pt x="14981" y="5339"/>
                    <a:pt x="13901" y="7530"/>
                  </a:cubicBezTo>
                  <a:cubicBezTo>
                    <a:pt x="13839" y="7654"/>
                    <a:pt x="13901" y="7839"/>
                    <a:pt x="14055" y="7901"/>
                  </a:cubicBezTo>
                  <a:cubicBezTo>
                    <a:pt x="14094" y="7930"/>
                    <a:pt x="14140" y="7944"/>
                    <a:pt x="14187" y="7944"/>
                  </a:cubicBezTo>
                  <a:cubicBezTo>
                    <a:pt x="14284" y="7944"/>
                    <a:pt x="14383" y="7882"/>
                    <a:pt x="14425" y="7777"/>
                  </a:cubicBezTo>
                  <a:cubicBezTo>
                    <a:pt x="16184" y="4197"/>
                    <a:pt x="13561" y="0"/>
                    <a:pt x="95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95" name="Google Shape;13995;p89"/>
          <p:cNvGrpSpPr/>
          <p:nvPr/>
        </p:nvGrpSpPr>
        <p:grpSpPr>
          <a:xfrm>
            <a:off x="1099250" y="3454644"/>
            <a:ext cx="270075" cy="363925"/>
            <a:chOff x="4043450" y="3602175"/>
            <a:chExt cx="270075" cy="363925"/>
          </a:xfrm>
        </p:grpSpPr>
        <p:sp>
          <p:nvSpPr>
            <p:cNvPr id="13996" name="Google Shape;13996;p89"/>
            <p:cNvSpPr/>
            <p:nvPr/>
          </p:nvSpPr>
          <p:spPr>
            <a:xfrm>
              <a:off x="4078950" y="3646150"/>
              <a:ext cx="25475" cy="21100"/>
            </a:xfrm>
            <a:custGeom>
              <a:rect b="b" l="l" r="r" t="t"/>
              <a:pathLst>
                <a:path extrusionOk="0" h="844" w="1019">
                  <a:moveTo>
                    <a:pt x="587" y="1"/>
                  </a:moveTo>
                  <a:cubicBezTo>
                    <a:pt x="186" y="1"/>
                    <a:pt x="0" y="464"/>
                    <a:pt x="278" y="711"/>
                  </a:cubicBezTo>
                  <a:cubicBezTo>
                    <a:pt x="370" y="802"/>
                    <a:pt x="481" y="843"/>
                    <a:pt x="589" y="843"/>
                  </a:cubicBezTo>
                  <a:cubicBezTo>
                    <a:pt x="810" y="843"/>
                    <a:pt x="1019" y="671"/>
                    <a:pt x="1019" y="402"/>
                  </a:cubicBezTo>
                  <a:cubicBezTo>
                    <a:pt x="1019" y="186"/>
                    <a:pt x="803" y="1"/>
                    <a:pt x="5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7" name="Google Shape;13997;p89"/>
            <p:cNvSpPr/>
            <p:nvPr/>
          </p:nvSpPr>
          <p:spPr>
            <a:xfrm>
              <a:off x="4083575" y="3692450"/>
              <a:ext cx="17000" cy="14075"/>
            </a:xfrm>
            <a:custGeom>
              <a:rect b="b" l="l" r="r" t="t"/>
              <a:pathLst>
                <a:path extrusionOk="0" h="563" w="680">
                  <a:moveTo>
                    <a:pt x="402" y="0"/>
                  </a:moveTo>
                  <a:cubicBezTo>
                    <a:pt x="155" y="0"/>
                    <a:pt x="1" y="309"/>
                    <a:pt x="186" y="494"/>
                  </a:cubicBezTo>
                  <a:cubicBezTo>
                    <a:pt x="242" y="541"/>
                    <a:pt x="309" y="562"/>
                    <a:pt x="376" y="562"/>
                  </a:cubicBezTo>
                  <a:cubicBezTo>
                    <a:pt x="530" y="562"/>
                    <a:pt x="680" y="450"/>
                    <a:pt x="680" y="278"/>
                  </a:cubicBezTo>
                  <a:cubicBezTo>
                    <a:pt x="680" y="124"/>
                    <a:pt x="556" y="0"/>
                    <a:pt x="4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8" name="Google Shape;13998;p89"/>
            <p:cNvSpPr/>
            <p:nvPr/>
          </p:nvSpPr>
          <p:spPr>
            <a:xfrm>
              <a:off x="4086675" y="3734100"/>
              <a:ext cx="184425" cy="184425"/>
            </a:xfrm>
            <a:custGeom>
              <a:rect b="b" l="l" r="r" t="t"/>
              <a:pathLst>
                <a:path extrusionOk="0" h="7377" w="7377">
                  <a:moveTo>
                    <a:pt x="6790" y="2285"/>
                  </a:moveTo>
                  <a:lnTo>
                    <a:pt x="6790" y="3427"/>
                  </a:lnTo>
                  <a:lnTo>
                    <a:pt x="556" y="3427"/>
                  </a:lnTo>
                  <a:lnTo>
                    <a:pt x="556" y="2285"/>
                  </a:lnTo>
                  <a:close/>
                  <a:moveTo>
                    <a:pt x="2531" y="5710"/>
                  </a:moveTo>
                  <a:lnTo>
                    <a:pt x="2531" y="6821"/>
                  </a:lnTo>
                  <a:lnTo>
                    <a:pt x="556" y="6821"/>
                  </a:lnTo>
                  <a:lnTo>
                    <a:pt x="556" y="5710"/>
                  </a:lnTo>
                  <a:close/>
                  <a:moveTo>
                    <a:pt x="6790" y="5710"/>
                  </a:moveTo>
                  <a:lnTo>
                    <a:pt x="6790" y="6821"/>
                  </a:lnTo>
                  <a:lnTo>
                    <a:pt x="4814" y="6821"/>
                  </a:lnTo>
                  <a:lnTo>
                    <a:pt x="4814" y="5710"/>
                  </a:lnTo>
                  <a:close/>
                  <a:moveTo>
                    <a:pt x="1975" y="1"/>
                  </a:moveTo>
                  <a:cubicBezTo>
                    <a:pt x="1821" y="1"/>
                    <a:pt x="1697" y="124"/>
                    <a:pt x="1697" y="279"/>
                  </a:cubicBezTo>
                  <a:cubicBezTo>
                    <a:pt x="1697" y="433"/>
                    <a:pt x="1821" y="556"/>
                    <a:pt x="1975" y="556"/>
                  </a:cubicBezTo>
                  <a:lnTo>
                    <a:pt x="3395" y="556"/>
                  </a:lnTo>
                  <a:lnTo>
                    <a:pt x="3395" y="1698"/>
                  </a:lnTo>
                  <a:lnTo>
                    <a:pt x="278" y="1698"/>
                  </a:lnTo>
                  <a:cubicBezTo>
                    <a:pt x="123" y="1698"/>
                    <a:pt x="0" y="1822"/>
                    <a:pt x="0" y="1976"/>
                  </a:cubicBezTo>
                  <a:lnTo>
                    <a:pt x="0" y="3704"/>
                  </a:lnTo>
                  <a:cubicBezTo>
                    <a:pt x="0" y="3859"/>
                    <a:pt x="123" y="3982"/>
                    <a:pt x="278" y="3982"/>
                  </a:cubicBezTo>
                  <a:lnTo>
                    <a:pt x="833" y="3982"/>
                  </a:lnTo>
                  <a:lnTo>
                    <a:pt x="833" y="5124"/>
                  </a:lnTo>
                  <a:lnTo>
                    <a:pt x="278" y="5124"/>
                  </a:lnTo>
                  <a:cubicBezTo>
                    <a:pt x="123" y="5124"/>
                    <a:pt x="0" y="5247"/>
                    <a:pt x="0" y="5402"/>
                  </a:cubicBezTo>
                  <a:lnTo>
                    <a:pt x="0" y="7099"/>
                  </a:lnTo>
                  <a:cubicBezTo>
                    <a:pt x="0" y="7253"/>
                    <a:pt x="123" y="7377"/>
                    <a:pt x="278" y="7377"/>
                  </a:cubicBezTo>
                  <a:lnTo>
                    <a:pt x="2839" y="7377"/>
                  </a:lnTo>
                  <a:cubicBezTo>
                    <a:pt x="2994" y="7377"/>
                    <a:pt x="3117" y="7253"/>
                    <a:pt x="3117" y="7099"/>
                  </a:cubicBezTo>
                  <a:lnTo>
                    <a:pt x="3117" y="5402"/>
                  </a:lnTo>
                  <a:cubicBezTo>
                    <a:pt x="3117" y="5247"/>
                    <a:pt x="2994" y="5124"/>
                    <a:pt x="2839" y="5124"/>
                  </a:cubicBezTo>
                  <a:lnTo>
                    <a:pt x="1420" y="5124"/>
                  </a:lnTo>
                  <a:lnTo>
                    <a:pt x="1420" y="3982"/>
                  </a:lnTo>
                  <a:lnTo>
                    <a:pt x="5956" y="3982"/>
                  </a:lnTo>
                  <a:lnTo>
                    <a:pt x="5956" y="5124"/>
                  </a:lnTo>
                  <a:lnTo>
                    <a:pt x="4537" y="5124"/>
                  </a:lnTo>
                  <a:cubicBezTo>
                    <a:pt x="4382" y="5124"/>
                    <a:pt x="4259" y="5247"/>
                    <a:pt x="4259" y="5402"/>
                  </a:cubicBezTo>
                  <a:lnTo>
                    <a:pt x="4259" y="7099"/>
                  </a:lnTo>
                  <a:cubicBezTo>
                    <a:pt x="4259" y="7253"/>
                    <a:pt x="4382" y="7377"/>
                    <a:pt x="4537" y="7377"/>
                  </a:cubicBezTo>
                  <a:lnTo>
                    <a:pt x="7098" y="7377"/>
                  </a:lnTo>
                  <a:cubicBezTo>
                    <a:pt x="7253" y="7377"/>
                    <a:pt x="7376" y="7253"/>
                    <a:pt x="7376" y="7099"/>
                  </a:cubicBezTo>
                  <a:lnTo>
                    <a:pt x="7376" y="5402"/>
                  </a:lnTo>
                  <a:cubicBezTo>
                    <a:pt x="7376" y="5247"/>
                    <a:pt x="7253" y="5124"/>
                    <a:pt x="7098" y="5124"/>
                  </a:cubicBezTo>
                  <a:lnTo>
                    <a:pt x="6512" y="5124"/>
                  </a:lnTo>
                  <a:lnTo>
                    <a:pt x="6512" y="3982"/>
                  </a:lnTo>
                  <a:lnTo>
                    <a:pt x="7098" y="3982"/>
                  </a:lnTo>
                  <a:cubicBezTo>
                    <a:pt x="7253" y="3982"/>
                    <a:pt x="7376" y="3859"/>
                    <a:pt x="7376" y="3704"/>
                  </a:cubicBezTo>
                  <a:lnTo>
                    <a:pt x="7376" y="1976"/>
                  </a:lnTo>
                  <a:cubicBezTo>
                    <a:pt x="7376" y="1822"/>
                    <a:pt x="7253" y="1698"/>
                    <a:pt x="7098" y="1698"/>
                  </a:cubicBezTo>
                  <a:lnTo>
                    <a:pt x="3950" y="1698"/>
                  </a:lnTo>
                  <a:lnTo>
                    <a:pt x="3950" y="556"/>
                  </a:lnTo>
                  <a:lnTo>
                    <a:pt x="5370" y="556"/>
                  </a:lnTo>
                  <a:cubicBezTo>
                    <a:pt x="5524" y="556"/>
                    <a:pt x="5679" y="433"/>
                    <a:pt x="5679" y="279"/>
                  </a:cubicBezTo>
                  <a:cubicBezTo>
                    <a:pt x="5679" y="124"/>
                    <a:pt x="5524" y="1"/>
                    <a:pt x="5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9" name="Google Shape;13999;p89"/>
            <p:cNvSpPr/>
            <p:nvPr/>
          </p:nvSpPr>
          <p:spPr>
            <a:xfrm>
              <a:off x="4125475" y="3691650"/>
              <a:ext cx="85175" cy="14725"/>
            </a:xfrm>
            <a:custGeom>
              <a:rect b="b" l="l" r="r" t="t"/>
              <a:pathLst>
                <a:path extrusionOk="0" h="589" w="3407">
                  <a:moveTo>
                    <a:pt x="394" y="0"/>
                  </a:moveTo>
                  <a:cubicBezTo>
                    <a:pt x="1" y="0"/>
                    <a:pt x="1" y="589"/>
                    <a:pt x="394" y="589"/>
                  </a:cubicBezTo>
                  <a:cubicBezTo>
                    <a:pt x="403" y="589"/>
                    <a:pt x="413" y="589"/>
                    <a:pt x="423" y="588"/>
                  </a:cubicBezTo>
                  <a:lnTo>
                    <a:pt x="2985" y="588"/>
                  </a:lnTo>
                  <a:cubicBezTo>
                    <a:pt x="2995" y="589"/>
                    <a:pt x="3005" y="589"/>
                    <a:pt x="3014" y="589"/>
                  </a:cubicBezTo>
                  <a:cubicBezTo>
                    <a:pt x="3407" y="589"/>
                    <a:pt x="3407" y="0"/>
                    <a:pt x="3014" y="0"/>
                  </a:cubicBezTo>
                  <a:cubicBezTo>
                    <a:pt x="3005" y="0"/>
                    <a:pt x="2995" y="1"/>
                    <a:pt x="2985" y="2"/>
                  </a:cubicBezTo>
                  <a:lnTo>
                    <a:pt x="423" y="2"/>
                  </a:lnTo>
                  <a:cubicBezTo>
                    <a:pt x="413" y="1"/>
                    <a:pt x="403"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0" name="Google Shape;14000;p89"/>
            <p:cNvSpPr/>
            <p:nvPr/>
          </p:nvSpPr>
          <p:spPr>
            <a:xfrm>
              <a:off x="4129100" y="3649250"/>
              <a:ext cx="77950" cy="14675"/>
            </a:xfrm>
            <a:custGeom>
              <a:rect b="b" l="l" r="r" t="t"/>
              <a:pathLst>
                <a:path extrusionOk="0" h="587" w="3118">
                  <a:moveTo>
                    <a:pt x="278" y="0"/>
                  </a:moveTo>
                  <a:cubicBezTo>
                    <a:pt x="124" y="0"/>
                    <a:pt x="0" y="124"/>
                    <a:pt x="0" y="278"/>
                  </a:cubicBezTo>
                  <a:cubicBezTo>
                    <a:pt x="0" y="432"/>
                    <a:pt x="124" y="587"/>
                    <a:pt x="278" y="587"/>
                  </a:cubicBezTo>
                  <a:lnTo>
                    <a:pt x="2840" y="587"/>
                  </a:lnTo>
                  <a:cubicBezTo>
                    <a:pt x="2994" y="587"/>
                    <a:pt x="3117" y="432"/>
                    <a:pt x="3117" y="278"/>
                  </a:cubicBezTo>
                  <a:cubicBezTo>
                    <a:pt x="3117" y="124"/>
                    <a:pt x="2994" y="0"/>
                    <a:pt x="28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1" name="Google Shape;14001;p89"/>
            <p:cNvSpPr/>
            <p:nvPr/>
          </p:nvSpPr>
          <p:spPr>
            <a:xfrm>
              <a:off x="4171525" y="3951675"/>
              <a:ext cx="17000" cy="14425"/>
            </a:xfrm>
            <a:custGeom>
              <a:rect b="b" l="l" r="r" t="t"/>
              <a:pathLst>
                <a:path extrusionOk="0" h="577" w="680">
                  <a:moveTo>
                    <a:pt x="279" y="1"/>
                  </a:moveTo>
                  <a:cubicBezTo>
                    <a:pt x="124" y="1"/>
                    <a:pt x="1" y="124"/>
                    <a:pt x="1" y="279"/>
                  </a:cubicBezTo>
                  <a:cubicBezTo>
                    <a:pt x="1" y="450"/>
                    <a:pt x="149" y="576"/>
                    <a:pt x="302" y="576"/>
                  </a:cubicBezTo>
                  <a:cubicBezTo>
                    <a:pt x="369" y="576"/>
                    <a:pt x="438" y="552"/>
                    <a:pt x="495" y="495"/>
                  </a:cubicBezTo>
                  <a:cubicBezTo>
                    <a:pt x="680" y="310"/>
                    <a:pt x="526"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2" name="Google Shape;14002;p89"/>
            <p:cNvSpPr/>
            <p:nvPr/>
          </p:nvSpPr>
          <p:spPr>
            <a:xfrm>
              <a:off x="4043450" y="3602175"/>
              <a:ext cx="270075" cy="363425"/>
            </a:xfrm>
            <a:custGeom>
              <a:rect b="b" l="l" r="r" t="t"/>
              <a:pathLst>
                <a:path extrusionOk="0" h="14537" w="10803">
                  <a:moveTo>
                    <a:pt x="8241" y="988"/>
                  </a:moveTo>
                  <a:lnTo>
                    <a:pt x="9846" y="2562"/>
                  </a:lnTo>
                  <a:lnTo>
                    <a:pt x="8241" y="2562"/>
                  </a:lnTo>
                  <a:lnTo>
                    <a:pt x="8241" y="988"/>
                  </a:lnTo>
                  <a:close/>
                  <a:moveTo>
                    <a:pt x="309" y="1"/>
                  </a:moveTo>
                  <a:cubicBezTo>
                    <a:pt x="155" y="1"/>
                    <a:pt x="1" y="155"/>
                    <a:pt x="1" y="309"/>
                  </a:cubicBezTo>
                  <a:lnTo>
                    <a:pt x="1" y="14259"/>
                  </a:lnTo>
                  <a:cubicBezTo>
                    <a:pt x="1" y="14413"/>
                    <a:pt x="155" y="14536"/>
                    <a:pt x="309" y="14536"/>
                  </a:cubicBezTo>
                  <a:lnTo>
                    <a:pt x="4136" y="14536"/>
                  </a:lnTo>
                  <a:cubicBezTo>
                    <a:pt x="4291" y="14536"/>
                    <a:pt x="4414" y="14413"/>
                    <a:pt x="4414" y="14259"/>
                  </a:cubicBezTo>
                  <a:cubicBezTo>
                    <a:pt x="4414" y="14104"/>
                    <a:pt x="4291" y="13981"/>
                    <a:pt x="4136" y="13981"/>
                  </a:cubicBezTo>
                  <a:lnTo>
                    <a:pt x="587" y="13981"/>
                  </a:lnTo>
                  <a:lnTo>
                    <a:pt x="587" y="587"/>
                  </a:lnTo>
                  <a:lnTo>
                    <a:pt x="7685" y="587"/>
                  </a:lnTo>
                  <a:lnTo>
                    <a:pt x="7685" y="2871"/>
                  </a:lnTo>
                  <a:cubicBezTo>
                    <a:pt x="7685" y="3025"/>
                    <a:pt x="7809" y="3148"/>
                    <a:pt x="7963" y="3148"/>
                  </a:cubicBezTo>
                  <a:lnTo>
                    <a:pt x="10247" y="3148"/>
                  </a:lnTo>
                  <a:lnTo>
                    <a:pt x="10247" y="13981"/>
                  </a:lnTo>
                  <a:lnTo>
                    <a:pt x="6698" y="13981"/>
                  </a:lnTo>
                  <a:cubicBezTo>
                    <a:pt x="6543" y="13981"/>
                    <a:pt x="6420" y="14104"/>
                    <a:pt x="6420" y="14259"/>
                  </a:cubicBezTo>
                  <a:cubicBezTo>
                    <a:pt x="6420" y="14413"/>
                    <a:pt x="6543" y="14536"/>
                    <a:pt x="6698" y="14536"/>
                  </a:cubicBezTo>
                  <a:lnTo>
                    <a:pt x="10525" y="14536"/>
                  </a:lnTo>
                  <a:cubicBezTo>
                    <a:pt x="10679" y="14536"/>
                    <a:pt x="10802" y="14413"/>
                    <a:pt x="10802" y="14259"/>
                  </a:cubicBezTo>
                  <a:lnTo>
                    <a:pt x="10802" y="2871"/>
                  </a:lnTo>
                  <a:cubicBezTo>
                    <a:pt x="10802" y="2778"/>
                    <a:pt x="10772" y="2716"/>
                    <a:pt x="10710" y="2655"/>
                  </a:cubicBezTo>
                  <a:lnTo>
                    <a:pt x="8148" y="93"/>
                  </a:lnTo>
                  <a:cubicBezTo>
                    <a:pt x="8117" y="31"/>
                    <a:pt x="8025" y="31"/>
                    <a:pt x="7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03" name="Google Shape;14003;p89"/>
          <p:cNvGrpSpPr/>
          <p:nvPr/>
        </p:nvGrpSpPr>
        <p:grpSpPr>
          <a:xfrm>
            <a:off x="1052588" y="4013725"/>
            <a:ext cx="363400" cy="237175"/>
            <a:chOff x="3997175" y="1988000"/>
            <a:chExt cx="363400" cy="237175"/>
          </a:xfrm>
        </p:grpSpPr>
        <p:sp>
          <p:nvSpPr>
            <p:cNvPr id="14004" name="Google Shape;14004;p89"/>
            <p:cNvSpPr/>
            <p:nvPr/>
          </p:nvSpPr>
          <p:spPr>
            <a:xfrm>
              <a:off x="4254100" y="1988100"/>
              <a:ext cx="17000" cy="14425"/>
            </a:xfrm>
            <a:custGeom>
              <a:rect b="b" l="l" r="r" t="t"/>
              <a:pathLst>
                <a:path extrusionOk="0" h="577" w="680">
                  <a:moveTo>
                    <a:pt x="401" y="1"/>
                  </a:moveTo>
                  <a:cubicBezTo>
                    <a:pt x="124" y="1"/>
                    <a:pt x="0" y="309"/>
                    <a:pt x="185" y="494"/>
                  </a:cubicBezTo>
                  <a:cubicBezTo>
                    <a:pt x="242" y="551"/>
                    <a:pt x="311" y="576"/>
                    <a:pt x="378" y="576"/>
                  </a:cubicBezTo>
                  <a:cubicBezTo>
                    <a:pt x="531" y="576"/>
                    <a:pt x="679" y="450"/>
                    <a:pt x="679" y="278"/>
                  </a:cubicBezTo>
                  <a:cubicBezTo>
                    <a:pt x="679" y="124"/>
                    <a:pt x="556" y="1"/>
                    <a:pt x="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5" name="Google Shape;14005;p89"/>
            <p:cNvSpPr/>
            <p:nvPr/>
          </p:nvSpPr>
          <p:spPr>
            <a:xfrm>
              <a:off x="3997175" y="1988000"/>
              <a:ext cx="363400" cy="237175"/>
            </a:xfrm>
            <a:custGeom>
              <a:rect b="b" l="l" r="r" t="t"/>
              <a:pathLst>
                <a:path extrusionOk="0" h="9487" w="14536">
                  <a:moveTo>
                    <a:pt x="6635" y="560"/>
                  </a:moveTo>
                  <a:lnTo>
                    <a:pt x="4475" y="2690"/>
                  </a:lnTo>
                  <a:cubicBezTo>
                    <a:pt x="4444" y="2751"/>
                    <a:pt x="4413" y="2813"/>
                    <a:pt x="4413" y="2906"/>
                  </a:cubicBezTo>
                  <a:cubicBezTo>
                    <a:pt x="4382" y="2967"/>
                    <a:pt x="4413" y="3060"/>
                    <a:pt x="4475" y="3091"/>
                  </a:cubicBezTo>
                  <a:lnTo>
                    <a:pt x="4784" y="3399"/>
                  </a:lnTo>
                  <a:cubicBezTo>
                    <a:pt x="5092" y="3708"/>
                    <a:pt x="5493" y="3862"/>
                    <a:pt x="5895" y="3862"/>
                  </a:cubicBezTo>
                  <a:cubicBezTo>
                    <a:pt x="6296" y="3862"/>
                    <a:pt x="6697" y="3708"/>
                    <a:pt x="7006" y="3399"/>
                  </a:cubicBezTo>
                  <a:lnTo>
                    <a:pt x="7901" y="2504"/>
                  </a:lnTo>
                  <a:cubicBezTo>
                    <a:pt x="8009" y="2396"/>
                    <a:pt x="8155" y="2342"/>
                    <a:pt x="8302" y="2342"/>
                  </a:cubicBezTo>
                  <a:cubicBezTo>
                    <a:pt x="8449" y="2342"/>
                    <a:pt x="8595" y="2396"/>
                    <a:pt x="8703" y="2504"/>
                  </a:cubicBezTo>
                  <a:lnTo>
                    <a:pt x="12314" y="6115"/>
                  </a:lnTo>
                  <a:cubicBezTo>
                    <a:pt x="12530" y="6331"/>
                    <a:pt x="12530" y="6702"/>
                    <a:pt x="12314" y="6918"/>
                  </a:cubicBezTo>
                  <a:lnTo>
                    <a:pt x="12283" y="6949"/>
                  </a:lnTo>
                  <a:cubicBezTo>
                    <a:pt x="12175" y="7057"/>
                    <a:pt x="12028" y="7111"/>
                    <a:pt x="11882" y="7111"/>
                  </a:cubicBezTo>
                  <a:cubicBezTo>
                    <a:pt x="11735" y="7111"/>
                    <a:pt x="11589" y="7057"/>
                    <a:pt x="11481" y="6949"/>
                  </a:cubicBezTo>
                  <a:lnTo>
                    <a:pt x="8765" y="4233"/>
                  </a:lnTo>
                  <a:cubicBezTo>
                    <a:pt x="8727" y="4177"/>
                    <a:pt x="8679" y="4153"/>
                    <a:pt x="8627" y="4153"/>
                  </a:cubicBezTo>
                  <a:cubicBezTo>
                    <a:pt x="8423" y="4153"/>
                    <a:pt x="8173" y="4517"/>
                    <a:pt x="8394" y="4665"/>
                  </a:cubicBezTo>
                  <a:lnTo>
                    <a:pt x="10493" y="6733"/>
                  </a:lnTo>
                  <a:cubicBezTo>
                    <a:pt x="10897" y="7137"/>
                    <a:pt x="10514" y="7706"/>
                    <a:pt x="10062" y="7706"/>
                  </a:cubicBezTo>
                  <a:cubicBezTo>
                    <a:pt x="9928" y="7706"/>
                    <a:pt x="9787" y="7655"/>
                    <a:pt x="9660" y="7535"/>
                  </a:cubicBezTo>
                  <a:lnTo>
                    <a:pt x="7561" y="5436"/>
                  </a:lnTo>
                  <a:cubicBezTo>
                    <a:pt x="7512" y="5405"/>
                    <a:pt x="7461" y="5392"/>
                    <a:pt x="7413" y="5392"/>
                  </a:cubicBezTo>
                  <a:cubicBezTo>
                    <a:pt x="7221" y="5392"/>
                    <a:pt x="7067" y="5609"/>
                    <a:pt x="7191" y="5807"/>
                  </a:cubicBezTo>
                  <a:lnTo>
                    <a:pt x="8672" y="7319"/>
                  </a:lnTo>
                  <a:cubicBezTo>
                    <a:pt x="9100" y="7723"/>
                    <a:pt x="8722" y="8292"/>
                    <a:pt x="8272" y="8292"/>
                  </a:cubicBezTo>
                  <a:cubicBezTo>
                    <a:pt x="8138" y="8292"/>
                    <a:pt x="7997" y="8242"/>
                    <a:pt x="7870" y="8121"/>
                  </a:cubicBezTo>
                  <a:lnTo>
                    <a:pt x="6388" y="6609"/>
                  </a:lnTo>
                  <a:cubicBezTo>
                    <a:pt x="6341" y="6588"/>
                    <a:pt x="6295" y="6579"/>
                    <a:pt x="6252" y="6579"/>
                  </a:cubicBezTo>
                  <a:cubicBezTo>
                    <a:pt x="6038" y="6579"/>
                    <a:pt x="5885" y="6805"/>
                    <a:pt x="5987" y="7010"/>
                  </a:cubicBezTo>
                  <a:lnTo>
                    <a:pt x="6882" y="7905"/>
                  </a:lnTo>
                  <a:cubicBezTo>
                    <a:pt x="7098" y="8121"/>
                    <a:pt x="7098" y="8492"/>
                    <a:pt x="6882" y="8708"/>
                  </a:cubicBezTo>
                  <a:cubicBezTo>
                    <a:pt x="6774" y="8816"/>
                    <a:pt x="6628" y="8870"/>
                    <a:pt x="6481" y="8870"/>
                  </a:cubicBezTo>
                  <a:cubicBezTo>
                    <a:pt x="6334" y="8870"/>
                    <a:pt x="6188" y="8816"/>
                    <a:pt x="6080" y="8708"/>
                  </a:cubicBezTo>
                  <a:lnTo>
                    <a:pt x="5185" y="7813"/>
                  </a:lnTo>
                  <a:cubicBezTo>
                    <a:pt x="4475" y="7103"/>
                    <a:pt x="3889" y="6300"/>
                    <a:pt x="3426" y="5405"/>
                  </a:cubicBezTo>
                  <a:lnTo>
                    <a:pt x="2438" y="3523"/>
                  </a:lnTo>
                  <a:cubicBezTo>
                    <a:pt x="2376" y="3430"/>
                    <a:pt x="2284" y="3369"/>
                    <a:pt x="2191" y="3369"/>
                  </a:cubicBezTo>
                  <a:lnTo>
                    <a:pt x="586" y="3369"/>
                  </a:lnTo>
                  <a:lnTo>
                    <a:pt x="586" y="560"/>
                  </a:lnTo>
                  <a:close/>
                  <a:moveTo>
                    <a:pt x="9436" y="1"/>
                  </a:moveTo>
                  <a:cubicBezTo>
                    <a:pt x="9419" y="1"/>
                    <a:pt x="9401" y="2"/>
                    <a:pt x="9382" y="5"/>
                  </a:cubicBezTo>
                  <a:lnTo>
                    <a:pt x="278" y="5"/>
                  </a:lnTo>
                  <a:cubicBezTo>
                    <a:pt x="124" y="5"/>
                    <a:pt x="0" y="128"/>
                    <a:pt x="0" y="282"/>
                  </a:cubicBezTo>
                  <a:lnTo>
                    <a:pt x="0" y="3677"/>
                  </a:lnTo>
                  <a:cubicBezTo>
                    <a:pt x="0" y="3832"/>
                    <a:pt x="124" y="3955"/>
                    <a:pt x="278" y="3955"/>
                  </a:cubicBezTo>
                  <a:lnTo>
                    <a:pt x="1975" y="3955"/>
                  </a:lnTo>
                  <a:lnTo>
                    <a:pt x="2901" y="5714"/>
                  </a:lnTo>
                  <a:cubicBezTo>
                    <a:pt x="3395" y="6640"/>
                    <a:pt x="4012" y="7473"/>
                    <a:pt x="4753" y="8214"/>
                  </a:cubicBezTo>
                  <a:lnTo>
                    <a:pt x="5679" y="9140"/>
                  </a:lnTo>
                  <a:cubicBezTo>
                    <a:pt x="5905" y="9378"/>
                    <a:pt x="6194" y="9487"/>
                    <a:pt x="6480" y="9487"/>
                  </a:cubicBezTo>
                  <a:cubicBezTo>
                    <a:pt x="6972" y="9487"/>
                    <a:pt x="7455" y="9162"/>
                    <a:pt x="7592" y="8615"/>
                  </a:cubicBezTo>
                  <a:cubicBezTo>
                    <a:pt x="7796" y="8789"/>
                    <a:pt x="8038" y="8868"/>
                    <a:pt x="8277" y="8868"/>
                  </a:cubicBezTo>
                  <a:cubicBezTo>
                    <a:pt x="8761" y="8868"/>
                    <a:pt x="9238" y="8545"/>
                    <a:pt x="9382" y="8029"/>
                  </a:cubicBezTo>
                  <a:cubicBezTo>
                    <a:pt x="9595" y="8191"/>
                    <a:pt x="9841" y="8267"/>
                    <a:pt x="10083" y="8267"/>
                  </a:cubicBezTo>
                  <a:cubicBezTo>
                    <a:pt x="10579" y="8267"/>
                    <a:pt x="11058" y="7950"/>
                    <a:pt x="11203" y="7412"/>
                  </a:cubicBezTo>
                  <a:cubicBezTo>
                    <a:pt x="11434" y="7597"/>
                    <a:pt x="11676" y="7677"/>
                    <a:pt x="11907" y="7677"/>
                  </a:cubicBezTo>
                  <a:cubicBezTo>
                    <a:pt x="12788" y="7677"/>
                    <a:pt x="13498" y="6521"/>
                    <a:pt x="12715" y="5714"/>
                  </a:cubicBezTo>
                  <a:lnTo>
                    <a:pt x="12160" y="5189"/>
                  </a:lnTo>
                  <a:lnTo>
                    <a:pt x="12561" y="3955"/>
                  </a:lnTo>
                  <a:lnTo>
                    <a:pt x="14227" y="3955"/>
                  </a:lnTo>
                  <a:cubicBezTo>
                    <a:pt x="14382" y="3955"/>
                    <a:pt x="14536" y="3832"/>
                    <a:pt x="14536" y="3677"/>
                  </a:cubicBezTo>
                  <a:lnTo>
                    <a:pt x="14536" y="282"/>
                  </a:lnTo>
                  <a:cubicBezTo>
                    <a:pt x="14536" y="128"/>
                    <a:pt x="14382" y="5"/>
                    <a:pt x="14227" y="5"/>
                  </a:cubicBezTo>
                  <a:lnTo>
                    <a:pt x="11913" y="5"/>
                  </a:lnTo>
                  <a:cubicBezTo>
                    <a:pt x="11573" y="36"/>
                    <a:pt x="11573" y="529"/>
                    <a:pt x="11913" y="560"/>
                  </a:cubicBezTo>
                  <a:lnTo>
                    <a:pt x="13950" y="560"/>
                  </a:lnTo>
                  <a:lnTo>
                    <a:pt x="13950" y="3399"/>
                  </a:lnTo>
                  <a:lnTo>
                    <a:pt x="12345" y="3399"/>
                  </a:lnTo>
                  <a:cubicBezTo>
                    <a:pt x="12221" y="3399"/>
                    <a:pt x="12129" y="3492"/>
                    <a:pt x="12098" y="3616"/>
                  </a:cubicBezTo>
                  <a:lnTo>
                    <a:pt x="11697" y="4757"/>
                  </a:lnTo>
                  <a:lnTo>
                    <a:pt x="10030" y="3091"/>
                  </a:lnTo>
                  <a:cubicBezTo>
                    <a:pt x="10586" y="3091"/>
                    <a:pt x="11079" y="2906"/>
                    <a:pt x="11481" y="2504"/>
                  </a:cubicBezTo>
                  <a:cubicBezTo>
                    <a:pt x="11573" y="2412"/>
                    <a:pt x="11573" y="2227"/>
                    <a:pt x="11481" y="2134"/>
                  </a:cubicBezTo>
                  <a:cubicBezTo>
                    <a:pt x="11419" y="2072"/>
                    <a:pt x="11350" y="2042"/>
                    <a:pt x="11280" y="2042"/>
                  </a:cubicBezTo>
                  <a:cubicBezTo>
                    <a:pt x="11211" y="2042"/>
                    <a:pt x="11141" y="2072"/>
                    <a:pt x="11079" y="2134"/>
                  </a:cubicBezTo>
                  <a:cubicBezTo>
                    <a:pt x="10802" y="2412"/>
                    <a:pt x="10439" y="2551"/>
                    <a:pt x="10076" y="2551"/>
                  </a:cubicBezTo>
                  <a:cubicBezTo>
                    <a:pt x="9714" y="2551"/>
                    <a:pt x="9351" y="2412"/>
                    <a:pt x="9073" y="2134"/>
                  </a:cubicBezTo>
                  <a:cubicBezTo>
                    <a:pt x="8857" y="1903"/>
                    <a:pt x="8564" y="1787"/>
                    <a:pt x="8271" y="1787"/>
                  </a:cubicBezTo>
                  <a:cubicBezTo>
                    <a:pt x="7978" y="1787"/>
                    <a:pt x="7685" y="1903"/>
                    <a:pt x="7469" y="2134"/>
                  </a:cubicBezTo>
                  <a:lnTo>
                    <a:pt x="6574" y="3029"/>
                  </a:lnTo>
                  <a:cubicBezTo>
                    <a:pt x="6373" y="3214"/>
                    <a:pt x="6118" y="3307"/>
                    <a:pt x="5864" y="3307"/>
                  </a:cubicBezTo>
                  <a:cubicBezTo>
                    <a:pt x="5609" y="3307"/>
                    <a:pt x="5355" y="3214"/>
                    <a:pt x="5154" y="3029"/>
                  </a:cubicBezTo>
                  <a:lnTo>
                    <a:pt x="5061" y="2937"/>
                  </a:lnTo>
                  <a:lnTo>
                    <a:pt x="7407" y="560"/>
                  </a:lnTo>
                  <a:lnTo>
                    <a:pt x="9382" y="560"/>
                  </a:lnTo>
                  <a:cubicBezTo>
                    <a:pt x="9401" y="563"/>
                    <a:pt x="9419" y="564"/>
                    <a:pt x="9436" y="564"/>
                  </a:cubicBezTo>
                  <a:cubicBezTo>
                    <a:pt x="9796" y="564"/>
                    <a:pt x="9796" y="1"/>
                    <a:pt x="94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06" name="Google Shape;14006;p89"/>
          <p:cNvGrpSpPr/>
          <p:nvPr/>
        </p:nvGrpSpPr>
        <p:grpSpPr>
          <a:xfrm>
            <a:off x="1729975" y="3950600"/>
            <a:ext cx="334100" cy="363425"/>
            <a:chOff x="6994625" y="3052825"/>
            <a:chExt cx="334100" cy="363425"/>
          </a:xfrm>
        </p:grpSpPr>
        <p:sp>
          <p:nvSpPr>
            <p:cNvPr id="14007" name="Google Shape;14007;p89"/>
            <p:cNvSpPr/>
            <p:nvPr/>
          </p:nvSpPr>
          <p:spPr>
            <a:xfrm>
              <a:off x="6994625" y="3052825"/>
              <a:ext cx="334100" cy="363425"/>
            </a:xfrm>
            <a:custGeom>
              <a:rect b="b" l="l" r="r" t="t"/>
              <a:pathLst>
                <a:path extrusionOk="0" h="14537" w="13364">
                  <a:moveTo>
                    <a:pt x="10771" y="958"/>
                  </a:moveTo>
                  <a:lnTo>
                    <a:pt x="12345" y="2562"/>
                  </a:lnTo>
                  <a:lnTo>
                    <a:pt x="10771" y="2562"/>
                  </a:lnTo>
                  <a:lnTo>
                    <a:pt x="10771" y="958"/>
                  </a:lnTo>
                  <a:close/>
                  <a:moveTo>
                    <a:pt x="2068" y="4136"/>
                  </a:moveTo>
                  <a:lnTo>
                    <a:pt x="2037" y="4167"/>
                  </a:lnTo>
                  <a:lnTo>
                    <a:pt x="3210" y="4167"/>
                  </a:lnTo>
                  <a:cubicBezTo>
                    <a:pt x="4506" y="4167"/>
                    <a:pt x="5710" y="4815"/>
                    <a:pt x="6451" y="5865"/>
                  </a:cubicBezTo>
                  <a:cubicBezTo>
                    <a:pt x="7160" y="6945"/>
                    <a:pt x="7562" y="8179"/>
                    <a:pt x="7623" y="9476"/>
                  </a:cubicBezTo>
                  <a:cubicBezTo>
                    <a:pt x="7654" y="9599"/>
                    <a:pt x="7592" y="9692"/>
                    <a:pt x="7469" y="9753"/>
                  </a:cubicBezTo>
                  <a:lnTo>
                    <a:pt x="6543" y="10216"/>
                  </a:lnTo>
                  <a:lnTo>
                    <a:pt x="6543" y="9877"/>
                  </a:lnTo>
                  <a:cubicBezTo>
                    <a:pt x="6512" y="8920"/>
                    <a:pt x="6296" y="7994"/>
                    <a:pt x="5895" y="7130"/>
                  </a:cubicBezTo>
                  <a:cubicBezTo>
                    <a:pt x="5309" y="5926"/>
                    <a:pt x="4383" y="5278"/>
                    <a:pt x="3241" y="5278"/>
                  </a:cubicBezTo>
                  <a:lnTo>
                    <a:pt x="2161" y="5278"/>
                  </a:lnTo>
                  <a:lnTo>
                    <a:pt x="1790" y="4569"/>
                  </a:lnTo>
                  <a:cubicBezTo>
                    <a:pt x="1698" y="4383"/>
                    <a:pt x="1852" y="4136"/>
                    <a:pt x="2068" y="4136"/>
                  </a:cubicBezTo>
                  <a:close/>
                  <a:moveTo>
                    <a:pt x="3241" y="5865"/>
                  </a:moveTo>
                  <a:cubicBezTo>
                    <a:pt x="4167" y="5865"/>
                    <a:pt x="4877" y="6389"/>
                    <a:pt x="5370" y="7408"/>
                  </a:cubicBezTo>
                  <a:cubicBezTo>
                    <a:pt x="5741" y="8179"/>
                    <a:pt x="5957" y="9043"/>
                    <a:pt x="5957" y="9877"/>
                  </a:cubicBezTo>
                  <a:lnTo>
                    <a:pt x="5957" y="12099"/>
                  </a:lnTo>
                  <a:lnTo>
                    <a:pt x="1420" y="12099"/>
                  </a:lnTo>
                  <a:cubicBezTo>
                    <a:pt x="1544" y="11327"/>
                    <a:pt x="2068" y="10679"/>
                    <a:pt x="2840" y="10401"/>
                  </a:cubicBezTo>
                  <a:cubicBezTo>
                    <a:pt x="3488" y="10185"/>
                    <a:pt x="3951" y="9568"/>
                    <a:pt x="3951" y="8858"/>
                  </a:cubicBezTo>
                  <a:lnTo>
                    <a:pt x="3951" y="8118"/>
                  </a:lnTo>
                  <a:cubicBezTo>
                    <a:pt x="3951" y="7963"/>
                    <a:pt x="3827" y="7840"/>
                    <a:pt x="3673" y="7840"/>
                  </a:cubicBezTo>
                  <a:cubicBezTo>
                    <a:pt x="3519" y="7840"/>
                    <a:pt x="3395" y="7963"/>
                    <a:pt x="3395" y="8148"/>
                  </a:cubicBezTo>
                  <a:cubicBezTo>
                    <a:pt x="3395" y="8457"/>
                    <a:pt x="3148" y="8704"/>
                    <a:pt x="2840" y="8704"/>
                  </a:cubicBezTo>
                  <a:lnTo>
                    <a:pt x="1976" y="8704"/>
                  </a:lnTo>
                  <a:cubicBezTo>
                    <a:pt x="1883" y="8704"/>
                    <a:pt x="1821" y="8735"/>
                    <a:pt x="1760" y="8797"/>
                  </a:cubicBezTo>
                  <a:cubicBezTo>
                    <a:pt x="1648" y="8908"/>
                    <a:pt x="1506" y="8960"/>
                    <a:pt x="1365" y="8960"/>
                  </a:cubicBezTo>
                  <a:cubicBezTo>
                    <a:pt x="1155" y="8960"/>
                    <a:pt x="944" y="8845"/>
                    <a:pt x="834" y="8642"/>
                  </a:cubicBezTo>
                  <a:lnTo>
                    <a:pt x="587" y="8148"/>
                  </a:lnTo>
                  <a:lnTo>
                    <a:pt x="2130" y="5865"/>
                  </a:lnTo>
                  <a:close/>
                  <a:moveTo>
                    <a:pt x="3982" y="556"/>
                  </a:moveTo>
                  <a:lnTo>
                    <a:pt x="10216" y="587"/>
                  </a:lnTo>
                  <a:lnTo>
                    <a:pt x="10216" y="2871"/>
                  </a:lnTo>
                  <a:cubicBezTo>
                    <a:pt x="10216" y="3025"/>
                    <a:pt x="10339" y="3149"/>
                    <a:pt x="10493" y="3149"/>
                  </a:cubicBezTo>
                  <a:lnTo>
                    <a:pt x="12746" y="3149"/>
                  </a:lnTo>
                  <a:lnTo>
                    <a:pt x="12746" y="13981"/>
                  </a:lnTo>
                  <a:lnTo>
                    <a:pt x="7346" y="13981"/>
                  </a:lnTo>
                  <a:lnTo>
                    <a:pt x="7346" y="12963"/>
                  </a:lnTo>
                  <a:cubicBezTo>
                    <a:pt x="7376" y="12500"/>
                    <a:pt x="7006" y="12099"/>
                    <a:pt x="6543" y="12099"/>
                  </a:cubicBezTo>
                  <a:lnTo>
                    <a:pt x="6543" y="10864"/>
                  </a:lnTo>
                  <a:lnTo>
                    <a:pt x="7747" y="10247"/>
                  </a:lnTo>
                  <a:cubicBezTo>
                    <a:pt x="8055" y="10093"/>
                    <a:pt x="8241" y="9753"/>
                    <a:pt x="8210" y="9414"/>
                  </a:cubicBezTo>
                  <a:cubicBezTo>
                    <a:pt x="8148" y="8056"/>
                    <a:pt x="7685" y="6729"/>
                    <a:pt x="6913" y="5556"/>
                  </a:cubicBezTo>
                  <a:cubicBezTo>
                    <a:pt x="6235" y="4538"/>
                    <a:pt x="5185" y="3859"/>
                    <a:pt x="3982" y="3643"/>
                  </a:cubicBezTo>
                  <a:lnTo>
                    <a:pt x="3982" y="556"/>
                  </a:lnTo>
                  <a:close/>
                  <a:moveTo>
                    <a:pt x="3673" y="1"/>
                  </a:moveTo>
                  <a:cubicBezTo>
                    <a:pt x="3519" y="1"/>
                    <a:pt x="3395" y="124"/>
                    <a:pt x="3395" y="279"/>
                  </a:cubicBezTo>
                  <a:lnTo>
                    <a:pt x="3395" y="3581"/>
                  </a:lnTo>
                  <a:lnTo>
                    <a:pt x="2037" y="3581"/>
                  </a:lnTo>
                  <a:cubicBezTo>
                    <a:pt x="1389" y="3581"/>
                    <a:pt x="988" y="4229"/>
                    <a:pt x="1266" y="4815"/>
                  </a:cubicBezTo>
                  <a:lnTo>
                    <a:pt x="1667" y="5556"/>
                  </a:lnTo>
                  <a:lnTo>
                    <a:pt x="31" y="7963"/>
                  </a:lnTo>
                  <a:cubicBezTo>
                    <a:pt x="0" y="8056"/>
                    <a:pt x="0" y="8148"/>
                    <a:pt x="31" y="8241"/>
                  </a:cubicBezTo>
                  <a:lnTo>
                    <a:pt x="371" y="8858"/>
                  </a:lnTo>
                  <a:cubicBezTo>
                    <a:pt x="564" y="9283"/>
                    <a:pt x="975" y="9515"/>
                    <a:pt x="1392" y="9515"/>
                  </a:cubicBezTo>
                  <a:cubicBezTo>
                    <a:pt x="1641" y="9515"/>
                    <a:pt x="1891" y="9433"/>
                    <a:pt x="2099" y="9260"/>
                  </a:cubicBezTo>
                  <a:lnTo>
                    <a:pt x="2840" y="9260"/>
                  </a:lnTo>
                  <a:cubicBezTo>
                    <a:pt x="3025" y="9260"/>
                    <a:pt x="3210" y="9229"/>
                    <a:pt x="3364" y="9136"/>
                  </a:cubicBezTo>
                  <a:lnTo>
                    <a:pt x="3364" y="9136"/>
                  </a:lnTo>
                  <a:cubicBezTo>
                    <a:pt x="3272" y="9476"/>
                    <a:pt x="3025" y="9753"/>
                    <a:pt x="2685" y="9877"/>
                  </a:cubicBezTo>
                  <a:lnTo>
                    <a:pt x="2655" y="9877"/>
                  </a:lnTo>
                  <a:cubicBezTo>
                    <a:pt x="1667" y="10185"/>
                    <a:pt x="957" y="11049"/>
                    <a:pt x="865" y="12099"/>
                  </a:cubicBezTo>
                  <a:cubicBezTo>
                    <a:pt x="402" y="12099"/>
                    <a:pt x="0" y="12469"/>
                    <a:pt x="0" y="12932"/>
                  </a:cubicBezTo>
                  <a:lnTo>
                    <a:pt x="0" y="14259"/>
                  </a:lnTo>
                  <a:cubicBezTo>
                    <a:pt x="0" y="14413"/>
                    <a:pt x="124" y="14537"/>
                    <a:pt x="309" y="14537"/>
                  </a:cubicBezTo>
                  <a:lnTo>
                    <a:pt x="2408" y="14537"/>
                  </a:lnTo>
                  <a:cubicBezTo>
                    <a:pt x="2562" y="14537"/>
                    <a:pt x="2716" y="14413"/>
                    <a:pt x="2716" y="14259"/>
                  </a:cubicBezTo>
                  <a:cubicBezTo>
                    <a:pt x="2716" y="14074"/>
                    <a:pt x="2562" y="13950"/>
                    <a:pt x="2408" y="13950"/>
                  </a:cubicBezTo>
                  <a:lnTo>
                    <a:pt x="587" y="13950"/>
                  </a:lnTo>
                  <a:lnTo>
                    <a:pt x="587" y="12932"/>
                  </a:lnTo>
                  <a:cubicBezTo>
                    <a:pt x="587" y="12778"/>
                    <a:pt x="710" y="12654"/>
                    <a:pt x="865" y="12654"/>
                  </a:cubicBezTo>
                  <a:lnTo>
                    <a:pt x="6543" y="12654"/>
                  </a:lnTo>
                  <a:cubicBezTo>
                    <a:pt x="6697" y="12654"/>
                    <a:pt x="6821" y="12778"/>
                    <a:pt x="6821" y="12932"/>
                  </a:cubicBezTo>
                  <a:lnTo>
                    <a:pt x="6821" y="13950"/>
                  </a:lnTo>
                  <a:lnTo>
                    <a:pt x="4969" y="13950"/>
                  </a:lnTo>
                  <a:cubicBezTo>
                    <a:pt x="4815" y="13950"/>
                    <a:pt x="4691" y="14074"/>
                    <a:pt x="4691" y="14259"/>
                  </a:cubicBezTo>
                  <a:cubicBezTo>
                    <a:pt x="4691" y="14413"/>
                    <a:pt x="4815" y="14537"/>
                    <a:pt x="4969" y="14537"/>
                  </a:cubicBezTo>
                  <a:lnTo>
                    <a:pt x="13086" y="14537"/>
                  </a:lnTo>
                  <a:cubicBezTo>
                    <a:pt x="13240" y="14537"/>
                    <a:pt x="13364" y="14413"/>
                    <a:pt x="13364" y="14259"/>
                  </a:cubicBezTo>
                  <a:lnTo>
                    <a:pt x="13364" y="2840"/>
                  </a:lnTo>
                  <a:cubicBezTo>
                    <a:pt x="13364" y="2779"/>
                    <a:pt x="13333" y="2686"/>
                    <a:pt x="13271" y="2655"/>
                  </a:cubicBezTo>
                  <a:lnTo>
                    <a:pt x="10709" y="94"/>
                  </a:lnTo>
                  <a:cubicBezTo>
                    <a:pt x="10679" y="32"/>
                    <a:pt x="10586" y="1"/>
                    <a:pt x="10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8" name="Google Shape;14008;p89"/>
            <p:cNvSpPr/>
            <p:nvPr/>
          </p:nvSpPr>
          <p:spPr>
            <a:xfrm>
              <a:off x="7206800" y="3184775"/>
              <a:ext cx="78725" cy="13900"/>
            </a:xfrm>
            <a:custGeom>
              <a:rect b="b" l="l" r="r" t="t"/>
              <a:pathLst>
                <a:path extrusionOk="0" h="556" w="3149">
                  <a:moveTo>
                    <a:pt x="309" y="0"/>
                  </a:moveTo>
                  <a:cubicBezTo>
                    <a:pt x="155" y="0"/>
                    <a:pt x="0" y="124"/>
                    <a:pt x="0" y="278"/>
                  </a:cubicBezTo>
                  <a:cubicBezTo>
                    <a:pt x="0" y="432"/>
                    <a:pt x="155" y="556"/>
                    <a:pt x="309" y="556"/>
                  </a:cubicBezTo>
                  <a:lnTo>
                    <a:pt x="2840" y="556"/>
                  </a:lnTo>
                  <a:cubicBezTo>
                    <a:pt x="2994" y="556"/>
                    <a:pt x="3148" y="432"/>
                    <a:pt x="3148" y="278"/>
                  </a:cubicBezTo>
                  <a:cubicBezTo>
                    <a:pt x="3148" y="124"/>
                    <a:pt x="2994" y="0"/>
                    <a:pt x="28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9" name="Google Shape;14009;p89"/>
            <p:cNvSpPr/>
            <p:nvPr/>
          </p:nvSpPr>
          <p:spPr>
            <a:xfrm>
              <a:off x="7226850" y="3227200"/>
              <a:ext cx="59450" cy="14700"/>
            </a:xfrm>
            <a:custGeom>
              <a:rect b="b" l="l" r="r" t="t"/>
              <a:pathLst>
                <a:path extrusionOk="0" h="588" w="2378">
                  <a:moveTo>
                    <a:pt x="340" y="1"/>
                  </a:moveTo>
                  <a:cubicBezTo>
                    <a:pt x="1" y="62"/>
                    <a:pt x="1" y="525"/>
                    <a:pt x="340" y="587"/>
                  </a:cubicBezTo>
                  <a:lnTo>
                    <a:pt x="2038" y="587"/>
                  </a:lnTo>
                  <a:cubicBezTo>
                    <a:pt x="2377" y="525"/>
                    <a:pt x="2377" y="62"/>
                    <a:pt x="20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0" name="Google Shape;14010;p89"/>
            <p:cNvSpPr/>
            <p:nvPr/>
          </p:nvSpPr>
          <p:spPr>
            <a:xfrm>
              <a:off x="7226850" y="3269650"/>
              <a:ext cx="59450" cy="14675"/>
            </a:xfrm>
            <a:custGeom>
              <a:rect b="b" l="l" r="r" t="t"/>
              <a:pathLst>
                <a:path extrusionOk="0" h="587" w="2378">
                  <a:moveTo>
                    <a:pt x="340" y="0"/>
                  </a:moveTo>
                  <a:cubicBezTo>
                    <a:pt x="1" y="62"/>
                    <a:pt x="1" y="525"/>
                    <a:pt x="340" y="587"/>
                  </a:cubicBezTo>
                  <a:lnTo>
                    <a:pt x="2038" y="587"/>
                  </a:lnTo>
                  <a:cubicBezTo>
                    <a:pt x="2377" y="525"/>
                    <a:pt x="2377" y="62"/>
                    <a:pt x="2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1" name="Google Shape;14011;p89"/>
            <p:cNvSpPr/>
            <p:nvPr/>
          </p:nvSpPr>
          <p:spPr>
            <a:xfrm>
              <a:off x="7226850" y="3312850"/>
              <a:ext cx="59450" cy="13900"/>
            </a:xfrm>
            <a:custGeom>
              <a:rect b="b" l="l" r="r" t="t"/>
              <a:pathLst>
                <a:path extrusionOk="0" h="556" w="2378">
                  <a:moveTo>
                    <a:pt x="340" y="0"/>
                  </a:moveTo>
                  <a:cubicBezTo>
                    <a:pt x="1" y="31"/>
                    <a:pt x="1" y="525"/>
                    <a:pt x="340" y="556"/>
                  </a:cubicBezTo>
                  <a:lnTo>
                    <a:pt x="2038" y="556"/>
                  </a:lnTo>
                  <a:cubicBezTo>
                    <a:pt x="2377" y="525"/>
                    <a:pt x="2377" y="31"/>
                    <a:pt x="2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2" name="Google Shape;14012;p89"/>
            <p:cNvSpPr/>
            <p:nvPr/>
          </p:nvSpPr>
          <p:spPr>
            <a:xfrm>
              <a:off x="7204150" y="3355175"/>
              <a:ext cx="82150" cy="14125"/>
            </a:xfrm>
            <a:custGeom>
              <a:rect b="b" l="l" r="r" t="t"/>
              <a:pathLst>
                <a:path extrusionOk="0" h="565" w="3286">
                  <a:moveTo>
                    <a:pt x="361" y="1"/>
                  </a:moveTo>
                  <a:cubicBezTo>
                    <a:pt x="1" y="1"/>
                    <a:pt x="1" y="564"/>
                    <a:pt x="361" y="564"/>
                  </a:cubicBezTo>
                  <a:cubicBezTo>
                    <a:pt x="378" y="564"/>
                    <a:pt x="396" y="563"/>
                    <a:pt x="415" y="560"/>
                  </a:cubicBezTo>
                  <a:lnTo>
                    <a:pt x="2946" y="560"/>
                  </a:lnTo>
                  <a:cubicBezTo>
                    <a:pt x="3285" y="529"/>
                    <a:pt x="3285" y="36"/>
                    <a:pt x="2946" y="5"/>
                  </a:cubicBezTo>
                  <a:lnTo>
                    <a:pt x="415" y="5"/>
                  </a:lnTo>
                  <a:cubicBezTo>
                    <a:pt x="396" y="2"/>
                    <a:pt x="378"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3" name="Google Shape;14013;p89"/>
            <p:cNvSpPr/>
            <p:nvPr/>
          </p:nvSpPr>
          <p:spPr>
            <a:xfrm>
              <a:off x="7077350" y="3402300"/>
              <a:ext cx="16050" cy="13875"/>
            </a:xfrm>
            <a:custGeom>
              <a:rect b="b" l="l" r="r" t="t"/>
              <a:pathLst>
                <a:path extrusionOk="0" h="555" w="642">
                  <a:moveTo>
                    <a:pt x="330" y="0"/>
                  </a:moveTo>
                  <a:cubicBezTo>
                    <a:pt x="106" y="0"/>
                    <a:pt x="1" y="289"/>
                    <a:pt x="148" y="465"/>
                  </a:cubicBezTo>
                  <a:cubicBezTo>
                    <a:pt x="210" y="527"/>
                    <a:pt x="285" y="554"/>
                    <a:pt x="358" y="554"/>
                  </a:cubicBezTo>
                  <a:cubicBezTo>
                    <a:pt x="505" y="554"/>
                    <a:pt x="642" y="445"/>
                    <a:pt x="642" y="280"/>
                  </a:cubicBezTo>
                  <a:cubicBezTo>
                    <a:pt x="642" y="126"/>
                    <a:pt x="518" y="2"/>
                    <a:pt x="364" y="2"/>
                  </a:cubicBezTo>
                  <a:cubicBezTo>
                    <a:pt x="352" y="1"/>
                    <a:pt x="341" y="0"/>
                    <a:pt x="3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14" name="Google Shape;14014;p89"/>
          <p:cNvGrpSpPr/>
          <p:nvPr/>
        </p:nvGrpSpPr>
        <p:grpSpPr>
          <a:xfrm>
            <a:off x="2504175" y="3950988"/>
            <a:ext cx="270050" cy="362650"/>
            <a:chOff x="3293525" y="3602950"/>
            <a:chExt cx="270050" cy="362650"/>
          </a:xfrm>
        </p:grpSpPr>
        <p:sp>
          <p:nvSpPr>
            <p:cNvPr id="14015" name="Google Shape;14015;p89"/>
            <p:cNvSpPr/>
            <p:nvPr/>
          </p:nvSpPr>
          <p:spPr>
            <a:xfrm>
              <a:off x="3293525" y="3602950"/>
              <a:ext cx="270050" cy="362650"/>
            </a:xfrm>
            <a:custGeom>
              <a:rect b="b" l="l" r="r" t="t"/>
              <a:pathLst>
                <a:path extrusionOk="0" h="14506" w="10802">
                  <a:moveTo>
                    <a:pt x="7685" y="556"/>
                  </a:moveTo>
                  <a:cubicBezTo>
                    <a:pt x="7839" y="1544"/>
                    <a:pt x="8672" y="2253"/>
                    <a:pt x="9660" y="2253"/>
                  </a:cubicBezTo>
                  <a:lnTo>
                    <a:pt x="10215" y="2253"/>
                  </a:lnTo>
                  <a:lnTo>
                    <a:pt x="10215" y="7160"/>
                  </a:lnTo>
                  <a:cubicBezTo>
                    <a:pt x="10215" y="10216"/>
                    <a:pt x="8302" y="12932"/>
                    <a:pt x="5401" y="13919"/>
                  </a:cubicBezTo>
                  <a:cubicBezTo>
                    <a:pt x="2500" y="12932"/>
                    <a:pt x="586" y="10216"/>
                    <a:pt x="586" y="7160"/>
                  </a:cubicBezTo>
                  <a:lnTo>
                    <a:pt x="586" y="2253"/>
                  </a:lnTo>
                  <a:lnTo>
                    <a:pt x="1142" y="2253"/>
                  </a:lnTo>
                  <a:cubicBezTo>
                    <a:pt x="2130" y="2253"/>
                    <a:pt x="2963" y="1544"/>
                    <a:pt x="3117" y="556"/>
                  </a:cubicBezTo>
                  <a:close/>
                  <a:moveTo>
                    <a:pt x="2839" y="0"/>
                  </a:moveTo>
                  <a:cubicBezTo>
                    <a:pt x="2685" y="0"/>
                    <a:pt x="2562" y="124"/>
                    <a:pt x="2562" y="278"/>
                  </a:cubicBezTo>
                  <a:cubicBezTo>
                    <a:pt x="2562" y="1050"/>
                    <a:pt x="1913" y="1698"/>
                    <a:pt x="1142" y="1698"/>
                  </a:cubicBezTo>
                  <a:lnTo>
                    <a:pt x="278" y="1698"/>
                  </a:lnTo>
                  <a:cubicBezTo>
                    <a:pt x="123" y="1698"/>
                    <a:pt x="0" y="1821"/>
                    <a:pt x="0" y="1976"/>
                  </a:cubicBezTo>
                  <a:lnTo>
                    <a:pt x="0" y="7160"/>
                  </a:lnTo>
                  <a:cubicBezTo>
                    <a:pt x="0" y="10493"/>
                    <a:pt x="2130" y="13456"/>
                    <a:pt x="5308" y="14505"/>
                  </a:cubicBezTo>
                  <a:lnTo>
                    <a:pt x="5493" y="14505"/>
                  </a:lnTo>
                  <a:cubicBezTo>
                    <a:pt x="8672" y="13456"/>
                    <a:pt x="10802" y="10493"/>
                    <a:pt x="10802" y="7160"/>
                  </a:cubicBezTo>
                  <a:lnTo>
                    <a:pt x="10802" y="1976"/>
                  </a:lnTo>
                  <a:cubicBezTo>
                    <a:pt x="10802" y="1821"/>
                    <a:pt x="10678" y="1698"/>
                    <a:pt x="10524" y="1698"/>
                  </a:cubicBezTo>
                  <a:lnTo>
                    <a:pt x="9660" y="1698"/>
                  </a:lnTo>
                  <a:cubicBezTo>
                    <a:pt x="8888" y="1698"/>
                    <a:pt x="8240" y="1050"/>
                    <a:pt x="8240" y="278"/>
                  </a:cubicBezTo>
                  <a:cubicBezTo>
                    <a:pt x="8240" y="124"/>
                    <a:pt x="8117" y="0"/>
                    <a:pt x="79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6" name="Google Shape;14016;p89"/>
            <p:cNvSpPr/>
            <p:nvPr/>
          </p:nvSpPr>
          <p:spPr>
            <a:xfrm>
              <a:off x="3335950" y="3645375"/>
              <a:ext cx="184425" cy="274500"/>
            </a:xfrm>
            <a:custGeom>
              <a:rect b="b" l="l" r="r" t="t"/>
              <a:pathLst>
                <a:path extrusionOk="0" h="10980" w="7377">
                  <a:moveTo>
                    <a:pt x="4846" y="556"/>
                  </a:moveTo>
                  <a:cubicBezTo>
                    <a:pt x="5309" y="1266"/>
                    <a:pt x="5988" y="1822"/>
                    <a:pt x="6821" y="2099"/>
                  </a:cubicBezTo>
                  <a:lnTo>
                    <a:pt x="6821" y="5463"/>
                  </a:lnTo>
                  <a:cubicBezTo>
                    <a:pt x="6821" y="7469"/>
                    <a:pt x="5741" y="9290"/>
                    <a:pt x="3982" y="10278"/>
                  </a:cubicBezTo>
                  <a:lnTo>
                    <a:pt x="3982" y="6821"/>
                  </a:lnTo>
                  <a:cubicBezTo>
                    <a:pt x="3966" y="6652"/>
                    <a:pt x="3835" y="6567"/>
                    <a:pt x="3704" y="6567"/>
                  </a:cubicBezTo>
                  <a:cubicBezTo>
                    <a:pt x="3573" y="6567"/>
                    <a:pt x="3442" y="6652"/>
                    <a:pt x="3426" y="6821"/>
                  </a:cubicBezTo>
                  <a:lnTo>
                    <a:pt x="3426" y="10278"/>
                  </a:lnTo>
                  <a:cubicBezTo>
                    <a:pt x="1667" y="9290"/>
                    <a:pt x="587" y="7469"/>
                    <a:pt x="587" y="5463"/>
                  </a:cubicBezTo>
                  <a:lnTo>
                    <a:pt x="587" y="2099"/>
                  </a:lnTo>
                  <a:cubicBezTo>
                    <a:pt x="1389" y="1822"/>
                    <a:pt x="2099" y="1266"/>
                    <a:pt x="2562" y="556"/>
                  </a:cubicBezTo>
                  <a:lnTo>
                    <a:pt x="3426" y="556"/>
                  </a:lnTo>
                  <a:lnTo>
                    <a:pt x="3426" y="4260"/>
                  </a:lnTo>
                  <a:cubicBezTo>
                    <a:pt x="3395" y="4476"/>
                    <a:pt x="3542" y="4584"/>
                    <a:pt x="3692" y="4584"/>
                  </a:cubicBezTo>
                  <a:cubicBezTo>
                    <a:pt x="3843" y="4584"/>
                    <a:pt x="3997" y="4476"/>
                    <a:pt x="3982" y="4260"/>
                  </a:cubicBezTo>
                  <a:lnTo>
                    <a:pt x="3982" y="556"/>
                  </a:lnTo>
                  <a:close/>
                  <a:moveTo>
                    <a:pt x="2377" y="1"/>
                  </a:moveTo>
                  <a:cubicBezTo>
                    <a:pt x="2284" y="1"/>
                    <a:pt x="2192" y="32"/>
                    <a:pt x="2130" y="124"/>
                  </a:cubicBezTo>
                  <a:cubicBezTo>
                    <a:pt x="1698" y="865"/>
                    <a:pt x="1019" y="1390"/>
                    <a:pt x="216" y="1606"/>
                  </a:cubicBezTo>
                  <a:cubicBezTo>
                    <a:pt x="93" y="1637"/>
                    <a:pt x="0" y="1729"/>
                    <a:pt x="0" y="1883"/>
                  </a:cubicBezTo>
                  <a:lnTo>
                    <a:pt x="0" y="5463"/>
                  </a:lnTo>
                  <a:cubicBezTo>
                    <a:pt x="0" y="7840"/>
                    <a:pt x="1389" y="10000"/>
                    <a:pt x="3580" y="10957"/>
                  </a:cubicBezTo>
                  <a:cubicBezTo>
                    <a:pt x="3611" y="10972"/>
                    <a:pt x="3650" y="10980"/>
                    <a:pt x="3688" y="10980"/>
                  </a:cubicBezTo>
                  <a:cubicBezTo>
                    <a:pt x="3727" y="10980"/>
                    <a:pt x="3766" y="10972"/>
                    <a:pt x="3796" y="10957"/>
                  </a:cubicBezTo>
                  <a:cubicBezTo>
                    <a:pt x="5988" y="10000"/>
                    <a:pt x="7376" y="7840"/>
                    <a:pt x="7376" y="5463"/>
                  </a:cubicBezTo>
                  <a:lnTo>
                    <a:pt x="7376" y="1883"/>
                  </a:lnTo>
                  <a:cubicBezTo>
                    <a:pt x="7376" y="1729"/>
                    <a:pt x="7284" y="1637"/>
                    <a:pt x="7160" y="1606"/>
                  </a:cubicBezTo>
                  <a:cubicBezTo>
                    <a:pt x="6358" y="1390"/>
                    <a:pt x="5648" y="865"/>
                    <a:pt x="5247" y="124"/>
                  </a:cubicBezTo>
                  <a:cubicBezTo>
                    <a:pt x="5185" y="32"/>
                    <a:pt x="5093" y="1"/>
                    <a:pt x="50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7" name="Google Shape;14017;p89"/>
            <p:cNvSpPr/>
            <p:nvPr/>
          </p:nvSpPr>
          <p:spPr>
            <a:xfrm>
              <a:off x="3418500" y="3777325"/>
              <a:ext cx="17000" cy="14075"/>
            </a:xfrm>
            <a:custGeom>
              <a:rect b="b" l="l" r="r" t="t"/>
              <a:pathLst>
                <a:path extrusionOk="0" h="563" w="680">
                  <a:moveTo>
                    <a:pt x="402" y="0"/>
                  </a:moveTo>
                  <a:cubicBezTo>
                    <a:pt x="155" y="0"/>
                    <a:pt x="1" y="309"/>
                    <a:pt x="186" y="494"/>
                  </a:cubicBezTo>
                  <a:cubicBezTo>
                    <a:pt x="242" y="541"/>
                    <a:pt x="310" y="562"/>
                    <a:pt x="376" y="562"/>
                  </a:cubicBezTo>
                  <a:cubicBezTo>
                    <a:pt x="530" y="562"/>
                    <a:pt x="680" y="450"/>
                    <a:pt x="680" y="278"/>
                  </a:cubicBezTo>
                  <a:cubicBezTo>
                    <a:pt x="680" y="124"/>
                    <a:pt x="556" y="0"/>
                    <a:pt x="4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18" name="Google Shape;14018;p89"/>
          <p:cNvGrpSpPr/>
          <p:nvPr/>
        </p:nvGrpSpPr>
        <p:grpSpPr>
          <a:xfrm>
            <a:off x="3234713" y="3949825"/>
            <a:ext cx="369650" cy="364975"/>
            <a:chOff x="3243825" y="1923675"/>
            <a:chExt cx="369650" cy="364975"/>
          </a:xfrm>
        </p:grpSpPr>
        <p:sp>
          <p:nvSpPr>
            <p:cNvPr id="14019" name="Google Shape;14019;p89"/>
            <p:cNvSpPr/>
            <p:nvPr/>
          </p:nvSpPr>
          <p:spPr>
            <a:xfrm>
              <a:off x="3548900" y="1969575"/>
              <a:ext cx="17000" cy="14075"/>
            </a:xfrm>
            <a:custGeom>
              <a:rect b="b" l="l" r="r" t="t"/>
              <a:pathLst>
                <a:path extrusionOk="0" h="563" w="680">
                  <a:moveTo>
                    <a:pt x="371" y="1"/>
                  </a:moveTo>
                  <a:cubicBezTo>
                    <a:pt x="124" y="1"/>
                    <a:pt x="0" y="310"/>
                    <a:pt x="185" y="495"/>
                  </a:cubicBezTo>
                  <a:cubicBezTo>
                    <a:pt x="242" y="542"/>
                    <a:pt x="309" y="563"/>
                    <a:pt x="376" y="563"/>
                  </a:cubicBezTo>
                  <a:cubicBezTo>
                    <a:pt x="529" y="563"/>
                    <a:pt x="679" y="451"/>
                    <a:pt x="679" y="279"/>
                  </a:cubicBezTo>
                  <a:cubicBezTo>
                    <a:pt x="679" y="124"/>
                    <a:pt x="525" y="1"/>
                    <a:pt x="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0" name="Google Shape;14020;p89"/>
            <p:cNvSpPr/>
            <p:nvPr/>
          </p:nvSpPr>
          <p:spPr>
            <a:xfrm>
              <a:off x="3548900" y="2229600"/>
              <a:ext cx="17000" cy="13825"/>
            </a:xfrm>
            <a:custGeom>
              <a:rect b="b" l="l" r="r" t="t"/>
              <a:pathLst>
                <a:path extrusionOk="0" h="553" w="680">
                  <a:moveTo>
                    <a:pt x="371" y="0"/>
                  </a:moveTo>
                  <a:cubicBezTo>
                    <a:pt x="124" y="0"/>
                    <a:pt x="0" y="278"/>
                    <a:pt x="185" y="463"/>
                  </a:cubicBezTo>
                  <a:cubicBezTo>
                    <a:pt x="247" y="525"/>
                    <a:pt x="323" y="553"/>
                    <a:pt x="396" y="553"/>
                  </a:cubicBezTo>
                  <a:cubicBezTo>
                    <a:pt x="542" y="553"/>
                    <a:pt x="679" y="443"/>
                    <a:pt x="679" y="278"/>
                  </a:cubicBezTo>
                  <a:cubicBezTo>
                    <a:pt x="679" y="124"/>
                    <a:pt x="525" y="0"/>
                    <a:pt x="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1" name="Google Shape;14021;p89"/>
            <p:cNvSpPr/>
            <p:nvPr/>
          </p:nvSpPr>
          <p:spPr>
            <a:xfrm>
              <a:off x="3418500" y="2099200"/>
              <a:ext cx="17000" cy="14575"/>
            </a:xfrm>
            <a:custGeom>
              <a:rect b="b" l="l" r="r" t="t"/>
              <a:pathLst>
                <a:path extrusionOk="0" h="583" w="680">
                  <a:moveTo>
                    <a:pt x="402" y="1"/>
                  </a:moveTo>
                  <a:cubicBezTo>
                    <a:pt x="155" y="1"/>
                    <a:pt x="1" y="309"/>
                    <a:pt x="186" y="495"/>
                  </a:cubicBezTo>
                  <a:cubicBezTo>
                    <a:pt x="246" y="555"/>
                    <a:pt x="320" y="583"/>
                    <a:pt x="392" y="583"/>
                  </a:cubicBezTo>
                  <a:cubicBezTo>
                    <a:pt x="540" y="583"/>
                    <a:pt x="680" y="466"/>
                    <a:pt x="680" y="279"/>
                  </a:cubicBezTo>
                  <a:cubicBezTo>
                    <a:pt x="680" y="124"/>
                    <a:pt x="556" y="1"/>
                    <a:pt x="4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2" name="Google Shape;14022;p89"/>
            <p:cNvSpPr/>
            <p:nvPr/>
          </p:nvSpPr>
          <p:spPr>
            <a:xfrm>
              <a:off x="3288875" y="1969575"/>
              <a:ext cx="17000" cy="14075"/>
            </a:xfrm>
            <a:custGeom>
              <a:rect b="b" l="l" r="r" t="t"/>
              <a:pathLst>
                <a:path extrusionOk="0" h="563" w="680">
                  <a:moveTo>
                    <a:pt x="402" y="1"/>
                  </a:moveTo>
                  <a:cubicBezTo>
                    <a:pt x="124" y="1"/>
                    <a:pt x="1" y="310"/>
                    <a:pt x="186" y="495"/>
                  </a:cubicBezTo>
                  <a:cubicBezTo>
                    <a:pt x="242" y="542"/>
                    <a:pt x="310" y="563"/>
                    <a:pt x="377" y="563"/>
                  </a:cubicBezTo>
                  <a:cubicBezTo>
                    <a:pt x="530" y="563"/>
                    <a:pt x="680" y="451"/>
                    <a:pt x="680" y="279"/>
                  </a:cubicBezTo>
                  <a:cubicBezTo>
                    <a:pt x="680" y="124"/>
                    <a:pt x="556" y="1"/>
                    <a:pt x="4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3" name="Google Shape;14023;p89"/>
            <p:cNvSpPr/>
            <p:nvPr/>
          </p:nvSpPr>
          <p:spPr>
            <a:xfrm>
              <a:off x="3288875" y="2229600"/>
              <a:ext cx="17000" cy="13825"/>
            </a:xfrm>
            <a:custGeom>
              <a:rect b="b" l="l" r="r" t="t"/>
              <a:pathLst>
                <a:path extrusionOk="0" h="553" w="680">
                  <a:moveTo>
                    <a:pt x="402" y="0"/>
                  </a:moveTo>
                  <a:cubicBezTo>
                    <a:pt x="124" y="0"/>
                    <a:pt x="1" y="278"/>
                    <a:pt x="186" y="463"/>
                  </a:cubicBezTo>
                  <a:cubicBezTo>
                    <a:pt x="248" y="525"/>
                    <a:pt x="323" y="553"/>
                    <a:pt x="396" y="553"/>
                  </a:cubicBezTo>
                  <a:cubicBezTo>
                    <a:pt x="543" y="553"/>
                    <a:pt x="680" y="443"/>
                    <a:pt x="680" y="278"/>
                  </a:cubicBezTo>
                  <a:cubicBezTo>
                    <a:pt x="680" y="124"/>
                    <a:pt x="556" y="0"/>
                    <a:pt x="4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4" name="Google Shape;14024;p89"/>
            <p:cNvSpPr/>
            <p:nvPr/>
          </p:nvSpPr>
          <p:spPr>
            <a:xfrm>
              <a:off x="3243825" y="1923675"/>
              <a:ext cx="369650" cy="364975"/>
            </a:xfrm>
            <a:custGeom>
              <a:rect b="b" l="l" r="r" t="t"/>
              <a:pathLst>
                <a:path extrusionOk="0" h="14599" w="14786">
                  <a:moveTo>
                    <a:pt x="14117" y="603"/>
                  </a:moveTo>
                  <a:lnTo>
                    <a:pt x="14086" y="3627"/>
                  </a:lnTo>
                  <a:lnTo>
                    <a:pt x="12574" y="3627"/>
                  </a:lnTo>
                  <a:cubicBezTo>
                    <a:pt x="12419" y="3627"/>
                    <a:pt x="12296" y="3750"/>
                    <a:pt x="12296" y="3905"/>
                  </a:cubicBezTo>
                  <a:lnTo>
                    <a:pt x="12296" y="10725"/>
                  </a:lnTo>
                  <a:cubicBezTo>
                    <a:pt x="12296" y="10879"/>
                    <a:pt x="12419" y="11003"/>
                    <a:pt x="12574" y="11003"/>
                  </a:cubicBezTo>
                  <a:lnTo>
                    <a:pt x="14086" y="11003"/>
                  </a:lnTo>
                  <a:lnTo>
                    <a:pt x="14086" y="13997"/>
                  </a:lnTo>
                  <a:lnTo>
                    <a:pt x="11061" y="13997"/>
                  </a:lnTo>
                  <a:lnTo>
                    <a:pt x="11061" y="12515"/>
                  </a:lnTo>
                  <a:cubicBezTo>
                    <a:pt x="11061" y="12361"/>
                    <a:pt x="10938" y="12237"/>
                    <a:pt x="10784" y="12237"/>
                  </a:cubicBezTo>
                  <a:lnTo>
                    <a:pt x="3994" y="12237"/>
                  </a:lnTo>
                  <a:cubicBezTo>
                    <a:pt x="3840" y="12237"/>
                    <a:pt x="3685" y="12361"/>
                    <a:pt x="3685" y="12515"/>
                  </a:cubicBezTo>
                  <a:lnTo>
                    <a:pt x="3685" y="13997"/>
                  </a:lnTo>
                  <a:lnTo>
                    <a:pt x="723" y="13997"/>
                  </a:lnTo>
                  <a:lnTo>
                    <a:pt x="723" y="11003"/>
                  </a:lnTo>
                  <a:lnTo>
                    <a:pt x="2204" y="11003"/>
                  </a:lnTo>
                  <a:cubicBezTo>
                    <a:pt x="2358" y="11003"/>
                    <a:pt x="2482" y="10879"/>
                    <a:pt x="2482" y="10725"/>
                  </a:cubicBezTo>
                  <a:lnTo>
                    <a:pt x="2482" y="3905"/>
                  </a:lnTo>
                  <a:cubicBezTo>
                    <a:pt x="2482" y="3750"/>
                    <a:pt x="2358" y="3627"/>
                    <a:pt x="2204" y="3627"/>
                  </a:cubicBezTo>
                  <a:lnTo>
                    <a:pt x="723" y="3627"/>
                  </a:lnTo>
                  <a:lnTo>
                    <a:pt x="723" y="603"/>
                  </a:lnTo>
                  <a:lnTo>
                    <a:pt x="3716" y="603"/>
                  </a:lnTo>
                  <a:lnTo>
                    <a:pt x="3716" y="2115"/>
                  </a:lnTo>
                  <a:cubicBezTo>
                    <a:pt x="3716" y="2269"/>
                    <a:pt x="3840" y="2392"/>
                    <a:pt x="3994" y="2392"/>
                  </a:cubicBezTo>
                  <a:lnTo>
                    <a:pt x="10815" y="2392"/>
                  </a:lnTo>
                  <a:cubicBezTo>
                    <a:pt x="10969" y="2392"/>
                    <a:pt x="11092" y="2269"/>
                    <a:pt x="11092" y="2115"/>
                  </a:cubicBezTo>
                  <a:lnTo>
                    <a:pt x="11092" y="603"/>
                  </a:lnTo>
                  <a:close/>
                  <a:moveTo>
                    <a:pt x="5691" y="1"/>
                  </a:moveTo>
                  <a:cubicBezTo>
                    <a:pt x="5537" y="1"/>
                    <a:pt x="5383" y="109"/>
                    <a:pt x="5414" y="325"/>
                  </a:cubicBezTo>
                  <a:lnTo>
                    <a:pt x="5414" y="1837"/>
                  </a:lnTo>
                  <a:lnTo>
                    <a:pt x="4272" y="1837"/>
                  </a:lnTo>
                  <a:lnTo>
                    <a:pt x="4272" y="325"/>
                  </a:lnTo>
                  <a:cubicBezTo>
                    <a:pt x="4272" y="170"/>
                    <a:pt x="4148" y="47"/>
                    <a:pt x="3994" y="47"/>
                  </a:cubicBezTo>
                  <a:lnTo>
                    <a:pt x="414" y="47"/>
                  </a:lnTo>
                  <a:cubicBezTo>
                    <a:pt x="260" y="47"/>
                    <a:pt x="136" y="170"/>
                    <a:pt x="136" y="325"/>
                  </a:cubicBezTo>
                  <a:lnTo>
                    <a:pt x="136" y="3905"/>
                  </a:lnTo>
                  <a:cubicBezTo>
                    <a:pt x="136" y="4059"/>
                    <a:pt x="260" y="4182"/>
                    <a:pt x="414" y="4182"/>
                  </a:cubicBezTo>
                  <a:lnTo>
                    <a:pt x="1926" y="4182"/>
                  </a:lnTo>
                  <a:lnTo>
                    <a:pt x="1926" y="5324"/>
                  </a:lnTo>
                  <a:lnTo>
                    <a:pt x="414" y="5324"/>
                  </a:lnTo>
                  <a:cubicBezTo>
                    <a:pt x="260" y="5324"/>
                    <a:pt x="136" y="5448"/>
                    <a:pt x="136" y="5602"/>
                  </a:cubicBezTo>
                  <a:cubicBezTo>
                    <a:pt x="105" y="5756"/>
                    <a:pt x="260" y="5880"/>
                    <a:pt x="414" y="5880"/>
                  </a:cubicBezTo>
                  <a:lnTo>
                    <a:pt x="1926" y="5880"/>
                  </a:lnTo>
                  <a:lnTo>
                    <a:pt x="1926" y="7053"/>
                  </a:lnTo>
                  <a:lnTo>
                    <a:pt x="414" y="7053"/>
                  </a:lnTo>
                  <a:cubicBezTo>
                    <a:pt x="395" y="7050"/>
                    <a:pt x="377" y="7049"/>
                    <a:pt x="360" y="7049"/>
                  </a:cubicBezTo>
                  <a:cubicBezTo>
                    <a:pt x="0" y="7049"/>
                    <a:pt x="0" y="7612"/>
                    <a:pt x="360" y="7612"/>
                  </a:cubicBezTo>
                  <a:cubicBezTo>
                    <a:pt x="377" y="7612"/>
                    <a:pt x="395" y="7611"/>
                    <a:pt x="414" y="7608"/>
                  </a:cubicBezTo>
                  <a:lnTo>
                    <a:pt x="1926" y="7608"/>
                  </a:lnTo>
                  <a:lnTo>
                    <a:pt x="1926" y="8750"/>
                  </a:lnTo>
                  <a:lnTo>
                    <a:pt x="414" y="8750"/>
                  </a:lnTo>
                  <a:cubicBezTo>
                    <a:pt x="395" y="8747"/>
                    <a:pt x="377" y="8746"/>
                    <a:pt x="360" y="8746"/>
                  </a:cubicBezTo>
                  <a:cubicBezTo>
                    <a:pt x="0" y="8746"/>
                    <a:pt x="0" y="9310"/>
                    <a:pt x="360" y="9310"/>
                  </a:cubicBezTo>
                  <a:cubicBezTo>
                    <a:pt x="377" y="9310"/>
                    <a:pt x="395" y="9308"/>
                    <a:pt x="414" y="9306"/>
                  </a:cubicBezTo>
                  <a:lnTo>
                    <a:pt x="1926" y="9306"/>
                  </a:lnTo>
                  <a:lnTo>
                    <a:pt x="1926" y="10447"/>
                  </a:lnTo>
                  <a:lnTo>
                    <a:pt x="414" y="10447"/>
                  </a:lnTo>
                  <a:cubicBezTo>
                    <a:pt x="260" y="10447"/>
                    <a:pt x="136" y="10571"/>
                    <a:pt x="136" y="10725"/>
                  </a:cubicBezTo>
                  <a:lnTo>
                    <a:pt x="136" y="14305"/>
                  </a:lnTo>
                  <a:cubicBezTo>
                    <a:pt x="136" y="14459"/>
                    <a:pt x="260" y="14583"/>
                    <a:pt x="414" y="14583"/>
                  </a:cubicBezTo>
                  <a:lnTo>
                    <a:pt x="3994" y="14583"/>
                  </a:lnTo>
                  <a:cubicBezTo>
                    <a:pt x="4148" y="14583"/>
                    <a:pt x="4272" y="14459"/>
                    <a:pt x="4272" y="14305"/>
                  </a:cubicBezTo>
                  <a:lnTo>
                    <a:pt x="4272" y="12793"/>
                  </a:lnTo>
                  <a:lnTo>
                    <a:pt x="5414" y="12793"/>
                  </a:lnTo>
                  <a:lnTo>
                    <a:pt x="5414" y="14274"/>
                  </a:lnTo>
                  <a:cubicBezTo>
                    <a:pt x="5383" y="14490"/>
                    <a:pt x="5537" y="14598"/>
                    <a:pt x="5691" y="14598"/>
                  </a:cubicBezTo>
                  <a:cubicBezTo>
                    <a:pt x="5846" y="14598"/>
                    <a:pt x="6000" y="14490"/>
                    <a:pt x="5969" y="14274"/>
                  </a:cubicBezTo>
                  <a:lnTo>
                    <a:pt x="5969" y="12793"/>
                  </a:lnTo>
                  <a:lnTo>
                    <a:pt x="7111" y="12793"/>
                  </a:lnTo>
                  <a:lnTo>
                    <a:pt x="7111" y="14274"/>
                  </a:lnTo>
                  <a:cubicBezTo>
                    <a:pt x="7080" y="14490"/>
                    <a:pt x="7235" y="14598"/>
                    <a:pt x="7389" y="14598"/>
                  </a:cubicBezTo>
                  <a:cubicBezTo>
                    <a:pt x="7543" y="14598"/>
                    <a:pt x="7697" y="14490"/>
                    <a:pt x="7667" y="14274"/>
                  </a:cubicBezTo>
                  <a:lnTo>
                    <a:pt x="7667" y="12793"/>
                  </a:lnTo>
                  <a:lnTo>
                    <a:pt x="8809" y="12793"/>
                  </a:lnTo>
                  <a:lnTo>
                    <a:pt x="8809" y="14274"/>
                  </a:lnTo>
                  <a:cubicBezTo>
                    <a:pt x="8809" y="14429"/>
                    <a:pt x="8932" y="14583"/>
                    <a:pt x="9086" y="14583"/>
                  </a:cubicBezTo>
                  <a:cubicBezTo>
                    <a:pt x="9241" y="14583"/>
                    <a:pt x="9364" y="14429"/>
                    <a:pt x="9364" y="14274"/>
                  </a:cubicBezTo>
                  <a:lnTo>
                    <a:pt x="9364" y="12793"/>
                  </a:lnTo>
                  <a:lnTo>
                    <a:pt x="10506" y="12793"/>
                  </a:lnTo>
                  <a:lnTo>
                    <a:pt x="10506" y="14274"/>
                  </a:lnTo>
                  <a:cubicBezTo>
                    <a:pt x="10506" y="14429"/>
                    <a:pt x="10629" y="14552"/>
                    <a:pt x="10784" y="14583"/>
                  </a:cubicBezTo>
                  <a:lnTo>
                    <a:pt x="14364" y="14583"/>
                  </a:lnTo>
                  <a:cubicBezTo>
                    <a:pt x="14518" y="14583"/>
                    <a:pt x="14641" y="14429"/>
                    <a:pt x="14641" y="14274"/>
                  </a:cubicBezTo>
                  <a:lnTo>
                    <a:pt x="14641" y="10725"/>
                  </a:lnTo>
                  <a:cubicBezTo>
                    <a:pt x="14641" y="10571"/>
                    <a:pt x="14518" y="10447"/>
                    <a:pt x="14364" y="10447"/>
                  </a:cubicBezTo>
                  <a:lnTo>
                    <a:pt x="12882" y="10447"/>
                  </a:lnTo>
                  <a:lnTo>
                    <a:pt x="12882" y="9306"/>
                  </a:lnTo>
                  <a:lnTo>
                    <a:pt x="14364" y="9306"/>
                  </a:lnTo>
                  <a:cubicBezTo>
                    <a:pt x="14382" y="9308"/>
                    <a:pt x="14400" y="9310"/>
                    <a:pt x="14418" y="9310"/>
                  </a:cubicBezTo>
                  <a:cubicBezTo>
                    <a:pt x="14778" y="9310"/>
                    <a:pt x="14778" y="8746"/>
                    <a:pt x="14418" y="8746"/>
                  </a:cubicBezTo>
                  <a:cubicBezTo>
                    <a:pt x="14400" y="8746"/>
                    <a:pt x="14382" y="8747"/>
                    <a:pt x="14364" y="8750"/>
                  </a:cubicBezTo>
                  <a:lnTo>
                    <a:pt x="12882" y="8750"/>
                  </a:lnTo>
                  <a:lnTo>
                    <a:pt x="12882" y="7608"/>
                  </a:lnTo>
                  <a:lnTo>
                    <a:pt x="14364" y="7608"/>
                  </a:lnTo>
                  <a:cubicBezTo>
                    <a:pt x="14374" y="7609"/>
                    <a:pt x="14384" y="7609"/>
                    <a:pt x="14393" y="7609"/>
                  </a:cubicBezTo>
                  <a:cubicBezTo>
                    <a:pt x="14786" y="7609"/>
                    <a:pt x="14786" y="7021"/>
                    <a:pt x="14393" y="7021"/>
                  </a:cubicBezTo>
                  <a:cubicBezTo>
                    <a:pt x="14384" y="7021"/>
                    <a:pt x="14374" y="7021"/>
                    <a:pt x="14364" y="7022"/>
                  </a:cubicBezTo>
                  <a:lnTo>
                    <a:pt x="12882" y="7022"/>
                  </a:lnTo>
                  <a:lnTo>
                    <a:pt x="12882" y="5880"/>
                  </a:lnTo>
                  <a:lnTo>
                    <a:pt x="14364" y="5880"/>
                  </a:lnTo>
                  <a:cubicBezTo>
                    <a:pt x="14518" y="5880"/>
                    <a:pt x="14641" y="5756"/>
                    <a:pt x="14641" y="5602"/>
                  </a:cubicBezTo>
                  <a:cubicBezTo>
                    <a:pt x="14641" y="5448"/>
                    <a:pt x="14518" y="5294"/>
                    <a:pt x="14364" y="5294"/>
                  </a:cubicBezTo>
                  <a:lnTo>
                    <a:pt x="12882" y="5294"/>
                  </a:lnTo>
                  <a:lnTo>
                    <a:pt x="12882" y="4182"/>
                  </a:lnTo>
                  <a:lnTo>
                    <a:pt x="14364" y="4182"/>
                  </a:lnTo>
                  <a:cubicBezTo>
                    <a:pt x="14518" y="4182"/>
                    <a:pt x="14641" y="4059"/>
                    <a:pt x="14641" y="3905"/>
                  </a:cubicBezTo>
                  <a:lnTo>
                    <a:pt x="14641" y="325"/>
                  </a:lnTo>
                  <a:cubicBezTo>
                    <a:pt x="14641" y="170"/>
                    <a:pt x="14518" y="47"/>
                    <a:pt x="14364" y="47"/>
                  </a:cubicBezTo>
                  <a:lnTo>
                    <a:pt x="10784" y="47"/>
                  </a:lnTo>
                  <a:cubicBezTo>
                    <a:pt x="10629" y="47"/>
                    <a:pt x="10506" y="170"/>
                    <a:pt x="10506" y="325"/>
                  </a:cubicBezTo>
                  <a:lnTo>
                    <a:pt x="10506" y="1837"/>
                  </a:lnTo>
                  <a:lnTo>
                    <a:pt x="9364" y="1837"/>
                  </a:lnTo>
                  <a:lnTo>
                    <a:pt x="9364" y="325"/>
                  </a:lnTo>
                  <a:cubicBezTo>
                    <a:pt x="9364" y="170"/>
                    <a:pt x="9241" y="47"/>
                    <a:pt x="9086" y="47"/>
                  </a:cubicBezTo>
                  <a:cubicBezTo>
                    <a:pt x="8932" y="47"/>
                    <a:pt x="8809" y="170"/>
                    <a:pt x="8809" y="325"/>
                  </a:cubicBezTo>
                  <a:lnTo>
                    <a:pt x="8809" y="1837"/>
                  </a:lnTo>
                  <a:lnTo>
                    <a:pt x="7667" y="1837"/>
                  </a:lnTo>
                  <a:lnTo>
                    <a:pt x="7667" y="325"/>
                  </a:lnTo>
                  <a:cubicBezTo>
                    <a:pt x="7697" y="109"/>
                    <a:pt x="7543" y="1"/>
                    <a:pt x="7389" y="1"/>
                  </a:cubicBezTo>
                  <a:cubicBezTo>
                    <a:pt x="7235" y="1"/>
                    <a:pt x="7080" y="109"/>
                    <a:pt x="7111" y="325"/>
                  </a:cubicBezTo>
                  <a:lnTo>
                    <a:pt x="7111" y="1837"/>
                  </a:lnTo>
                  <a:lnTo>
                    <a:pt x="5969" y="1837"/>
                  </a:lnTo>
                  <a:lnTo>
                    <a:pt x="5969" y="325"/>
                  </a:lnTo>
                  <a:cubicBezTo>
                    <a:pt x="6000" y="109"/>
                    <a:pt x="5846" y="1"/>
                    <a:pt x="5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5" name="Google Shape;14025;p89"/>
            <p:cNvSpPr/>
            <p:nvPr/>
          </p:nvSpPr>
          <p:spPr>
            <a:xfrm>
              <a:off x="3445425" y="2184475"/>
              <a:ext cx="20175" cy="14875"/>
            </a:xfrm>
            <a:custGeom>
              <a:rect b="b" l="l" r="r" t="t"/>
              <a:pathLst>
                <a:path extrusionOk="0" h="595" w="807">
                  <a:moveTo>
                    <a:pt x="406" y="1"/>
                  </a:moveTo>
                  <a:cubicBezTo>
                    <a:pt x="130" y="1"/>
                    <a:pt x="1" y="466"/>
                    <a:pt x="343" y="571"/>
                  </a:cubicBezTo>
                  <a:cubicBezTo>
                    <a:pt x="383" y="587"/>
                    <a:pt x="423" y="595"/>
                    <a:pt x="461" y="595"/>
                  </a:cubicBezTo>
                  <a:cubicBezTo>
                    <a:pt x="571" y="595"/>
                    <a:pt x="668" y="531"/>
                    <a:pt x="714" y="417"/>
                  </a:cubicBezTo>
                  <a:cubicBezTo>
                    <a:pt x="806" y="262"/>
                    <a:pt x="714" y="77"/>
                    <a:pt x="559" y="46"/>
                  </a:cubicBezTo>
                  <a:cubicBezTo>
                    <a:pt x="505" y="15"/>
                    <a:pt x="453" y="1"/>
                    <a:pt x="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6" name="Google Shape;14026;p89"/>
            <p:cNvSpPr/>
            <p:nvPr/>
          </p:nvSpPr>
          <p:spPr>
            <a:xfrm>
              <a:off x="3335950" y="2014325"/>
              <a:ext cx="185200" cy="184525"/>
            </a:xfrm>
            <a:custGeom>
              <a:rect b="b" l="l" r="r" t="t"/>
              <a:pathLst>
                <a:path extrusionOk="0" h="7381" w="7408">
                  <a:moveTo>
                    <a:pt x="5124" y="556"/>
                  </a:moveTo>
                  <a:lnTo>
                    <a:pt x="5124" y="1698"/>
                  </a:lnTo>
                  <a:lnTo>
                    <a:pt x="587" y="1698"/>
                  </a:lnTo>
                  <a:lnTo>
                    <a:pt x="587" y="556"/>
                  </a:lnTo>
                  <a:close/>
                  <a:moveTo>
                    <a:pt x="5124" y="2254"/>
                  </a:moveTo>
                  <a:lnTo>
                    <a:pt x="5124" y="5093"/>
                  </a:lnTo>
                  <a:lnTo>
                    <a:pt x="2284" y="5093"/>
                  </a:lnTo>
                  <a:lnTo>
                    <a:pt x="2284" y="2254"/>
                  </a:lnTo>
                  <a:close/>
                  <a:moveTo>
                    <a:pt x="6821" y="556"/>
                  </a:moveTo>
                  <a:lnTo>
                    <a:pt x="6821" y="5093"/>
                  </a:lnTo>
                  <a:lnTo>
                    <a:pt x="5679" y="5093"/>
                  </a:lnTo>
                  <a:lnTo>
                    <a:pt x="5679" y="556"/>
                  </a:lnTo>
                  <a:close/>
                  <a:moveTo>
                    <a:pt x="1729" y="2254"/>
                  </a:moveTo>
                  <a:lnTo>
                    <a:pt x="1729" y="6821"/>
                  </a:lnTo>
                  <a:lnTo>
                    <a:pt x="587" y="6821"/>
                  </a:lnTo>
                  <a:lnTo>
                    <a:pt x="587" y="2254"/>
                  </a:lnTo>
                  <a:close/>
                  <a:moveTo>
                    <a:pt x="309" y="1"/>
                  </a:moveTo>
                  <a:cubicBezTo>
                    <a:pt x="155" y="1"/>
                    <a:pt x="0" y="124"/>
                    <a:pt x="0" y="279"/>
                  </a:cubicBezTo>
                  <a:lnTo>
                    <a:pt x="0" y="7099"/>
                  </a:lnTo>
                  <a:cubicBezTo>
                    <a:pt x="0" y="7253"/>
                    <a:pt x="155" y="7377"/>
                    <a:pt x="309" y="7377"/>
                  </a:cubicBezTo>
                  <a:lnTo>
                    <a:pt x="3580" y="7377"/>
                  </a:lnTo>
                  <a:cubicBezTo>
                    <a:pt x="3920" y="7346"/>
                    <a:pt x="3920" y="6852"/>
                    <a:pt x="3580" y="6821"/>
                  </a:cubicBezTo>
                  <a:lnTo>
                    <a:pt x="2315" y="6821"/>
                  </a:lnTo>
                  <a:lnTo>
                    <a:pt x="2315" y="5680"/>
                  </a:lnTo>
                  <a:lnTo>
                    <a:pt x="6852" y="5680"/>
                  </a:lnTo>
                  <a:lnTo>
                    <a:pt x="6852" y="6821"/>
                  </a:lnTo>
                  <a:lnTo>
                    <a:pt x="6142" y="6821"/>
                  </a:lnTo>
                  <a:cubicBezTo>
                    <a:pt x="6123" y="6819"/>
                    <a:pt x="6105" y="6817"/>
                    <a:pt x="6088" y="6817"/>
                  </a:cubicBezTo>
                  <a:cubicBezTo>
                    <a:pt x="5728" y="6817"/>
                    <a:pt x="5728" y="7381"/>
                    <a:pt x="6088" y="7381"/>
                  </a:cubicBezTo>
                  <a:cubicBezTo>
                    <a:pt x="6105" y="7381"/>
                    <a:pt x="6123" y="7380"/>
                    <a:pt x="6142" y="7377"/>
                  </a:cubicBezTo>
                  <a:lnTo>
                    <a:pt x="7130" y="7377"/>
                  </a:lnTo>
                  <a:cubicBezTo>
                    <a:pt x="7284" y="7377"/>
                    <a:pt x="7407" y="7253"/>
                    <a:pt x="7407" y="7099"/>
                  </a:cubicBezTo>
                  <a:lnTo>
                    <a:pt x="7407" y="279"/>
                  </a:lnTo>
                  <a:cubicBezTo>
                    <a:pt x="7407" y="124"/>
                    <a:pt x="7284" y="1"/>
                    <a:pt x="71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27" name="Google Shape;14027;p89"/>
          <p:cNvGrpSpPr/>
          <p:nvPr/>
        </p:nvGrpSpPr>
        <p:grpSpPr>
          <a:xfrm>
            <a:off x="4008413" y="3950125"/>
            <a:ext cx="327650" cy="364375"/>
            <a:chOff x="992000" y="3602375"/>
            <a:chExt cx="327650" cy="364375"/>
          </a:xfrm>
        </p:grpSpPr>
        <p:sp>
          <p:nvSpPr>
            <p:cNvPr id="14028" name="Google Shape;14028;p89"/>
            <p:cNvSpPr/>
            <p:nvPr/>
          </p:nvSpPr>
          <p:spPr>
            <a:xfrm>
              <a:off x="992000" y="3602375"/>
              <a:ext cx="327650" cy="359200"/>
            </a:xfrm>
            <a:custGeom>
              <a:rect b="b" l="l" r="r" t="t"/>
              <a:pathLst>
                <a:path extrusionOk="0" h="14368" w="13106">
                  <a:moveTo>
                    <a:pt x="6613" y="579"/>
                  </a:moveTo>
                  <a:cubicBezTo>
                    <a:pt x="6610" y="579"/>
                    <a:pt x="6607" y="579"/>
                    <a:pt x="6605" y="579"/>
                  </a:cubicBezTo>
                  <a:lnTo>
                    <a:pt x="6635" y="579"/>
                  </a:lnTo>
                  <a:cubicBezTo>
                    <a:pt x="6628" y="579"/>
                    <a:pt x="6620" y="579"/>
                    <a:pt x="6613" y="579"/>
                  </a:cubicBezTo>
                  <a:close/>
                  <a:moveTo>
                    <a:pt x="11728" y="579"/>
                  </a:moveTo>
                  <a:cubicBezTo>
                    <a:pt x="12221" y="579"/>
                    <a:pt x="12468" y="1196"/>
                    <a:pt x="12129" y="1536"/>
                  </a:cubicBezTo>
                  <a:cubicBezTo>
                    <a:pt x="12007" y="1658"/>
                    <a:pt x="11861" y="1713"/>
                    <a:pt x="11721" y="1713"/>
                  </a:cubicBezTo>
                  <a:cubicBezTo>
                    <a:pt x="11435" y="1713"/>
                    <a:pt x="11172" y="1486"/>
                    <a:pt x="11172" y="1134"/>
                  </a:cubicBezTo>
                  <a:cubicBezTo>
                    <a:pt x="11141" y="826"/>
                    <a:pt x="11419" y="579"/>
                    <a:pt x="11728" y="579"/>
                  </a:cubicBezTo>
                  <a:close/>
                  <a:moveTo>
                    <a:pt x="1492" y="576"/>
                  </a:moveTo>
                  <a:cubicBezTo>
                    <a:pt x="1782" y="576"/>
                    <a:pt x="2068" y="798"/>
                    <a:pt x="2068" y="1134"/>
                  </a:cubicBezTo>
                  <a:cubicBezTo>
                    <a:pt x="2068" y="1443"/>
                    <a:pt x="1821" y="1721"/>
                    <a:pt x="1512" y="1721"/>
                  </a:cubicBezTo>
                  <a:cubicBezTo>
                    <a:pt x="1019" y="1721"/>
                    <a:pt x="741" y="1104"/>
                    <a:pt x="1111" y="733"/>
                  </a:cubicBezTo>
                  <a:cubicBezTo>
                    <a:pt x="1219" y="625"/>
                    <a:pt x="1356" y="576"/>
                    <a:pt x="1492" y="576"/>
                  </a:cubicBezTo>
                  <a:close/>
                  <a:moveTo>
                    <a:pt x="6673" y="578"/>
                  </a:moveTo>
                  <a:cubicBezTo>
                    <a:pt x="8997" y="578"/>
                    <a:pt x="9794" y="3676"/>
                    <a:pt x="7777" y="4807"/>
                  </a:cubicBezTo>
                  <a:lnTo>
                    <a:pt x="7777" y="2863"/>
                  </a:lnTo>
                  <a:cubicBezTo>
                    <a:pt x="7824" y="2060"/>
                    <a:pt x="7229" y="1659"/>
                    <a:pt x="6635" y="1659"/>
                  </a:cubicBezTo>
                  <a:cubicBezTo>
                    <a:pt x="6041" y="1659"/>
                    <a:pt x="5447" y="2060"/>
                    <a:pt x="5494" y="2863"/>
                  </a:cubicBezTo>
                  <a:lnTo>
                    <a:pt x="5494" y="4807"/>
                  </a:lnTo>
                  <a:cubicBezTo>
                    <a:pt x="3467" y="3671"/>
                    <a:pt x="4282" y="579"/>
                    <a:pt x="6601" y="579"/>
                  </a:cubicBezTo>
                  <a:cubicBezTo>
                    <a:pt x="6605" y="579"/>
                    <a:pt x="6609" y="579"/>
                    <a:pt x="6613" y="579"/>
                  </a:cubicBezTo>
                  <a:lnTo>
                    <a:pt x="6613" y="579"/>
                  </a:lnTo>
                  <a:cubicBezTo>
                    <a:pt x="6633" y="578"/>
                    <a:pt x="6653" y="578"/>
                    <a:pt x="6673" y="578"/>
                  </a:cubicBezTo>
                  <a:close/>
                  <a:moveTo>
                    <a:pt x="1506" y="3982"/>
                  </a:moveTo>
                  <a:cubicBezTo>
                    <a:pt x="1791" y="3982"/>
                    <a:pt x="2068" y="4209"/>
                    <a:pt x="2068" y="4560"/>
                  </a:cubicBezTo>
                  <a:cubicBezTo>
                    <a:pt x="2068" y="4869"/>
                    <a:pt x="1821" y="5116"/>
                    <a:pt x="1512" y="5116"/>
                  </a:cubicBezTo>
                  <a:cubicBezTo>
                    <a:pt x="1019" y="5116"/>
                    <a:pt x="741" y="4498"/>
                    <a:pt x="1111" y="4159"/>
                  </a:cubicBezTo>
                  <a:cubicBezTo>
                    <a:pt x="1223" y="4037"/>
                    <a:pt x="1365" y="3982"/>
                    <a:pt x="1506" y="3982"/>
                  </a:cubicBezTo>
                  <a:close/>
                  <a:moveTo>
                    <a:pt x="11728" y="3974"/>
                  </a:moveTo>
                  <a:cubicBezTo>
                    <a:pt x="12221" y="3974"/>
                    <a:pt x="12468" y="4591"/>
                    <a:pt x="12129" y="4961"/>
                  </a:cubicBezTo>
                  <a:cubicBezTo>
                    <a:pt x="12011" y="5070"/>
                    <a:pt x="11871" y="5118"/>
                    <a:pt x="11735" y="5118"/>
                  </a:cubicBezTo>
                  <a:cubicBezTo>
                    <a:pt x="11444" y="5118"/>
                    <a:pt x="11172" y="4896"/>
                    <a:pt x="11172" y="4560"/>
                  </a:cubicBezTo>
                  <a:cubicBezTo>
                    <a:pt x="11141" y="4221"/>
                    <a:pt x="11419" y="3974"/>
                    <a:pt x="11728" y="3974"/>
                  </a:cubicBezTo>
                  <a:close/>
                  <a:moveTo>
                    <a:pt x="6616" y="0"/>
                  </a:moveTo>
                  <a:cubicBezTo>
                    <a:pt x="5571" y="0"/>
                    <a:pt x="4521" y="564"/>
                    <a:pt x="4012" y="1690"/>
                  </a:cubicBezTo>
                  <a:lnTo>
                    <a:pt x="2623" y="1227"/>
                  </a:lnTo>
                  <a:lnTo>
                    <a:pt x="2623" y="1134"/>
                  </a:lnTo>
                  <a:cubicBezTo>
                    <a:pt x="2623" y="413"/>
                    <a:pt x="2050" y="7"/>
                    <a:pt x="1477" y="7"/>
                  </a:cubicBezTo>
                  <a:cubicBezTo>
                    <a:pt x="1021" y="7"/>
                    <a:pt x="566" y="265"/>
                    <a:pt x="401" y="826"/>
                  </a:cubicBezTo>
                  <a:cubicBezTo>
                    <a:pt x="156" y="1665"/>
                    <a:pt x="819" y="2287"/>
                    <a:pt x="1510" y="2287"/>
                  </a:cubicBezTo>
                  <a:cubicBezTo>
                    <a:pt x="1861" y="2287"/>
                    <a:pt x="2219" y="2126"/>
                    <a:pt x="2469" y="1752"/>
                  </a:cubicBezTo>
                  <a:lnTo>
                    <a:pt x="3858" y="2215"/>
                  </a:lnTo>
                  <a:cubicBezTo>
                    <a:pt x="3796" y="2431"/>
                    <a:pt x="3765" y="2647"/>
                    <a:pt x="3765" y="2863"/>
                  </a:cubicBezTo>
                  <a:cubicBezTo>
                    <a:pt x="3765" y="3048"/>
                    <a:pt x="3796" y="3264"/>
                    <a:pt x="3858" y="3480"/>
                  </a:cubicBezTo>
                  <a:lnTo>
                    <a:pt x="2469" y="3943"/>
                  </a:lnTo>
                  <a:cubicBezTo>
                    <a:pt x="2253" y="3603"/>
                    <a:pt x="1883" y="3418"/>
                    <a:pt x="1512" y="3418"/>
                  </a:cubicBezTo>
                  <a:cubicBezTo>
                    <a:pt x="494" y="3418"/>
                    <a:pt x="0" y="4622"/>
                    <a:pt x="710" y="5363"/>
                  </a:cubicBezTo>
                  <a:cubicBezTo>
                    <a:pt x="937" y="5589"/>
                    <a:pt x="1217" y="5690"/>
                    <a:pt x="1493" y="5690"/>
                  </a:cubicBezTo>
                  <a:cubicBezTo>
                    <a:pt x="2082" y="5690"/>
                    <a:pt x="2654" y="5232"/>
                    <a:pt x="2654" y="4560"/>
                  </a:cubicBezTo>
                  <a:lnTo>
                    <a:pt x="2654" y="4468"/>
                  </a:lnTo>
                  <a:lnTo>
                    <a:pt x="4043" y="4005"/>
                  </a:lnTo>
                  <a:cubicBezTo>
                    <a:pt x="4321" y="4653"/>
                    <a:pt x="4845" y="5177"/>
                    <a:pt x="5494" y="5455"/>
                  </a:cubicBezTo>
                  <a:lnTo>
                    <a:pt x="5494" y="8017"/>
                  </a:lnTo>
                  <a:lnTo>
                    <a:pt x="4907" y="8017"/>
                  </a:lnTo>
                  <a:cubicBezTo>
                    <a:pt x="4290" y="8017"/>
                    <a:pt x="3796" y="8510"/>
                    <a:pt x="3796" y="9159"/>
                  </a:cubicBezTo>
                  <a:lnTo>
                    <a:pt x="3796" y="9992"/>
                  </a:lnTo>
                  <a:cubicBezTo>
                    <a:pt x="3765" y="11998"/>
                    <a:pt x="5061" y="13757"/>
                    <a:pt x="6975" y="14343"/>
                  </a:cubicBezTo>
                  <a:cubicBezTo>
                    <a:pt x="7016" y="14360"/>
                    <a:pt x="7055" y="14368"/>
                    <a:pt x="7091" y="14368"/>
                  </a:cubicBezTo>
                  <a:cubicBezTo>
                    <a:pt x="7385" y="14368"/>
                    <a:pt x="7514" y="13870"/>
                    <a:pt x="7129" y="13788"/>
                  </a:cubicBezTo>
                  <a:cubicBezTo>
                    <a:pt x="5494" y="13263"/>
                    <a:pt x="4352" y="11751"/>
                    <a:pt x="4382" y="9992"/>
                  </a:cubicBezTo>
                  <a:lnTo>
                    <a:pt x="4382" y="9159"/>
                  </a:lnTo>
                  <a:cubicBezTo>
                    <a:pt x="4382" y="8819"/>
                    <a:pt x="4629" y="8572"/>
                    <a:pt x="4938" y="8572"/>
                  </a:cubicBezTo>
                  <a:lnTo>
                    <a:pt x="5494" y="8572"/>
                  </a:lnTo>
                  <a:lnTo>
                    <a:pt x="5494" y="9992"/>
                  </a:lnTo>
                  <a:cubicBezTo>
                    <a:pt x="5524" y="10162"/>
                    <a:pt x="5656" y="10246"/>
                    <a:pt x="5787" y="10246"/>
                  </a:cubicBezTo>
                  <a:cubicBezTo>
                    <a:pt x="5918" y="10246"/>
                    <a:pt x="6049" y="10162"/>
                    <a:pt x="6080" y="9992"/>
                  </a:cubicBezTo>
                  <a:lnTo>
                    <a:pt x="6080" y="2863"/>
                  </a:lnTo>
                  <a:cubicBezTo>
                    <a:pt x="6080" y="2477"/>
                    <a:pt x="6358" y="2284"/>
                    <a:pt x="6635" y="2284"/>
                  </a:cubicBezTo>
                  <a:cubicBezTo>
                    <a:pt x="6913" y="2284"/>
                    <a:pt x="7191" y="2477"/>
                    <a:pt x="7191" y="2863"/>
                  </a:cubicBezTo>
                  <a:lnTo>
                    <a:pt x="7191" y="8294"/>
                  </a:lnTo>
                  <a:cubicBezTo>
                    <a:pt x="7191" y="8480"/>
                    <a:pt x="7338" y="8572"/>
                    <a:pt x="7484" y="8572"/>
                  </a:cubicBezTo>
                  <a:cubicBezTo>
                    <a:pt x="7631" y="8572"/>
                    <a:pt x="7777" y="8480"/>
                    <a:pt x="7777" y="8294"/>
                  </a:cubicBezTo>
                  <a:lnTo>
                    <a:pt x="7777" y="6535"/>
                  </a:lnTo>
                  <a:cubicBezTo>
                    <a:pt x="7777" y="6165"/>
                    <a:pt x="8063" y="5980"/>
                    <a:pt x="8348" y="5980"/>
                  </a:cubicBezTo>
                  <a:cubicBezTo>
                    <a:pt x="8634" y="5980"/>
                    <a:pt x="8919" y="6165"/>
                    <a:pt x="8919" y="6535"/>
                  </a:cubicBezTo>
                  <a:lnTo>
                    <a:pt x="8919" y="8294"/>
                  </a:lnTo>
                  <a:cubicBezTo>
                    <a:pt x="8888" y="8510"/>
                    <a:pt x="9043" y="8618"/>
                    <a:pt x="9197" y="8618"/>
                  </a:cubicBezTo>
                  <a:cubicBezTo>
                    <a:pt x="9351" y="8618"/>
                    <a:pt x="9506" y="8510"/>
                    <a:pt x="9475" y="8294"/>
                  </a:cubicBezTo>
                  <a:lnTo>
                    <a:pt x="9475" y="7091"/>
                  </a:lnTo>
                  <a:cubicBezTo>
                    <a:pt x="9475" y="6720"/>
                    <a:pt x="9760" y="6535"/>
                    <a:pt x="10046" y="6535"/>
                  </a:cubicBezTo>
                  <a:cubicBezTo>
                    <a:pt x="10331" y="6535"/>
                    <a:pt x="10617" y="6720"/>
                    <a:pt x="10617" y="7091"/>
                  </a:cubicBezTo>
                  <a:lnTo>
                    <a:pt x="10617" y="8294"/>
                  </a:lnTo>
                  <a:cubicBezTo>
                    <a:pt x="10586" y="8510"/>
                    <a:pt x="10740" y="8618"/>
                    <a:pt x="10894" y="8618"/>
                  </a:cubicBezTo>
                  <a:cubicBezTo>
                    <a:pt x="11049" y="8618"/>
                    <a:pt x="11203" y="8510"/>
                    <a:pt x="11172" y="8294"/>
                  </a:cubicBezTo>
                  <a:lnTo>
                    <a:pt x="11172" y="7677"/>
                  </a:lnTo>
                  <a:cubicBezTo>
                    <a:pt x="11203" y="7322"/>
                    <a:pt x="11473" y="7145"/>
                    <a:pt x="11743" y="7145"/>
                  </a:cubicBezTo>
                  <a:cubicBezTo>
                    <a:pt x="12013" y="7145"/>
                    <a:pt x="12283" y="7322"/>
                    <a:pt x="12314" y="7677"/>
                  </a:cubicBezTo>
                  <a:lnTo>
                    <a:pt x="12314" y="9992"/>
                  </a:lnTo>
                  <a:cubicBezTo>
                    <a:pt x="12314" y="11720"/>
                    <a:pt x="11172" y="13263"/>
                    <a:pt x="9506" y="13788"/>
                  </a:cubicBezTo>
                  <a:cubicBezTo>
                    <a:pt x="9223" y="13901"/>
                    <a:pt x="9328" y="14324"/>
                    <a:pt x="9609" y="14324"/>
                  </a:cubicBezTo>
                  <a:cubicBezTo>
                    <a:pt x="9634" y="14324"/>
                    <a:pt x="9662" y="14320"/>
                    <a:pt x="9691" y="14312"/>
                  </a:cubicBezTo>
                  <a:cubicBezTo>
                    <a:pt x="11573" y="13726"/>
                    <a:pt x="12839" y="11967"/>
                    <a:pt x="12869" y="9992"/>
                  </a:cubicBezTo>
                  <a:lnTo>
                    <a:pt x="12869" y="7677"/>
                  </a:lnTo>
                  <a:cubicBezTo>
                    <a:pt x="12869" y="7060"/>
                    <a:pt x="12345" y="6566"/>
                    <a:pt x="11728" y="6566"/>
                  </a:cubicBezTo>
                  <a:cubicBezTo>
                    <a:pt x="11695" y="6562"/>
                    <a:pt x="11663" y="6560"/>
                    <a:pt x="11632" y="6560"/>
                  </a:cubicBezTo>
                  <a:cubicBezTo>
                    <a:pt x="11424" y="6560"/>
                    <a:pt x="11240" y="6644"/>
                    <a:pt x="11080" y="6751"/>
                  </a:cubicBezTo>
                  <a:cubicBezTo>
                    <a:pt x="10925" y="6288"/>
                    <a:pt x="10493" y="5980"/>
                    <a:pt x="10030" y="5980"/>
                  </a:cubicBezTo>
                  <a:cubicBezTo>
                    <a:pt x="9783" y="5980"/>
                    <a:pt x="9567" y="6041"/>
                    <a:pt x="9382" y="6165"/>
                  </a:cubicBezTo>
                  <a:cubicBezTo>
                    <a:pt x="9207" y="5683"/>
                    <a:pt x="8767" y="5403"/>
                    <a:pt x="8305" y="5403"/>
                  </a:cubicBezTo>
                  <a:cubicBezTo>
                    <a:pt x="8117" y="5403"/>
                    <a:pt x="7925" y="5449"/>
                    <a:pt x="7746" y="5548"/>
                  </a:cubicBezTo>
                  <a:lnTo>
                    <a:pt x="7746" y="5455"/>
                  </a:lnTo>
                  <a:cubicBezTo>
                    <a:pt x="8395" y="5177"/>
                    <a:pt x="8919" y="4653"/>
                    <a:pt x="9197" y="4005"/>
                  </a:cubicBezTo>
                  <a:lnTo>
                    <a:pt x="10586" y="4468"/>
                  </a:lnTo>
                  <a:lnTo>
                    <a:pt x="10586" y="4560"/>
                  </a:lnTo>
                  <a:cubicBezTo>
                    <a:pt x="10586" y="5302"/>
                    <a:pt x="11174" y="5716"/>
                    <a:pt x="11757" y="5716"/>
                  </a:cubicBezTo>
                  <a:cubicBezTo>
                    <a:pt x="12218" y="5716"/>
                    <a:pt x="12675" y="5458"/>
                    <a:pt x="12839" y="4900"/>
                  </a:cubicBezTo>
                  <a:cubicBezTo>
                    <a:pt x="13105" y="4039"/>
                    <a:pt x="12432" y="3395"/>
                    <a:pt x="11733" y="3395"/>
                  </a:cubicBezTo>
                  <a:cubicBezTo>
                    <a:pt x="11379" y="3395"/>
                    <a:pt x="11020" y="3560"/>
                    <a:pt x="10771" y="3943"/>
                  </a:cubicBezTo>
                  <a:lnTo>
                    <a:pt x="9382" y="3480"/>
                  </a:lnTo>
                  <a:cubicBezTo>
                    <a:pt x="9444" y="3264"/>
                    <a:pt x="9444" y="3048"/>
                    <a:pt x="9444" y="2863"/>
                  </a:cubicBezTo>
                  <a:cubicBezTo>
                    <a:pt x="9444" y="2647"/>
                    <a:pt x="9444" y="2431"/>
                    <a:pt x="9382" y="2215"/>
                  </a:cubicBezTo>
                  <a:lnTo>
                    <a:pt x="10771" y="1752"/>
                  </a:lnTo>
                  <a:cubicBezTo>
                    <a:pt x="11007" y="2122"/>
                    <a:pt x="11354" y="2280"/>
                    <a:pt x="11697" y="2280"/>
                  </a:cubicBezTo>
                  <a:cubicBezTo>
                    <a:pt x="12383" y="2280"/>
                    <a:pt x="13055" y="1649"/>
                    <a:pt x="12808" y="826"/>
                  </a:cubicBezTo>
                  <a:cubicBezTo>
                    <a:pt x="12644" y="265"/>
                    <a:pt x="12188" y="7"/>
                    <a:pt x="11732" y="7"/>
                  </a:cubicBezTo>
                  <a:cubicBezTo>
                    <a:pt x="11159" y="7"/>
                    <a:pt x="10586" y="413"/>
                    <a:pt x="10586" y="1134"/>
                  </a:cubicBezTo>
                  <a:lnTo>
                    <a:pt x="10586" y="1227"/>
                  </a:lnTo>
                  <a:lnTo>
                    <a:pt x="9197" y="1690"/>
                  </a:lnTo>
                  <a:cubicBezTo>
                    <a:pt x="8703" y="564"/>
                    <a:pt x="7662" y="0"/>
                    <a:pt x="66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9" name="Google Shape;14029;p89"/>
            <p:cNvSpPr/>
            <p:nvPr/>
          </p:nvSpPr>
          <p:spPr>
            <a:xfrm>
              <a:off x="1192200" y="3952275"/>
              <a:ext cx="15450" cy="14475"/>
            </a:xfrm>
            <a:custGeom>
              <a:rect b="b" l="l" r="r" t="t"/>
              <a:pathLst>
                <a:path extrusionOk="0" h="579" w="618">
                  <a:moveTo>
                    <a:pt x="309" y="0"/>
                  </a:moveTo>
                  <a:cubicBezTo>
                    <a:pt x="178" y="0"/>
                    <a:pt x="47" y="85"/>
                    <a:pt x="16" y="255"/>
                  </a:cubicBezTo>
                  <a:cubicBezTo>
                    <a:pt x="1" y="471"/>
                    <a:pt x="155" y="579"/>
                    <a:pt x="309" y="579"/>
                  </a:cubicBezTo>
                  <a:cubicBezTo>
                    <a:pt x="464" y="579"/>
                    <a:pt x="618" y="471"/>
                    <a:pt x="603" y="255"/>
                  </a:cubicBezTo>
                  <a:cubicBezTo>
                    <a:pt x="572" y="85"/>
                    <a:pt x="441" y="0"/>
                    <a:pt x="3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30" name="Google Shape;14030;p89"/>
          <p:cNvGrpSpPr/>
          <p:nvPr/>
        </p:nvGrpSpPr>
        <p:grpSpPr>
          <a:xfrm>
            <a:off x="4751400" y="3976013"/>
            <a:ext cx="363425" cy="312600"/>
            <a:chOff x="2492650" y="1950300"/>
            <a:chExt cx="363425" cy="312600"/>
          </a:xfrm>
        </p:grpSpPr>
        <p:sp>
          <p:nvSpPr>
            <p:cNvPr id="14031" name="Google Shape;14031;p89"/>
            <p:cNvSpPr/>
            <p:nvPr/>
          </p:nvSpPr>
          <p:spPr>
            <a:xfrm>
              <a:off x="2646175" y="2099575"/>
              <a:ext cx="66400" cy="56750"/>
            </a:xfrm>
            <a:custGeom>
              <a:rect b="b" l="l" r="r" t="t"/>
              <a:pathLst>
                <a:path extrusionOk="0" h="2270" w="2656">
                  <a:moveTo>
                    <a:pt x="1143" y="541"/>
                  </a:moveTo>
                  <a:lnTo>
                    <a:pt x="1143" y="572"/>
                  </a:lnTo>
                  <a:cubicBezTo>
                    <a:pt x="1637" y="572"/>
                    <a:pt x="1914" y="1189"/>
                    <a:pt x="1544" y="1560"/>
                  </a:cubicBezTo>
                  <a:cubicBezTo>
                    <a:pt x="1431" y="1663"/>
                    <a:pt x="1295" y="1709"/>
                    <a:pt x="1161" y="1709"/>
                  </a:cubicBezTo>
                  <a:cubicBezTo>
                    <a:pt x="857" y="1709"/>
                    <a:pt x="566" y="1471"/>
                    <a:pt x="587" y="1128"/>
                  </a:cubicBezTo>
                  <a:cubicBezTo>
                    <a:pt x="587" y="788"/>
                    <a:pt x="834" y="541"/>
                    <a:pt x="1143" y="541"/>
                  </a:cubicBezTo>
                  <a:close/>
                  <a:moveTo>
                    <a:pt x="1137" y="1"/>
                  </a:moveTo>
                  <a:cubicBezTo>
                    <a:pt x="566" y="1"/>
                    <a:pt x="22" y="447"/>
                    <a:pt x="1" y="1128"/>
                  </a:cubicBezTo>
                  <a:cubicBezTo>
                    <a:pt x="1" y="1745"/>
                    <a:pt x="495" y="2270"/>
                    <a:pt x="1143" y="2270"/>
                  </a:cubicBezTo>
                  <a:cubicBezTo>
                    <a:pt x="2130" y="2270"/>
                    <a:pt x="2655" y="1066"/>
                    <a:pt x="1945" y="356"/>
                  </a:cubicBezTo>
                  <a:cubicBezTo>
                    <a:pt x="1710" y="110"/>
                    <a:pt x="1420" y="1"/>
                    <a:pt x="11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2" name="Google Shape;14032;p89"/>
            <p:cNvSpPr/>
            <p:nvPr/>
          </p:nvSpPr>
          <p:spPr>
            <a:xfrm>
              <a:off x="2582150" y="2056000"/>
              <a:ext cx="185200" cy="142750"/>
            </a:xfrm>
            <a:custGeom>
              <a:rect b="b" l="l" r="r" t="t"/>
              <a:pathLst>
                <a:path extrusionOk="0" h="5710" w="7408">
                  <a:moveTo>
                    <a:pt x="3704" y="587"/>
                  </a:moveTo>
                  <a:cubicBezTo>
                    <a:pt x="5154" y="587"/>
                    <a:pt x="6420" y="2346"/>
                    <a:pt x="6790" y="2871"/>
                  </a:cubicBezTo>
                  <a:cubicBezTo>
                    <a:pt x="6451" y="3395"/>
                    <a:pt x="5185" y="5154"/>
                    <a:pt x="3704" y="5154"/>
                  </a:cubicBezTo>
                  <a:cubicBezTo>
                    <a:pt x="2222" y="5154"/>
                    <a:pt x="988" y="3395"/>
                    <a:pt x="618" y="2871"/>
                  </a:cubicBezTo>
                  <a:cubicBezTo>
                    <a:pt x="957" y="2346"/>
                    <a:pt x="2222" y="587"/>
                    <a:pt x="3704" y="587"/>
                  </a:cubicBezTo>
                  <a:close/>
                  <a:moveTo>
                    <a:pt x="3704" y="1"/>
                  </a:moveTo>
                  <a:cubicBezTo>
                    <a:pt x="1667" y="1"/>
                    <a:pt x="124" y="2593"/>
                    <a:pt x="62" y="2716"/>
                  </a:cubicBezTo>
                  <a:cubicBezTo>
                    <a:pt x="0" y="2809"/>
                    <a:pt x="0" y="2932"/>
                    <a:pt x="62" y="3025"/>
                  </a:cubicBezTo>
                  <a:cubicBezTo>
                    <a:pt x="124" y="3118"/>
                    <a:pt x="1698" y="5710"/>
                    <a:pt x="3704" y="5710"/>
                  </a:cubicBezTo>
                  <a:cubicBezTo>
                    <a:pt x="5710" y="5710"/>
                    <a:pt x="7284" y="3118"/>
                    <a:pt x="7346" y="3025"/>
                  </a:cubicBezTo>
                  <a:cubicBezTo>
                    <a:pt x="7407" y="2932"/>
                    <a:pt x="7407" y="2809"/>
                    <a:pt x="7346" y="2716"/>
                  </a:cubicBezTo>
                  <a:cubicBezTo>
                    <a:pt x="7284" y="2593"/>
                    <a:pt x="5710" y="1"/>
                    <a:pt x="3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3" name="Google Shape;14033;p89"/>
            <p:cNvSpPr/>
            <p:nvPr/>
          </p:nvSpPr>
          <p:spPr>
            <a:xfrm>
              <a:off x="2539725" y="2035925"/>
              <a:ext cx="59950" cy="57125"/>
            </a:xfrm>
            <a:custGeom>
              <a:rect b="b" l="l" r="r" t="t"/>
              <a:pathLst>
                <a:path extrusionOk="0" h="2285" w="2398">
                  <a:moveTo>
                    <a:pt x="2005" y="0"/>
                  </a:moveTo>
                  <a:cubicBezTo>
                    <a:pt x="1995" y="0"/>
                    <a:pt x="1985" y="0"/>
                    <a:pt x="1975" y="1"/>
                  </a:cubicBezTo>
                  <a:lnTo>
                    <a:pt x="278" y="1"/>
                  </a:lnTo>
                  <a:cubicBezTo>
                    <a:pt x="123" y="1"/>
                    <a:pt x="0" y="125"/>
                    <a:pt x="0" y="279"/>
                  </a:cubicBezTo>
                  <a:lnTo>
                    <a:pt x="0" y="2007"/>
                  </a:lnTo>
                  <a:cubicBezTo>
                    <a:pt x="0" y="2161"/>
                    <a:pt x="123" y="2285"/>
                    <a:pt x="278" y="2285"/>
                  </a:cubicBezTo>
                  <a:lnTo>
                    <a:pt x="278" y="2254"/>
                  </a:lnTo>
                  <a:cubicBezTo>
                    <a:pt x="432" y="2254"/>
                    <a:pt x="556" y="2131"/>
                    <a:pt x="556" y="1976"/>
                  </a:cubicBezTo>
                  <a:lnTo>
                    <a:pt x="556" y="587"/>
                  </a:lnTo>
                  <a:lnTo>
                    <a:pt x="1975" y="587"/>
                  </a:lnTo>
                  <a:cubicBezTo>
                    <a:pt x="1985" y="588"/>
                    <a:pt x="1995" y="589"/>
                    <a:pt x="2005" y="589"/>
                  </a:cubicBezTo>
                  <a:cubicBezTo>
                    <a:pt x="2397" y="589"/>
                    <a:pt x="2397" y="0"/>
                    <a:pt x="20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4" name="Google Shape;14034;p89"/>
            <p:cNvSpPr/>
            <p:nvPr/>
          </p:nvSpPr>
          <p:spPr>
            <a:xfrm>
              <a:off x="2749050" y="2035825"/>
              <a:ext cx="59950" cy="55875"/>
            </a:xfrm>
            <a:custGeom>
              <a:rect b="b" l="l" r="r" t="t"/>
              <a:pathLst>
                <a:path extrusionOk="0" h="2235" w="2398">
                  <a:moveTo>
                    <a:pt x="366" y="1"/>
                  </a:moveTo>
                  <a:cubicBezTo>
                    <a:pt x="1" y="1"/>
                    <a:pt x="10" y="562"/>
                    <a:pt x="393" y="562"/>
                  </a:cubicBezTo>
                  <a:cubicBezTo>
                    <a:pt x="403" y="562"/>
                    <a:pt x="413" y="561"/>
                    <a:pt x="423" y="561"/>
                  </a:cubicBezTo>
                  <a:lnTo>
                    <a:pt x="1842" y="561"/>
                  </a:lnTo>
                  <a:lnTo>
                    <a:pt x="1842" y="1980"/>
                  </a:lnTo>
                  <a:cubicBezTo>
                    <a:pt x="1858" y="2150"/>
                    <a:pt x="1989" y="2235"/>
                    <a:pt x="2120" y="2235"/>
                  </a:cubicBezTo>
                  <a:cubicBezTo>
                    <a:pt x="2251" y="2235"/>
                    <a:pt x="2382" y="2150"/>
                    <a:pt x="2398" y="1980"/>
                  </a:cubicBezTo>
                  <a:lnTo>
                    <a:pt x="2398" y="283"/>
                  </a:lnTo>
                  <a:cubicBezTo>
                    <a:pt x="2398" y="142"/>
                    <a:pt x="2295" y="1"/>
                    <a:pt x="2160" y="1"/>
                  </a:cubicBezTo>
                  <a:cubicBezTo>
                    <a:pt x="2147" y="1"/>
                    <a:pt x="2133" y="2"/>
                    <a:pt x="2120" y="5"/>
                  </a:cubicBezTo>
                  <a:lnTo>
                    <a:pt x="423" y="5"/>
                  </a:lnTo>
                  <a:cubicBezTo>
                    <a:pt x="403" y="2"/>
                    <a:pt x="38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5" name="Google Shape;14035;p89"/>
            <p:cNvSpPr/>
            <p:nvPr/>
          </p:nvSpPr>
          <p:spPr>
            <a:xfrm>
              <a:off x="2749050" y="2163250"/>
              <a:ext cx="59950" cy="57150"/>
            </a:xfrm>
            <a:custGeom>
              <a:rect b="b" l="l" r="r" t="t"/>
              <a:pathLst>
                <a:path extrusionOk="0" h="2286" w="2398">
                  <a:moveTo>
                    <a:pt x="2120" y="0"/>
                  </a:moveTo>
                  <a:cubicBezTo>
                    <a:pt x="1966" y="0"/>
                    <a:pt x="1842" y="124"/>
                    <a:pt x="1842" y="278"/>
                  </a:cubicBezTo>
                  <a:lnTo>
                    <a:pt x="1842" y="1698"/>
                  </a:lnTo>
                  <a:lnTo>
                    <a:pt x="423" y="1698"/>
                  </a:lnTo>
                  <a:cubicBezTo>
                    <a:pt x="413" y="1697"/>
                    <a:pt x="403" y="1697"/>
                    <a:pt x="393" y="1697"/>
                  </a:cubicBezTo>
                  <a:cubicBezTo>
                    <a:pt x="0" y="1697"/>
                    <a:pt x="0" y="2285"/>
                    <a:pt x="393" y="2285"/>
                  </a:cubicBezTo>
                  <a:cubicBezTo>
                    <a:pt x="403" y="2285"/>
                    <a:pt x="413" y="2285"/>
                    <a:pt x="423" y="2284"/>
                  </a:cubicBezTo>
                  <a:lnTo>
                    <a:pt x="2120" y="2284"/>
                  </a:lnTo>
                  <a:cubicBezTo>
                    <a:pt x="2274" y="2284"/>
                    <a:pt x="2398" y="2130"/>
                    <a:pt x="2398" y="1975"/>
                  </a:cubicBezTo>
                  <a:lnTo>
                    <a:pt x="2398" y="278"/>
                  </a:lnTo>
                  <a:cubicBezTo>
                    <a:pt x="2398" y="124"/>
                    <a:pt x="2274" y="0"/>
                    <a:pt x="2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6" name="Google Shape;14036;p89"/>
            <p:cNvSpPr/>
            <p:nvPr/>
          </p:nvSpPr>
          <p:spPr>
            <a:xfrm>
              <a:off x="2539725" y="2163825"/>
              <a:ext cx="59950" cy="56575"/>
            </a:xfrm>
            <a:custGeom>
              <a:rect b="b" l="l" r="r" t="t"/>
              <a:pathLst>
                <a:path extrusionOk="0" h="2263" w="2398">
                  <a:moveTo>
                    <a:pt x="278" y="0"/>
                  </a:moveTo>
                  <a:cubicBezTo>
                    <a:pt x="147" y="0"/>
                    <a:pt x="15" y="85"/>
                    <a:pt x="0" y="255"/>
                  </a:cubicBezTo>
                  <a:lnTo>
                    <a:pt x="0" y="1952"/>
                  </a:lnTo>
                  <a:cubicBezTo>
                    <a:pt x="0" y="2107"/>
                    <a:pt x="123" y="2261"/>
                    <a:pt x="278" y="2261"/>
                  </a:cubicBezTo>
                  <a:lnTo>
                    <a:pt x="1975" y="2261"/>
                  </a:lnTo>
                  <a:cubicBezTo>
                    <a:pt x="1985" y="2262"/>
                    <a:pt x="1995" y="2262"/>
                    <a:pt x="2005" y="2262"/>
                  </a:cubicBezTo>
                  <a:cubicBezTo>
                    <a:pt x="2397" y="2262"/>
                    <a:pt x="2397" y="1674"/>
                    <a:pt x="2005" y="1674"/>
                  </a:cubicBezTo>
                  <a:cubicBezTo>
                    <a:pt x="1995" y="1674"/>
                    <a:pt x="1985" y="1674"/>
                    <a:pt x="1975" y="1675"/>
                  </a:cubicBezTo>
                  <a:lnTo>
                    <a:pt x="556" y="1675"/>
                  </a:lnTo>
                  <a:lnTo>
                    <a:pt x="556" y="255"/>
                  </a:lnTo>
                  <a:cubicBezTo>
                    <a:pt x="540" y="85"/>
                    <a:pt x="409"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7" name="Google Shape;14037;p89"/>
            <p:cNvSpPr/>
            <p:nvPr/>
          </p:nvSpPr>
          <p:spPr>
            <a:xfrm>
              <a:off x="2664700" y="2248125"/>
              <a:ext cx="17000" cy="14550"/>
            </a:xfrm>
            <a:custGeom>
              <a:rect b="b" l="l" r="r" t="t"/>
              <a:pathLst>
                <a:path extrusionOk="0" h="582" w="680">
                  <a:moveTo>
                    <a:pt x="371" y="0"/>
                  </a:moveTo>
                  <a:cubicBezTo>
                    <a:pt x="124" y="0"/>
                    <a:pt x="1" y="309"/>
                    <a:pt x="186" y="494"/>
                  </a:cubicBezTo>
                  <a:cubicBezTo>
                    <a:pt x="246" y="554"/>
                    <a:pt x="320" y="582"/>
                    <a:pt x="392" y="582"/>
                  </a:cubicBezTo>
                  <a:cubicBezTo>
                    <a:pt x="540" y="582"/>
                    <a:pt x="680" y="465"/>
                    <a:pt x="680" y="278"/>
                  </a:cubicBezTo>
                  <a:cubicBezTo>
                    <a:pt x="680" y="124"/>
                    <a:pt x="525" y="0"/>
                    <a:pt x="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8" name="Google Shape;14038;p89"/>
            <p:cNvSpPr/>
            <p:nvPr/>
          </p:nvSpPr>
          <p:spPr>
            <a:xfrm>
              <a:off x="2492650" y="1950300"/>
              <a:ext cx="363425" cy="312600"/>
            </a:xfrm>
            <a:custGeom>
              <a:rect b="b" l="l" r="r" t="t"/>
              <a:pathLst>
                <a:path extrusionOk="0" h="12504" w="14537">
                  <a:moveTo>
                    <a:pt x="10401" y="556"/>
                  </a:moveTo>
                  <a:lnTo>
                    <a:pt x="10401" y="1698"/>
                  </a:lnTo>
                  <a:lnTo>
                    <a:pt x="556" y="1698"/>
                  </a:lnTo>
                  <a:lnTo>
                    <a:pt x="556" y="865"/>
                  </a:lnTo>
                  <a:cubicBezTo>
                    <a:pt x="556" y="710"/>
                    <a:pt x="679" y="587"/>
                    <a:pt x="834" y="556"/>
                  </a:cubicBezTo>
                  <a:close/>
                  <a:moveTo>
                    <a:pt x="13672" y="587"/>
                  </a:moveTo>
                  <a:cubicBezTo>
                    <a:pt x="13827" y="587"/>
                    <a:pt x="13950" y="710"/>
                    <a:pt x="13950" y="865"/>
                  </a:cubicBezTo>
                  <a:lnTo>
                    <a:pt x="13950" y="1698"/>
                  </a:lnTo>
                  <a:lnTo>
                    <a:pt x="10956" y="1698"/>
                  </a:lnTo>
                  <a:lnTo>
                    <a:pt x="10956" y="587"/>
                  </a:lnTo>
                  <a:close/>
                  <a:moveTo>
                    <a:pt x="834" y="0"/>
                  </a:moveTo>
                  <a:cubicBezTo>
                    <a:pt x="371" y="0"/>
                    <a:pt x="0" y="402"/>
                    <a:pt x="0" y="865"/>
                  </a:cubicBezTo>
                  <a:lnTo>
                    <a:pt x="0" y="11666"/>
                  </a:lnTo>
                  <a:cubicBezTo>
                    <a:pt x="0" y="12129"/>
                    <a:pt x="371" y="12499"/>
                    <a:pt x="834" y="12499"/>
                  </a:cubicBezTo>
                  <a:lnTo>
                    <a:pt x="5988" y="12499"/>
                  </a:lnTo>
                  <a:cubicBezTo>
                    <a:pt x="6006" y="12502"/>
                    <a:pt x="6024" y="12503"/>
                    <a:pt x="6042" y="12503"/>
                  </a:cubicBezTo>
                  <a:cubicBezTo>
                    <a:pt x="6402" y="12503"/>
                    <a:pt x="6402" y="11940"/>
                    <a:pt x="6042" y="11940"/>
                  </a:cubicBezTo>
                  <a:cubicBezTo>
                    <a:pt x="6024" y="11940"/>
                    <a:pt x="6006" y="11941"/>
                    <a:pt x="5988" y="11944"/>
                  </a:cubicBezTo>
                  <a:lnTo>
                    <a:pt x="834" y="11944"/>
                  </a:lnTo>
                  <a:cubicBezTo>
                    <a:pt x="679" y="11944"/>
                    <a:pt x="556" y="11821"/>
                    <a:pt x="556" y="11666"/>
                  </a:cubicBezTo>
                  <a:lnTo>
                    <a:pt x="556" y="2284"/>
                  </a:lnTo>
                  <a:lnTo>
                    <a:pt x="13950" y="2284"/>
                  </a:lnTo>
                  <a:lnTo>
                    <a:pt x="13950" y="11635"/>
                  </a:lnTo>
                  <a:cubicBezTo>
                    <a:pt x="13950" y="11790"/>
                    <a:pt x="13827" y="11913"/>
                    <a:pt x="13672" y="11913"/>
                  </a:cubicBezTo>
                  <a:lnTo>
                    <a:pt x="8549" y="11913"/>
                  </a:lnTo>
                  <a:cubicBezTo>
                    <a:pt x="8210" y="11975"/>
                    <a:pt x="8210" y="12438"/>
                    <a:pt x="8549" y="12499"/>
                  </a:cubicBezTo>
                  <a:lnTo>
                    <a:pt x="13672" y="12499"/>
                  </a:lnTo>
                  <a:cubicBezTo>
                    <a:pt x="14135" y="12499"/>
                    <a:pt x="14536" y="12098"/>
                    <a:pt x="14536" y="11635"/>
                  </a:cubicBezTo>
                  <a:lnTo>
                    <a:pt x="14536" y="865"/>
                  </a:lnTo>
                  <a:cubicBezTo>
                    <a:pt x="14536" y="402"/>
                    <a:pt x="14135" y="0"/>
                    <a:pt x="136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39" name="Google Shape;14039;p89"/>
          <p:cNvGrpSpPr/>
          <p:nvPr/>
        </p:nvGrpSpPr>
        <p:grpSpPr>
          <a:xfrm>
            <a:off x="5462875" y="3950175"/>
            <a:ext cx="367625" cy="364275"/>
            <a:chOff x="1732675" y="1924750"/>
            <a:chExt cx="367625" cy="364275"/>
          </a:xfrm>
        </p:grpSpPr>
        <p:sp>
          <p:nvSpPr>
            <p:cNvPr id="14040" name="Google Shape;14040;p89"/>
            <p:cNvSpPr/>
            <p:nvPr/>
          </p:nvSpPr>
          <p:spPr>
            <a:xfrm>
              <a:off x="1732675" y="1924750"/>
              <a:ext cx="367625" cy="364275"/>
            </a:xfrm>
            <a:custGeom>
              <a:rect b="b" l="l" r="r" t="t"/>
              <a:pathLst>
                <a:path extrusionOk="0" h="14571" w="14705">
                  <a:moveTo>
                    <a:pt x="7901" y="5034"/>
                  </a:moveTo>
                  <a:lnTo>
                    <a:pt x="7901" y="6146"/>
                  </a:lnTo>
                  <a:lnTo>
                    <a:pt x="6759" y="6146"/>
                  </a:lnTo>
                  <a:lnTo>
                    <a:pt x="6759" y="5034"/>
                  </a:lnTo>
                  <a:close/>
                  <a:moveTo>
                    <a:pt x="5895" y="8398"/>
                  </a:moveTo>
                  <a:cubicBezTo>
                    <a:pt x="6049" y="8398"/>
                    <a:pt x="6204" y="8522"/>
                    <a:pt x="6204" y="8676"/>
                  </a:cubicBezTo>
                  <a:lnTo>
                    <a:pt x="6204" y="11978"/>
                  </a:lnTo>
                  <a:cubicBezTo>
                    <a:pt x="6204" y="12133"/>
                    <a:pt x="6049" y="12256"/>
                    <a:pt x="5895" y="12256"/>
                  </a:cubicBezTo>
                  <a:lnTo>
                    <a:pt x="926" y="12256"/>
                  </a:lnTo>
                  <a:cubicBezTo>
                    <a:pt x="772" y="12256"/>
                    <a:pt x="618" y="12133"/>
                    <a:pt x="618" y="11978"/>
                  </a:cubicBezTo>
                  <a:lnTo>
                    <a:pt x="618" y="8676"/>
                  </a:lnTo>
                  <a:cubicBezTo>
                    <a:pt x="618" y="8522"/>
                    <a:pt x="772" y="8398"/>
                    <a:pt x="926" y="8398"/>
                  </a:cubicBezTo>
                  <a:close/>
                  <a:moveTo>
                    <a:pt x="13734" y="8398"/>
                  </a:moveTo>
                  <a:cubicBezTo>
                    <a:pt x="13888" y="8398"/>
                    <a:pt x="14012" y="8522"/>
                    <a:pt x="14012" y="8676"/>
                  </a:cubicBezTo>
                  <a:lnTo>
                    <a:pt x="14012" y="11978"/>
                  </a:lnTo>
                  <a:cubicBezTo>
                    <a:pt x="14012" y="12133"/>
                    <a:pt x="13888" y="12256"/>
                    <a:pt x="13734" y="12256"/>
                  </a:cubicBezTo>
                  <a:lnTo>
                    <a:pt x="8734" y="12256"/>
                  </a:lnTo>
                  <a:cubicBezTo>
                    <a:pt x="8580" y="12256"/>
                    <a:pt x="8457" y="12133"/>
                    <a:pt x="8457" y="11978"/>
                  </a:cubicBezTo>
                  <a:lnTo>
                    <a:pt x="8457" y="8676"/>
                  </a:lnTo>
                  <a:cubicBezTo>
                    <a:pt x="8457" y="8522"/>
                    <a:pt x="8580" y="8398"/>
                    <a:pt x="8734" y="8398"/>
                  </a:cubicBezTo>
                  <a:close/>
                  <a:moveTo>
                    <a:pt x="3982" y="12812"/>
                  </a:moveTo>
                  <a:lnTo>
                    <a:pt x="3982" y="13984"/>
                  </a:lnTo>
                  <a:lnTo>
                    <a:pt x="2840" y="13984"/>
                  </a:lnTo>
                  <a:lnTo>
                    <a:pt x="2840" y="12812"/>
                  </a:lnTo>
                  <a:close/>
                  <a:moveTo>
                    <a:pt x="11821" y="12812"/>
                  </a:moveTo>
                  <a:lnTo>
                    <a:pt x="11821" y="13984"/>
                  </a:lnTo>
                  <a:lnTo>
                    <a:pt x="10679" y="13984"/>
                  </a:lnTo>
                  <a:lnTo>
                    <a:pt x="10679" y="12812"/>
                  </a:lnTo>
                  <a:close/>
                  <a:moveTo>
                    <a:pt x="6103" y="0"/>
                  </a:moveTo>
                  <a:cubicBezTo>
                    <a:pt x="6086" y="0"/>
                    <a:pt x="6068" y="1"/>
                    <a:pt x="6049" y="4"/>
                  </a:cubicBezTo>
                  <a:lnTo>
                    <a:pt x="4908" y="4"/>
                  </a:lnTo>
                  <a:cubicBezTo>
                    <a:pt x="4445" y="4"/>
                    <a:pt x="4043" y="374"/>
                    <a:pt x="4074" y="868"/>
                  </a:cubicBezTo>
                  <a:lnTo>
                    <a:pt x="4074" y="4139"/>
                  </a:lnTo>
                  <a:cubicBezTo>
                    <a:pt x="4043" y="4633"/>
                    <a:pt x="4445" y="5034"/>
                    <a:pt x="4908" y="5034"/>
                  </a:cubicBezTo>
                  <a:lnTo>
                    <a:pt x="6204" y="5034"/>
                  </a:lnTo>
                  <a:lnTo>
                    <a:pt x="6204" y="6146"/>
                  </a:lnTo>
                  <a:lnTo>
                    <a:pt x="340" y="6146"/>
                  </a:lnTo>
                  <a:cubicBezTo>
                    <a:pt x="0" y="6207"/>
                    <a:pt x="0" y="6670"/>
                    <a:pt x="340" y="6732"/>
                  </a:cubicBezTo>
                  <a:lnTo>
                    <a:pt x="3118" y="6732"/>
                  </a:lnTo>
                  <a:lnTo>
                    <a:pt x="3118" y="7843"/>
                  </a:lnTo>
                  <a:lnTo>
                    <a:pt x="926" y="7843"/>
                  </a:lnTo>
                  <a:cubicBezTo>
                    <a:pt x="433" y="7843"/>
                    <a:pt x="62" y="8213"/>
                    <a:pt x="62" y="8676"/>
                  </a:cubicBezTo>
                  <a:lnTo>
                    <a:pt x="62" y="11978"/>
                  </a:lnTo>
                  <a:cubicBezTo>
                    <a:pt x="62" y="12441"/>
                    <a:pt x="433" y="12843"/>
                    <a:pt x="926" y="12843"/>
                  </a:cubicBezTo>
                  <a:lnTo>
                    <a:pt x="2284" y="12843"/>
                  </a:lnTo>
                  <a:lnTo>
                    <a:pt x="2284" y="13984"/>
                  </a:lnTo>
                  <a:lnTo>
                    <a:pt x="1297" y="13984"/>
                  </a:lnTo>
                  <a:cubicBezTo>
                    <a:pt x="1112" y="13984"/>
                    <a:pt x="988" y="14108"/>
                    <a:pt x="988" y="14262"/>
                  </a:cubicBezTo>
                  <a:cubicBezTo>
                    <a:pt x="988" y="14416"/>
                    <a:pt x="1112" y="14540"/>
                    <a:pt x="1297" y="14571"/>
                  </a:cubicBezTo>
                  <a:lnTo>
                    <a:pt x="5525" y="14571"/>
                  </a:lnTo>
                  <a:cubicBezTo>
                    <a:pt x="5679" y="14540"/>
                    <a:pt x="5803" y="14416"/>
                    <a:pt x="5803" y="14262"/>
                  </a:cubicBezTo>
                  <a:cubicBezTo>
                    <a:pt x="5803" y="14108"/>
                    <a:pt x="5679" y="13984"/>
                    <a:pt x="5525" y="13984"/>
                  </a:cubicBezTo>
                  <a:lnTo>
                    <a:pt x="4537" y="13984"/>
                  </a:lnTo>
                  <a:lnTo>
                    <a:pt x="4537" y="12843"/>
                  </a:lnTo>
                  <a:lnTo>
                    <a:pt x="5895" y="12843"/>
                  </a:lnTo>
                  <a:cubicBezTo>
                    <a:pt x="6389" y="12843"/>
                    <a:pt x="6759" y="12441"/>
                    <a:pt x="6759" y="11978"/>
                  </a:cubicBezTo>
                  <a:lnTo>
                    <a:pt x="6759" y="8676"/>
                  </a:lnTo>
                  <a:cubicBezTo>
                    <a:pt x="6759" y="8213"/>
                    <a:pt x="6389" y="7843"/>
                    <a:pt x="5895" y="7843"/>
                  </a:cubicBezTo>
                  <a:lnTo>
                    <a:pt x="3704" y="7843"/>
                  </a:lnTo>
                  <a:lnTo>
                    <a:pt x="3704" y="6701"/>
                  </a:lnTo>
                  <a:lnTo>
                    <a:pt x="10956" y="6701"/>
                  </a:lnTo>
                  <a:lnTo>
                    <a:pt x="10956" y="7843"/>
                  </a:lnTo>
                  <a:lnTo>
                    <a:pt x="8734" y="7843"/>
                  </a:lnTo>
                  <a:cubicBezTo>
                    <a:pt x="8271" y="7843"/>
                    <a:pt x="7901" y="8213"/>
                    <a:pt x="7901" y="8676"/>
                  </a:cubicBezTo>
                  <a:lnTo>
                    <a:pt x="7901" y="11978"/>
                  </a:lnTo>
                  <a:cubicBezTo>
                    <a:pt x="7901" y="12441"/>
                    <a:pt x="8271" y="12843"/>
                    <a:pt x="8734" y="12843"/>
                  </a:cubicBezTo>
                  <a:lnTo>
                    <a:pt x="10123" y="12843"/>
                  </a:lnTo>
                  <a:lnTo>
                    <a:pt x="10123" y="13984"/>
                  </a:lnTo>
                  <a:lnTo>
                    <a:pt x="9105" y="13984"/>
                  </a:lnTo>
                  <a:cubicBezTo>
                    <a:pt x="8950" y="13984"/>
                    <a:pt x="8827" y="14108"/>
                    <a:pt x="8827" y="14262"/>
                  </a:cubicBezTo>
                  <a:cubicBezTo>
                    <a:pt x="8827" y="14416"/>
                    <a:pt x="8950" y="14571"/>
                    <a:pt x="9105" y="14571"/>
                  </a:cubicBezTo>
                  <a:lnTo>
                    <a:pt x="13364" y="14571"/>
                  </a:lnTo>
                  <a:cubicBezTo>
                    <a:pt x="13518" y="14571"/>
                    <a:pt x="13641" y="14416"/>
                    <a:pt x="13641" y="14262"/>
                  </a:cubicBezTo>
                  <a:cubicBezTo>
                    <a:pt x="13641" y="14108"/>
                    <a:pt x="13518" y="13984"/>
                    <a:pt x="13364" y="13984"/>
                  </a:cubicBezTo>
                  <a:lnTo>
                    <a:pt x="12376" y="13984"/>
                  </a:lnTo>
                  <a:lnTo>
                    <a:pt x="12376" y="12843"/>
                  </a:lnTo>
                  <a:lnTo>
                    <a:pt x="13734" y="12843"/>
                  </a:lnTo>
                  <a:cubicBezTo>
                    <a:pt x="14197" y="12843"/>
                    <a:pt x="14567" y="12441"/>
                    <a:pt x="14598" y="11978"/>
                  </a:cubicBezTo>
                  <a:lnTo>
                    <a:pt x="14598" y="8676"/>
                  </a:lnTo>
                  <a:cubicBezTo>
                    <a:pt x="14598" y="8213"/>
                    <a:pt x="14197" y="7843"/>
                    <a:pt x="13734" y="7843"/>
                  </a:cubicBezTo>
                  <a:lnTo>
                    <a:pt x="11512" y="7843"/>
                  </a:lnTo>
                  <a:lnTo>
                    <a:pt x="11512" y="6701"/>
                  </a:lnTo>
                  <a:lnTo>
                    <a:pt x="14320" y="6701"/>
                  </a:lnTo>
                  <a:cubicBezTo>
                    <a:pt x="14338" y="6704"/>
                    <a:pt x="14355" y="6705"/>
                    <a:pt x="14371" y="6705"/>
                  </a:cubicBezTo>
                  <a:cubicBezTo>
                    <a:pt x="14705" y="6705"/>
                    <a:pt x="14705" y="6142"/>
                    <a:pt x="14371" y="6142"/>
                  </a:cubicBezTo>
                  <a:cubicBezTo>
                    <a:pt x="14355" y="6142"/>
                    <a:pt x="14338" y="6143"/>
                    <a:pt x="14320" y="6146"/>
                  </a:cubicBezTo>
                  <a:lnTo>
                    <a:pt x="8457" y="6146"/>
                  </a:lnTo>
                  <a:lnTo>
                    <a:pt x="8457" y="5034"/>
                  </a:lnTo>
                  <a:lnTo>
                    <a:pt x="9753" y="5034"/>
                  </a:lnTo>
                  <a:cubicBezTo>
                    <a:pt x="10216" y="5004"/>
                    <a:pt x="10586" y="4633"/>
                    <a:pt x="10586" y="4170"/>
                  </a:cubicBezTo>
                  <a:lnTo>
                    <a:pt x="10586" y="868"/>
                  </a:lnTo>
                  <a:cubicBezTo>
                    <a:pt x="10586" y="374"/>
                    <a:pt x="10216" y="4"/>
                    <a:pt x="9753" y="4"/>
                  </a:cubicBezTo>
                  <a:lnTo>
                    <a:pt x="8580" y="4"/>
                  </a:lnTo>
                  <a:cubicBezTo>
                    <a:pt x="8241" y="35"/>
                    <a:pt x="8241" y="529"/>
                    <a:pt x="8580" y="560"/>
                  </a:cubicBezTo>
                  <a:lnTo>
                    <a:pt x="9753" y="560"/>
                  </a:lnTo>
                  <a:cubicBezTo>
                    <a:pt x="9907" y="560"/>
                    <a:pt x="10031" y="714"/>
                    <a:pt x="10031" y="868"/>
                  </a:cubicBezTo>
                  <a:lnTo>
                    <a:pt x="10031" y="4139"/>
                  </a:lnTo>
                  <a:cubicBezTo>
                    <a:pt x="10031" y="4294"/>
                    <a:pt x="9907" y="4417"/>
                    <a:pt x="9753" y="4417"/>
                  </a:cubicBezTo>
                  <a:lnTo>
                    <a:pt x="4908" y="4417"/>
                  </a:lnTo>
                  <a:cubicBezTo>
                    <a:pt x="4894" y="4420"/>
                    <a:pt x="4881" y="4421"/>
                    <a:pt x="4868" y="4421"/>
                  </a:cubicBezTo>
                  <a:cubicBezTo>
                    <a:pt x="4733" y="4421"/>
                    <a:pt x="4630" y="4280"/>
                    <a:pt x="4630" y="4139"/>
                  </a:cubicBezTo>
                  <a:lnTo>
                    <a:pt x="4630" y="868"/>
                  </a:lnTo>
                  <a:cubicBezTo>
                    <a:pt x="4630" y="714"/>
                    <a:pt x="4753" y="560"/>
                    <a:pt x="4908" y="560"/>
                  </a:cubicBezTo>
                  <a:lnTo>
                    <a:pt x="6049" y="560"/>
                  </a:lnTo>
                  <a:cubicBezTo>
                    <a:pt x="6068" y="562"/>
                    <a:pt x="6086" y="563"/>
                    <a:pt x="6103" y="563"/>
                  </a:cubicBezTo>
                  <a:cubicBezTo>
                    <a:pt x="6463" y="563"/>
                    <a:pt x="6463" y="0"/>
                    <a:pt x="61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1" name="Google Shape;14041;p89"/>
            <p:cNvSpPr/>
            <p:nvPr/>
          </p:nvSpPr>
          <p:spPr>
            <a:xfrm>
              <a:off x="1906275" y="1924850"/>
              <a:ext cx="17000" cy="14400"/>
            </a:xfrm>
            <a:custGeom>
              <a:rect b="b" l="l" r="r" t="t"/>
              <a:pathLst>
                <a:path extrusionOk="0" h="576" w="680">
                  <a:moveTo>
                    <a:pt x="371" y="0"/>
                  </a:moveTo>
                  <a:cubicBezTo>
                    <a:pt x="124" y="0"/>
                    <a:pt x="0" y="309"/>
                    <a:pt x="186" y="494"/>
                  </a:cubicBezTo>
                  <a:cubicBezTo>
                    <a:pt x="242" y="551"/>
                    <a:pt x="311" y="575"/>
                    <a:pt x="379" y="575"/>
                  </a:cubicBezTo>
                  <a:cubicBezTo>
                    <a:pt x="531" y="575"/>
                    <a:pt x="679" y="449"/>
                    <a:pt x="679" y="278"/>
                  </a:cubicBezTo>
                  <a:cubicBezTo>
                    <a:pt x="679" y="123"/>
                    <a:pt x="525" y="0"/>
                    <a:pt x="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42" name="Google Shape;14042;p89"/>
          <p:cNvGrpSpPr/>
          <p:nvPr/>
        </p:nvGrpSpPr>
        <p:grpSpPr>
          <a:xfrm>
            <a:off x="6255419" y="3950613"/>
            <a:ext cx="311725" cy="363400"/>
            <a:chOff x="7749975" y="3052825"/>
            <a:chExt cx="311725" cy="363400"/>
          </a:xfrm>
        </p:grpSpPr>
        <p:sp>
          <p:nvSpPr>
            <p:cNvPr id="14043" name="Google Shape;14043;p89"/>
            <p:cNvSpPr/>
            <p:nvPr/>
          </p:nvSpPr>
          <p:spPr>
            <a:xfrm>
              <a:off x="7868025" y="3295875"/>
              <a:ext cx="66375" cy="56550"/>
            </a:xfrm>
            <a:custGeom>
              <a:rect b="b" l="l" r="r" t="t"/>
              <a:pathLst>
                <a:path extrusionOk="0" h="2262" w="2655">
                  <a:moveTo>
                    <a:pt x="1522" y="553"/>
                  </a:moveTo>
                  <a:cubicBezTo>
                    <a:pt x="1812" y="553"/>
                    <a:pt x="2099" y="775"/>
                    <a:pt x="2099" y="1111"/>
                  </a:cubicBezTo>
                  <a:cubicBezTo>
                    <a:pt x="2099" y="1451"/>
                    <a:pt x="1852" y="1698"/>
                    <a:pt x="1512" y="1698"/>
                  </a:cubicBezTo>
                  <a:cubicBezTo>
                    <a:pt x="1018" y="1698"/>
                    <a:pt x="772" y="1081"/>
                    <a:pt x="1142" y="710"/>
                  </a:cubicBezTo>
                  <a:cubicBezTo>
                    <a:pt x="1250" y="602"/>
                    <a:pt x="1387" y="553"/>
                    <a:pt x="1522" y="553"/>
                  </a:cubicBezTo>
                  <a:close/>
                  <a:moveTo>
                    <a:pt x="1512" y="0"/>
                  </a:moveTo>
                  <a:cubicBezTo>
                    <a:pt x="525" y="0"/>
                    <a:pt x="0" y="1204"/>
                    <a:pt x="710" y="1914"/>
                  </a:cubicBezTo>
                  <a:cubicBezTo>
                    <a:pt x="950" y="2154"/>
                    <a:pt x="1240" y="2262"/>
                    <a:pt x="1521" y="2262"/>
                  </a:cubicBezTo>
                  <a:cubicBezTo>
                    <a:pt x="2106" y="2262"/>
                    <a:pt x="2654" y="1799"/>
                    <a:pt x="2654" y="1111"/>
                  </a:cubicBezTo>
                  <a:cubicBezTo>
                    <a:pt x="2654" y="494"/>
                    <a:pt x="2160" y="0"/>
                    <a:pt x="1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4" name="Google Shape;14044;p89"/>
            <p:cNvSpPr/>
            <p:nvPr/>
          </p:nvSpPr>
          <p:spPr>
            <a:xfrm>
              <a:off x="7749975" y="3052825"/>
              <a:ext cx="311725" cy="363400"/>
            </a:xfrm>
            <a:custGeom>
              <a:rect b="b" l="l" r="r" t="t"/>
              <a:pathLst>
                <a:path extrusionOk="0" h="14536" w="12469">
                  <a:moveTo>
                    <a:pt x="9382" y="587"/>
                  </a:moveTo>
                  <a:lnTo>
                    <a:pt x="9382" y="1729"/>
                  </a:lnTo>
                  <a:lnTo>
                    <a:pt x="587" y="1729"/>
                  </a:lnTo>
                  <a:lnTo>
                    <a:pt x="587" y="865"/>
                  </a:lnTo>
                  <a:cubicBezTo>
                    <a:pt x="556" y="711"/>
                    <a:pt x="710" y="587"/>
                    <a:pt x="864" y="587"/>
                  </a:cubicBezTo>
                  <a:close/>
                  <a:moveTo>
                    <a:pt x="11635" y="587"/>
                  </a:moveTo>
                  <a:cubicBezTo>
                    <a:pt x="11789" y="587"/>
                    <a:pt x="11913" y="711"/>
                    <a:pt x="11913" y="865"/>
                  </a:cubicBezTo>
                  <a:lnTo>
                    <a:pt x="11913" y="1729"/>
                  </a:lnTo>
                  <a:lnTo>
                    <a:pt x="9938" y="1729"/>
                  </a:lnTo>
                  <a:lnTo>
                    <a:pt x="9938" y="587"/>
                  </a:lnTo>
                  <a:close/>
                  <a:moveTo>
                    <a:pt x="11944" y="2285"/>
                  </a:moveTo>
                  <a:lnTo>
                    <a:pt x="11944" y="10278"/>
                  </a:lnTo>
                  <a:cubicBezTo>
                    <a:pt x="11944" y="10432"/>
                    <a:pt x="11820" y="10556"/>
                    <a:pt x="11666" y="10556"/>
                  </a:cubicBezTo>
                  <a:lnTo>
                    <a:pt x="11635" y="10587"/>
                  </a:lnTo>
                  <a:lnTo>
                    <a:pt x="9938" y="10587"/>
                  </a:lnTo>
                  <a:lnTo>
                    <a:pt x="9938" y="10000"/>
                  </a:lnTo>
                  <a:cubicBezTo>
                    <a:pt x="9938" y="9846"/>
                    <a:pt x="9814" y="9722"/>
                    <a:pt x="9660" y="9722"/>
                  </a:cubicBezTo>
                  <a:lnTo>
                    <a:pt x="8827" y="9722"/>
                  </a:lnTo>
                  <a:cubicBezTo>
                    <a:pt x="8765" y="9537"/>
                    <a:pt x="8642" y="9352"/>
                    <a:pt x="8518" y="9198"/>
                  </a:cubicBezTo>
                  <a:lnTo>
                    <a:pt x="8950" y="8488"/>
                  </a:lnTo>
                  <a:cubicBezTo>
                    <a:pt x="9012" y="8334"/>
                    <a:pt x="8981" y="8179"/>
                    <a:pt x="8827" y="8087"/>
                  </a:cubicBezTo>
                  <a:lnTo>
                    <a:pt x="7345" y="7223"/>
                  </a:lnTo>
                  <a:cubicBezTo>
                    <a:pt x="7312" y="7206"/>
                    <a:pt x="7275" y="7198"/>
                    <a:pt x="7236" y="7198"/>
                  </a:cubicBezTo>
                  <a:cubicBezTo>
                    <a:pt x="7131" y="7198"/>
                    <a:pt x="7020" y="7256"/>
                    <a:pt x="6975" y="7346"/>
                  </a:cubicBezTo>
                  <a:lnTo>
                    <a:pt x="6574" y="8025"/>
                  </a:lnTo>
                  <a:lnTo>
                    <a:pt x="5926" y="8025"/>
                  </a:lnTo>
                  <a:lnTo>
                    <a:pt x="5555" y="7346"/>
                  </a:lnTo>
                  <a:cubicBezTo>
                    <a:pt x="5488" y="7256"/>
                    <a:pt x="5387" y="7198"/>
                    <a:pt x="5277" y="7198"/>
                  </a:cubicBezTo>
                  <a:cubicBezTo>
                    <a:pt x="5237" y="7198"/>
                    <a:pt x="5195" y="7206"/>
                    <a:pt x="5154" y="7223"/>
                  </a:cubicBezTo>
                  <a:lnTo>
                    <a:pt x="3704" y="8087"/>
                  </a:lnTo>
                  <a:cubicBezTo>
                    <a:pt x="3642" y="8118"/>
                    <a:pt x="3580" y="8179"/>
                    <a:pt x="3549" y="8272"/>
                  </a:cubicBezTo>
                  <a:cubicBezTo>
                    <a:pt x="3549" y="8334"/>
                    <a:pt x="3549" y="8426"/>
                    <a:pt x="3580" y="8488"/>
                  </a:cubicBezTo>
                  <a:lnTo>
                    <a:pt x="4012" y="9198"/>
                  </a:lnTo>
                  <a:cubicBezTo>
                    <a:pt x="3889" y="9352"/>
                    <a:pt x="3765" y="9537"/>
                    <a:pt x="3673" y="9722"/>
                  </a:cubicBezTo>
                  <a:lnTo>
                    <a:pt x="2870" y="9722"/>
                  </a:lnTo>
                  <a:cubicBezTo>
                    <a:pt x="2716" y="9722"/>
                    <a:pt x="2593" y="9846"/>
                    <a:pt x="2593" y="10000"/>
                  </a:cubicBezTo>
                  <a:lnTo>
                    <a:pt x="2593" y="10587"/>
                  </a:lnTo>
                  <a:lnTo>
                    <a:pt x="895" y="10587"/>
                  </a:lnTo>
                  <a:cubicBezTo>
                    <a:pt x="710" y="10587"/>
                    <a:pt x="587" y="10463"/>
                    <a:pt x="587" y="10278"/>
                  </a:cubicBezTo>
                  <a:lnTo>
                    <a:pt x="587" y="2285"/>
                  </a:lnTo>
                  <a:close/>
                  <a:moveTo>
                    <a:pt x="7314" y="7871"/>
                  </a:moveTo>
                  <a:lnTo>
                    <a:pt x="8271" y="8426"/>
                  </a:lnTo>
                  <a:lnTo>
                    <a:pt x="7901" y="9043"/>
                  </a:lnTo>
                  <a:cubicBezTo>
                    <a:pt x="7870" y="9167"/>
                    <a:pt x="7870" y="9290"/>
                    <a:pt x="7932" y="9383"/>
                  </a:cubicBezTo>
                  <a:cubicBezTo>
                    <a:pt x="8117" y="9599"/>
                    <a:pt x="8271" y="9815"/>
                    <a:pt x="8364" y="10093"/>
                  </a:cubicBezTo>
                  <a:cubicBezTo>
                    <a:pt x="8395" y="10216"/>
                    <a:pt x="8518" y="10278"/>
                    <a:pt x="8642" y="10278"/>
                  </a:cubicBezTo>
                  <a:lnTo>
                    <a:pt x="9351" y="10278"/>
                  </a:lnTo>
                  <a:lnTo>
                    <a:pt x="9382" y="11420"/>
                  </a:lnTo>
                  <a:lnTo>
                    <a:pt x="8642" y="11420"/>
                  </a:lnTo>
                  <a:cubicBezTo>
                    <a:pt x="8518" y="11420"/>
                    <a:pt x="8425" y="11512"/>
                    <a:pt x="8395" y="11605"/>
                  </a:cubicBezTo>
                  <a:cubicBezTo>
                    <a:pt x="8302" y="11883"/>
                    <a:pt x="8148" y="12130"/>
                    <a:pt x="7963" y="12346"/>
                  </a:cubicBezTo>
                  <a:cubicBezTo>
                    <a:pt x="7901" y="12438"/>
                    <a:pt x="7870" y="12562"/>
                    <a:pt x="7932" y="12685"/>
                  </a:cubicBezTo>
                  <a:lnTo>
                    <a:pt x="8302" y="13302"/>
                  </a:lnTo>
                  <a:lnTo>
                    <a:pt x="7314" y="13889"/>
                  </a:lnTo>
                  <a:lnTo>
                    <a:pt x="6975" y="13241"/>
                  </a:lnTo>
                  <a:cubicBezTo>
                    <a:pt x="6924" y="13164"/>
                    <a:pt x="6832" y="13109"/>
                    <a:pt x="6732" y="13109"/>
                  </a:cubicBezTo>
                  <a:cubicBezTo>
                    <a:pt x="6710" y="13109"/>
                    <a:pt x="6688" y="13112"/>
                    <a:pt x="6666" y="13117"/>
                  </a:cubicBezTo>
                  <a:cubicBezTo>
                    <a:pt x="6527" y="13148"/>
                    <a:pt x="6389" y="13164"/>
                    <a:pt x="6250" y="13164"/>
                  </a:cubicBezTo>
                  <a:cubicBezTo>
                    <a:pt x="6111" y="13164"/>
                    <a:pt x="5972" y="13148"/>
                    <a:pt x="5833" y="13117"/>
                  </a:cubicBezTo>
                  <a:cubicBezTo>
                    <a:pt x="5811" y="13112"/>
                    <a:pt x="5789" y="13109"/>
                    <a:pt x="5768" y="13109"/>
                  </a:cubicBezTo>
                  <a:cubicBezTo>
                    <a:pt x="5668" y="13109"/>
                    <a:pt x="5575" y="13164"/>
                    <a:pt x="5524" y="13241"/>
                  </a:cubicBezTo>
                  <a:lnTo>
                    <a:pt x="5185" y="13889"/>
                  </a:lnTo>
                  <a:lnTo>
                    <a:pt x="4197" y="13302"/>
                  </a:lnTo>
                  <a:lnTo>
                    <a:pt x="4568" y="12685"/>
                  </a:lnTo>
                  <a:cubicBezTo>
                    <a:pt x="4629" y="12562"/>
                    <a:pt x="4629" y="12438"/>
                    <a:pt x="4537" y="12346"/>
                  </a:cubicBezTo>
                  <a:cubicBezTo>
                    <a:pt x="4383" y="12130"/>
                    <a:pt x="4228" y="11883"/>
                    <a:pt x="4136" y="11605"/>
                  </a:cubicBezTo>
                  <a:cubicBezTo>
                    <a:pt x="4105" y="11512"/>
                    <a:pt x="3981" y="11420"/>
                    <a:pt x="3858" y="11420"/>
                  </a:cubicBezTo>
                  <a:lnTo>
                    <a:pt x="3117" y="11420"/>
                  </a:lnTo>
                  <a:lnTo>
                    <a:pt x="3117" y="10278"/>
                  </a:lnTo>
                  <a:lnTo>
                    <a:pt x="3858" y="10278"/>
                  </a:lnTo>
                  <a:cubicBezTo>
                    <a:pt x="3981" y="10278"/>
                    <a:pt x="4074" y="10216"/>
                    <a:pt x="4105" y="10093"/>
                  </a:cubicBezTo>
                  <a:cubicBezTo>
                    <a:pt x="4197" y="9815"/>
                    <a:pt x="4352" y="9599"/>
                    <a:pt x="4537" y="9383"/>
                  </a:cubicBezTo>
                  <a:cubicBezTo>
                    <a:pt x="4599" y="9290"/>
                    <a:pt x="4629" y="9167"/>
                    <a:pt x="4568" y="9043"/>
                  </a:cubicBezTo>
                  <a:lnTo>
                    <a:pt x="4167" y="8426"/>
                  </a:lnTo>
                  <a:lnTo>
                    <a:pt x="5154" y="7871"/>
                  </a:lnTo>
                  <a:lnTo>
                    <a:pt x="5524" y="8488"/>
                  </a:lnTo>
                  <a:cubicBezTo>
                    <a:pt x="5575" y="8564"/>
                    <a:pt x="5668" y="8619"/>
                    <a:pt x="5751" y="8619"/>
                  </a:cubicBezTo>
                  <a:cubicBezTo>
                    <a:pt x="5768" y="8619"/>
                    <a:pt x="5786" y="8617"/>
                    <a:pt x="5802" y="8611"/>
                  </a:cubicBezTo>
                  <a:cubicBezTo>
                    <a:pt x="5941" y="8581"/>
                    <a:pt x="6080" y="8565"/>
                    <a:pt x="6219" y="8565"/>
                  </a:cubicBezTo>
                  <a:cubicBezTo>
                    <a:pt x="6358" y="8565"/>
                    <a:pt x="6497" y="8581"/>
                    <a:pt x="6635" y="8611"/>
                  </a:cubicBezTo>
                  <a:cubicBezTo>
                    <a:pt x="6657" y="8617"/>
                    <a:pt x="6679" y="8619"/>
                    <a:pt x="6701" y="8619"/>
                  </a:cubicBezTo>
                  <a:cubicBezTo>
                    <a:pt x="6801" y="8619"/>
                    <a:pt x="6893" y="8564"/>
                    <a:pt x="6944" y="8488"/>
                  </a:cubicBezTo>
                  <a:lnTo>
                    <a:pt x="7314" y="7871"/>
                  </a:lnTo>
                  <a:close/>
                  <a:moveTo>
                    <a:pt x="11604" y="1"/>
                  </a:moveTo>
                  <a:lnTo>
                    <a:pt x="11635" y="32"/>
                  </a:lnTo>
                  <a:lnTo>
                    <a:pt x="833" y="32"/>
                  </a:lnTo>
                  <a:cubicBezTo>
                    <a:pt x="371" y="32"/>
                    <a:pt x="0" y="402"/>
                    <a:pt x="0" y="865"/>
                  </a:cubicBezTo>
                  <a:lnTo>
                    <a:pt x="0" y="10278"/>
                  </a:lnTo>
                  <a:cubicBezTo>
                    <a:pt x="0" y="10741"/>
                    <a:pt x="371" y="11111"/>
                    <a:pt x="833" y="11111"/>
                  </a:cubicBezTo>
                  <a:lnTo>
                    <a:pt x="2562" y="11111"/>
                  </a:lnTo>
                  <a:lnTo>
                    <a:pt x="2562" y="11698"/>
                  </a:lnTo>
                  <a:cubicBezTo>
                    <a:pt x="2562" y="11852"/>
                    <a:pt x="2685" y="11975"/>
                    <a:pt x="2839" y="11975"/>
                  </a:cubicBezTo>
                  <a:lnTo>
                    <a:pt x="3642" y="11975"/>
                  </a:lnTo>
                  <a:cubicBezTo>
                    <a:pt x="3734" y="12191"/>
                    <a:pt x="3827" y="12377"/>
                    <a:pt x="3951" y="12531"/>
                  </a:cubicBezTo>
                  <a:lnTo>
                    <a:pt x="3549" y="13272"/>
                  </a:lnTo>
                  <a:cubicBezTo>
                    <a:pt x="3518" y="13333"/>
                    <a:pt x="3488" y="13395"/>
                    <a:pt x="3518" y="13457"/>
                  </a:cubicBezTo>
                  <a:cubicBezTo>
                    <a:pt x="3549" y="13549"/>
                    <a:pt x="3580" y="13611"/>
                    <a:pt x="3642" y="13642"/>
                  </a:cubicBezTo>
                  <a:lnTo>
                    <a:pt x="5123" y="14506"/>
                  </a:lnTo>
                  <a:cubicBezTo>
                    <a:pt x="5172" y="14526"/>
                    <a:pt x="5221" y="14536"/>
                    <a:pt x="5268" y="14536"/>
                  </a:cubicBezTo>
                  <a:cubicBezTo>
                    <a:pt x="5369" y="14536"/>
                    <a:pt x="5461" y="14488"/>
                    <a:pt x="5524" y="14383"/>
                  </a:cubicBezTo>
                  <a:lnTo>
                    <a:pt x="5895" y="13704"/>
                  </a:lnTo>
                  <a:lnTo>
                    <a:pt x="6543" y="13704"/>
                  </a:lnTo>
                  <a:lnTo>
                    <a:pt x="6944" y="14383"/>
                  </a:lnTo>
                  <a:cubicBezTo>
                    <a:pt x="6986" y="14488"/>
                    <a:pt x="7086" y="14536"/>
                    <a:pt x="7184" y="14536"/>
                  </a:cubicBezTo>
                  <a:cubicBezTo>
                    <a:pt x="7230" y="14536"/>
                    <a:pt x="7275" y="14526"/>
                    <a:pt x="7314" y="14506"/>
                  </a:cubicBezTo>
                  <a:lnTo>
                    <a:pt x="8796" y="13642"/>
                  </a:lnTo>
                  <a:cubicBezTo>
                    <a:pt x="8919" y="13549"/>
                    <a:pt x="8981" y="13395"/>
                    <a:pt x="8888" y="13272"/>
                  </a:cubicBezTo>
                  <a:lnTo>
                    <a:pt x="8487" y="12531"/>
                  </a:lnTo>
                  <a:cubicBezTo>
                    <a:pt x="8611" y="12377"/>
                    <a:pt x="8703" y="12191"/>
                    <a:pt x="8796" y="11975"/>
                  </a:cubicBezTo>
                  <a:lnTo>
                    <a:pt x="9629" y="11975"/>
                  </a:lnTo>
                  <a:cubicBezTo>
                    <a:pt x="9783" y="11975"/>
                    <a:pt x="9907" y="11852"/>
                    <a:pt x="9907" y="11698"/>
                  </a:cubicBezTo>
                  <a:lnTo>
                    <a:pt x="9907" y="11142"/>
                  </a:lnTo>
                  <a:lnTo>
                    <a:pt x="11604" y="11142"/>
                  </a:lnTo>
                  <a:cubicBezTo>
                    <a:pt x="12067" y="11111"/>
                    <a:pt x="12438" y="10741"/>
                    <a:pt x="12468" y="10278"/>
                  </a:cubicBezTo>
                  <a:lnTo>
                    <a:pt x="12468" y="865"/>
                  </a:lnTo>
                  <a:cubicBezTo>
                    <a:pt x="12468" y="371"/>
                    <a:pt x="12067" y="1"/>
                    <a:pt x="1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5" name="Google Shape;14045;p89"/>
            <p:cNvSpPr/>
            <p:nvPr/>
          </p:nvSpPr>
          <p:spPr>
            <a:xfrm>
              <a:off x="7814000" y="3184775"/>
              <a:ext cx="184425" cy="14675"/>
            </a:xfrm>
            <a:custGeom>
              <a:rect b="b" l="l" r="r" t="t"/>
              <a:pathLst>
                <a:path extrusionOk="0" h="587" w="7377">
                  <a:moveTo>
                    <a:pt x="278" y="0"/>
                  </a:moveTo>
                  <a:cubicBezTo>
                    <a:pt x="124" y="0"/>
                    <a:pt x="1" y="124"/>
                    <a:pt x="1" y="278"/>
                  </a:cubicBezTo>
                  <a:cubicBezTo>
                    <a:pt x="1" y="432"/>
                    <a:pt x="124" y="587"/>
                    <a:pt x="278" y="587"/>
                  </a:cubicBezTo>
                  <a:lnTo>
                    <a:pt x="7099" y="587"/>
                  </a:lnTo>
                  <a:cubicBezTo>
                    <a:pt x="7253" y="587"/>
                    <a:pt x="7377" y="432"/>
                    <a:pt x="7377" y="278"/>
                  </a:cubicBezTo>
                  <a:cubicBezTo>
                    <a:pt x="7377" y="124"/>
                    <a:pt x="7253" y="0"/>
                    <a:pt x="7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6" name="Google Shape;14046;p89"/>
            <p:cNvSpPr/>
            <p:nvPr/>
          </p:nvSpPr>
          <p:spPr>
            <a:xfrm>
              <a:off x="7898875" y="3142175"/>
              <a:ext cx="17000" cy="14075"/>
            </a:xfrm>
            <a:custGeom>
              <a:rect b="b" l="l" r="r" t="t"/>
              <a:pathLst>
                <a:path extrusionOk="0" h="563" w="680">
                  <a:moveTo>
                    <a:pt x="304" y="1"/>
                  </a:moveTo>
                  <a:cubicBezTo>
                    <a:pt x="150" y="1"/>
                    <a:pt x="1" y="113"/>
                    <a:pt x="1" y="285"/>
                  </a:cubicBezTo>
                  <a:cubicBezTo>
                    <a:pt x="1" y="439"/>
                    <a:pt x="124" y="562"/>
                    <a:pt x="278" y="562"/>
                  </a:cubicBezTo>
                  <a:cubicBezTo>
                    <a:pt x="556" y="562"/>
                    <a:pt x="679" y="254"/>
                    <a:pt x="494" y="69"/>
                  </a:cubicBezTo>
                  <a:cubicBezTo>
                    <a:pt x="438" y="22"/>
                    <a:pt x="371" y="1"/>
                    <a:pt x="3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7" name="Google Shape;14047;p89"/>
            <p:cNvSpPr/>
            <p:nvPr/>
          </p:nvSpPr>
          <p:spPr>
            <a:xfrm>
              <a:off x="7788800" y="3142300"/>
              <a:ext cx="92350" cy="14750"/>
            </a:xfrm>
            <a:custGeom>
              <a:rect b="b" l="l" r="r" t="t"/>
              <a:pathLst>
                <a:path extrusionOk="0" h="590" w="3694">
                  <a:moveTo>
                    <a:pt x="393" y="1"/>
                  </a:moveTo>
                  <a:cubicBezTo>
                    <a:pt x="0" y="1"/>
                    <a:pt x="0" y="589"/>
                    <a:pt x="393" y="589"/>
                  </a:cubicBezTo>
                  <a:cubicBezTo>
                    <a:pt x="402" y="589"/>
                    <a:pt x="412" y="589"/>
                    <a:pt x="422" y="588"/>
                  </a:cubicBezTo>
                  <a:lnTo>
                    <a:pt x="3416" y="588"/>
                  </a:lnTo>
                  <a:cubicBezTo>
                    <a:pt x="3570" y="588"/>
                    <a:pt x="3694" y="465"/>
                    <a:pt x="3694" y="311"/>
                  </a:cubicBezTo>
                  <a:cubicBezTo>
                    <a:pt x="3694" y="125"/>
                    <a:pt x="3570" y="2"/>
                    <a:pt x="3416" y="2"/>
                  </a:cubicBezTo>
                  <a:lnTo>
                    <a:pt x="422" y="2"/>
                  </a:lnTo>
                  <a:cubicBezTo>
                    <a:pt x="412" y="1"/>
                    <a:pt x="402" y="1"/>
                    <a:pt x="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8" name="Google Shape;14048;p89"/>
            <p:cNvSpPr/>
            <p:nvPr/>
          </p:nvSpPr>
          <p:spPr>
            <a:xfrm>
              <a:off x="7927875" y="3142225"/>
              <a:ext cx="94800" cy="14125"/>
            </a:xfrm>
            <a:custGeom>
              <a:rect b="b" l="l" r="r" t="t"/>
              <a:pathLst>
                <a:path extrusionOk="0" h="565" w="3792">
                  <a:moveTo>
                    <a:pt x="360" y="1"/>
                  </a:moveTo>
                  <a:cubicBezTo>
                    <a:pt x="0" y="1"/>
                    <a:pt x="0" y="564"/>
                    <a:pt x="360" y="564"/>
                  </a:cubicBezTo>
                  <a:cubicBezTo>
                    <a:pt x="378" y="564"/>
                    <a:pt x="396" y="563"/>
                    <a:pt x="414" y="560"/>
                  </a:cubicBezTo>
                  <a:lnTo>
                    <a:pt x="3377" y="560"/>
                  </a:lnTo>
                  <a:cubicBezTo>
                    <a:pt x="3396" y="563"/>
                    <a:pt x="3414" y="564"/>
                    <a:pt x="3431" y="564"/>
                  </a:cubicBezTo>
                  <a:cubicBezTo>
                    <a:pt x="3791" y="564"/>
                    <a:pt x="3791" y="1"/>
                    <a:pt x="3431" y="1"/>
                  </a:cubicBezTo>
                  <a:cubicBezTo>
                    <a:pt x="3414" y="1"/>
                    <a:pt x="3396" y="2"/>
                    <a:pt x="3377" y="5"/>
                  </a:cubicBezTo>
                  <a:lnTo>
                    <a:pt x="414" y="5"/>
                  </a:lnTo>
                  <a:cubicBezTo>
                    <a:pt x="396" y="2"/>
                    <a:pt x="378" y="1"/>
                    <a:pt x="3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49" name="Google Shape;14049;p89"/>
          <p:cNvGrpSpPr/>
          <p:nvPr/>
        </p:nvGrpSpPr>
        <p:grpSpPr>
          <a:xfrm>
            <a:off x="6953150" y="3950500"/>
            <a:ext cx="371150" cy="363625"/>
            <a:chOff x="7724500" y="3602750"/>
            <a:chExt cx="371150" cy="363625"/>
          </a:xfrm>
        </p:grpSpPr>
        <p:sp>
          <p:nvSpPr>
            <p:cNvPr id="14050" name="Google Shape;14050;p89"/>
            <p:cNvSpPr/>
            <p:nvPr/>
          </p:nvSpPr>
          <p:spPr>
            <a:xfrm>
              <a:off x="7724500" y="3602750"/>
              <a:ext cx="371150" cy="363625"/>
            </a:xfrm>
            <a:custGeom>
              <a:rect b="b" l="l" r="r" t="t"/>
              <a:pathLst>
                <a:path extrusionOk="0" h="14545" w="14846">
                  <a:moveTo>
                    <a:pt x="12562" y="687"/>
                  </a:moveTo>
                  <a:lnTo>
                    <a:pt x="13364" y="1490"/>
                  </a:lnTo>
                  <a:lnTo>
                    <a:pt x="12562" y="2292"/>
                  </a:lnTo>
                  <a:lnTo>
                    <a:pt x="11759" y="1490"/>
                  </a:lnTo>
                  <a:lnTo>
                    <a:pt x="12562" y="687"/>
                  </a:lnTo>
                  <a:close/>
                  <a:moveTo>
                    <a:pt x="1136" y="5664"/>
                  </a:moveTo>
                  <a:cubicBezTo>
                    <a:pt x="1421" y="5664"/>
                    <a:pt x="1698" y="5891"/>
                    <a:pt x="1698" y="6243"/>
                  </a:cubicBezTo>
                  <a:cubicBezTo>
                    <a:pt x="1698" y="6551"/>
                    <a:pt x="1451" y="6798"/>
                    <a:pt x="1143" y="6798"/>
                  </a:cubicBezTo>
                  <a:cubicBezTo>
                    <a:pt x="618" y="6798"/>
                    <a:pt x="371" y="6181"/>
                    <a:pt x="741" y="5841"/>
                  </a:cubicBezTo>
                  <a:cubicBezTo>
                    <a:pt x="853" y="5719"/>
                    <a:pt x="996" y="5664"/>
                    <a:pt x="1136" y="5664"/>
                  </a:cubicBezTo>
                  <a:close/>
                  <a:moveTo>
                    <a:pt x="13403" y="5664"/>
                  </a:moveTo>
                  <a:cubicBezTo>
                    <a:pt x="13690" y="5664"/>
                    <a:pt x="13960" y="5891"/>
                    <a:pt x="13981" y="6243"/>
                  </a:cubicBezTo>
                  <a:cubicBezTo>
                    <a:pt x="13981" y="6551"/>
                    <a:pt x="13703" y="6798"/>
                    <a:pt x="13395" y="6798"/>
                  </a:cubicBezTo>
                  <a:cubicBezTo>
                    <a:pt x="12901" y="6798"/>
                    <a:pt x="12623" y="6181"/>
                    <a:pt x="12994" y="5841"/>
                  </a:cubicBezTo>
                  <a:cubicBezTo>
                    <a:pt x="13116" y="5719"/>
                    <a:pt x="13261" y="5664"/>
                    <a:pt x="13403" y="5664"/>
                  </a:cubicBezTo>
                  <a:close/>
                  <a:moveTo>
                    <a:pt x="7253" y="5440"/>
                  </a:moveTo>
                  <a:lnTo>
                    <a:pt x="8087" y="6243"/>
                  </a:lnTo>
                  <a:lnTo>
                    <a:pt x="7253" y="7045"/>
                  </a:lnTo>
                  <a:lnTo>
                    <a:pt x="6451" y="6243"/>
                  </a:lnTo>
                  <a:lnTo>
                    <a:pt x="7253" y="5440"/>
                  </a:lnTo>
                  <a:close/>
                  <a:moveTo>
                    <a:pt x="1976" y="10193"/>
                  </a:moveTo>
                  <a:lnTo>
                    <a:pt x="2778" y="10995"/>
                  </a:lnTo>
                  <a:lnTo>
                    <a:pt x="1976" y="11798"/>
                  </a:lnTo>
                  <a:lnTo>
                    <a:pt x="1173" y="10995"/>
                  </a:lnTo>
                  <a:lnTo>
                    <a:pt x="1976" y="10193"/>
                  </a:lnTo>
                  <a:close/>
                  <a:moveTo>
                    <a:pt x="7562" y="8495"/>
                  </a:moveTo>
                  <a:lnTo>
                    <a:pt x="9414" y="11396"/>
                  </a:lnTo>
                  <a:cubicBezTo>
                    <a:pt x="8519" y="11952"/>
                    <a:pt x="7932" y="12909"/>
                    <a:pt x="7840" y="13958"/>
                  </a:cubicBezTo>
                  <a:lnTo>
                    <a:pt x="6698" y="13958"/>
                  </a:lnTo>
                  <a:cubicBezTo>
                    <a:pt x="6605" y="12909"/>
                    <a:pt x="6019" y="11952"/>
                    <a:pt x="5124" y="11396"/>
                  </a:cubicBezTo>
                  <a:lnTo>
                    <a:pt x="6976" y="8495"/>
                  </a:lnTo>
                  <a:lnTo>
                    <a:pt x="6976" y="10810"/>
                  </a:lnTo>
                  <a:cubicBezTo>
                    <a:pt x="7006" y="10980"/>
                    <a:pt x="7138" y="11065"/>
                    <a:pt x="7269" y="11065"/>
                  </a:cubicBezTo>
                  <a:cubicBezTo>
                    <a:pt x="7400" y="11065"/>
                    <a:pt x="7531" y="10980"/>
                    <a:pt x="7562" y="10810"/>
                  </a:cubicBezTo>
                  <a:lnTo>
                    <a:pt x="7562" y="8495"/>
                  </a:lnTo>
                  <a:close/>
                  <a:moveTo>
                    <a:pt x="12550" y="1"/>
                  </a:moveTo>
                  <a:cubicBezTo>
                    <a:pt x="12484" y="1"/>
                    <a:pt x="12423" y="24"/>
                    <a:pt x="12376" y="70"/>
                  </a:cubicBezTo>
                  <a:lnTo>
                    <a:pt x="11173" y="1274"/>
                  </a:lnTo>
                  <a:cubicBezTo>
                    <a:pt x="11111" y="1335"/>
                    <a:pt x="11080" y="1397"/>
                    <a:pt x="11080" y="1490"/>
                  </a:cubicBezTo>
                  <a:cubicBezTo>
                    <a:pt x="11080" y="1552"/>
                    <a:pt x="11111" y="1644"/>
                    <a:pt x="11173" y="1675"/>
                  </a:cubicBezTo>
                  <a:lnTo>
                    <a:pt x="12284" y="2817"/>
                  </a:lnTo>
                  <a:cubicBezTo>
                    <a:pt x="12222" y="4545"/>
                    <a:pt x="10802" y="5903"/>
                    <a:pt x="9074" y="5965"/>
                  </a:cubicBezTo>
                  <a:lnTo>
                    <a:pt x="8580" y="5965"/>
                  </a:lnTo>
                  <a:lnTo>
                    <a:pt x="7469" y="4823"/>
                  </a:lnTo>
                  <a:cubicBezTo>
                    <a:pt x="7408" y="4777"/>
                    <a:pt x="7338" y="4753"/>
                    <a:pt x="7269" y="4753"/>
                  </a:cubicBezTo>
                  <a:cubicBezTo>
                    <a:pt x="7199" y="4753"/>
                    <a:pt x="7130" y="4777"/>
                    <a:pt x="7068" y="4823"/>
                  </a:cubicBezTo>
                  <a:lnTo>
                    <a:pt x="5957" y="5965"/>
                  </a:lnTo>
                  <a:lnTo>
                    <a:pt x="2254" y="5965"/>
                  </a:lnTo>
                  <a:cubicBezTo>
                    <a:pt x="2101" y="5381"/>
                    <a:pt x="1628" y="5110"/>
                    <a:pt x="1156" y="5110"/>
                  </a:cubicBezTo>
                  <a:cubicBezTo>
                    <a:pt x="579" y="5110"/>
                    <a:pt x="1" y="5513"/>
                    <a:pt x="1" y="6243"/>
                  </a:cubicBezTo>
                  <a:cubicBezTo>
                    <a:pt x="1" y="6972"/>
                    <a:pt x="579" y="7375"/>
                    <a:pt x="1156" y="7375"/>
                  </a:cubicBezTo>
                  <a:cubicBezTo>
                    <a:pt x="1628" y="7375"/>
                    <a:pt x="2101" y="7104"/>
                    <a:pt x="2254" y="6520"/>
                  </a:cubicBezTo>
                  <a:lnTo>
                    <a:pt x="3519" y="6520"/>
                  </a:lnTo>
                  <a:cubicBezTo>
                    <a:pt x="2439" y="7199"/>
                    <a:pt x="1760" y="8372"/>
                    <a:pt x="1729" y="9668"/>
                  </a:cubicBezTo>
                  <a:lnTo>
                    <a:pt x="587" y="10810"/>
                  </a:lnTo>
                  <a:cubicBezTo>
                    <a:pt x="525" y="10872"/>
                    <a:pt x="495" y="10934"/>
                    <a:pt x="495" y="11026"/>
                  </a:cubicBezTo>
                  <a:cubicBezTo>
                    <a:pt x="495" y="11088"/>
                    <a:pt x="525" y="11150"/>
                    <a:pt x="587" y="11211"/>
                  </a:cubicBezTo>
                  <a:lnTo>
                    <a:pt x="1791" y="12415"/>
                  </a:lnTo>
                  <a:cubicBezTo>
                    <a:pt x="1837" y="12461"/>
                    <a:pt x="1906" y="12484"/>
                    <a:pt x="1976" y="12484"/>
                  </a:cubicBezTo>
                  <a:cubicBezTo>
                    <a:pt x="2045" y="12484"/>
                    <a:pt x="2115" y="12461"/>
                    <a:pt x="2161" y="12415"/>
                  </a:cubicBezTo>
                  <a:lnTo>
                    <a:pt x="3365" y="11211"/>
                  </a:lnTo>
                  <a:cubicBezTo>
                    <a:pt x="3426" y="11150"/>
                    <a:pt x="3457" y="11088"/>
                    <a:pt x="3457" y="11026"/>
                  </a:cubicBezTo>
                  <a:cubicBezTo>
                    <a:pt x="3457" y="10934"/>
                    <a:pt x="3426" y="10872"/>
                    <a:pt x="3365" y="10810"/>
                  </a:cubicBezTo>
                  <a:lnTo>
                    <a:pt x="2254" y="9699"/>
                  </a:lnTo>
                  <a:cubicBezTo>
                    <a:pt x="2315" y="7971"/>
                    <a:pt x="3735" y="6582"/>
                    <a:pt x="5463" y="6551"/>
                  </a:cubicBezTo>
                  <a:lnTo>
                    <a:pt x="5926" y="6551"/>
                  </a:lnTo>
                  <a:lnTo>
                    <a:pt x="6914" y="7539"/>
                  </a:lnTo>
                  <a:lnTo>
                    <a:pt x="4445" y="11396"/>
                  </a:lnTo>
                  <a:cubicBezTo>
                    <a:pt x="4414" y="11458"/>
                    <a:pt x="4414" y="11520"/>
                    <a:pt x="4414" y="11612"/>
                  </a:cubicBezTo>
                  <a:cubicBezTo>
                    <a:pt x="4445" y="11705"/>
                    <a:pt x="4507" y="11767"/>
                    <a:pt x="4568" y="11798"/>
                  </a:cubicBezTo>
                  <a:cubicBezTo>
                    <a:pt x="5525" y="12230"/>
                    <a:pt x="6142" y="13217"/>
                    <a:pt x="6111" y="14267"/>
                  </a:cubicBezTo>
                  <a:cubicBezTo>
                    <a:pt x="6111" y="14421"/>
                    <a:pt x="6235" y="14544"/>
                    <a:pt x="6389" y="14544"/>
                  </a:cubicBezTo>
                  <a:lnTo>
                    <a:pt x="8087" y="14544"/>
                  </a:lnTo>
                  <a:cubicBezTo>
                    <a:pt x="8241" y="14544"/>
                    <a:pt x="8395" y="14421"/>
                    <a:pt x="8395" y="14267"/>
                  </a:cubicBezTo>
                  <a:cubicBezTo>
                    <a:pt x="8364" y="13217"/>
                    <a:pt x="8982" y="12230"/>
                    <a:pt x="9938" y="11798"/>
                  </a:cubicBezTo>
                  <a:cubicBezTo>
                    <a:pt x="10000" y="11767"/>
                    <a:pt x="10062" y="11705"/>
                    <a:pt x="10062" y="11612"/>
                  </a:cubicBezTo>
                  <a:cubicBezTo>
                    <a:pt x="10093" y="11520"/>
                    <a:pt x="10093" y="11458"/>
                    <a:pt x="10031" y="11396"/>
                  </a:cubicBezTo>
                  <a:lnTo>
                    <a:pt x="7562" y="7539"/>
                  </a:lnTo>
                  <a:lnTo>
                    <a:pt x="8549" y="6551"/>
                  </a:lnTo>
                  <a:lnTo>
                    <a:pt x="12284" y="6551"/>
                  </a:lnTo>
                  <a:cubicBezTo>
                    <a:pt x="12413" y="7086"/>
                    <a:pt x="12894" y="7389"/>
                    <a:pt x="13379" y="7389"/>
                  </a:cubicBezTo>
                  <a:cubicBezTo>
                    <a:pt x="13706" y="7389"/>
                    <a:pt x="14035" y="7251"/>
                    <a:pt x="14259" y="6952"/>
                  </a:cubicBezTo>
                  <a:cubicBezTo>
                    <a:pt x="14845" y="6212"/>
                    <a:pt x="14321" y="5131"/>
                    <a:pt x="13364" y="5131"/>
                  </a:cubicBezTo>
                  <a:lnTo>
                    <a:pt x="13395" y="5101"/>
                  </a:lnTo>
                  <a:cubicBezTo>
                    <a:pt x="12870" y="5101"/>
                    <a:pt x="12438" y="5440"/>
                    <a:pt x="12315" y="5965"/>
                  </a:cubicBezTo>
                  <a:lnTo>
                    <a:pt x="11018" y="5965"/>
                  </a:lnTo>
                  <a:cubicBezTo>
                    <a:pt x="11296" y="5780"/>
                    <a:pt x="11512" y="5594"/>
                    <a:pt x="11728" y="5378"/>
                  </a:cubicBezTo>
                  <a:cubicBezTo>
                    <a:pt x="12407" y="4699"/>
                    <a:pt x="12808" y="3774"/>
                    <a:pt x="12839" y="2817"/>
                  </a:cubicBezTo>
                  <a:lnTo>
                    <a:pt x="13950" y="1675"/>
                  </a:lnTo>
                  <a:cubicBezTo>
                    <a:pt x="14012" y="1644"/>
                    <a:pt x="14043" y="1552"/>
                    <a:pt x="14043" y="1490"/>
                  </a:cubicBezTo>
                  <a:cubicBezTo>
                    <a:pt x="14043" y="1397"/>
                    <a:pt x="14012" y="1335"/>
                    <a:pt x="13950" y="1274"/>
                  </a:cubicBezTo>
                  <a:lnTo>
                    <a:pt x="12747" y="70"/>
                  </a:lnTo>
                  <a:cubicBezTo>
                    <a:pt x="12685" y="24"/>
                    <a:pt x="12616" y="1"/>
                    <a:pt x="125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1" name="Google Shape;14051;p89"/>
            <p:cNvSpPr/>
            <p:nvPr/>
          </p:nvSpPr>
          <p:spPr>
            <a:xfrm>
              <a:off x="7897700" y="3897900"/>
              <a:ext cx="16625" cy="14175"/>
            </a:xfrm>
            <a:custGeom>
              <a:rect b="b" l="l" r="r" t="t"/>
              <a:pathLst>
                <a:path extrusionOk="0" h="567" w="665">
                  <a:moveTo>
                    <a:pt x="343" y="1"/>
                  </a:moveTo>
                  <a:cubicBezTo>
                    <a:pt x="162" y="1"/>
                    <a:pt x="1" y="186"/>
                    <a:pt x="78" y="393"/>
                  </a:cubicBezTo>
                  <a:cubicBezTo>
                    <a:pt x="126" y="504"/>
                    <a:pt x="240" y="567"/>
                    <a:pt x="351" y="567"/>
                  </a:cubicBezTo>
                  <a:cubicBezTo>
                    <a:pt x="456" y="567"/>
                    <a:pt x="558" y="512"/>
                    <a:pt x="603" y="393"/>
                  </a:cubicBezTo>
                  <a:cubicBezTo>
                    <a:pt x="665" y="269"/>
                    <a:pt x="603" y="84"/>
                    <a:pt x="449" y="23"/>
                  </a:cubicBezTo>
                  <a:cubicBezTo>
                    <a:pt x="414" y="8"/>
                    <a:pt x="378" y="1"/>
                    <a:pt x="3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52" name="Google Shape;14052;p89"/>
          <p:cNvGrpSpPr/>
          <p:nvPr/>
        </p:nvGrpSpPr>
        <p:grpSpPr>
          <a:xfrm>
            <a:off x="7728969" y="3950975"/>
            <a:ext cx="363400" cy="362675"/>
            <a:chOff x="975800" y="1925575"/>
            <a:chExt cx="363400" cy="362675"/>
          </a:xfrm>
        </p:grpSpPr>
        <p:sp>
          <p:nvSpPr>
            <p:cNvPr id="14053" name="Google Shape;14053;p89"/>
            <p:cNvSpPr/>
            <p:nvPr/>
          </p:nvSpPr>
          <p:spPr>
            <a:xfrm>
              <a:off x="975800" y="1925575"/>
              <a:ext cx="363400" cy="362675"/>
            </a:xfrm>
            <a:custGeom>
              <a:rect b="b" l="l" r="r" t="t"/>
              <a:pathLst>
                <a:path extrusionOk="0" h="14507" w="14536">
                  <a:moveTo>
                    <a:pt x="11106" y="480"/>
                  </a:moveTo>
                  <a:cubicBezTo>
                    <a:pt x="11627" y="480"/>
                    <a:pt x="12144" y="835"/>
                    <a:pt x="12098" y="1545"/>
                  </a:cubicBezTo>
                  <a:lnTo>
                    <a:pt x="12098" y="4230"/>
                  </a:lnTo>
                  <a:lnTo>
                    <a:pt x="10092" y="4230"/>
                  </a:lnTo>
                  <a:lnTo>
                    <a:pt x="10092" y="1545"/>
                  </a:lnTo>
                  <a:cubicBezTo>
                    <a:pt x="10061" y="835"/>
                    <a:pt x="10586" y="480"/>
                    <a:pt x="11106" y="480"/>
                  </a:cubicBezTo>
                  <a:close/>
                  <a:moveTo>
                    <a:pt x="9907" y="527"/>
                  </a:moveTo>
                  <a:cubicBezTo>
                    <a:pt x="9660" y="804"/>
                    <a:pt x="9536" y="1175"/>
                    <a:pt x="9536" y="1545"/>
                  </a:cubicBezTo>
                  <a:lnTo>
                    <a:pt x="9536" y="7501"/>
                  </a:lnTo>
                  <a:cubicBezTo>
                    <a:pt x="9490" y="8119"/>
                    <a:pt x="9012" y="8427"/>
                    <a:pt x="8537" y="8427"/>
                  </a:cubicBezTo>
                  <a:cubicBezTo>
                    <a:pt x="8063" y="8427"/>
                    <a:pt x="7592" y="8119"/>
                    <a:pt x="7561" y="7501"/>
                  </a:cubicBezTo>
                  <a:lnTo>
                    <a:pt x="7561" y="7069"/>
                  </a:lnTo>
                  <a:cubicBezTo>
                    <a:pt x="7561" y="6915"/>
                    <a:pt x="7407" y="6791"/>
                    <a:pt x="7253" y="6791"/>
                  </a:cubicBezTo>
                  <a:lnTo>
                    <a:pt x="4135" y="6791"/>
                  </a:lnTo>
                  <a:lnTo>
                    <a:pt x="4135" y="1545"/>
                  </a:lnTo>
                  <a:cubicBezTo>
                    <a:pt x="4135" y="989"/>
                    <a:pt x="4598" y="527"/>
                    <a:pt x="5123" y="527"/>
                  </a:cubicBezTo>
                  <a:close/>
                  <a:moveTo>
                    <a:pt x="6975" y="7347"/>
                  </a:moveTo>
                  <a:lnTo>
                    <a:pt x="6975" y="7501"/>
                  </a:lnTo>
                  <a:cubicBezTo>
                    <a:pt x="6975" y="7841"/>
                    <a:pt x="7098" y="8211"/>
                    <a:pt x="7345" y="8489"/>
                  </a:cubicBezTo>
                  <a:lnTo>
                    <a:pt x="3426" y="8489"/>
                  </a:lnTo>
                  <a:cubicBezTo>
                    <a:pt x="2901" y="8489"/>
                    <a:pt x="2438" y="8026"/>
                    <a:pt x="2438" y="7501"/>
                  </a:cubicBezTo>
                  <a:lnTo>
                    <a:pt x="2438" y="7347"/>
                  </a:lnTo>
                  <a:close/>
                  <a:moveTo>
                    <a:pt x="13672" y="3088"/>
                  </a:moveTo>
                  <a:cubicBezTo>
                    <a:pt x="13826" y="3088"/>
                    <a:pt x="13950" y="3211"/>
                    <a:pt x="13950" y="3366"/>
                  </a:cubicBezTo>
                  <a:lnTo>
                    <a:pt x="13950" y="10186"/>
                  </a:lnTo>
                  <a:lnTo>
                    <a:pt x="8549" y="10186"/>
                  </a:lnTo>
                  <a:cubicBezTo>
                    <a:pt x="8148" y="10186"/>
                    <a:pt x="8148" y="10773"/>
                    <a:pt x="8549" y="10773"/>
                  </a:cubicBezTo>
                  <a:lnTo>
                    <a:pt x="13980" y="10773"/>
                  </a:lnTo>
                  <a:lnTo>
                    <a:pt x="13980" y="11791"/>
                  </a:lnTo>
                  <a:cubicBezTo>
                    <a:pt x="13950" y="11945"/>
                    <a:pt x="13826" y="12069"/>
                    <a:pt x="13672" y="12069"/>
                  </a:cubicBezTo>
                  <a:lnTo>
                    <a:pt x="864" y="12069"/>
                  </a:lnTo>
                  <a:cubicBezTo>
                    <a:pt x="710" y="12069"/>
                    <a:pt x="556" y="11945"/>
                    <a:pt x="556" y="11791"/>
                  </a:cubicBezTo>
                  <a:lnTo>
                    <a:pt x="556" y="10773"/>
                  </a:lnTo>
                  <a:lnTo>
                    <a:pt x="5987" y="10773"/>
                  </a:lnTo>
                  <a:cubicBezTo>
                    <a:pt x="6358" y="10773"/>
                    <a:pt x="6358" y="10217"/>
                    <a:pt x="5987" y="10217"/>
                  </a:cubicBezTo>
                  <a:lnTo>
                    <a:pt x="586" y="10217"/>
                  </a:lnTo>
                  <a:lnTo>
                    <a:pt x="586" y="3366"/>
                  </a:lnTo>
                  <a:cubicBezTo>
                    <a:pt x="586" y="3211"/>
                    <a:pt x="710" y="3088"/>
                    <a:pt x="864" y="3088"/>
                  </a:cubicBezTo>
                  <a:lnTo>
                    <a:pt x="3580" y="3088"/>
                  </a:lnTo>
                  <a:lnTo>
                    <a:pt x="3580" y="6791"/>
                  </a:lnTo>
                  <a:lnTo>
                    <a:pt x="2160" y="6791"/>
                  </a:lnTo>
                  <a:cubicBezTo>
                    <a:pt x="2006" y="6791"/>
                    <a:pt x="1883" y="6915"/>
                    <a:pt x="1883" y="7069"/>
                  </a:cubicBezTo>
                  <a:lnTo>
                    <a:pt x="1883" y="7501"/>
                  </a:lnTo>
                  <a:cubicBezTo>
                    <a:pt x="1883" y="8335"/>
                    <a:pt x="2562" y="9044"/>
                    <a:pt x="3426" y="9044"/>
                  </a:cubicBezTo>
                  <a:lnTo>
                    <a:pt x="8549" y="9044"/>
                  </a:lnTo>
                  <a:cubicBezTo>
                    <a:pt x="9413" y="9044"/>
                    <a:pt x="10092" y="8365"/>
                    <a:pt x="10092" y="7501"/>
                  </a:cubicBezTo>
                  <a:lnTo>
                    <a:pt x="10092" y="4785"/>
                  </a:lnTo>
                  <a:lnTo>
                    <a:pt x="12376" y="4785"/>
                  </a:lnTo>
                  <a:cubicBezTo>
                    <a:pt x="12530" y="4785"/>
                    <a:pt x="12653" y="4662"/>
                    <a:pt x="12653" y="4508"/>
                  </a:cubicBezTo>
                  <a:lnTo>
                    <a:pt x="12653" y="3088"/>
                  </a:lnTo>
                  <a:close/>
                  <a:moveTo>
                    <a:pt x="8672" y="12624"/>
                  </a:moveTo>
                  <a:lnTo>
                    <a:pt x="8672" y="13951"/>
                  </a:lnTo>
                  <a:lnTo>
                    <a:pt x="5833" y="13951"/>
                  </a:lnTo>
                  <a:lnTo>
                    <a:pt x="5833" y="12624"/>
                  </a:lnTo>
                  <a:close/>
                  <a:moveTo>
                    <a:pt x="11163" y="1"/>
                  </a:moveTo>
                  <a:cubicBezTo>
                    <a:pt x="11145" y="1"/>
                    <a:pt x="11128" y="1"/>
                    <a:pt x="11110" y="2"/>
                  </a:cubicBezTo>
                  <a:lnTo>
                    <a:pt x="5154" y="2"/>
                  </a:lnTo>
                  <a:cubicBezTo>
                    <a:pt x="4290" y="2"/>
                    <a:pt x="3580" y="681"/>
                    <a:pt x="3580" y="1545"/>
                  </a:cubicBezTo>
                  <a:lnTo>
                    <a:pt x="3580" y="2533"/>
                  </a:lnTo>
                  <a:lnTo>
                    <a:pt x="864" y="2533"/>
                  </a:lnTo>
                  <a:cubicBezTo>
                    <a:pt x="370" y="2533"/>
                    <a:pt x="0" y="2903"/>
                    <a:pt x="0" y="3366"/>
                  </a:cubicBezTo>
                  <a:lnTo>
                    <a:pt x="0" y="11791"/>
                  </a:lnTo>
                  <a:cubicBezTo>
                    <a:pt x="0" y="12254"/>
                    <a:pt x="370" y="12624"/>
                    <a:pt x="864" y="12624"/>
                  </a:cubicBezTo>
                  <a:lnTo>
                    <a:pt x="5277" y="12624"/>
                  </a:lnTo>
                  <a:lnTo>
                    <a:pt x="5277" y="13951"/>
                  </a:lnTo>
                  <a:lnTo>
                    <a:pt x="3858" y="13951"/>
                  </a:lnTo>
                  <a:cubicBezTo>
                    <a:pt x="3844" y="13949"/>
                    <a:pt x="3831" y="13947"/>
                    <a:pt x="3818" y="13947"/>
                  </a:cubicBezTo>
                  <a:cubicBezTo>
                    <a:pt x="3683" y="13947"/>
                    <a:pt x="3580" y="14088"/>
                    <a:pt x="3580" y="14229"/>
                  </a:cubicBezTo>
                  <a:cubicBezTo>
                    <a:pt x="3580" y="14383"/>
                    <a:pt x="3703" y="14507"/>
                    <a:pt x="3858" y="14507"/>
                  </a:cubicBezTo>
                  <a:lnTo>
                    <a:pt x="10678" y="14507"/>
                  </a:lnTo>
                  <a:cubicBezTo>
                    <a:pt x="10833" y="14507"/>
                    <a:pt x="10956" y="14383"/>
                    <a:pt x="10956" y="14229"/>
                  </a:cubicBezTo>
                  <a:cubicBezTo>
                    <a:pt x="10956" y="14088"/>
                    <a:pt x="10853" y="13947"/>
                    <a:pt x="10718" y="13947"/>
                  </a:cubicBezTo>
                  <a:cubicBezTo>
                    <a:pt x="10705" y="13947"/>
                    <a:pt x="10692" y="13949"/>
                    <a:pt x="10678" y="13951"/>
                  </a:cubicBezTo>
                  <a:lnTo>
                    <a:pt x="9259" y="13951"/>
                  </a:lnTo>
                  <a:lnTo>
                    <a:pt x="9259" y="12624"/>
                  </a:lnTo>
                  <a:lnTo>
                    <a:pt x="13672" y="12624"/>
                  </a:lnTo>
                  <a:cubicBezTo>
                    <a:pt x="14166" y="12624"/>
                    <a:pt x="14536" y="12254"/>
                    <a:pt x="14536" y="11791"/>
                  </a:cubicBezTo>
                  <a:lnTo>
                    <a:pt x="14536" y="3366"/>
                  </a:lnTo>
                  <a:cubicBezTo>
                    <a:pt x="14536" y="2903"/>
                    <a:pt x="14166" y="2533"/>
                    <a:pt x="13672" y="2533"/>
                  </a:cubicBezTo>
                  <a:lnTo>
                    <a:pt x="12653" y="2533"/>
                  </a:lnTo>
                  <a:lnTo>
                    <a:pt x="12653" y="1545"/>
                  </a:lnTo>
                  <a:cubicBezTo>
                    <a:pt x="12653" y="699"/>
                    <a:pt x="11973" y="1"/>
                    <a:pt x="11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4" name="Google Shape;14054;p89"/>
            <p:cNvSpPr/>
            <p:nvPr/>
          </p:nvSpPr>
          <p:spPr>
            <a:xfrm>
              <a:off x="1105400" y="1967275"/>
              <a:ext cx="82600" cy="14675"/>
            </a:xfrm>
            <a:custGeom>
              <a:rect b="b" l="l" r="r" t="t"/>
              <a:pathLst>
                <a:path extrusionOk="0" h="587" w="3304">
                  <a:moveTo>
                    <a:pt x="371" y="0"/>
                  </a:moveTo>
                  <a:cubicBezTo>
                    <a:pt x="1" y="0"/>
                    <a:pt x="1" y="587"/>
                    <a:pt x="371" y="587"/>
                  </a:cubicBezTo>
                  <a:lnTo>
                    <a:pt x="2933" y="587"/>
                  </a:lnTo>
                  <a:cubicBezTo>
                    <a:pt x="3303" y="587"/>
                    <a:pt x="3303" y="0"/>
                    <a:pt x="29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5" name="Google Shape;14055;p89"/>
            <p:cNvSpPr/>
            <p:nvPr/>
          </p:nvSpPr>
          <p:spPr>
            <a:xfrm>
              <a:off x="1104100" y="2009675"/>
              <a:ext cx="84425" cy="14750"/>
            </a:xfrm>
            <a:custGeom>
              <a:rect b="b" l="l" r="r" t="t"/>
              <a:pathLst>
                <a:path extrusionOk="0" h="590" w="3377">
                  <a:moveTo>
                    <a:pt x="394" y="1"/>
                  </a:moveTo>
                  <a:cubicBezTo>
                    <a:pt x="1" y="1"/>
                    <a:pt x="1" y="589"/>
                    <a:pt x="394" y="589"/>
                  </a:cubicBezTo>
                  <a:cubicBezTo>
                    <a:pt x="403" y="589"/>
                    <a:pt x="413" y="589"/>
                    <a:pt x="423" y="588"/>
                  </a:cubicBezTo>
                  <a:lnTo>
                    <a:pt x="2985" y="588"/>
                  </a:lnTo>
                  <a:cubicBezTo>
                    <a:pt x="2994" y="589"/>
                    <a:pt x="3003" y="589"/>
                    <a:pt x="3012" y="589"/>
                  </a:cubicBezTo>
                  <a:cubicBezTo>
                    <a:pt x="3377" y="589"/>
                    <a:pt x="3377" y="1"/>
                    <a:pt x="3012" y="1"/>
                  </a:cubicBezTo>
                  <a:cubicBezTo>
                    <a:pt x="3003" y="1"/>
                    <a:pt x="2994" y="1"/>
                    <a:pt x="2985" y="2"/>
                  </a:cubicBezTo>
                  <a:lnTo>
                    <a:pt x="423" y="2"/>
                  </a:lnTo>
                  <a:cubicBezTo>
                    <a:pt x="413" y="1"/>
                    <a:pt x="403" y="1"/>
                    <a:pt x="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6" name="Google Shape;14056;p89"/>
            <p:cNvSpPr/>
            <p:nvPr/>
          </p:nvSpPr>
          <p:spPr>
            <a:xfrm>
              <a:off x="1104125" y="2052800"/>
              <a:ext cx="84400" cy="14050"/>
            </a:xfrm>
            <a:custGeom>
              <a:rect b="b" l="l" r="r" t="t"/>
              <a:pathLst>
                <a:path extrusionOk="0" h="562" w="3376">
                  <a:moveTo>
                    <a:pt x="366" y="1"/>
                  </a:moveTo>
                  <a:cubicBezTo>
                    <a:pt x="0" y="1"/>
                    <a:pt x="9" y="562"/>
                    <a:pt x="393" y="562"/>
                  </a:cubicBezTo>
                  <a:cubicBezTo>
                    <a:pt x="402" y="562"/>
                    <a:pt x="412" y="561"/>
                    <a:pt x="422" y="561"/>
                  </a:cubicBezTo>
                  <a:lnTo>
                    <a:pt x="2984" y="561"/>
                  </a:lnTo>
                  <a:cubicBezTo>
                    <a:pt x="2993" y="561"/>
                    <a:pt x="3002" y="562"/>
                    <a:pt x="3011" y="562"/>
                  </a:cubicBezTo>
                  <a:cubicBezTo>
                    <a:pt x="3367" y="562"/>
                    <a:pt x="3376" y="1"/>
                    <a:pt x="3036" y="1"/>
                  </a:cubicBezTo>
                  <a:cubicBezTo>
                    <a:pt x="3019" y="1"/>
                    <a:pt x="3002" y="2"/>
                    <a:pt x="2984" y="5"/>
                  </a:cubicBezTo>
                  <a:lnTo>
                    <a:pt x="422" y="5"/>
                  </a:lnTo>
                  <a:cubicBezTo>
                    <a:pt x="402" y="2"/>
                    <a:pt x="38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7" name="Google Shape;14057;p89"/>
            <p:cNvSpPr/>
            <p:nvPr/>
          </p:nvSpPr>
          <p:spPr>
            <a:xfrm>
              <a:off x="1147850" y="2180225"/>
              <a:ext cx="17000" cy="14400"/>
            </a:xfrm>
            <a:custGeom>
              <a:rect b="b" l="l" r="r" t="t"/>
              <a:pathLst>
                <a:path extrusionOk="0" h="576" w="680">
                  <a:moveTo>
                    <a:pt x="371" y="0"/>
                  </a:moveTo>
                  <a:cubicBezTo>
                    <a:pt x="124" y="0"/>
                    <a:pt x="0" y="309"/>
                    <a:pt x="185" y="494"/>
                  </a:cubicBezTo>
                  <a:cubicBezTo>
                    <a:pt x="242" y="551"/>
                    <a:pt x="311" y="576"/>
                    <a:pt x="378" y="576"/>
                  </a:cubicBezTo>
                  <a:cubicBezTo>
                    <a:pt x="531" y="576"/>
                    <a:pt x="679" y="449"/>
                    <a:pt x="679" y="278"/>
                  </a:cubicBezTo>
                  <a:cubicBezTo>
                    <a:pt x="679" y="124"/>
                    <a:pt x="525" y="0"/>
                    <a:pt x="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58" name="Google Shape;14058;p89"/>
          <p:cNvSpPr txBox="1"/>
          <p:nvPr/>
        </p:nvSpPr>
        <p:spPr>
          <a:xfrm>
            <a:off x="1048350" y="1158650"/>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rgbClr val="FFFFFF"/>
                </a:solidFill>
              </a:rPr>
              <a:t>Goals &amp; Results</a:t>
            </a:r>
            <a:endParaRPr sz="1600">
              <a:solidFill>
                <a:srgbClr val="FFFFFF"/>
              </a:solidFill>
            </a:endParaRPr>
          </a:p>
        </p:txBody>
      </p:sp>
      <p:sp>
        <p:nvSpPr>
          <p:cNvPr id="14059" name="Google Shape;14059;p89"/>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Premium Icons</a:t>
            </a:r>
            <a:endParaRPr/>
          </a:p>
        </p:txBody>
      </p:sp>
    </p:spTree>
  </p:cSld>
  <p:clrMapOvr>
    <a:masterClrMapping/>
  </p:clrMapOvr>
</p:sld>
</file>

<file path=ppt/slides/slide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063" name="Shape 14063"/>
        <p:cNvGrpSpPr/>
        <p:nvPr/>
      </p:nvGrpSpPr>
      <p:grpSpPr>
        <a:xfrm>
          <a:off x="0" y="0"/>
          <a:ext cx="0" cy="0"/>
          <a:chOff x="0" y="0"/>
          <a:chExt cx="0" cy="0"/>
        </a:xfrm>
      </p:grpSpPr>
      <p:sp>
        <p:nvSpPr>
          <p:cNvPr id="14064" name="Google Shape;14064;p90"/>
          <p:cNvSpPr/>
          <p:nvPr/>
        </p:nvSpPr>
        <p:spPr>
          <a:xfrm>
            <a:off x="1042813" y="1767791"/>
            <a:ext cx="362447" cy="354614"/>
          </a:xfrm>
          <a:custGeom>
            <a:rect b="b" l="l" r="r" t="t"/>
            <a:pathLst>
              <a:path extrusionOk="0" h="11861" w="12123">
                <a:moveTo>
                  <a:pt x="5740" y="334"/>
                </a:moveTo>
                <a:lnTo>
                  <a:pt x="5740" y="1596"/>
                </a:lnTo>
                <a:cubicBezTo>
                  <a:pt x="5621" y="1596"/>
                  <a:pt x="5502" y="1596"/>
                  <a:pt x="5383" y="1644"/>
                </a:cubicBezTo>
                <a:cubicBezTo>
                  <a:pt x="4382" y="1763"/>
                  <a:pt x="3478" y="2192"/>
                  <a:pt x="2811" y="2906"/>
                </a:cubicBezTo>
                <a:lnTo>
                  <a:pt x="2644" y="3073"/>
                </a:lnTo>
                <a:lnTo>
                  <a:pt x="1668" y="2263"/>
                </a:lnTo>
                <a:cubicBezTo>
                  <a:pt x="1668" y="2263"/>
                  <a:pt x="1930" y="1953"/>
                  <a:pt x="1977" y="1953"/>
                </a:cubicBezTo>
                <a:cubicBezTo>
                  <a:pt x="2858" y="1072"/>
                  <a:pt x="4001" y="501"/>
                  <a:pt x="5240" y="358"/>
                </a:cubicBezTo>
                <a:cubicBezTo>
                  <a:pt x="5383" y="334"/>
                  <a:pt x="5549" y="334"/>
                  <a:pt x="5692" y="334"/>
                </a:cubicBezTo>
                <a:close/>
                <a:moveTo>
                  <a:pt x="6073" y="382"/>
                </a:moveTo>
                <a:cubicBezTo>
                  <a:pt x="7502" y="405"/>
                  <a:pt x="8836" y="1001"/>
                  <a:pt x="9860" y="2025"/>
                </a:cubicBezTo>
                <a:cubicBezTo>
                  <a:pt x="10860" y="3025"/>
                  <a:pt x="11432" y="4382"/>
                  <a:pt x="11479" y="5811"/>
                </a:cubicBezTo>
                <a:lnTo>
                  <a:pt x="10217" y="5811"/>
                </a:lnTo>
                <a:cubicBezTo>
                  <a:pt x="10146" y="4406"/>
                  <a:pt x="9431" y="3144"/>
                  <a:pt x="8264" y="2382"/>
                </a:cubicBezTo>
                <a:cubicBezTo>
                  <a:pt x="8239" y="2357"/>
                  <a:pt x="8212" y="2347"/>
                  <a:pt x="8183" y="2347"/>
                </a:cubicBezTo>
                <a:cubicBezTo>
                  <a:pt x="8129" y="2347"/>
                  <a:pt x="8073" y="2383"/>
                  <a:pt x="8026" y="2430"/>
                </a:cubicBezTo>
                <a:cubicBezTo>
                  <a:pt x="7978" y="2525"/>
                  <a:pt x="8002" y="2620"/>
                  <a:pt x="8098" y="2668"/>
                </a:cubicBezTo>
                <a:cubicBezTo>
                  <a:pt x="9217" y="3430"/>
                  <a:pt x="9884" y="4644"/>
                  <a:pt x="9884" y="5978"/>
                </a:cubicBezTo>
                <a:cubicBezTo>
                  <a:pt x="9884" y="8098"/>
                  <a:pt x="8098" y="9884"/>
                  <a:pt x="5930" y="9884"/>
                </a:cubicBezTo>
                <a:cubicBezTo>
                  <a:pt x="3763" y="9884"/>
                  <a:pt x="1977" y="8098"/>
                  <a:pt x="1977" y="5930"/>
                </a:cubicBezTo>
                <a:cubicBezTo>
                  <a:pt x="1977" y="5049"/>
                  <a:pt x="2263" y="4192"/>
                  <a:pt x="2763" y="3501"/>
                </a:cubicBezTo>
                <a:cubicBezTo>
                  <a:pt x="3263" y="2835"/>
                  <a:pt x="4025" y="2311"/>
                  <a:pt x="4835" y="2120"/>
                </a:cubicBezTo>
                <a:cubicBezTo>
                  <a:pt x="5168" y="2025"/>
                  <a:pt x="5549" y="1953"/>
                  <a:pt x="5930" y="1953"/>
                </a:cubicBezTo>
                <a:cubicBezTo>
                  <a:pt x="6431" y="1953"/>
                  <a:pt x="6931" y="2049"/>
                  <a:pt x="7407" y="2263"/>
                </a:cubicBezTo>
                <a:cubicBezTo>
                  <a:pt x="7423" y="2267"/>
                  <a:pt x="7440" y="2269"/>
                  <a:pt x="7457" y="2269"/>
                </a:cubicBezTo>
                <a:cubicBezTo>
                  <a:pt x="7540" y="2269"/>
                  <a:pt x="7625" y="2223"/>
                  <a:pt x="7645" y="2144"/>
                </a:cubicBezTo>
                <a:cubicBezTo>
                  <a:pt x="7645" y="2049"/>
                  <a:pt x="7621" y="2001"/>
                  <a:pt x="7526" y="1953"/>
                </a:cubicBezTo>
                <a:cubicBezTo>
                  <a:pt x="7050" y="1787"/>
                  <a:pt x="6573" y="1668"/>
                  <a:pt x="6073" y="1668"/>
                </a:cubicBezTo>
                <a:lnTo>
                  <a:pt x="6073" y="382"/>
                </a:lnTo>
                <a:close/>
                <a:moveTo>
                  <a:pt x="5502" y="1"/>
                </a:moveTo>
                <a:cubicBezTo>
                  <a:pt x="5264" y="24"/>
                  <a:pt x="5002" y="48"/>
                  <a:pt x="4764" y="96"/>
                </a:cubicBezTo>
                <a:cubicBezTo>
                  <a:pt x="4478" y="144"/>
                  <a:pt x="4144" y="239"/>
                  <a:pt x="3835" y="358"/>
                </a:cubicBezTo>
                <a:cubicBezTo>
                  <a:pt x="3073" y="644"/>
                  <a:pt x="2334" y="1120"/>
                  <a:pt x="1739" y="1715"/>
                </a:cubicBezTo>
                <a:cubicBezTo>
                  <a:pt x="596" y="2858"/>
                  <a:pt x="1" y="4335"/>
                  <a:pt x="1" y="5930"/>
                </a:cubicBezTo>
                <a:cubicBezTo>
                  <a:pt x="1" y="7431"/>
                  <a:pt x="572" y="8860"/>
                  <a:pt x="1572" y="9979"/>
                </a:cubicBezTo>
                <a:cubicBezTo>
                  <a:pt x="1612" y="10005"/>
                  <a:pt x="1665" y="10024"/>
                  <a:pt x="1713" y="10024"/>
                </a:cubicBezTo>
                <a:cubicBezTo>
                  <a:pt x="1753" y="10024"/>
                  <a:pt x="1789" y="10011"/>
                  <a:pt x="1811" y="9979"/>
                </a:cubicBezTo>
                <a:cubicBezTo>
                  <a:pt x="1882" y="9907"/>
                  <a:pt x="1906" y="9788"/>
                  <a:pt x="1811" y="9717"/>
                </a:cubicBezTo>
                <a:cubicBezTo>
                  <a:pt x="858" y="8693"/>
                  <a:pt x="334" y="7335"/>
                  <a:pt x="334" y="5907"/>
                </a:cubicBezTo>
                <a:cubicBezTo>
                  <a:pt x="334" y="4692"/>
                  <a:pt x="715" y="3501"/>
                  <a:pt x="1453" y="2549"/>
                </a:cubicBezTo>
                <a:lnTo>
                  <a:pt x="2477" y="3358"/>
                </a:lnTo>
                <a:cubicBezTo>
                  <a:pt x="1930" y="4097"/>
                  <a:pt x="1620" y="5025"/>
                  <a:pt x="1620" y="6002"/>
                </a:cubicBezTo>
                <a:cubicBezTo>
                  <a:pt x="1644" y="8336"/>
                  <a:pt x="3549" y="10193"/>
                  <a:pt x="5859" y="10241"/>
                </a:cubicBezTo>
                <a:cubicBezTo>
                  <a:pt x="5874" y="10241"/>
                  <a:pt x="5889" y="10241"/>
                  <a:pt x="5904" y="10241"/>
                </a:cubicBezTo>
                <a:cubicBezTo>
                  <a:pt x="8241" y="10241"/>
                  <a:pt x="10146" y="8392"/>
                  <a:pt x="10241" y="6097"/>
                </a:cubicBezTo>
                <a:lnTo>
                  <a:pt x="11527" y="6097"/>
                </a:lnTo>
                <a:cubicBezTo>
                  <a:pt x="11503" y="7526"/>
                  <a:pt x="10908" y="8860"/>
                  <a:pt x="9884" y="9884"/>
                </a:cubicBezTo>
                <a:cubicBezTo>
                  <a:pt x="8836" y="10908"/>
                  <a:pt x="7407" y="11503"/>
                  <a:pt x="5930" y="11503"/>
                </a:cubicBezTo>
                <a:cubicBezTo>
                  <a:pt x="4644" y="11503"/>
                  <a:pt x="3406" y="11074"/>
                  <a:pt x="2382" y="10265"/>
                </a:cubicBezTo>
                <a:cubicBezTo>
                  <a:pt x="2338" y="10231"/>
                  <a:pt x="2299" y="10214"/>
                  <a:pt x="2262" y="10214"/>
                </a:cubicBezTo>
                <a:cubicBezTo>
                  <a:pt x="2220" y="10214"/>
                  <a:pt x="2182" y="10237"/>
                  <a:pt x="2144" y="10288"/>
                </a:cubicBezTo>
                <a:cubicBezTo>
                  <a:pt x="2096" y="10384"/>
                  <a:pt x="2096" y="10479"/>
                  <a:pt x="2168" y="10527"/>
                </a:cubicBezTo>
                <a:cubicBezTo>
                  <a:pt x="3216" y="11384"/>
                  <a:pt x="4549" y="11860"/>
                  <a:pt x="5930" y="11860"/>
                </a:cubicBezTo>
                <a:cubicBezTo>
                  <a:pt x="7931" y="11860"/>
                  <a:pt x="9741" y="10908"/>
                  <a:pt x="10908" y="9193"/>
                </a:cubicBezTo>
                <a:cubicBezTo>
                  <a:pt x="11312" y="8574"/>
                  <a:pt x="11622" y="7859"/>
                  <a:pt x="11765" y="7097"/>
                </a:cubicBezTo>
                <a:cubicBezTo>
                  <a:pt x="12122" y="5097"/>
                  <a:pt x="11527" y="3120"/>
                  <a:pt x="10122" y="1715"/>
                </a:cubicBezTo>
                <a:cubicBezTo>
                  <a:pt x="9002" y="596"/>
                  <a:pt x="7502" y="1"/>
                  <a:pt x="5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65" name="Google Shape;14065;p90"/>
          <p:cNvGrpSpPr/>
          <p:nvPr/>
        </p:nvGrpSpPr>
        <p:grpSpPr>
          <a:xfrm>
            <a:off x="2541658" y="1767756"/>
            <a:ext cx="356737" cy="353239"/>
            <a:chOff x="3192838" y="1931233"/>
            <a:chExt cx="298300" cy="295375"/>
          </a:xfrm>
        </p:grpSpPr>
        <p:sp>
          <p:nvSpPr>
            <p:cNvPr id="14066" name="Google Shape;14066;p90"/>
            <p:cNvSpPr/>
            <p:nvPr/>
          </p:nvSpPr>
          <p:spPr>
            <a:xfrm>
              <a:off x="3192838" y="1931233"/>
              <a:ext cx="91700" cy="295375"/>
            </a:xfrm>
            <a:custGeom>
              <a:rect b="b" l="l" r="r" t="t"/>
              <a:pathLst>
                <a:path extrusionOk="0" h="11815" w="3668">
                  <a:moveTo>
                    <a:pt x="1858" y="336"/>
                  </a:moveTo>
                  <a:cubicBezTo>
                    <a:pt x="2239" y="336"/>
                    <a:pt x="2596" y="479"/>
                    <a:pt x="2882" y="741"/>
                  </a:cubicBezTo>
                  <a:cubicBezTo>
                    <a:pt x="3168" y="1003"/>
                    <a:pt x="3311" y="1384"/>
                    <a:pt x="3311" y="1789"/>
                  </a:cubicBezTo>
                  <a:cubicBezTo>
                    <a:pt x="3311" y="2479"/>
                    <a:pt x="2930" y="3003"/>
                    <a:pt x="2311" y="3218"/>
                  </a:cubicBezTo>
                  <a:cubicBezTo>
                    <a:pt x="2263" y="3218"/>
                    <a:pt x="2239" y="3241"/>
                    <a:pt x="2215" y="3265"/>
                  </a:cubicBezTo>
                  <a:lnTo>
                    <a:pt x="1858" y="3765"/>
                  </a:lnTo>
                  <a:lnTo>
                    <a:pt x="1501" y="3265"/>
                  </a:lnTo>
                  <a:cubicBezTo>
                    <a:pt x="1477" y="3241"/>
                    <a:pt x="1453" y="3218"/>
                    <a:pt x="1406" y="3218"/>
                  </a:cubicBezTo>
                  <a:cubicBezTo>
                    <a:pt x="786" y="3003"/>
                    <a:pt x="358" y="2408"/>
                    <a:pt x="405" y="1765"/>
                  </a:cubicBezTo>
                  <a:cubicBezTo>
                    <a:pt x="429" y="979"/>
                    <a:pt x="1048" y="360"/>
                    <a:pt x="1834" y="336"/>
                  </a:cubicBezTo>
                  <a:close/>
                  <a:moveTo>
                    <a:pt x="1923" y="0"/>
                  </a:moveTo>
                  <a:cubicBezTo>
                    <a:pt x="1894" y="0"/>
                    <a:pt x="1864" y="1"/>
                    <a:pt x="1834" y="3"/>
                  </a:cubicBezTo>
                  <a:cubicBezTo>
                    <a:pt x="882" y="26"/>
                    <a:pt x="72" y="812"/>
                    <a:pt x="48" y="1765"/>
                  </a:cubicBezTo>
                  <a:lnTo>
                    <a:pt x="48" y="1813"/>
                  </a:lnTo>
                  <a:lnTo>
                    <a:pt x="48" y="5766"/>
                  </a:lnTo>
                  <a:cubicBezTo>
                    <a:pt x="48" y="5861"/>
                    <a:pt x="96" y="5956"/>
                    <a:pt x="191" y="5956"/>
                  </a:cubicBezTo>
                  <a:cubicBezTo>
                    <a:pt x="310" y="5956"/>
                    <a:pt x="405" y="5885"/>
                    <a:pt x="405" y="5766"/>
                  </a:cubicBezTo>
                  <a:lnTo>
                    <a:pt x="405" y="2884"/>
                  </a:lnTo>
                  <a:cubicBezTo>
                    <a:pt x="620" y="3194"/>
                    <a:pt x="905" y="3432"/>
                    <a:pt x="1263" y="3551"/>
                  </a:cubicBezTo>
                  <a:lnTo>
                    <a:pt x="1668" y="4099"/>
                  </a:lnTo>
                  <a:cubicBezTo>
                    <a:pt x="1722" y="4171"/>
                    <a:pt x="1818" y="4203"/>
                    <a:pt x="1903" y="4203"/>
                  </a:cubicBezTo>
                  <a:cubicBezTo>
                    <a:pt x="1929" y="4203"/>
                    <a:pt x="1955" y="4200"/>
                    <a:pt x="1977" y="4194"/>
                  </a:cubicBezTo>
                  <a:lnTo>
                    <a:pt x="2072" y="4099"/>
                  </a:lnTo>
                  <a:lnTo>
                    <a:pt x="2477" y="3551"/>
                  </a:lnTo>
                  <a:cubicBezTo>
                    <a:pt x="2834" y="3432"/>
                    <a:pt x="3144" y="3194"/>
                    <a:pt x="3335" y="2884"/>
                  </a:cubicBezTo>
                  <a:lnTo>
                    <a:pt x="3335" y="11434"/>
                  </a:lnTo>
                  <a:cubicBezTo>
                    <a:pt x="3335" y="11457"/>
                    <a:pt x="3311" y="11481"/>
                    <a:pt x="3287" y="11481"/>
                  </a:cubicBezTo>
                  <a:lnTo>
                    <a:pt x="429" y="11481"/>
                  </a:lnTo>
                  <a:cubicBezTo>
                    <a:pt x="405" y="11481"/>
                    <a:pt x="358" y="11457"/>
                    <a:pt x="358" y="11434"/>
                  </a:cubicBezTo>
                  <a:lnTo>
                    <a:pt x="358" y="6575"/>
                  </a:lnTo>
                  <a:cubicBezTo>
                    <a:pt x="358" y="6480"/>
                    <a:pt x="310" y="6409"/>
                    <a:pt x="215" y="6409"/>
                  </a:cubicBezTo>
                  <a:cubicBezTo>
                    <a:pt x="96" y="6409"/>
                    <a:pt x="1" y="6456"/>
                    <a:pt x="1" y="6575"/>
                  </a:cubicBezTo>
                  <a:lnTo>
                    <a:pt x="1" y="11434"/>
                  </a:lnTo>
                  <a:cubicBezTo>
                    <a:pt x="1" y="11648"/>
                    <a:pt x="191" y="11815"/>
                    <a:pt x="405" y="11815"/>
                  </a:cubicBezTo>
                  <a:lnTo>
                    <a:pt x="3263" y="11815"/>
                  </a:lnTo>
                  <a:cubicBezTo>
                    <a:pt x="3454" y="11815"/>
                    <a:pt x="3644" y="11648"/>
                    <a:pt x="3644" y="11434"/>
                  </a:cubicBezTo>
                  <a:lnTo>
                    <a:pt x="3644" y="1813"/>
                  </a:lnTo>
                  <a:cubicBezTo>
                    <a:pt x="3668" y="1312"/>
                    <a:pt x="3501" y="860"/>
                    <a:pt x="3144" y="503"/>
                  </a:cubicBezTo>
                  <a:cubicBezTo>
                    <a:pt x="2809" y="168"/>
                    <a:pt x="2370" y="0"/>
                    <a:pt x="19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7" name="Google Shape;14067;p90"/>
            <p:cNvSpPr/>
            <p:nvPr/>
          </p:nvSpPr>
          <p:spPr>
            <a:xfrm>
              <a:off x="3222013" y="1955483"/>
              <a:ext cx="32175" cy="37850"/>
            </a:xfrm>
            <a:custGeom>
              <a:rect b="b" l="l" r="r" t="t"/>
              <a:pathLst>
                <a:path extrusionOk="0" h="1514" w="1287">
                  <a:moveTo>
                    <a:pt x="691" y="604"/>
                  </a:moveTo>
                  <a:lnTo>
                    <a:pt x="786" y="866"/>
                  </a:lnTo>
                  <a:lnTo>
                    <a:pt x="596" y="866"/>
                  </a:lnTo>
                  <a:lnTo>
                    <a:pt x="691" y="604"/>
                  </a:lnTo>
                  <a:close/>
                  <a:moveTo>
                    <a:pt x="686" y="1"/>
                  </a:moveTo>
                  <a:cubicBezTo>
                    <a:pt x="602" y="1"/>
                    <a:pt x="532" y="36"/>
                    <a:pt x="477" y="128"/>
                  </a:cubicBezTo>
                  <a:lnTo>
                    <a:pt x="48" y="1271"/>
                  </a:lnTo>
                  <a:cubicBezTo>
                    <a:pt x="0" y="1343"/>
                    <a:pt x="72" y="1462"/>
                    <a:pt x="167" y="1509"/>
                  </a:cubicBezTo>
                  <a:cubicBezTo>
                    <a:pt x="177" y="1513"/>
                    <a:pt x="187" y="1514"/>
                    <a:pt x="197" y="1514"/>
                  </a:cubicBezTo>
                  <a:cubicBezTo>
                    <a:pt x="263" y="1514"/>
                    <a:pt x="337" y="1452"/>
                    <a:pt x="358" y="1390"/>
                  </a:cubicBezTo>
                  <a:lnTo>
                    <a:pt x="429" y="1200"/>
                  </a:lnTo>
                  <a:lnTo>
                    <a:pt x="882" y="1200"/>
                  </a:lnTo>
                  <a:lnTo>
                    <a:pt x="929" y="1390"/>
                  </a:lnTo>
                  <a:cubicBezTo>
                    <a:pt x="953" y="1462"/>
                    <a:pt x="1048" y="1509"/>
                    <a:pt x="1120" y="1509"/>
                  </a:cubicBezTo>
                  <a:cubicBezTo>
                    <a:pt x="1239" y="1462"/>
                    <a:pt x="1286" y="1390"/>
                    <a:pt x="1263" y="1271"/>
                  </a:cubicBezTo>
                  <a:lnTo>
                    <a:pt x="882" y="128"/>
                  </a:lnTo>
                  <a:cubicBezTo>
                    <a:pt x="834" y="80"/>
                    <a:pt x="810" y="33"/>
                    <a:pt x="762" y="9"/>
                  </a:cubicBezTo>
                  <a:cubicBezTo>
                    <a:pt x="736" y="4"/>
                    <a:pt x="710" y="1"/>
                    <a:pt x="6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8" name="Google Shape;14068;p90"/>
            <p:cNvSpPr/>
            <p:nvPr/>
          </p:nvSpPr>
          <p:spPr>
            <a:xfrm>
              <a:off x="3212488" y="2073583"/>
              <a:ext cx="53000" cy="8950"/>
            </a:xfrm>
            <a:custGeom>
              <a:rect b="b" l="l" r="r" t="t"/>
              <a:pathLst>
                <a:path extrusionOk="0" h="358" w="2120">
                  <a:moveTo>
                    <a:pt x="167" y="0"/>
                  </a:moveTo>
                  <a:cubicBezTo>
                    <a:pt x="96" y="0"/>
                    <a:pt x="0" y="48"/>
                    <a:pt x="0" y="143"/>
                  </a:cubicBezTo>
                  <a:cubicBezTo>
                    <a:pt x="0" y="262"/>
                    <a:pt x="96" y="357"/>
                    <a:pt x="167" y="357"/>
                  </a:cubicBezTo>
                  <a:lnTo>
                    <a:pt x="1929" y="357"/>
                  </a:lnTo>
                  <a:cubicBezTo>
                    <a:pt x="2025" y="357"/>
                    <a:pt x="2120" y="286"/>
                    <a:pt x="2120" y="191"/>
                  </a:cubicBezTo>
                  <a:cubicBezTo>
                    <a:pt x="2120" y="72"/>
                    <a:pt x="2048"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9" name="Google Shape;14069;p90"/>
            <p:cNvSpPr/>
            <p:nvPr/>
          </p:nvSpPr>
          <p:spPr>
            <a:xfrm>
              <a:off x="3212488" y="2093233"/>
              <a:ext cx="53000" cy="8950"/>
            </a:xfrm>
            <a:custGeom>
              <a:rect b="b" l="l" r="r" t="t"/>
              <a:pathLst>
                <a:path extrusionOk="0" h="358" w="2120">
                  <a:moveTo>
                    <a:pt x="167" y="0"/>
                  </a:moveTo>
                  <a:cubicBezTo>
                    <a:pt x="96" y="0"/>
                    <a:pt x="0" y="72"/>
                    <a:pt x="0" y="167"/>
                  </a:cubicBezTo>
                  <a:cubicBezTo>
                    <a:pt x="0" y="286"/>
                    <a:pt x="96" y="357"/>
                    <a:pt x="167" y="357"/>
                  </a:cubicBezTo>
                  <a:lnTo>
                    <a:pt x="1929" y="357"/>
                  </a:lnTo>
                  <a:cubicBezTo>
                    <a:pt x="2025" y="357"/>
                    <a:pt x="2120" y="310"/>
                    <a:pt x="2120" y="214"/>
                  </a:cubicBezTo>
                  <a:cubicBezTo>
                    <a:pt x="2120" y="95"/>
                    <a:pt x="2048"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0" name="Google Shape;14070;p90"/>
            <p:cNvSpPr/>
            <p:nvPr/>
          </p:nvSpPr>
          <p:spPr>
            <a:xfrm>
              <a:off x="3212488" y="2113458"/>
              <a:ext cx="53000" cy="8975"/>
            </a:xfrm>
            <a:custGeom>
              <a:rect b="b" l="l" r="r" t="t"/>
              <a:pathLst>
                <a:path extrusionOk="0" h="359" w="2120">
                  <a:moveTo>
                    <a:pt x="167" y="1"/>
                  </a:moveTo>
                  <a:cubicBezTo>
                    <a:pt x="96" y="1"/>
                    <a:pt x="0" y="72"/>
                    <a:pt x="0" y="144"/>
                  </a:cubicBezTo>
                  <a:cubicBezTo>
                    <a:pt x="0" y="263"/>
                    <a:pt x="96" y="358"/>
                    <a:pt x="167" y="358"/>
                  </a:cubicBezTo>
                  <a:lnTo>
                    <a:pt x="1929" y="358"/>
                  </a:lnTo>
                  <a:cubicBezTo>
                    <a:pt x="2025" y="358"/>
                    <a:pt x="2120" y="310"/>
                    <a:pt x="2120" y="215"/>
                  </a:cubicBezTo>
                  <a:cubicBezTo>
                    <a:pt x="2120" y="96"/>
                    <a:pt x="2048"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1" name="Google Shape;14071;p90"/>
            <p:cNvSpPr/>
            <p:nvPr/>
          </p:nvSpPr>
          <p:spPr>
            <a:xfrm>
              <a:off x="3212488" y="2133708"/>
              <a:ext cx="53000" cy="8950"/>
            </a:xfrm>
            <a:custGeom>
              <a:rect b="b" l="l" r="r" t="t"/>
              <a:pathLst>
                <a:path extrusionOk="0" h="358" w="2120">
                  <a:moveTo>
                    <a:pt x="167" y="1"/>
                  </a:moveTo>
                  <a:cubicBezTo>
                    <a:pt x="96" y="1"/>
                    <a:pt x="0" y="48"/>
                    <a:pt x="0" y="143"/>
                  </a:cubicBezTo>
                  <a:cubicBezTo>
                    <a:pt x="0" y="262"/>
                    <a:pt x="96" y="358"/>
                    <a:pt x="167" y="358"/>
                  </a:cubicBezTo>
                  <a:lnTo>
                    <a:pt x="1929" y="358"/>
                  </a:lnTo>
                  <a:cubicBezTo>
                    <a:pt x="2025" y="358"/>
                    <a:pt x="2120" y="286"/>
                    <a:pt x="2120" y="215"/>
                  </a:cubicBezTo>
                  <a:cubicBezTo>
                    <a:pt x="2120" y="96"/>
                    <a:pt x="2048"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2" name="Google Shape;14072;p90"/>
            <p:cNvSpPr/>
            <p:nvPr/>
          </p:nvSpPr>
          <p:spPr>
            <a:xfrm>
              <a:off x="3212488" y="2152758"/>
              <a:ext cx="53000" cy="8950"/>
            </a:xfrm>
            <a:custGeom>
              <a:rect b="b" l="l" r="r" t="t"/>
              <a:pathLst>
                <a:path extrusionOk="0" h="358" w="2120">
                  <a:moveTo>
                    <a:pt x="167" y="1"/>
                  </a:moveTo>
                  <a:cubicBezTo>
                    <a:pt x="96" y="1"/>
                    <a:pt x="0" y="72"/>
                    <a:pt x="0" y="167"/>
                  </a:cubicBezTo>
                  <a:cubicBezTo>
                    <a:pt x="0" y="286"/>
                    <a:pt x="96" y="358"/>
                    <a:pt x="167" y="358"/>
                  </a:cubicBezTo>
                  <a:lnTo>
                    <a:pt x="1929" y="358"/>
                  </a:lnTo>
                  <a:cubicBezTo>
                    <a:pt x="2025" y="358"/>
                    <a:pt x="2120" y="310"/>
                    <a:pt x="2120" y="215"/>
                  </a:cubicBezTo>
                  <a:cubicBezTo>
                    <a:pt x="2120" y="96"/>
                    <a:pt x="2048"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3" name="Google Shape;14073;p90"/>
            <p:cNvSpPr/>
            <p:nvPr/>
          </p:nvSpPr>
          <p:spPr>
            <a:xfrm>
              <a:off x="3212488" y="2173008"/>
              <a:ext cx="26825" cy="8950"/>
            </a:xfrm>
            <a:custGeom>
              <a:rect b="b" l="l" r="r" t="t"/>
              <a:pathLst>
                <a:path extrusionOk="0" h="358" w="1073">
                  <a:moveTo>
                    <a:pt x="167" y="0"/>
                  </a:moveTo>
                  <a:cubicBezTo>
                    <a:pt x="96" y="0"/>
                    <a:pt x="0" y="72"/>
                    <a:pt x="0" y="143"/>
                  </a:cubicBezTo>
                  <a:cubicBezTo>
                    <a:pt x="0" y="262"/>
                    <a:pt x="96" y="357"/>
                    <a:pt x="167" y="357"/>
                  </a:cubicBezTo>
                  <a:lnTo>
                    <a:pt x="882" y="357"/>
                  </a:lnTo>
                  <a:cubicBezTo>
                    <a:pt x="977" y="357"/>
                    <a:pt x="1072" y="310"/>
                    <a:pt x="1072" y="215"/>
                  </a:cubicBezTo>
                  <a:cubicBezTo>
                    <a:pt x="1072" y="96"/>
                    <a:pt x="1024"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4" name="Google Shape;14074;p90"/>
            <p:cNvSpPr/>
            <p:nvPr/>
          </p:nvSpPr>
          <p:spPr>
            <a:xfrm>
              <a:off x="3400013" y="1931233"/>
              <a:ext cx="91125" cy="295375"/>
            </a:xfrm>
            <a:custGeom>
              <a:rect b="b" l="l" r="r" t="t"/>
              <a:pathLst>
                <a:path extrusionOk="0" h="11815" w="3645">
                  <a:moveTo>
                    <a:pt x="1811" y="336"/>
                  </a:moveTo>
                  <a:cubicBezTo>
                    <a:pt x="2216" y="336"/>
                    <a:pt x="2573" y="479"/>
                    <a:pt x="2835" y="741"/>
                  </a:cubicBezTo>
                  <a:cubicBezTo>
                    <a:pt x="3121" y="1003"/>
                    <a:pt x="3287" y="1384"/>
                    <a:pt x="3287" y="1789"/>
                  </a:cubicBezTo>
                  <a:cubicBezTo>
                    <a:pt x="3311" y="2479"/>
                    <a:pt x="2882" y="3003"/>
                    <a:pt x="2263" y="3218"/>
                  </a:cubicBezTo>
                  <a:cubicBezTo>
                    <a:pt x="2240" y="3218"/>
                    <a:pt x="2216" y="3241"/>
                    <a:pt x="2168" y="3265"/>
                  </a:cubicBezTo>
                  <a:lnTo>
                    <a:pt x="1811" y="3765"/>
                  </a:lnTo>
                  <a:lnTo>
                    <a:pt x="1454" y="3265"/>
                  </a:lnTo>
                  <a:cubicBezTo>
                    <a:pt x="1430" y="3241"/>
                    <a:pt x="1406" y="3218"/>
                    <a:pt x="1382" y="3218"/>
                  </a:cubicBezTo>
                  <a:cubicBezTo>
                    <a:pt x="739" y="3003"/>
                    <a:pt x="334" y="2408"/>
                    <a:pt x="358" y="1765"/>
                  </a:cubicBezTo>
                  <a:cubicBezTo>
                    <a:pt x="382" y="979"/>
                    <a:pt x="1025" y="360"/>
                    <a:pt x="1787" y="336"/>
                  </a:cubicBezTo>
                  <a:close/>
                  <a:moveTo>
                    <a:pt x="3311" y="2884"/>
                  </a:moveTo>
                  <a:lnTo>
                    <a:pt x="3311" y="11434"/>
                  </a:lnTo>
                  <a:cubicBezTo>
                    <a:pt x="3311" y="11457"/>
                    <a:pt x="3287" y="11481"/>
                    <a:pt x="3240" y="11481"/>
                  </a:cubicBezTo>
                  <a:lnTo>
                    <a:pt x="382" y="11481"/>
                  </a:lnTo>
                  <a:cubicBezTo>
                    <a:pt x="358" y="11481"/>
                    <a:pt x="334" y="11457"/>
                    <a:pt x="334" y="11434"/>
                  </a:cubicBezTo>
                  <a:lnTo>
                    <a:pt x="334" y="2884"/>
                  </a:lnTo>
                  <a:cubicBezTo>
                    <a:pt x="525" y="3194"/>
                    <a:pt x="834" y="3432"/>
                    <a:pt x="1192" y="3551"/>
                  </a:cubicBezTo>
                  <a:lnTo>
                    <a:pt x="1597" y="4099"/>
                  </a:lnTo>
                  <a:cubicBezTo>
                    <a:pt x="1668" y="4170"/>
                    <a:pt x="1716" y="4194"/>
                    <a:pt x="1811" y="4194"/>
                  </a:cubicBezTo>
                  <a:cubicBezTo>
                    <a:pt x="1906" y="4194"/>
                    <a:pt x="1954" y="4170"/>
                    <a:pt x="2025" y="4099"/>
                  </a:cubicBezTo>
                  <a:lnTo>
                    <a:pt x="2430" y="3551"/>
                  </a:lnTo>
                  <a:cubicBezTo>
                    <a:pt x="2787" y="3432"/>
                    <a:pt x="3097" y="3194"/>
                    <a:pt x="3311" y="2884"/>
                  </a:cubicBezTo>
                  <a:close/>
                  <a:moveTo>
                    <a:pt x="1876" y="0"/>
                  </a:moveTo>
                  <a:cubicBezTo>
                    <a:pt x="1847" y="0"/>
                    <a:pt x="1817" y="1"/>
                    <a:pt x="1787" y="3"/>
                  </a:cubicBezTo>
                  <a:cubicBezTo>
                    <a:pt x="834" y="26"/>
                    <a:pt x="25" y="812"/>
                    <a:pt x="1" y="1765"/>
                  </a:cubicBezTo>
                  <a:lnTo>
                    <a:pt x="1" y="1813"/>
                  </a:lnTo>
                  <a:lnTo>
                    <a:pt x="1" y="11434"/>
                  </a:lnTo>
                  <a:cubicBezTo>
                    <a:pt x="1" y="11648"/>
                    <a:pt x="191" y="11815"/>
                    <a:pt x="382" y="11815"/>
                  </a:cubicBezTo>
                  <a:lnTo>
                    <a:pt x="3240" y="11815"/>
                  </a:lnTo>
                  <a:cubicBezTo>
                    <a:pt x="3454" y="11815"/>
                    <a:pt x="3645" y="11648"/>
                    <a:pt x="3645" y="11434"/>
                  </a:cubicBezTo>
                  <a:lnTo>
                    <a:pt x="3645" y="1813"/>
                  </a:lnTo>
                  <a:cubicBezTo>
                    <a:pt x="3645" y="1312"/>
                    <a:pt x="3454" y="860"/>
                    <a:pt x="3097" y="503"/>
                  </a:cubicBezTo>
                  <a:cubicBezTo>
                    <a:pt x="2762" y="168"/>
                    <a:pt x="2322" y="0"/>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5" name="Google Shape;14075;p90"/>
            <p:cNvSpPr/>
            <p:nvPr/>
          </p:nvSpPr>
          <p:spPr>
            <a:xfrm>
              <a:off x="3429788" y="1955108"/>
              <a:ext cx="32775" cy="36925"/>
            </a:xfrm>
            <a:custGeom>
              <a:rect b="b" l="l" r="r" t="t"/>
              <a:pathLst>
                <a:path extrusionOk="0" h="1477" w="1311">
                  <a:moveTo>
                    <a:pt x="739" y="0"/>
                  </a:moveTo>
                  <a:cubicBezTo>
                    <a:pt x="334" y="0"/>
                    <a:pt x="1" y="310"/>
                    <a:pt x="1" y="738"/>
                  </a:cubicBezTo>
                  <a:cubicBezTo>
                    <a:pt x="1" y="1143"/>
                    <a:pt x="334" y="1477"/>
                    <a:pt x="739" y="1477"/>
                  </a:cubicBezTo>
                  <a:cubicBezTo>
                    <a:pt x="929" y="1477"/>
                    <a:pt x="1072" y="1429"/>
                    <a:pt x="1191" y="1334"/>
                  </a:cubicBezTo>
                  <a:lnTo>
                    <a:pt x="1263" y="1262"/>
                  </a:lnTo>
                  <a:cubicBezTo>
                    <a:pt x="1310" y="1215"/>
                    <a:pt x="1287" y="1119"/>
                    <a:pt x="1215" y="1072"/>
                  </a:cubicBezTo>
                  <a:cubicBezTo>
                    <a:pt x="1193" y="1039"/>
                    <a:pt x="1156" y="1021"/>
                    <a:pt x="1115" y="1021"/>
                  </a:cubicBezTo>
                  <a:cubicBezTo>
                    <a:pt x="1067" y="1021"/>
                    <a:pt x="1015" y="1045"/>
                    <a:pt x="977" y="1096"/>
                  </a:cubicBezTo>
                  <a:lnTo>
                    <a:pt x="953" y="1119"/>
                  </a:lnTo>
                  <a:cubicBezTo>
                    <a:pt x="906" y="1191"/>
                    <a:pt x="834" y="1191"/>
                    <a:pt x="739" y="1191"/>
                  </a:cubicBezTo>
                  <a:cubicBezTo>
                    <a:pt x="501" y="1191"/>
                    <a:pt x="334" y="1000"/>
                    <a:pt x="334" y="762"/>
                  </a:cubicBezTo>
                  <a:cubicBezTo>
                    <a:pt x="334" y="524"/>
                    <a:pt x="501" y="357"/>
                    <a:pt x="739" y="357"/>
                  </a:cubicBezTo>
                  <a:cubicBezTo>
                    <a:pt x="834" y="357"/>
                    <a:pt x="906" y="381"/>
                    <a:pt x="977" y="405"/>
                  </a:cubicBezTo>
                  <a:cubicBezTo>
                    <a:pt x="1010" y="430"/>
                    <a:pt x="1043" y="440"/>
                    <a:pt x="1075" y="440"/>
                  </a:cubicBezTo>
                  <a:cubicBezTo>
                    <a:pt x="1133" y="440"/>
                    <a:pt x="1184" y="404"/>
                    <a:pt x="1215" y="357"/>
                  </a:cubicBezTo>
                  <a:cubicBezTo>
                    <a:pt x="1287" y="262"/>
                    <a:pt x="1263" y="167"/>
                    <a:pt x="1168" y="119"/>
                  </a:cubicBezTo>
                  <a:cubicBezTo>
                    <a:pt x="1049" y="24"/>
                    <a:pt x="906"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6" name="Google Shape;14076;p90"/>
            <p:cNvSpPr/>
            <p:nvPr/>
          </p:nvSpPr>
          <p:spPr>
            <a:xfrm>
              <a:off x="3419663" y="2074183"/>
              <a:ext cx="52425" cy="8950"/>
            </a:xfrm>
            <a:custGeom>
              <a:rect b="b" l="l" r="r" t="t"/>
              <a:pathLst>
                <a:path extrusionOk="0" h="358" w="2097">
                  <a:moveTo>
                    <a:pt x="168" y="0"/>
                  </a:moveTo>
                  <a:cubicBezTo>
                    <a:pt x="72" y="0"/>
                    <a:pt x="1" y="48"/>
                    <a:pt x="1" y="143"/>
                  </a:cubicBezTo>
                  <a:cubicBezTo>
                    <a:pt x="1" y="262"/>
                    <a:pt x="48" y="357"/>
                    <a:pt x="168" y="357"/>
                  </a:cubicBezTo>
                  <a:lnTo>
                    <a:pt x="1930" y="357"/>
                  </a:lnTo>
                  <a:cubicBezTo>
                    <a:pt x="2025" y="357"/>
                    <a:pt x="2096" y="286"/>
                    <a:pt x="2096" y="214"/>
                  </a:cubicBezTo>
                  <a:cubicBezTo>
                    <a:pt x="2096" y="95"/>
                    <a:pt x="2025" y="0"/>
                    <a:pt x="1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7" name="Google Shape;14077;p90"/>
            <p:cNvSpPr/>
            <p:nvPr/>
          </p:nvSpPr>
          <p:spPr>
            <a:xfrm>
              <a:off x="3419663" y="2093233"/>
              <a:ext cx="52425" cy="8950"/>
            </a:xfrm>
            <a:custGeom>
              <a:rect b="b" l="l" r="r" t="t"/>
              <a:pathLst>
                <a:path extrusionOk="0" h="358" w="2097">
                  <a:moveTo>
                    <a:pt x="168" y="0"/>
                  </a:moveTo>
                  <a:cubicBezTo>
                    <a:pt x="72" y="0"/>
                    <a:pt x="1" y="72"/>
                    <a:pt x="1" y="167"/>
                  </a:cubicBezTo>
                  <a:cubicBezTo>
                    <a:pt x="1" y="286"/>
                    <a:pt x="48" y="357"/>
                    <a:pt x="168" y="357"/>
                  </a:cubicBezTo>
                  <a:lnTo>
                    <a:pt x="1930" y="357"/>
                  </a:lnTo>
                  <a:cubicBezTo>
                    <a:pt x="2025" y="357"/>
                    <a:pt x="2096" y="310"/>
                    <a:pt x="2096" y="214"/>
                  </a:cubicBezTo>
                  <a:cubicBezTo>
                    <a:pt x="2096" y="95"/>
                    <a:pt x="2025" y="0"/>
                    <a:pt x="1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8" name="Google Shape;14078;p90"/>
            <p:cNvSpPr/>
            <p:nvPr/>
          </p:nvSpPr>
          <p:spPr>
            <a:xfrm>
              <a:off x="3419663" y="2113458"/>
              <a:ext cx="52425" cy="8975"/>
            </a:xfrm>
            <a:custGeom>
              <a:rect b="b" l="l" r="r" t="t"/>
              <a:pathLst>
                <a:path extrusionOk="0" h="359" w="2097">
                  <a:moveTo>
                    <a:pt x="168" y="1"/>
                  </a:moveTo>
                  <a:cubicBezTo>
                    <a:pt x="72" y="1"/>
                    <a:pt x="1" y="48"/>
                    <a:pt x="1" y="144"/>
                  </a:cubicBezTo>
                  <a:cubicBezTo>
                    <a:pt x="1" y="263"/>
                    <a:pt x="48" y="358"/>
                    <a:pt x="168" y="358"/>
                  </a:cubicBezTo>
                  <a:lnTo>
                    <a:pt x="1930" y="358"/>
                  </a:lnTo>
                  <a:cubicBezTo>
                    <a:pt x="2025" y="358"/>
                    <a:pt x="2096" y="310"/>
                    <a:pt x="2096" y="215"/>
                  </a:cubicBezTo>
                  <a:cubicBezTo>
                    <a:pt x="2096" y="96"/>
                    <a:pt x="2025"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9" name="Google Shape;14079;p90"/>
            <p:cNvSpPr/>
            <p:nvPr/>
          </p:nvSpPr>
          <p:spPr>
            <a:xfrm>
              <a:off x="3419663" y="2133708"/>
              <a:ext cx="52425" cy="8950"/>
            </a:xfrm>
            <a:custGeom>
              <a:rect b="b" l="l" r="r" t="t"/>
              <a:pathLst>
                <a:path extrusionOk="0" h="358" w="2097">
                  <a:moveTo>
                    <a:pt x="168" y="1"/>
                  </a:moveTo>
                  <a:cubicBezTo>
                    <a:pt x="72" y="1"/>
                    <a:pt x="1" y="48"/>
                    <a:pt x="1" y="143"/>
                  </a:cubicBezTo>
                  <a:cubicBezTo>
                    <a:pt x="1" y="262"/>
                    <a:pt x="48" y="358"/>
                    <a:pt x="168" y="358"/>
                  </a:cubicBezTo>
                  <a:lnTo>
                    <a:pt x="1930" y="358"/>
                  </a:lnTo>
                  <a:cubicBezTo>
                    <a:pt x="2025" y="358"/>
                    <a:pt x="2096" y="286"/>
                    <a:pt x="2096" y="215"/>
                  </a:cubicBezTo>
                  <a:cubicBezTo>
                    <a:pt x="2096" y="96"/>
                    <a:pt x="2025"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0" name="Google Shape;14080;p90"/>
            <p:cNvSpPr/>
            <p:nvPr/>
          </p:nvSpPr>
          <p:spPr>
            <a:xfrm>
              <a:off x="3419663" y="2152758"/>
              <a:ext cx="52425" cy="8950"/>
            </a:xfrm>
            <a:custGeom>
              <a:rect b="b" l="l" r="r" t="t"/>
              <a:pathLst>
                <a:path extrusionOk="0" h="358" w="2097">
                  <a:moveTo>
                    <a:pt x="168" y="1"/>
                  </a:moveTo>
                  <a:cubicBezTo>
                    <a:pt x="72" y="1"/>
                    <a:pt x="1" y="72"/>
                    <a:pt x="1" y="167"/>
                  </a:cubicBezTo>
                  <a:cubicBezTo>
                    <a:pt x="1" y="286"/>
                    <a:pt x="48" y="358"/>
                    <a:pt x="168" y="358"/>
                  </a:cubicBezTo>
                  <a:lnTo>
                    <a:pt x="1930" y="358"/>
                  </a:lnTo>
                  <a:cubicBezTo>
                    <a:pt x="2025" y="358"/>
                    <a:pt x="2096" y="310"/>
                    <a:pt x="2096" y="215"/>
                  </a:cubicBezTo>
                  <a:cubicBezTo>
                    <a:pt x="2096" y="96"/>
                    <a:pt x="2025"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1" name="Google Shape;14081;p90"/>
            <p:cNvSpPr/>
            <p:nvPr/>
          </p:nvSpPr>
          <p:spPr>
            <a:xfrm>
              <a:off x="3419663" y="2173008"/>
              <a:ext cx="26825" cy="8950"/>
            </a:xfrm>
            <a:custGeom>
              <a:rect b="b" l="l" r="r" t="t"/>
              <a:pathLst>
                <a:path extrusionOk="0" h="358" w="1073">
                  <a:moveTo>
                    <a:pt x="168" y="0"/>
                  </a:moveTo>
                  <a:cubicBezTo>
                    <a:pt x="72" y="0"/>
                    <a:pt x="1" y="48"/>
                    <a:pt x="1" y="143"/>
                  </a:cubicBezTo>
                  <a:cubicBezTo>
                    <a:pt x="1" y="262"/>
                    <a:pt x="48" y="357"/>
                    <a:pt x="168" y="357"/>
                  </a:cubicBezTo>
                  <a:lnTo>
                    <a:pt x="882" y="357"/>
                  </a:lnTo>
                  <a:cubicBezTo>
                    <a:pt x="977" y="357"/>
                    <a:pt x="1072" y="310"/>
                    <a:pt x="1072" y="215"/>
                  </a:cubicBezTo>
                  <a:cubicBezTo>
                    <a:pt x="1072" y="96"/>
                    <a:pt x="1001"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2" name="Google Shape;14082;p90"/>
            <p:cNvSpPr/>
            <p:nvPr/>
          </p:nvSpPr>
          <p:spPr>
            <a:xfrm>
              <a:off x="3329188" y="2163483"/>
              <a:ext cx="26200" cy="36925"/>
            </a:xfrm>
            <a:custGeom>
              <a:rect b="b" l="l" r="r" t="t"/>
              <a:pathLst>
                <a:path extrusionOk="0" h="1477" w="1048">
                  <a:moveTo>
                    <a:pt x="524" y="334"/>
                  </a:moveTo>
                  <a:cubicBezTo>
                    <a:pt x="548" y="334"/>
                    <a:pt x="595" y="357"/>
                    <a:pt x="595" y="381"/>
                  </a:cubicBezTo>
                  <a:cubicBezTo>
                    <a:pt x="595" y="429"/>
                    <a:pt x="572" y="500"/>
                    <a:pt x="524" y="500"/>
                  </a:cubicBezTo>
                  <a:lnTo>
                    <a:pt x="357" y="500"/>
                  </a:lnTo>
                  <a:lnTo>
                    <a:pt x="357" y="334"/>
                  </a:lnTo>
                  <a:close/>
                  <a:moveTo>
                    <a:pt x="572" y="858"/>
                  </a:moveTo>
                  <a:cubicBezTo>
                    <a:pt x="643" y="858"/>
                    <a:pt x="691" y="881"/>
                    <a:pt x="714" y="977"/>
                  </a:cubicBezTo>
                  <a:cubicBezTo>
                    <a:pt x="714" y="1048"/>
                    <a:pt x="667" y="1120"/>
                    <a:pt x="572" y="1120"/>
                  </a:cubicBezTo>
                  <a:lnTo>
                    <a:pt x="357" y="1120"/>
                  </a:lnTo>
                  <a:lnTo>
                    <a:pt x="357" y="858"/>
                  </a:lnTo>
                  <a:close/>
                  <a:moveTo>
                    <a:pt x="191" y="0"/>
                  </a:moveTo>
                  <a:cubicBezTo>
                    <a:pt x="95" y="0"/>
                    <a:pt x="0" y="96"/>
                    <a:pt x="0" y="167"/>
                  </a:cubicBezTo>
                  <a:lnTo>
                    <a:pt x="0" y="1334"/>
                  </a:lnTo>
                  <a:lnTo>
                    <a:pt x="0" y="1405"/>
                  </a:lnTo>
                  <a:cubicBezTo>
                    <a:pt x="48" y="1429"/>
                    <a:pt x="95" y="1477"/>
                    <a:pt x="191" y="1477"/>
                  </a:cubicBezTo>
                  <a:lnTo>
                    <a:pt x="572" y="1477"/>
                  </a:lnTo>
                  <a:cubicBezTo>
                    <a:pt x="834" y="1477"/>
                    <a:pt x="1048" y="1286"/>
                    <a:pt x="1048" y="1000"/>
                  </a:cubicBezTo>
                  <a:cubicBezTo>
                    <a:pt x="1048" y="858"/>
                    <a:pt x="1000" y="738"/>
                    <a:pt x="905" y="643"/>
                  </a:cubicBezTo>
                  <a:cubicBezTo>
                    <a:pt x="953" y="572"/>
                    <a:pt x="953" y="477"/>
                    <a:pt x="953" y="357"/>
                  </a:cubicBezTo>
                  <a:cubicBezTo>
                    <a:pt x="929" y="143"/>
                    <a:pt x="714"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3" name="Google Shape;14083;p90"/>
            <p:cNvSpPr/>
            <p:nvPr/>
          </p:nvSpPr>
          <p:spPr>
            <a:xfrm>
              <a:off x="3297613" y="1931283"/>
              <a:ext cx="90525" cy="295325"/>
            </a:xfrm>
            <a:custGeom>
              <a:rect b="b" l="l" r="r" t="t"/>
              <a:pathLst>
                <a:path extrusionOk="0" h="11813" w="3621">
                  <a:moveTo>
                    <a:pt x="1811" y="8026"/>
                  </a:moveTo>
                  <a:lnTo>
                    <a:pt x="2168" y="8550"/>
                  </a:lnTo>
                  <a:cubicBezTo>
                    <a:pt x="2192" y="8574"/>
                    <a:pt x="2216" y="8598"/>
                    <a:pt x="2263" y="8598"/>
                  </a:cubicBezTo>
                  <a:cubicBezTo>
                    <a:pt x="2882" y="8812"/>
                    <a:pt x="3287" y="9407"/>
                    <a:pt x="3263" y="10050"/>
                  </a:cubicBezTo>
                  <a:cubicBezTo>
                    <a:pt x="3240" y="10836"/>
                    <a:pt x="2620" y="11455"/>
                    <a:pt x="1835" y="11479"/>
                  </a:cubicBezTo>
                  <a:cubicBezTo>
                    <a:pt x="1454" y="11479"/>
                    <a:pt x="1049" y="11336"/>
                    <a:pt x="763" y="11074"/>
                  </a:cubicBezTo>
                  <a:cubicBezTo>
                    <a:pt x="453" y="10812"/>
                    <a:pt x="310" y="10408"/>
                    <a:pt x="310" y="10026"/>
                  </a:cubicBezTo>
                  <a:cubicBezTo>
                    <a:pt x="310" y="9384"/>
                    <a:pt x="739" y="8812"/>
                    <a:pt x="1358" y="8598"/>
                  </a:cubicBezTo>
                  <a:cubicBezTo>
                    <a:pt x="1382" y="8598"/>
                    <a:pt x="1430" y="8574"/>
                    <a:pt x="1454" y="8550"/>
                  </a:cubicBezTo>
                  <a:lnTo>
                    <a:pt x="1811" y="8026"/>
                  </a:lnTo>
                  <a:close/>
                  <a:moveTo>
                    <a:pt x="382" y="1"/>
                  </a:moveTo>
                  <a:cubicBezTo>
                    <a:pt x="168" y="1"/>
                    <a:pt x="1" y="167"/>
                    <a:pt x="1" y="382"/>
                  </a:cubicBezTo>
                  <a:lnTo>
                    <a:pt x="1" y="9979"/>
                  </a:lnTo>
                  <a:cubicBezTo>
                    <a:pt x="1" y="10455"/>
                    <a:pt x="168" y="10884"/>
                    <a:pt x="501" y="11241"/>
                  </a:cubicBezTo>
                  <a:cubicBezTo>
                    <a:pt x="858" y="11598"/>
                    <a:pt x="1287" y="11813"/>
                    <a:pt x="1811" y="11813"/>
                  </a:cubicBezTo>
                  <a:lnTo>
                    <a:pt x="1835" y="11813"/>
                  </a:lnTo>
                  <a:cubicBezTo>
                    <a:pt x="2787" y="11789"/>
                    <a:pt x="3597" y="11003"/>
                    <a:pt x="3621" y="10050"/>
                  </a:cubicBezTo>
                  <a:lnTo>
                    <a:pt x="3621" y="10003"/>
                  </a:lnTo>
                  <a:lnTo>
                    <a:pt x="3621" y="1953"/>
                  </a:lnTo>
                  <a:cubicBezTo>
                    <a:pt x="3621" y="1882"/>
                    <a:pt x="3573" y="1787"/>
                    <a:pt x="3478" y="1787"/>
                  </a:cubicBezTo>
                  <a:cubicBezTo>
                    <a:pt x="3359" y="1787"/>
                    <a:pt x="3263" y="1834"/>
                    <a:pt x="3263" y="1953"/>
                  </a:cubicBezTo>
                  <a:lnTo>
                    <a:pt x="3263" y="8931"/>
                  </a:lnTo>
                  <a:cubicBezTo>
                    <a:pt x="3049" y="8621"/>
                    <a:pt x="2763" y="8383"/>
                    <a:pt x="2406" y="8264"/>
                  </a:cubicBezTo>
                  <a:lnTo>
                    <a:pt x="1977" y="7716"/>
                  </a:lnTo>
                  <a:lnTo>
                    <a:pt x="1906" y="7621"/>
                  </a:lnTo>
                  <a:cubicBezTo>
                    <a:pt x="1868" y="7598"/>
                    <a:pt x="1830" y="7588"/>
                    <a:pt x="1793" y="7588"/>
                  </a:cubicBezTo>
                  <a:cubicBezTo>
                    <a:pt x="1715" y="7588"/>
                    <a:pt x="1645" y="7636"/>
                    <a:pt x="1596" y="7716"/>
                  </a:cubicBezTo>
                  <a:lnTo>
                    <a:pt x="1192" y="8264"/>
                  </a:lnTo>
                  <a:cubicBezTo>
                    <a:pt x="834" y="8383"/>
                    <a:pt x="525" y="8621"/>
                    <a:pt x="310" y="8931"/>
                  </a:cubicBezTo>
                  <a:lnTo>
                    <a:pt x="310" y="382"/>
                  </a:lnTo>
                  <a:cubicBezTo>
                    <a:pt x="310" y="358"/>
                    <a:pt x="358" y="334"/>
                    <a:pt x="382" y="334"/>
                  </a:cubicBezTo>
                  <a:lnTo>
                    <a:pt x="3240" y="334"/>
                  </a:lnTo>
                  <a:cubicBezTo>
                    <a:pt x="3263" y="334"/>
                    <a:pt x="3287" y="358"/>
                    <a:pt x="3287" y="382"/>
                  </a:cubicBezTo>
                  <a:lnTo>
                    <a:pt x="3287" y="1168"/>
                  </a:lnTo>
                  <a:cubicBezTo>
                    <a:pt x="3263" y="1239"/>
                    <a:pt x="3311" y="1334"/>
                    <a:pt x="3454" y="1334"/>
                  </a:cubicBezTo>
                  <a:cubicBezTo>
                    <a:pt x="3525" y="1334"/>
                    <a:pt x="3621" y="1239"/>
                    <a:pt x="3621" y="1168"/>
                  </a:cubicBezTo>
                  <a:lnTo>
                    <a:pt x="3621" y="382"/>
                  </a:lnTo>
                  <a:cubicBezTo>
                    <a:pt x="3621" y="167"/>
                    <a:pt x="3454" y="1"/>
                    <a:pt x="32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4" name="Google Shape;14084;p90"/>
            <p:cNvSpPr/>
            <p:nvPr/>
          </p:nvSpPr>
          <p:spPr>
            <a:xfrm>
              <a:off x="3316088" y="1975933"/>
              <a:ext cx="53000" cy="8950"/>
            </a:xfrm>
            <a:custGeom>
              <a:rect b="b" l="l" r="r" t="t"/>
              <a:pathLst>
                <a:path extrusionOk="0" h="358" w="2120">
                  <a:moveTo>
                    <a:pt x="167" y="1"/>
                  </a:moveTo>
                  <a:cubicBezTo>
                    <a:pt x="95" y="1"/>
                    <a:pt x="0" y="48"/>
                    <a:pt x="0" y="144"/>
                  </a:cubicBezTo>
                  <a:cubicBezTo>
                    <a:pt x="0" y="263"/>
                    <a:pt x="48" y="358"/>
                    <a:pt x="167" y="358"/>
                  </a:cubicBezTo>
                  <a:lnTo>
                    <a:pt x="1929" y="358"/>
                  </a:lnTo>
                  <a:cubicBezTo>
                    <a:pt x="2024" y="358"/>
                    <a:pt x="2120" y="286"/>
                    <a:pt x="2120" y="191"/>
                  </a:cubicBezTo>
                  <a:cubicBezTo>
                    <a:pt x="2120" y="96"/>
                    <a:pt x="2048"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5" name="Google Shape;14085;p90"/>
            <p:cNvSpPr/>
            <p:nvPr/>
          </p:nvSpPr>
          <p:spPr>
            <a:xfrm>
              <a:off x="3316088" y="1996183"/>
              <a:ext cx="53000" cy="8950"/>
            </a:xfrm>
            <a:custGeom>
              <a:rect b="b" l="l" r="r" t="t"/>
              <a:pathLst>
                <a:path extrusionOk="0" h="358" w="2120">
                  <a:moveTo>
                    <a:pt x="167" y="0"/>
                  </a:moveTo>
                  <a:cubicBezTo>
                    <a:pt x="95" y="0"/>
                    <a:pt x="0" y="48"/>
                    <a:pt x="0" y="143"/>
                  </a:cubicBezTo>
                  <a:cubicBezTo>
                    <a:pt x="0" y="262"/>
                    <a:pt x="48" y="358"/>
                    <a:pt x="167" y="358"/>
                  </a:cubicBezTo>
                  <a:lnTo>
                    <a:pt x="1929" y="358"/>
                  </a:lnTo>
                  <a:cubicBezTo>
                    <a:pt x="2024" y="358"/>
                    <a:pt x="2120" y="286"/>
                    <a:pt x="2120" y="191"/>
                  </a:cubicBezTo>
                  <a:cubicBezTo>
                    <a:pt x="2120" y="72"/>
                    <a:pt x="2048"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6" name="Google Shape;14086;p90"/>
            <p:cNvSpPr/>
            <p:nvPr/>
          </p:nvSpPr>
          <p:spPr>
            <a:xfrm>
              <a:off x="3316088" y="2015833"/>
              <a:ext cx="53000" cy="8950"/>
            </a:xfrm>
            <a:custGeom>
              <a:rect b="b" l="l" r="r" t="t"/>
              <a:pathLst>
                <a:path extrusionOk="0" h="358" w="2120">
                  <a:moveTo>
                    <a:pt x="167" y="0"/>
                  </a:moveTo>
                  <a:cubicBezTo>
                    <a:pt x="95" y="0"/>
                    <a:pt x="0" y="72"/>
                    <a:pt x="0" y="167"/>
                  </a:cubicBezTo>
                  <a:cubicBezTo>
                    <a:pt x="0" y="286"/>
                    <a:pt x="48" y="357"/>
                    <a:pt x="167" y="357"/>
                  </a:cubicBezTo>
                  <a:lnTo>
                    <a:pt x="1929" y="357"/>
                  </a:lnTo>
                  <a:cubicBezTo>
                    <a:pt x="2024" y="357"/>
                    <a:pt x="2120" y="310"/>
                    <a:pt x="2120" y="215"/>
                  </a:cubicBezTo>
                  <a:cubicBezTo>
                    <a:pt x="2120" y="96"/>
                    <a:pt x="2048"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7" name="Google Shape;14087;p90"/>
            <p:cNvSpPr/>
            <p:nvPr/>
          </p:nvSpPr>
          <p:spPr>
            <a:xfrm>
              <a:off x="3316088" y="2035483"/>
              <a:ext cx="53000" cy="8950"/>
            </a:xfrm>
            <a:custGeom>
              <a:rect b="b" l="l" r="r" t="t"/>
              <a:pathLst>
                <a:path extrusionOk="0" h="358" w="2120">
                  <a:moveTo>
                    <a:pt x="167" y="0"/>
                  </a:moveTo>
                  <a:cubicBezTo>
                    <a:pt x="95" y="0"/>
                    <a:pt x="0" y="48"/>
                    <a:pt x="0" y="143"/>
                  </a:cubicBezTo>
                  <a:cubicBezTo>
                    <a:pt x="0" y="262"/>
                    <a:pt x="48" y="357"/>
                    <a:pt x="167" y="357"/>
                  </a:cubicBezTo>
                  <a:lnTo>
                    <a:pt x="1929" y="357"/>
                  </a:lnTo>
                  <a:cubicBezTo>
                    <a:pt x="2024" y="357"/>
                    <a:pt x="2120" y="286"/>
                    <a:pt x="2120" y="191"/>
                  </a:cubicBezTo>
                  <a:cubicBezTo>
                    <a:pt x="2120" y="95"/>
                    <a:pt x="2048"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8" name="Google Shape;14088;p90"/>
            <p:cNvSpPr/>
            <p:nvPr/>
          </p:nvSpPr>
          <p:spPr>
            <a:xfrm>
              <a:off x="3316088" y="2055708"/>
              <a:ext cx="53000" cy="8975"/>
            </a:xfrm>
            <a:custGeom>
              <a:rect b="b" l="l" r="r" t="t"/>
              <a:pathLst>
                <a:path extrusionOk="0" h="359" w="2120">
                  <a:moveTo>
                    <a:pt x="167" y="1"/>
                  </a:moveTo>
                  <a:cubicBezTo>
                    <a:pt x="95" y="1"/>
                    <a:pt x="0" y="48"/>
                    <a:pt x="0" y="144"/>
                  </a:cubicBezTo>
                  <a:cubicBezTo>
                    <a:pt x="0" y="263"/>
                    <a:pt x="48" y="358"/>
                    <a:pt x="167" y="358"/>
                  </a:cubicBezTo>
                  <a:lnTo>
                    <a:pt x="1929" y="358"/>
                  </a:lnTo>
                  <a:cubicBezTo>
                    <a:pt x="2024" y="358"/>
                    <a:pt x="2120" y="263"/>
                    <a:pt x="2120" y="144"/>
                  </a:cubicBezTo>
                  <a:cubicBezTo>
                    <a:pt x="2120" y="48"/>
                    <a:pt x="2024"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9" name="Google Shape;14089;p90"/>
            <p:cNvSpPr/>
            <p:nvPr/>
          </p:nvSpPr>
          <p:spPr>
            <a:xfrm>
              <a:off x="3316088" y="2075358"/>
              <a:ext cx="26800" cy="8950"/>
            </a:xfrm>
            <a:custGeom>
              <a:rect b="b" l="l" r="r" t="t"/>
              <a:pathLst>
                <a:path extrusionOk="0" h="358" w="1072">
                  <a:moveTo>
                    <a:pt x="167" y="1"/>
                  </a:moveTo>
                  <a:cubicBezTo>
                    <a:pt x="95" y="1"/>
                    <a:pt x="0" y="96"/>
                    <a:pt x="0" y="215"/>
                  </a:cubicBezTo>
                  <a:cubicBezTo>
                    <a:pt x="0" y="310"/>
                    <a:pt x="95" y="358"/>
                    <a:pt x="167" y="358"/>
                  </a:cubicBezTo>
                  <a:lnTo>
                    <a:pt x="881" y="358"/>
                  </a:lnTo>
                  <a:cubicBezTo>
                    <a:pt x="976" y="358"/>
                    <a:pt x="1072" y="310"/>
                    <a:pt x="1072" y="215"/>
                  </a:cubicBezTo>
                  <a:cubicBezTo>
                    <a:pt x="1072" y="96"/>
                    <a:pt x="1000"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90" name="Google Shape;14090;p90"/>
          <p:cNvGrpSpPr/>
          <p:nvPr/>
        </p:nvGrpSpPr>
        <p:grpSpPr>
          <a:xfrm>
            <a:off x="3272903" y="1766411"/>
            <a:ext cx="342506" cy="355302"/>
            <a:chOff x="3676863" y="1930108"/>
            <a:chExt cx="286400" cy="297100"/>
          </a:xfrm>
        </p:grpSpPr>
        <p:sp>
          <p:nvSpPr>
            <p:cNvPr id="14091" name="Google Shape;14091;p90"/>
            <p:cNvSpPr/>
            <p:nvPr/>
          </p:nvSpPr>
          <p:spPr>
            <a:xfrm>
              <a:off x="3779863" y="1930108"/>
              <a:ext cx="79200" cy="79200"/>
            </a:xfrm>
            <a:custGeom>
              <a:rect b="b" l="l" r="r" t="t"/>
              <a:pathLst>
                <a:path extrusionOk="0" h="3168" w="3168">
                  <a:moveTo>
                    <a:pt x="1596" y="500"/>
                  </a:moveTo>
                  <a:lnTo>
                    <a:pt x="2763" y="2810"/>
                  </a:lnTo>
                  <a:lnTo>
                    <a:pt x="429" y="2810"/>
                  </a:lnTo>
                  <a:lnTo>
                    <a:pt x="1596" y="500"/>
                  </a:lnTo>
                  <a:close/>
                  <a:moveTo>
                    <a:pt x="1596" y="0"/>
                  </a:moveTo>
                  <a:cubicBezTo>
                    <a:pt x="1501" y="0"/>
                    <a:pt x="1406" y="71"/>
                    <a:pt x="1382" y="167"/>
                  </a:cubicBezTo>
                  <a:lnTo>
                    <a:pt x="48" y="2810"/>
                  </a:lnTo>
                  <a:cubicBezTo>
                    <a:pt x="1" y="2905"/>
                    <a:pt x="24" y="3024"/>
                    <a:pt x="120" y="3096"/>
                  </a:cubicBezTo>
                  <a:cubicBezTo>
                    <a:pt x="143" y="3144"/>
                    <a:pt x="191" y="3167"/>
                    <a:pt x="263" y="3167"/>
                  </a:cubicBezTo>
                  <a:lnTo>
                    <a:pt x="2906" y="3167"/>
                  </a:lnTo>
                  <a:cubicBezTo>
                    <a:pt x="3001" y="3167"/>
                    <a:pt x="3049" y="3144"/>
                    <a:pt x="3120" y="3072"/>
                  </a:cubicBezTo>
                  <a:cubicBezTo>
                    <a:pt x="3168" y="2977"/>
                    <a:pt x="3168" y="2905"/>
                    <a:pt x="3144" y="2810"/>
                  </a:cubicBezTo>
                  <a:lnTo>
                    <a:pt x="1810" y="167"/>
                  </a:lnTo>
                  <a:cubicBezTo>
                    <a:pt x="1763" y="71"/>
                    <a:pt x="1691" y="0"/>
                    <a:pt x="1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2" name="Google Shape;14092;p90"/>
            <p:cNvSpPr/>
            <p:nvPr/>
          </p:nvSpPr>
          <p:spPr>
            <a:xfrm>
              <a:off x="3732838" y="2021183"/>
              <a:ext cx="175650" cy="92900"/>
            </a:xfrm>
            <a:custGeom>
              <a:rect b="b" l="l" r="r" t="t"/>
              <a:pathLst>
                <a:path extrusionOk="0" h="3716" w="7026">
                  <a:moveTo>
                    <a:pt x="1834" y="1"/>
                  </a:moveTo>
                  <a:cubicBezTo>
                    <a:pt x="1763" y="1"/>
                    <a:pt x="1667" y="48"/>
                    <a:pt x="1643" y="143"/>
                  </a:cubicBezTo>
                  <a:lnTo>
                    <a:pt x="24" y="3358"/>
                  </a:lnTo>
                  <a:cubicBezTo>
                    <a:pt x="0" y="3454"/>
                    <a:pt x="0" y="3549"/>
                    <a:pt x="24" y="3597"/>
                  </a:cubicBezTo>
                  <a:cubicBezTo>
                    <a:pt x="48" y="3692"/>
                    <a:pt x="143" y="3716"/>
                    <a:pt x="238" y="3716"/>
                  </a:cubicBezTo>
                  <a:lnTo>
                    <a:pt x="6764" y="3716"/>
                  </a:lnTo>
                  <a:cubicBezTo>
                    <a:pt x="6835" y="3716"/>
                    <a:pt x="6906" y="3692"/>
                    <a:pt x="6954" y="3644"/>
                  </a:cubicBezTo>
                  <a:cubicBezTo>
                    <a:pt x="7026" y="3549"/>
                    <a:pt x="7026" y="3454"/>
                    <a:pt x="7002" y="3358"/>
                  </a:cubicBezTo>
                  <a:lnTo>
                    <a:pt x="5382" y="143"/>
                  </a:lnTo>
                  <a:cubicBezTo>
                    <a:pt x="5358" y="48"/>
                    <a:pt x="5263" y="1"/>
                    <a:pt x="5168" y="1"/>
                  </a:cubicBezTo>
                  <a:lnTo>
                    <a:pt x="3334" y="1"/>
                  </a:lnTo>
                  <a:cubicBezTo>
                    <a:pt x="3239" y="1"/>
                    <a:pt x="3191" y="48"/>
                    <a:pt x="3144" y="143"/>
                  </a:cubicBezTo>
                  <a:cubicBezTo>
                    <a:pt x="3120" y="263"/>
                    <a:pt x="3215" y="358"/>
                    <a:pt x="3334" y="358"/>
                  </a:cubicBezTo>
                  <a:lnTo>
                    <a:pt x="5120" y="358"/>
                  </a:lnTo>
                  <a:lnTo>
                    <a:pt x="6644" y="3358"/>
                  </a:lnTo>
                  <a:lnTo>
                    <a:pt x="381" y="3358"/>
                  </a:lnTo>
                  <a:lnTo>
                    <a:pt x="1905" y="358"/>
                  </a:lnTo>
                  <a:lnTo>
                    <a:pt x="2477" y="358"/>
                  </a:lnTo>
                  <a:cubicBezTo>
                    <a:pt x="2548" y="358"/>
                    <a:pt x="2620" y="310"/>
                    <a:pt x="2644" y="215"/>
                  </a:cubicBezTo>
                  <a:cubicBezTo>
                    <a:pt x="2667" y="96"/>
                    <a:pt x="2596"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3" name="Google Shape;14093;p90"/>
            <p:cNvSpPr/>
            <p:nvPr/>
          </p:nvSpPr>
          <p:spPr>
            <a:xfrm>
              <a:off x="3676863" y="2125383"/>
              <a:ext cx="286400" cy="101825"/>
            </a:xfrm>
            <a:custGeom>
              <a:rect b="b" l="l" r="r" t="t"/>
              <a:pathLst>
                <a:path extrusionOk="0" h="4073" w="11456">
                  <a:moveTo>
                    <a:pt x="2049" y="0"/>
                  </a:moveTo>
                  <a:cubicBezTo>
                    <a:pt x="1977" y="0"/>
                    <a:pt x="1882" y="72"/>
                    <a:pt x="1858" y="143"/>
                  </a:cubicBezTo>
                  <a:lnTo>
                    <a:pt x="72" y="3715"/>
                  </a:lnTo>
                  <a:cubicBezTo>
                    <a:pt x="1" y="3810"/>
                    <a:pt x="24" y="3929"/>
                    <a:pt x="96" y="4001"/>
                  </a:cubicBezTo>
                  <a:cubicBezTo>
                    <a:pt x="144" y="4049"/>
                    <a:pt x="215" y="4072"/>
                    <a:pt x="263" y="4072"/>
                  </a:cubicBezTo>
                  <a:lnTo>
                    <a:pt x="11170" y="4072"/>
                  </a:lnTo>
                  <a:cubicBezTo>
                    <a:pt x="11217" y="4072"/>
                    <a:pt x="11313" y="4049"/>
                    <a:pt x="11336" y="4001"/>
                  </a:cubicBezTo>
                  <a:cubicBezTo>
                    <a:pt x="11432" y="3929"/>
                    <a:pt x="11455" y="3810"/>
                    <a:pt x="11408" y="3715"/>
                  </a:cubicBezTo>
                  <a:lnTo>
                    <a:pt x="10384" y="1667"/>
                  </a:lnTo>
                  <a:cubicBezTo>
                    <a:pt x="10366" y="1594"/>
                    <a:pt x="10292" y="1563"/>
                    <a:pt x="10216" y="1563"/>
                  </a:cubicBezTo>
                  <a:cubicBezTo>
                    <a:pt x="10192" y="1563"/>
                    <a:pt x="10168" y="1566"/>
                    <a:pt x="10146" y="1572"/>
                  </a:cubicBezTo>
                  <a:cubicBezTo>
                    <a:pt x="10074" y="1620"/>
                    <a:pt x="10027" y="1739"/>
                    <a:pt x="10074" y="1810"/>
                  </a:cubicBezTo>
                  <a:lnTo>
                    <a:pt x="11027" y="3715"/>
                  </a:lnTo>
                  <a:lnTo>
                    <a:pt x="429" y="3715"/>
                  </a:lnTo>
                  <a:lnTo>
                    <a:pt x="2120" y="357"/>
                  </a:lnTo>
                  <a:lnTo>
                    <a:pt x="9312" y="357"/>
                  </a:lnTo>
                  <a:lnTo>
                    <a:pt x="9693" y="1096"/>
                  </a:lnTo>
                  <a:cubicBezTo>
                    <a:pt x="9730" y="1168"/>
                    <a:pt x="9808" y="1199"/>
                    <a:pt x="9885" y="1199"/>
                  </a:cubicBezTo>
                  <a:cubicBezTo>
                    <a:pt x="9909" y="1199"/>
                    <a:pt x="9933" y="1196"/>
                    <a:pt x="9955" y="1191"/>
                  </a:cubicBezTo>
                  <a:cubicBezTo>
                    <a:pt x="10027" y="1167"/>
                    <a:pt x="10050" y="1048"/>
                    <a:pt x="10027" y="953"/>
                  </a:cubicBezTo>
                  <a:lnTo>
                    <a:pt x="9622" y="143"/>
                  </a:lnTo>
                  <a:cubicBezTo>
                    <a:pt x="9598" y="72"/>
                    <a:pt x="9503" y="0"/>
                    <a:pt x="94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94" name="Google Shape;14094;p90"/>
          <p:cNvGrpSpPr/>
          <p:nvPr/>
        </p:nvGrpSpPr>
        <p:grpSpPr>
          <a:xfrm>
            <a:off x="1797586" y="1765574"/>
            <a:ext cx="357455" cy="356139"/>
            <a:chOff x="2698088" y="1929408"/>
            <a:chExt cx="298900" cy="297800"/>
          </a:xfrm>
        </p:grpSpPr>
        <p:sp>
          <p:nvSpPr>
            <p:cNvPr id="14095" name="Google Shape;14095;p90"/>
            <p:cNvSpPr/>
            <p:nvPr/>
          </p:nvSpPr>
          <p:spPr>
            <a:xfrm>
              <a:off x="2735013" y="1931283"/>
              <a:ext cx="170300" cy="140675"/>
            </a:xfrm>
            <a:custGeom>
              <a:rect b="b" l="l" r="r" t="t"/>
              <a:pathLst>
                <a:path extrusionOk="0" h="5627" w="6812">
                  <a:moveTo>
                    <a:pt x="6192" y="286"/>
                  </a:moveTo>
                  <a:cubicBezTo>
                    <a:pt x="6240" y="286"/>
                    <a:pt x="6335" y="334"/>
                    <a:pt x="6382" y="358"/>
                  </a:cubicBezTo>
                  <a:cubicBezTo>
                    <a:pt x="6454" y="405"/>
                    <a:pt x="6454" y="477"/>
                    <a:pt x="6454" y="572"/>
                  </a:cubicBezTo>
                  <a:lnTo>
                    <a:pt x="6216" y="1691"/>
                  </a:lnTo>
                  <a:cubicBezTo>
                    <a:pt x="6183" y="1811"/>
                    <a:pt x="6082" y="1866"/>
                    <a:pt x="5983" y="1866"/>
                  </a:cubicBezTo>
                  <a:cubicBezTo>
                    <a:pt x="5865" y="1866"/>
                    <a:pt x="5750" y="1787"/>
                    <a:pt x="5763" y="1644"/>
                  </a:cubicBezTo>
                  <a:cubicBezTo>
                    <a:pt x="5763" y="1572"/>
                    <a:pt x="5739" y="1525"/>
                    <a:pt x="5668" y="1477"/>
                  </a:cubicBezTo>
                  <a:cubicBezTo>
                    <a:pt x="5651" y="1468"/>
                    <a:pt x="5630" y="1463"/>
                    <a:pt x="5608" y="1463"/>
                  </a:cubicBezTo>
                  <a:cubicBezTo>
                    <a:pt x="5571" y="1463"/>
                    <a:pt x="5532" y="1479"/>
                    <a:pt x="5501" y="1525"/>
                  </a:cubicBezTo>
                  <a:lnTo>
                    <a:pt x="810" y="5216"/>
                  </a:lnTo>
                  <a:cubicBezTo>
                    <a:pt x="762" y="5240"/>
                    <a:pt x="691" y="5264"/>
                    <a:pt x="643" y="5264"/>
                  </a:cubicBezTo>
                  <a:cubicBezTo>
                    <a:pt x="596" y="5264"/>
                    <a:pt x="524" y="5240"/>
                    <a:pt x="500" y="5168"/>
                  </a:cubicBezTo>
                  <a:cubicBezTo>
                    <a:pt x="476" y="5121"/>
                    <a:pt x="405" y="5049"/>
                    <a:pt x="405" y="5002"/>
                  </a:cubicBezTo>
                  <a:cubicBezTo>
                    <a:pt x="405" y="4930"/>
                    <a:pt x="429" y="4883"/>
                    <a:pt x="500" y="4859"/>
                  </a:cubicBezTo>
                  <a:lnTo>
                    <a:pt x="5073" y="1215"/>
                  </a:lnTo>
                  <a:cubicBezTo>
                    <a:pt x="5144" y="1191"/>
                    <a:pt x="5168" y="1096"/>
                    <a:pt x="5144" y="1048"/>
                  </a:cubicBezTo>
                  <a:cubicBezTo>
                    <a:pt x="5144" y="977"/>
                    <a:pt x="5073" y="929"/>
                    <a:pt x="5025" y="929"/>
                  </a:cubicBezTo>
                  <a:cubicBezTo>
                    <a:pt x="4930" y="882"/>
                    <a:pt x="4882" y="834"/>
                    <a:pt x="4835" y="715"/>
                  </a:cubicBezTo>
                  <a:cubicBezTo>
                    <a:pt x="4811" y="596"/>
                    <a:pt x="4930" y="477"/>
                    <a:pt x="5049" y="453"/>
                  </a:cubicBezTo>
                  <a:lnTo>
                    <a:pt x="6192" y="286"/>
                  </a:lnTo>
                  <a:close/>
                  <a:moveTo>
                    <a:pt x="6144" y="1"/>
                  </a:moveTo>
                  <a:lnTo>
                    <a:pt x="5025" y="144"/>
                  </a:lnTo>
                  <a:cubicBezTo>
                    <a:pt x="4882" y="167"/>
                    <a:pt x="4715" y="239"/>
                    <a:pt x="4644" y="358"/>
                  </a:cubicBezTo>
                  <a:cubicBezTo>
                    <a:pt x="4549" y="477"/>
                    <a:pt x="4477" y="620"/>
                    <a:pt x="4525" y="763"/>
                  </a:cubicBezTo>
                  <a:cubicBezTo>
                    <a:pt x="4549" y="882"/>
                    <a:pt x="4596" y="1001"/>
                    <a:pt x="4692" y="1096"/>
                  </a:cubicBezTo>
                  <a:lnTo>
                    <a:pt x="286" y="4549"/>
                  </a:lnTo>
                  <a:cubicBezTo>
                    <a:pt x="48" y="4764"/>
                    <a:pt x="0" y="5121"/>
                    <a:pt x="191" y="5359"/>
                  </a:cubicBezTo>
                  <a:cubicBezTo>
                    <a:pt x="286" y="5502"/>
                    <a:pt x="405" y="5597"/>
                    <a:pt x="596" y="5621"/>
                  </a:cubicBezTo>
                  <a:cubicBezTo>
                    <a:pt x="620" y="5625"/>
                    <a:pt x="645" y="5627"/>
                    <a:pt x="669" y="5627"/>
                  </a:cubicBezTo>
                  <a:cubicBezTo>
                    <a:pt x="787" y="5627"/>
                    <a:pt x="902" y="5581"/>
                    <a:pt x="1000" y="5502"/>
                  </a:cubicBezTo>
                  <a:lnTo>
                    <a:pt x="5477" y="1977"/>
                  </a:lnTo>
                  <a:cubicBezTo>
                    <a:pt x="5549" y="2144"/>
                    <a:pt x="5668" y="2239"/>
                    <a:pt x="5859" y="2263"/>
                  </a:cubicBezTo>
                  <a:cubicBezTo>
                    <a:pt x="5891" y="2268"/>
                    <a:pt x="5923" y="2271"/>
                    <a:pt x="5956" y="2271"/>
                  </a:cubicBezTo>
                  <a:cubicBezTo>
                    <a:pt x="6216" y="2271"/>
                    <a:pt x="6486" y="2106"/>
                    <a:pt x="6549" y="1811"/>
                  </a:cubicBezTo>
                  <a:lnTo>
                    <a:pt x="6787" y="667"/>
                  </a:lnTo>
                  <a:cubicBezTo>
                    <a:pt x="6811" y="501"/>
                    <a:pt x="6787" y="286"/>
                    <a:pt x="6621" y="167"/>
                  </a:cubicBezTo>
                  <a:cubicBezTo>
                    <a:pt x="6502" y="48"/>
                    <a:pt x="6359" y="1"/>
                    <a:pt x="6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6" name="Google Shape;14096;p90"/>
            <p:cNvSpPr/>
            <p:nvPr/>
          </p:nvSpPr>
          <p:spPr>
            <a:xfrm>
              <a:off x="2698088" y="1929408"/>
              <a:ext cx="298900" cy="297800"/>
            </a:xfrm>
            <a:custGeom>
              <a:rect b="b" l="l" r="r" t="t"/>
              <a:pathLst>
                <a:path extrusionOk="0" h="11912" w="11956">
                  <a:moveTo>
                    <a:pt x="7336" y="5124"/>
                  </a:moveTo>
                  <a:lnTo>
                    <a:pt x="7336" y="10768"/>
                  </a:lnTo>
                  <a:lnTo>
                    <a:pt x="5359" y="10768"/>
                  </a:lnTo>
                  <a:lnTo>
                    <a:pt x="5359" y="5124"/>
                  </a:lnTo>
                  <a:close/>
                  <a:moveTo>
                    <a:pt x="11598" y="11126"/>
                  </a:moveTo>
                  <a:lnTo>
                    <a:pt x="11598" y="11602"/>
                  </a:lnTo>
                  <a:lnTo>
                    <a:pt x="406" y="11602"/>
                  </a:lnTo>
                  <a:lnTo>
                    <a:pt x="406" y="11126"/>
                  </a:lnTo>
                  <a:close/>
                  <a:moveTo>
                    <a:pt x="893" y="1"/>
                  </a:moveTo>
                  <a:cubicBezTo>
                    <a:pt x="792" y="1"/>
                    <a:pt x="715" y="88"/>
                    <a:pt x="715" y="195"/>
                  </a:cubicBezTo>
                  <a:lnTo>
                    <a:pt x="715" y="1004"/>
                  </a:lnTo>
                  <a:lnTo>
                    <a:pt x="525" y="1004"/>
                  </a:lnTo>
                  <a:cubicBezTo>
                    <a:pt x="429" y="1004"/>
                    <a:pt x="334" y="1052"/>
                    <a:pt x="334" y="1147"/>
                  </a:cubicBezTo>
                  <a:cubicBezTo>
                    <a:pt x="334" y="1266"/>
                    <a:pt x="406" y="1338"/>
                    <a:pt x="525" y="1338"/>
                  </a:cubicBezTo>
                  <a:lnTo>
                    <a:pt x="715" y="1338"/>
                  </a:lnTo>
                  <a:lnTo>
                    <a:pt x="715" y="2243"/>
                  </a:lnTo>
                  <a:lnTo>
                    <a:pt x="525" y="2243"/>
                  </a:lnTo>
                  <a:cubicBezTo>
                    <a:pt x="429" y="2243"/>
                    <a:pt x="358" y="2290"/>
                    <a:pt x="334" y="2386"/>
                  </a:cubicBezTo>
                  <a:cubicBezTo>
                    <a:pt x="310" y="2505"/>
                    <a:pt x="406" y="2600"/>
                    <a:pt x="525" y="2600"/>
                  </a:cubicBezTo>
                  <a:lnTo>
                    <a:pt x="715" y="2600"/>
                  </a:lnTo>
                  <a:lnTo>
                    <a:pt x="715" y="3481"/>
                  </a:lnTo>
                  <a:lnTo>
                    <a:pt x="525" y="3481"/>
                  </a:lnTo>
                  <a:cubicBezTo>
                    <a:pt x="429" y="3481"/>
                    <a:pt x="358" y="3553"/>
                    <a:pt x="334" y="3648"/>
                  </a:cubicBezTo>
                  <a:cubicBezTo>
                    <a:pt x="310" y="3767"/>
                    <a:pt x="406" y="3838"/>
                    <a:pt x="525" y="3838"/>
                  </a:cubicBezTo>
                  <a:lnTo>
                    <a:pt x="715" y="3838"/>
                  </a:lnTo>
                  <a:lnTo>
                    <a:pt x="715" y="4743"/>
                  </a:lnTo>
                  <a:lnTo>
                    <a:pt x="525" y="4743"/>
                  </a:lnTo>
                  <a:cubicBezTo>
                    <a:pt x="429" y="4743"/>
                    <a:pt x="334" y="4791"/>
                    <a:pt x="334" y="4886"/>
                  </a:cubicBezTo>
                  <a:cubicBezTo>
                    <a:pt x="334" y="5005"/>
                    <a:pt x="406" y="5100"/>
                    <a:pt x="525" y="5100"/>
                  </a:cubicBezTo>
                  <a:lnTo>
                    <a:pt x="715" y="5100"/>
                  </a:lnTo>
                  <a:lnTo>
                    <a:pt x="715" y="5982"/>
                  </a:lnTo>
                  <a:lnTo>
                    <a:pt x="525" y="5982"/>
                  </a:lnTo>
                  <a:cubicBezTo>
                    <a:pt x="429" y="5982"/>
                    <a:pt x="334" y="6053"/>
                    <a:pt x="334" y="6148"/>
                  </a:cubicBezTo>
                  <a:cubicBezTo>
                    <a:pt x="334" y="6267"/>
                    <a:pt x="406" y="6339"/>
                    <a:pt x="525" y="6339"/>
                  </a:cubicBezTo>
                  <a:lnTo>
                    <a:pt x="715" y="6339"/>
                  </a:lnTo>
                  <a:lnTo>
                    <a:pt x="715" y="7244"/>
                  </a:lnTo>
                  <a:lnTo>
                    <a:pt x="525" y="7244"/>
                  </a:lnTo>
                  <a:cubicBezTo>
                    <a:pt x="429" y="7244"/>
                    <a:pt x="358" y="7291"/>
                    <a:pt x="334" y="7387"/>
                  </a:cubicBezTo>
                  <a:cubicBezTo>
                    <a:pt x="310" y="7506"/>
                    <a:pt x="406" y="7601"/>
                    <a:pt x="525" y="7601"/>
                  </a:cubicBezTo>
                  <a:lnTo>
                    <a:pt x="715" y="7601"/>
                  </a:lnTo>
                  <a:lnTo>
                    <a:pt x="715" y="8482"/>
                  </a:lnTo>
                  <a:lnTo>
                    <a:pt x="525" y="8482"/>
                  </a:lnTo>
                  <a:cubicBezTo>
                    <a:pt x="429" y="8482"/>
                    <a:pt x="358" y="8554"/>
                    <a:pt x="334" y="8649"/>
                  </a:cubicBezTo>
                  <a:cubicBezTo>
                    <a:pt x="310" y="8768"/>
                    <a:pt x="406" y="8839"/>
                    <a:pt x="525" y="8839"/>
                  </a:cubicBezTo>
                  <a:lnTo>
                    <a:pt x="715" y="8839"/>
                  </a:lnTo>
                  <a:lnTo>
                    <a:pt x="715" y="9744"/>
                  </a:lnTo>
                  <a:lnTo>
                    <a:pt x="525" y="9744"/>
                  </a:lnTo>
                  <a:cubicBezTo>
                    <a:pt x="429" y="9744"/>
                    <a:pt x="334" y="9792"/>
                    <a:pt x="334" y="9887"/>
                  </a:cubicBezTo>
                  <a:cubicBezTo>
                    <a:pt x="334" y="10006"/>
                    <a:pt x="406" y="10101"/>
                    <a:pt x="525" y="10101"/>
                  </a:cubicBezTo>
                  <a:lnTo>
                    <a:pt x="715" y="10101"/>
                  </a:lnTo>
                  <a:lnTo>
                    <a:pt x="715" y="10721"/>
                  </a:lnTo>
                  <a:lnTo>
                    <a:pt x="310" y="10721"/>
                  </a:lnTo>
                  <a:cubicBezTo>
                    <a:pt x="167" y="10721"/>
                    <a:pt x="1" y="10840"/>
                    <a:pt x="1" y="11030"/>
                  </a:cubicBezTo>
                  <a:lnTo>
                    <a:pt x="1" y="11626"/>
                  </a:lnTo>
                  <a:cubicBezTo>
                    <a:pt x="1" y="11768"/>
                    <a:pt x="120" y="11911"/>
                    <a:pt x="310" y="11911"/>
                  </a:cubicBezTo>
                  <a:lnTo>
                    <a:pt x="11622" y="11911"/>
                  </a:lnTo>
                  <a:cubicBezTo>
                    <a:pt x="11765" y="11911"/>
                    <a:pt x="11908" y="11792"/>
                    <a:pt x="11908" y="11626"/>
                  </a:cubicBezTo>
                  <a:lnTo>
                    <a:pt x="11908" y="11030"/>
                  </a:lnTo>
                  <a:cubicBezTo>
                    <a:pt x="11956" y="10911"/>
                    <a:pt x="11789" y="10768"/>
                    <a:pt x="11646" y="10768"/>
                  </a:cubicBezTo>
                  <a:lnTo>
                    <a:pt x="11146" y="10768"/>
                  </a:lnTo>
                  <a:lnTo>
                    <a:pt x="11146" y="3195"/>
                  </a:lnTo>
                  <a:cubicBezTo>
                    <a:pt x="11146" y="3100"/>
                    <a:pt x="11074" y="3029"/>
                    <a:pt x="11003" y="3029"/>
                  </a:cubicBezTo>
                  <a:cubicBezTo>
                    <a:pt x="10884" y="3029"/>
                    <a:pt x="10789" y="3076"/>
                    <a:pt x="10789" y="3195"/>
                  </a:cubicBezTo>
                  <a:lnTo>
                    <a:pt x="10789" y="10792"/>
                  </a:lnTo>
                  <a:lnTo>
                    <a:pt x="8812" y="10792"/>
                  </a:lnTo>
                  <a:lnTo>
                    <a:pt x="8812" y="1385"/>
                  </a:lnTo>
                  <a:lnTo>
                    <a:pt x="10789" y="1385"/>
                  </a:lnTo>
                  <a:lnTo>
                    <a:pt x="10789" y="2386"/>
                  </a:lnTo>
                  <a:cubicBezTo>
                    <a:pt x="10789" y="2481"/>
                    <a:pt x="10836" y="2576"/>
                    <a:pt x="10932" y="2576"/>
                  </a:cubicBezTo>
                  <a:cubicBezTo>
                    <a:pt x="11051" y="2576"/>
                    <a:pt x="11146" y="2505"/>
                    <a:pt x="11146" y="2386"/>
                  </a:cubicBezTo>
                  <a:lnTo>
                    <a:pt x="11146" y="1266"/>
                  </a:lnTo>
                  <a:cubicBezTo>
                    <a:pt x="11146" y="1123"/>
                    <a:pt x="11027" y="1028"/>
                    <a:pt x="10908" y="1028"/>
                  </a:cubicBezTo>
                  <a:lnTo>
                    <a:pt x="8741" y="1028"/>
                  </a:lnTo>
                  <a:cubicBezTo>
                    <a:pt x="8574" y="1028"/>
                    <a:pt x="8502" y="1147"/>
                    <a:pt x="8502" y="1266"/>
                  </a:cubicBezTo>
                  <a:lnTo>
                    <a:pt x="8502" y="10768"/>
                  </a:lnTo>
                  <a:lnTo>
                    <a:pt x="7693" y="10768"/>
                  </a:lnTo>
                  <a:lnTo>
                    <a:pt x="7693" y="5005"/>
                  </a:lnTo>
                  <a:cubicBezTo>
                    <a:pt x="7693" y="4862"/>
                    <a:pt x="7574" y="4767"/>
                    <a:pt x="7455" y="4767"/>
                  </a:cubicBezTo>
                  <a:lnTo>
                    <a:pt x="5264" y="4767"/>
                  </a:lnTo>
                  <a:cubicBezTo>
                    <a:pt x="5121" y="4767"/>
                    <a:pt x="5026" y="4886"/>
                    <a:pt x="5026" y="5005"/>
                  </a:cubicBezTo>
                  <a:lnTo>
                    <a:pt x="5026" y="10768"/>
                  </a:lnTo>
                  <a:lnTo>
                    <a:pt x="4240" y="10768"/>
                  </a:lnTo>
                  <a:lnTo>
                    <a:pt x="4240" y="7506"/>
                  </a:lnTo>
                  <a:cubicBezTo>
                    <a:pt x="4240" y="7363"/>
                    <a:pt x="4121" y="7268"/>
                    <a:pt x="4001" y="7268"/>
                  </a:cubicBezTo>
                  <a:lnTo>
                    <a:pt x="1763" y="7268"/>
                  </a:lnTo>
                  <a:cubicBezTo>
                    <a:pt x="1668" y="7268"/>
                    <a:pt x="1572" y="7363"/>
                    <a:pt x="1572" y="7458"/>
                  </a:cubicBezTo>
                  <a:lnTo>
                    <a:pt x="1572" y="8744"/>
                  </a:lnTo>
                  <a:cubicBezTo>
                    <a:pt x="1572" y="8768"/>
                    <a:pt x="1620" y="8816"/>
                    <a:pt x="1644" y="8863"/>
                  </a:cubicBezTo>
                  <a:cubicBezTo>
                    <a:pt x="1681" y="8882"/>
                    <a:pt x="1719" y="8891"/>
                    <a:pt x="1753" y="8891"/>
                  </a:cubicBezTo>
                  <a:cubicBezTo>
                    <a:pt x="1852" y="8891"/>
                    <a:pt x="1930" y="8820"/>
                    <a:pt x="1930" y="8696"/>
                  </a:cubicBezTo>
                  <a:lnTo>
                    <a:pt x="1930" y="7601"/>
                  </a:lnTo>
                  <a:lnTo>
                    <a:pt x="3906" y="7601"/>
                  </a:lnTo>
                  <a:lnTo>
                    <a:pt x="3906" y="10721"/>
                  </a:lnTo>
                  <a:lnTo>
                    <a:pt x="1882" y="10721"/>
                  </a:lnTo>
                  <a:lnTo>
                    <a:pt x="1882" y="9506"/>
                  </a:lnTo>
                  <a:cubicBezTo>
                    <a:pt x="1882" y="9411"/>
                    <a:pt x="1834" y="9339"/>
                    <a:pt x="1739" y="9339"/>
                  </a:cubicBezTo>
                  <a:cubicBezTo>
                    <a:pt x="1620" y="9339"/>
                    <a:pt x="1525" y="9387"/>
                    <a:pt x="1525" y="9506"/>
                  </a:cubicBezTo>
                  <a:lnTo>
                    <a:pt x="1525" y="10721"/>
                  </a:lnTo>
                  <a:lnTo>
                    <a:pt x="1072" y="10721"/>
                  </a:lnTo>
                  <a:lnTo>
                    <a:pt x="1072" y="195"/>
                  </a:lnTo>
                  <a:cubicBezTo>
                    <a:pt x="1072" y="99"/>
                    <a:pt x="1025" y="52"/>
                    <a:pt x="929" y="4"/>
                  </a:cubicBezTo>
                  <a:cubicBezTo>
                    <a:pt x="917" y="2"/>
                    <a:pt x="905" y="1"/>
                    <a:pt x="8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97" name="Google Shape;14097;p90"/>
          <p:cNvGrpSpPr/>
          <p:nvPr/>
        </p:nvGrpSpPr>
        <p:grpSpPr>
          <a:xfrm>
            <a:off x="4822994" y="1767099"/>
            <a:ext cx="288391" cy="354734"/>
            <a:chOff x="4718163" y="1930683"/>
            <a:chExt cx="241150" cy="296625"/>
          </a:xfrm>
        </p:grpSpPr>
        <p:sp>
          <p:nvSpPr>
            <p:cNvPr id="14098" name="Google Shape;14098;p90"/>
            <p:cNvSpPr/>
            <p:nvPr/>
          </p:nvSpPr>
          <p:spPr>
            <a:xfrm>
              <a:off x="4852713" y="2030708"/>
              <a:ext cx="106000" cy="196500"/>
            </a:xfrm>
            <a:custGeom>
              <a:rect b="b" l="l" r="r" t="t"/>
              <a:pathLst>
                <a:path extrusionOk="0" h="7860" w="4240">
                  <a:moveTo>
                    <a:pt x="238" y="1"/>
                  </a:moveTo>
                  <a:cubicBezTo>
                    <a:pt x="96" y="1"/>
                    <a:pt x="0" y="120"/>
                    <a:pt x="0" y="239"/>
                  </a:cubicBezTo>
                  <a:lnTo>
                    <a:pt x="0" y="7621"/>
                  </a:lnTo>
                  <a:cubicBezTo>
                    <a:pt x="0" y="7788"/>
                    <a:pt x="119" y="7859"/>
                    <a:pt x="238" y="7859"/>
                  </a:cubicBezTo>
                  <a:lnTo>
                    <a:pt x="4049" y="7859"/>
                  </a:lnTo>
                  <a:cubicBezTo>
                    <a:pt x="4144" y="7859"/>
                    <a:pt x="4239" y="7788"/>
                    <a:pt x="4239" y="7693"/>
                  </a:cubicBezTo>
                  <a:lnTo>
                    <a:pt x="4239" y="6026"/>
                  </a:lnTo>
                  <a:cubicBezTo>
                    <a:pt x="4239" y="6002"/>
                    <a:pt x="4192" y="5930"/>
                    <a:pt x="4168" y="5907"/>
                  </a:cubicBezTo>
                  <a:cubicBezTo>
                    <a:pt x="4128" y="5880"/>
                    <a:pt x="4086" y="5868"/>
                    <a:pt x="4047" y="5868"/>
                  </a:cubicBezTo>
                  <a:cubicBezTo>
                    <a:pt x="3945" y="5868"/>
                    <a:pt x="3858" y="5947"/>
                    <a:pt x="3858" y="6049"/>
                  </a:cubicBezTo>
                  <a:lnTo>
                    <a:pt x="3858" y="7502"/>
                  </a:lnTo>
                  <a:lnTo>
                    <a:pt x="358" y="7502"/>
                  </a:lnTo>
                  <a:lnTo>
                    <a:pt x="358" y="334"/>
                  </a:lnTo>
                  <a:lnTo>
                    <a:pt x="3858" y="334"/>
                  </a:lnTo>
                  <a:lnTo>
                    <a:pt x="3858" y="5240"/>
                  </a:lnTo>
                  <a:cubicBezTo>
                    <a:pt x="3858" y="5335"/>
                    <a:pt x="3930" y="5407"/>
                    <a:pt x="4025" y="5430"/>
                  </a:cubicBezTo>
                  <a:cubicBezTo>
                    <a:pt x="4037" y="5433"/>
                    <a:pt x="4050" y="5434"/>
                    <a:pt x="4061" y="5434"/>
                  </a:cubicBezTo>
                  <a:cubicBezTo>
                    <a:pt x="4163" y="5434"/>
                    <a:pt x="4239" y="5346"/>
                    <a:pt x="4239" y="5240"/>
                  </a:cubicBezTo>
                  <a:lnTo>
                    <a:pt x="4239" y="239"/>
                  </a:lnTo>
                  <a:cubicBezTo>
                    <a:pt x="4239" y="96"/>
                    <a:pt x="4120" y="1"/>
                    <a:pt x="4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9" name="Google Shape;14099;p90"/>
            <p:cNvSpPr/>
            <p:nvPr/>
          </p:nvSpPr>
          <p:spPr>
            <a:xfrm>
              <a:off x="4846763" y="1968708"/>
              <a:ext cx="31575" cy="45350"/>
            </a:xfrm>
            <a:custGeom>
              <a:rect b="b" l="l" r="r" t="t"/>
              <a:pathLst>
                <a:path extrusionOk="0" h="1814" w="1263">
                  <a:moveTo>
                    <a:pt x="619" y="980"/>
                  </a:moveTo>
                  <a:cubicBezTo>
                    <a:pt x="786" y="980"/>
                    <a:pt x="857" y="1099"/>
                    <a:pt x="857" y="1218"/>
                  </a:cubicBezTo>
                  <a:cubicBezTo>
                    <a:pt x="857" y="1338"/>
                    <a:pt x="738" y="1457"/>
                    <a:pt x="619" y="1457"/>
                  </a:cubicBezTo>
                  <a:cubicBezTo>
                    <a:pt x="609" y="1459"/>
                    <a:pt x="599" y="1460"/>
                    <a:pt x="589" y="1460"/>
                  </a:cubicBezTo>
                  <a:cubicBezTo>
                    <a:pt x="481" y="1460"/>
                    <a:pt x="381" y="1349"/>
                    <a:pt x="381" y="1218"/>
                  </a:cubicBezTo>
                  <a:cubicBezTo>
                    <a:pt x="381" y="1052"/>
                    <a:pt x="500" y="980"/>
                    <a:pt x="619" y="980"/>
                  </a:cubicBezTo>
                  <a:close/>
                  <a:moveTo>
                    <a:pt x="738" y="1"/>
                  </a:moveTo>
                  <a:cubicBezTo>
                    <a:pt x="696" y="1"/>
                    <a:pt x="652" y="18"/>
                    <a:pt x="619" y="52"/>
                  </a:cubicBezTo>
                  <a:cubicBezTo>
                    <a:pt x="596" y="75"/>
                    <a:pt x="119" y="433"/>
                    <a:pt x="24" y="1123"/>
                  </a:cubicBezTo>
                  <a:cubicBezTo>
                    <a:pt x="0" y="1480"/>
                    <a:pt x="238" y="1814"/>
                    <a:pt x="619" y="1814"/>
                  </a:cubicBezTo>
                  <a:cubicBezTo>
                    <a:pt x="977" y="1814"/>
                    <a:pt x="1262" y="1528"/>
                    <a:pt x="1262" y="1218"/>
                  </a:cubicBezTo>
                  <a:cubicBezTo>
                    <a:pt x="1262" y="885"/>
                    <a:pt x="977" y="623"/>
                    <a:pt x="667" y="623"/>
                  </a:cubicBezTo>
                  <a:lnTo>
                    <a:pt x="596" y="623"/>
                  </a:lnTo>
                  <a:cubicBezTo>
                    <a:pt x="715" y="433"/>
                    <a:pt x="834" y="314"/>
                    <a:pt x="834" y="314"/>
                  </a:cubicBezTo>
                  <a:cubicBezTo>
                    <a:pt x="929" y="266"/>
                    <a:pt x="929" y="147"/>
                    <a:pt x="857" y="75"/>
                  </a:cubicBezTo>
                  <a:cubicBezTo>
                    <a:pt x="832" y="24"/>
                    <a:pt x="786"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0" name="Google Shape;14100;p90"/>
            <p:cNvSpPr/>
            <p:nvPr/>
          </p:nvSpPr>
          <p:spPr>
            <a:xfrm>
              <a:off x="4884263" y="1969958"/>
              <a:ext cx="28600" cy="47075"/>
            </a:xfrm>
            <a:custGeom>
              <a:rect b="b" l="l" r="r" t="t"/>
              <a:pathLst>
                <a:path extrusionOk="0" h="1883" w="1144">
                  <a:moveTo>
                    <a:pt x="524" y="324"/>
                  </a:moveTo>
                  <a:cubicBezTo>
                    <a:pt x="547" y="324"/>
                    <a:pt x="571" y="328"/>
                    <a:pt x="596" y="335"/>
                  </a:cubicBezTo>
                  <a:cubicBezTo>
                    <a:pt x="691" y="335"/>
                    <a:pt x="786" y="454"/>
                    <a:pt x="786" y="573"/>
                  </a:cubicBezTo>
                  <a:lnTo>
                    <a:pt x="786" y="1216"/>
                  </a:lnTo>
                  <a:cubicBezTo>
                    <a:pt x="786" y="1335"/>
                    <a:pt x="715" y="1454"/>
                    <a:pt x="596" y="1454"/>
                  </a:cubicBezTo>
                  <a:cubicBezTo>
                    <a:pt x="429" y="1454"/>
                    <a:pt x="310" y="1359"/>
                    <a:pt x="310" y="1216"/>
                  </a:cubicBezTo>
                  <a:lnTo>
                    <a:pt x="310" y="573"/>
                  </a:lnTo>
                  <a:cubicBezTo>
                    <a:pt x="310" y="432"/>
                    <a:pt x="396" y="324"/>
                    <a:pt x="524" y="324"/>
                  </a:cubicBezTo>
                  <a:close/>
                  <a:moveTo>
                    <a:pt x="566" y="0"/>
                  </a:moveTo>
                  <a:cubicBezTo>
                    <a:pt x="552" y="0"/>
                    <a:pt x="538" y="1"/>
                    <a:pt x="524" y="2"/>
                  </a:cubicBezTo>
                  <a:cubicBezTo>
                    <a:pt x="215" y="25"/>
                    <a:pt x="0" y="264"/>
                    <a:pt x="0" y="597"/>
                  </a:cubicBezTo>
                  <a:lnTo>
                    <a:pt x="0" y="1288"/>
                  </a:lnTo>
                  <a:cubicBezTo>
                    <a:pt x="0" y="1573"/>
                    <a:pt x="215" y="1835"/>
                    <a:pt x="524" y="1883"/>
                  </a:cubicBezTo>
                  <a:cubicBezTo>
                    <a:pt x="882" y="1883"/>
                    <a:pt x="1144" y="1573"/>
                    <a:pt x="1144" y="1216"/>
                  </a:cubicBezTo>
                  <a:lnTo>
                    <a:pt x="1144" y="597"/>
                  </a:lnTo>
                  <a:cubicBezTo>
                    <a:pt x="1144" y="255"/>
                    <a:pt x="881" y="0"/>
                    <a:pt x="5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1" name="Google Shape;14101;p90"/>
            <p:cNvSpPr/>
            <p:nvPr/>
          </p:nvSpPr>
          <p:spPr>
            <a:xfrm>
              <a:off x="4928913" y="1968908"/>
              <a:ext cx="24425" cy="46350"/>
            </a:xfrm>
            <a:custGeom>
              <a:rect b="b" l="l" r="r" t="t"/>
              <a:pathLst>
                <a:path extrusionOk="0" h="1854" w="977">
                  <a:moveTo>
                    <a:pt x="779" y="1"/>
                  </a:moveTo>
                  <a:cubicBezTo>
                    <a:pt x="713" y="1"/>
                    <a:pt x="654" y="40"/>
                    <a:pt x="620" y="91"/>
                  </a:cubicBezTo>
                  <a:lnTo>
                    <a:pt x="1" y="1592"/>
                  </a:lnTo>
                  <a:cubicBezTo>
                    <a:pt x="1" y="1711"/>
                    <a:pt x="48" y="1830"/>
                    <a:pt x="96" y="1853"/>
                  </a:cubicBezTo>
                  <a:lnTo>
                    <a:pt x="167" y="1853"/>
                  </a:lnTo>
                  <a:cubicBezTo>
                    <a:pt x="239" y="1853"/>
                    <a:pt x="286" y="1830"/>
                    <a:pt x="310" y="1734"/>
                  </a:cubicBezTo>
                  <a:lnTo>
                    <a:pt x="953" y="258"/>
                  </a:lnTo>
                  <a:cubicBezTo>
                    <a:pt x="977" y="163"/>
                    <a:pt x="953" y="67"/>
                    <a:pt x="858" y="20"/>
                  </a:cubicBezTo>
                  <a:cubicBezTo>
                    <a:pt x="831" y="6"/>
                    <a:pt x="805" y="1"/>
                    <a:pt x="7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2" name="Google Shape;14102;p90"/>
            <p:cNvSpPr/>
            <p:nvPr/>
          </p:nvSpPr>
          <p:spPr>
            <a:xfrm>
              <a:off x="4923563" y="1972958"/>
              <a:ext cx="10150" cy="10150"/>
            </a:xfrm>
            <a:custGeom>
              <a:rect b="b" l="l" r="r" t="t"/>
              <a:pathLst>
                <a:path extrusionOk="0" h="406" w="406">
                  <a:moveTo>
                    <a:pt x="215" y="1"/>
                  </a:moveTo>
                  <a:cubicBezTo>
                    <a:pt x="95" y="1"/>
                    <a:pt x="0" y="96"/>
                    <a:pt x="0" y="215"/>
                  </a:cubicBezTo>
                  <a:cubicBezTo>
                    <a:pt x="0" y="310"/>
                    <a:pt x="95" y="405"/>
                    <a:pt x="215" y="405"/>
                  </a:cubicBezTo>
                  <a:cubicBezTo>
                    <a:pt x="310" y="405"/>
                    <a:pt x="405" y="310"/>
                    <a:pt x="405" y="215"/>
                  </a:cubicBezTo>
                  <a:cubicBezTo>
                    <a:pt x="405" y="96"/>
                    <a:pt x="31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3" name="Google Shape;14103;p90"/>
            <p:cNvSpPr/>
            <p:nvPr/>
          </p:nvSpPr>
          <p:spPr>
            <a:xfrm>
              <a:off x="4948563" y="2001533"/>
              <a:ext cx="10750" cy="10750"/>
            </a:xfrm>
            <a:custGeom>
              <a:rect b="b" l="l" r="r" t="t"/>
              <a:pathLst>
                <a:path extrusionOk="0" h="430" w="430">
                  <a:moveTo>
                    <a:pt x="215" y="1"/>
                  </a:moveTo>
                  <a:cubicBezTo>
                    <a:pt x="96" y="1"/>
                    <a:pt x="0" y="96"/>
                    <a:pt x="0" y="215"/>
                  </a:cubicBezTo>
                  <a:cubicBezTo>
                    <a:pt x="0" y="334"/>
                    <a:pt x="96" y="429"/>
                    <a:pt x="215" y="429"/>
                  </a:cubicBezTo>
                  <a:cubicBezTo>
                    <a:pt x="334" y="429"/>
                    <a:pt x="429" y="334"/>
                    <a:pt x="429" y="215"/>
                  </a:cubicBezTo>
                  <a:cubicBezTo>
                    <a:pt x="429"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4" name="Google Shape;14104;p90"/>
            <p:cNvSpPr/>
            <p:nvPr/>
          </p:nvSpPr>
          <p:spPr>
            <a:xfrm>
              <a:off x="4739588" y="1930683"/>
              <a:ext cx="57775" cy="57775"/>
            </a:xfrm>
            <a:custGeom>
              <a:rect b="b" l="l" r="r" t="t"/>
              <a:pathLst>
                <a:path extrusionOk="0" h="2311" w="2311">
                  <a:moveTo>
                    <a:pt x="1167" y="358"/>
                  </a:moveTo>
                  <a:cubicBezTo>
                    <a:pt x="1620" y="358"/>
                    <a:pt x="1977" y="715"/>
                    <a:pt x="1977" y="1144"/>
                  </a:cubicBezTo>
                  <a:cubicBezTo>
                    <a:pt x="1977" y="1596"/>
                    <a:pt x="1620" y="1954"/>
                    <a:pt x="1167" y="1954"/>
                  </a:cubicBezTo>
                  <a:cubicBezTo>
                    <a:pt x="715" y="1954"/>
                    <a:pt x="358" y="1596"/>
                    <a:pt x="358" y="1144"/>
                  </a:cubicBezTo>
                  <a:cubicBezTo>
                    <a:pt x="358" y="715"/>
                    <a:pt x="715" y="358"/>
                    <a:pt x="1167" y="358"/>
                  </a:cubicBezTo>
                  <a:close/>
                  <a:moveTo>
                    <a:pt x="1167" y="1"/>
                  </a:moveTo>
                  <a:cubicBezTo>
                    <a:pt x="524" y="1"/>
                    <a:pt x="1" y="501"/>
                    <a:pt x="1" y="1144"/>
                  </a:cubicBezTo>
                  <a:cubicBezTo>
                    <a:pt x="24" y="1811"/>
                    <a:pt x="548" y="2311"/>
                    <a:pt x="1167" y="2311"/>
                  </a:cubicBezTo>
                  <a:cubicBezTo>
                    <a:pt x="1787" y="2311"/>
                    <a:pt x="2311" y="1811"/>
                    <a:pt x="2311" y="1144"/>
                  </a:cubicBezTo>
                  <a:cubicBezTo>
                    <a:pt x="2311" y="501"/>
                    <a:pt x="1810"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5" name="Google Shape;14105;p90"/>
            <p:cNvSpPr/>
            <p:nvPr/>
          </p:nvSpPr>
          <p:spPr>
            <a:xfrm>
              <a:off x="4718163" y="1997383"/>
              <a:ext cx="106575" cy="229925"/>
            </a:xfrm>
            <a:custGeom>
              <a:rect b="b" l="l" r="r" t="t"/>
              <a:pathLst>
                <a:path extrusionOk="0" h="9197" w="4263">
                  <a:moveTo>
                    <a:pt x="3025" y="5954"/>
                  </a:moveTo>
                  <a:lnTo>
                    <a:pt x="3025" y="8430"/>
                  </a:lnTo>
                  <a:cubicBezTo>
                    <a:pt x="3025" y="8645"/>
                    <a:pt x="2882" y="8811"/>
                    <a:pt x="2715" y="8835"/>
                  </a:cubicBezTo>
                  <a:cubicBezTo>
                    <a:pt x="2677" y="8845"/>
                    <a:pt x="2640" y="8849"/>
                    <a:pt x="2605" y="8849"/>
                  </a:cubicBezTo>
                  <a:cubicBezTo>
                    <a:pt x="2370" y="8849"/>
                    <a:pt x="2191" y="8658"/>
                    <a:pt x="2191" y="8430"/>
                  </a:cubicBezTo>
                  <a:lnTo>
                    <a:pt x="2191" y="5954"/>
                  </a:lnTo>
                  <a:close/>
                  <a:moveTo>
                    <a:pt x="1882" y="5977"/>
                  </a:moveTo>
                  <a:lnTo>
                    <a:pt x="1882" y="8454"/>
                  </a:lnTo>
                  <a:cubicBezTo>
                    <a:pt x="1882" y="8680"/>
                    <a:pt x="1689" y="8885"/>
                    <a:pt x="1425" y="8885"/>
                  </a:cubicBezTo>
                  <a:cubicBezTo>
                    <a:pt x="1411" y="8885"/>
                    <a:pt x="1396" y="8884"/>
                    <a:pt x="1381" y="8883"/>
                  </a:cubicBezTo>
                  <a:cubicBezTo>
                    <a:pt x="1191" y="8835"/>
                    <a:pt x="1048" y="8668"/>
                    <a:pt x="1048" y="8454"/>
                  </a:cubicBezTo>
                  <a:lnTo>
                    <a:pt x="1048" y="5977"/>
                  </a:lnTo>
                  <a:close/>
                  <a:moveTo>
                    <a:pt x="2001" y="0"/>
                  </a:moveTo>
                  <a:cubicBezTo>
                    <a:pt x="1596" y="0"/>
                    <a:pt x="1215" y="119"/>
                    <a:pt x="858" y="310"/>
                  </a:cubicBezTo>
                  <a:cubicBezTo>
                    <a:pt x="762" y="357"/>
                    <a:pt x="738" y="453"/>
                    <a:pt x="810" y="548"/>
                  </a:cubicBezTo>
                  <a:cubicBezTo>
                    <a:pt x="844" y="599"/>
                    <a:pt x="916" y="638"/>
                    <a:pt x="989" y="638"/>
                  </a:cubicBezTo>
                  <a:cubicBezTo>
                    <a:pt x="1017" y="638"/>
                    <a:pt x="1045" y="633"/>
                    <a:pt x="1072" y="619"/>
                  </a:cubicBezTo>
                  <a:cubicBezTo>
                    <a:pt x="1358" y="453"/>
                    <a:pt x="1667" y="357"/>
                    <a:pt x="2024" y="357"/>
                  </a:cubicBezTo>
                  <a:lnTo>
                    <a:pt x="2048" y="357"/>
                  </a:lnTo>
                  <a:cubicBezTo>
                    <a:pt x="3025" y="357"/>
                    <a:pt x="3834" y="1167"/>
                    <a:pt x="3834" y="2143"/>
                  </a:cubicBezTo>
                  <a:lnTo>
                    <a:pt x="3834" y="3763"/>
                  </a:lnTo>
                  <a:lnTo>
                    <a:pt x="3834" y="3787"/>
                  </a:lnTo>
                  <a:cubicBezTo>
                    <a:pt x="3834" y="3906"/>
                    <a:pt x="3715" y="3953"/>
                    <a:pt x="3620" y="3953"/>
                  </a:cubicBezTo>
                  <a:cubicBezTo>
                    <a:pt x="3477" y="3953"/>
                    <a:pt x="3430" y="3834"/>
                    <a:pt x="3430" y="3715"/>
                  </a:cubicBezTo>
                  <a:lnTo>
                    <a:pt x="3430" y="2048"/>
                  </a:lnTo>
                  <a:cubicBezTo>
                    <a:pt x="3430" y="1977"/>
                    <a:pt x="3358" y="1905"/>
                    <a:pt x="3310" y="1881"/>
                  </a:cubicBezTo>
                  <a:cubicBezTo>
                    <a:pt x="3295" y="1878"/>
                    <a:pt x="3280" y="1877"/>
                    <a:pt x="3266" y="1877"/>
                  </a:cubicBezTo>
                  <a:cubicBezTo>
                    <a:pt x="3168" y="1877"/>
                    <a:pt x="3096" y="1944"/>
                    <a:pt x="3096" y="2048"/>
                  </a:cubicBezTo>
                  <a:lnTo>
                    <a:pt x="3096" y="3763"/>
                  </a:lnTo>
                  <a:cubicBezTo>
                    <a:pt x="3096" y="4001"/>
                    <a:pt x="3263" y="4239"/>
                    <a:pt x="3477" y="4287"/>
                  </a:cubicBezTo>
                  <a:lnTo>
                    <a:pt x="3668" y="5596"/>
                  </a:lnTo>
                  <a:lnTo>
                    <a:pt x="3668" y="5620"/>
                  </a:lnTo>
                  <a:lnTo>
                    <a:pt x="500" y="5620"/>
                  </a:lnTo>
                  <a:lnTo>
                    <a:pt x="500" y="5596"/>
                  </a:lnTo>
                  <a:lnTo>
                    <a:pt x="691" y="4287"/>
                  </a:lnTo>
                  <a:cubicBezTo>
                    <a:pt x="929" y="4239"/>
                    <a:pt x="1096" y="4025"/>
                    <a:pt x="1096" y="3763"/>
                  </a:cubicBezTo>
                  <a:lnTo>
                    <a:pt x="1096" y="2048"/>
                  </a:lnTo>
                  <a:cubicBezTo>
                    <a:pt x="1096" y="1977"/>
                    <a:pt x="1048" y="1905"/>
                    <a:pt x="953" y="1881"/>
                  </a:cubicBezTo>
                  <a:cubicBezTo>
                    <a:pt x="937" y="1878"/>
                    <a:pt x="922" y="1877"/>
                    <a:pt x="908" y="1877"/>
                  </a:cubicBezTo>
                  <a:cubicBezTo>
                    <a:pt x="811" y="1877"/>
                    <a:pt x="738" y="1944"/>
                    <a:pt x="738" y="2048"/>
                  </a:cubicBezTo>
                  <a:lnTo>
                    <a:pt x="738" y="3787"/>
                  </a:lnTo>
                  <a:cubicBezTo>
                    <a:pt x="738" y="3906"/>
                    <a:pt x="643" y="4001"/>
                    <a:pt x="524" y="4001"/>
                  </a:cubicBezTo>
                  <a:cubicBezTo>
                    <a:pt x="405" y="4001"/>
                    <a:pt x="334" y="3906"/>
                    <a:pt x="334" y="3787"/>
                  </a:cubicBezTo>
                  <a:lnTo>
                    <a:pt x="334" y="2167"/>
                  </a:lnTo>
                  <a:cubicBezTo>
                    <a:pt x="334" y="1810"/>
                    <a:pt x="453" y="1453"/>
                    <a:pt x="643" y="1143"/>
                  </a:cubicBezTo>
                  <a:cubicBezTo>
                    <a:pt x="715" y="1048"/>
                    <a:pt x="691" y="953"/>
                    <a:pt x="619" y="905"/>
                  </a:cubicBezTo>
                  <a:cubicBezTo>
                    <a:pt x="579" y="875"/>
                    <a:pt x="544" y="862"/>
                    <a:pt x="510" y="862"/>
                  </a:cubicBezTo>
                  <a:cubicBezTo>
                    <a:pt x="464" y="862"/>
                    <a:pt x="423" y="887"/>
                    <a:pt x="381" y="929"/>
                  </a:cubicBezTo>
                  <a:cubicBezTo>
                    <a:pt x="119" y="1286"/>
                    <a:pt x="0" y="1691"/>
                    <a:pt x="0" y="2143"/>
                  </a:cubicBezTo>
                  <a:lnTo>
                    <a:pt x="0" y="3763"/>
                  </a:lnTo>
                  <a:cubicBezTo>
                    <a:pt x="0" y="3953"/>
                    <a:pt x="119" y="4144"/>
                    <a:pt x="286" y="4239"/>
                  </a:cubicBezTo>
                  <a:cubicBezTo>
                    <a:pt x="334" y="4239"/>
                    <a:pt x="334" y="4263"/>
                    <a:pt x="357" y="4263"/>
                  </a:cubicBezTo>
                  <a:lnTo>
                    <a:pt x="167" y="5573"/>
                  </a:lnTo>
                  <a:cubicBezTo>
                    <a:pt x="167" y="5692"/>
                    <a:pt x="215" y="5763"/>
                    <a:pt x="262" y="5858"/>
                  </a:cubicBezTo>
                  <a:cubicBezTo>
                    <a:pt x="334" y="5954"/>
                    <a:pt x="453" y="5977"/>
                    <a:pt x="524" y="5977"/>
                  </a:cubicBezTo>
                  <a:lnTo>
                    <a:pt x="762" y="5977"/>
                  </a:lnTo>
                  <a:lnTo>
                    <a:pt x="762" y="8430"/>
                  </a:lnTo>
                  <a:cubicBezTo>
                    <a:pt x="762" y="8811"/>
                    <a:pt x="1048" y="9145"/>
                    <a:pt x="1429" y="9192"/>
                  </a:cubicBezTo>
                  <a:cubicBezTo>
                    <a:pt x="1452" y="9194"/>
                    <a:pt x="1474" y="9195"/>
                    <a:pt x="1496" y="9195"/>
                  </a:cubicBezTo>
                  <a:cubicBezTo>
                    <a:pt x="1735" y="9195"/>
                    <a:pt x="1967" y="9083"/>
                    <a:pt x="2120" y="8930"/>
                  </a:cubicBezTo>
                  <a:cubicBezTo>
                    <a:pt x="2245" y="9119"/>
                    <a:pt x="2463" y="9197"/>
                    <a:pt x="2691" y="9197"/>
                  </a:cubicBezTo>
                  <a:cubicBezTo>
                    <a:pt x="2723" y="9197"/>
                    <a:pt x="2755" y="9195"/>
                    <a:pt x="2787" y="9192"/>
                  </a:cubicBezTo>
                  <a:cubicBezTo>
                    <a:pt x="3191" y="9145"/>
                    <a:pt x="3453" y="8811"/>
                    <a:pt x="3453" y="8430"/>
                  </a:cubicBezTo>
                  <a:lnTo>
                    <a:pt x="3453" y="5977"/>
                  </a:lnTo>
                  <a:lnTo>
                    <a:pt x="3691" y="5977"/>
                  </a:lnTo>
                  <a:cubicBezTo>
                    <a:pt x="3787" y="5977"/>
                    <a:pt x="3834" y="5954"/>
                    <a:pt x="3930" y="5930"/>
                  </a:cubicBezTo>
                  <a:cubicBezTo>
                    <a:pt x="4049" y="5835"/>
                    <a:pt x="4096" y="5715"/>
                    <a:pt x="4072" y="5573"/>
                  </a:cubicBezTo>
                  <a:lnTo>
                    <a:pt x="3906" y="4263"/>
                  </a:lnTo>
                  <a:lnTo>
                    <a:pt x="3930" y="4263"/>
                  </a:lnTo>
                  <a:cubicBezTo>
                    <a:pt x="4025" y="4239"/>
                    <a:pt x="4072" y="4168"/>
                    <a:pt x="4144" y="4072"/>
                  </a:cubicBezTo>
                  <a:cubicBezTo>
                    <a:pt x="4192" y="4001"/>
                    <a:pt x="4263" y="3882"/>
                    <a:pt x="4263" y="3763"/>
                  </a:cubicBezTo>
                  <a:lnTo>
                    <a:pt x="4263" y="2143"/>
                  </a:lnTo>
                  <a:cubicBezTo>
                    <a:pt x="4168" y="953"/>
                    <a:pt x="3215"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06" name="Google Shape;14106;p90"/>
          <p:cNvGrpSpPr/>
          <p:nvPr/>
        </p:nvGrpSpPr>
        <p:grpSpPr>
          <a:xfrm>
            <a:off x="5516509" y="1765693"/>
            <a:ext cx="356019" cy="355302"/>
            <a:chOff x="5170638" y="1929508"/>
            <a:chExt cx="297700" cy="297100"/>
          </a:xfrm>
        </p:grpSpPr>
        <p:sp>
          <p:nvSpPr>
            <p:cNvPr id="14107" name="Google Shape;14107;p90"/>
            <p:cNvSpPr/>
            <p:nvPr/>
          </p:nvSpPr>
          <p:spPr>
            <a:xfrm>
              <a:off x="5170638" y="1929508"/>
              <a:ext cx="297700" cy="297100"/>
            </a:xfrm>
            <a:custGeom>
              <a:rect b="b" l="l" r="r" t="t"/>
              <a:pathLst>
                <a:path extrusionOk="0" h="11884" w="11908">
                  <a:moveTo>
                    <a:pt x="5644" y="1548"/>
                  </a:moveTo>
                  <a:lnTo>
                    <a:pt x="5644" y="2429"/>
                  </a:lnTo>
                  <a:cubicBezTo>
                    <a:pt x="4763" y="2453"/>
                    <a:pt x="3930" y="2834"/>
                    <a:pt x="3263" y="3501"/>
                  </a:cubicBezTo>
                  <a:cubicBezTo>
                    <a:pt x="2620" y="4168"/>
                    <a:pt x="2263" y="5025"/>
                    <a:pt x="2263" y="6001"/>
                  </a:cubicBezTo>
                  <a:cubicBezTo>
                    <a:pt x="2263" y="7811"/>
                    <a:pt x="3691" y="9335"/>
                    <a:pt x="5478" y="9502"/>
                  </a:cubicBezTo>
                  <a:cubicBezTo>
                    <a:pt x="5568" y="9508"/>
                    <a:pt x="5657" y="9511"/>
                    <a:pt x="5747" y="9511"/>
                  </a:cubicBezTo>
                  <a:cubicBezTo>
                    <a:pt x="6038" y="9511"/>
                    <a:pt x="6330" y="9480"/>
                    <a:pt x="6621" y="9407"/>
                  </a:cubicBezTo>
                  <a:cubicBezTo>
                    <a:pt x="6954" y="9335"/>
                    <a:pt x="7264" y="9216"/>
                    <a:pt x="7549" y="9050"/>
                  </a:cubicBezTo>
                  <a:cubicBezTo>
                    <a:pt x="7764" y="8931"/>
                    <a:pt x="7978" y="8788"/>
                    <a:pt x="8145" y="8645"/>
                  </a:cubicBezTo>
                  <a:cubicBezTo>
                    <a:pt x="8192" y="8645"/>
                    <a:pt x="8335" y="8454"/>
                    <a:pt x="8335" y="8454"/>
                  </a:cubicBezTo>
                  <a:cubicBezTo>
                    <a:pt x="8383" y="8502"/>
                    <a:pt x="9074" y="9002"/>
                    <a:pt x="9074" y="9026"/>
                  </a:cubicBezTo>
                  <a:cubicBezTo>
                    <a:pt x="8859" y="9264"/>
                    <a:pt x="8621" y="9455"/>
                    <a:pt x="8359" y="9621"/>
                  </a:cubicBezTo>
                  <a:cubicBezTo>
                    <a:pt x="8097" y="9812"/>
                    <a:pt x="7859" y="9931"/>
                    <a:pt x="7549" y="10050"/>
                  </a:cubicBezTo>
                  <a:cubicBezTo>
                    <a:pt x="7030" y="10261"/>
                    <a:pt x="6464" y="10380"/>
                    <a:pt x="5889" y="10380"/>
                  </a:cubicBezTo>
                  <a:cubicBezTo>
                    <a:pt x="5752" y="10380"/>
                    <a:pt x="5615" y="10373"/>
                    <a:pt x="5478" y="10359"/>
                  </a:cubicBezTo>
                  <a:cubicBezTo>
                    <a:pt x="4430" y="10288"/>
                    <a:pt x="3453" y="9812"/>
                    <a:pt x="2715" y="9050"/>
                  </a:cubicBezTo>
                  <a:cubicBezTo>
                    <a:pt x="2477" y="8788"/>
                    <a:pt x="2239" y="8526"/>
                    <a:pt x="2048" y="8216"/>
                  </a:cubicBezTo>
                  <a:cubicBezTo>
                    <a:pt x="1596" y="7478"/>
                    <a:pt x="1381" y="6597"/>
                    <a:pt x="1453" y="5692"/>
                  </a:cubicBezTo>
                  <a:cubicBezTo>
                    <a:pt x="1524" y="5049"/>
                    <a:pt x="1691" y="4382"/>
                    <a:pt x="2024" y="3810"/>
                  </a:cubicBezTo>
                  <a:cubicBezTo>
                    <a:pt x="2405" y="3120"/>
                    <a:pt x="3001" y="2525"/>
                    <a:pt x="3644" y="2143"/>
                  </a:cubicBezTo>
                  <a:cubicBezTo>
                    <a:pt x="4049" y="1953"/>
                    <a:pt x="4430" y="1786"/>
                    <a:pt x="4835" y="1667"/>
                  </a:cubicBezTo>
                  <a:cubicBezTo>
                    <a:pt x="4906" y="1667"/>
                    <a:pt x="5644" y="1548"/>
                    <a:pt x="5644" y="1548"/>
                  </a:cubicBezTo>
                  <a:close/>
                  <a:moveTo>
                    <a:pt x="5882" y="0"/>
                  </a:moveTo>
                  <a:cubicBezTo>
                    <a:pt x="4311" y="24"/>
                    <a:pt x="2858" y="667"/>
                    <a:pt x="1715" y="1762"/>
                  </a:cubicBezTo>
                  <a:cubicBezTo>
                    <a:pt x="619" y="2906"/>
                    <a:pt x="0" y="4358"/>
                    <a:pt x="0" y="5930"/>
                  </a:cubicBezTo>
                  <a:cubicBezTo>
                    <a:pt x="0" y="7502"/>
                    <a:pt x="619" y="9002"/>
                    <a:pt x="1762" y="10121"/>
                  </a:cubicBezTo>
                  <a:cubicBezTo>
                    <a:pt x="2882" y="11264"/>
                    <a:pt x="4382" y="11884"/>
                    <a:pt x="5954" y="11884"/>
                  </a:cubicBezTo>
                  <a:cubicBezTo>
                    <a:pt x="7168" y="11884"/>
                    <a:pt x="8359" y="11503"/>
                    <a:pt x="9383" y="10812"/>
                  </a:cubicBezTo>
                  <a:cubicBezTo>
                    <a:pt x="10360" y="10121"/>
                    <a:pt x="11098" y="9145"/>
                    <a:pt x="11526" y="8002"/>
                  </a:cubicBezTo>
                  <a:lnTo>
                    <a:pt x="11526" y="7883"/>
                  </a:lnTo>
                  <a:cubicBezTo>
                    <a:pt x="11484" y="7820"/>
                    <a:pt x="11423" y="7789"/>
                    <a:pt x="11365" y="7789"/>
                  </a:cubicBezTo>
                  <a:cubicBezTo>
                    <a:pt x="11291" y="7789"/>
                    <a:pt x="11220" y="7837"/>
                    <a:pt x="11193" y="7930"/>
                  </a:cubicBezTo>
                  <a:cubicBezTo>
                    <a:pt x="10812" y="8954"/>
                    <a:pt x="10098" y="9859"/>
                    <a:pt x="9169" y="10502"/>
                  </a:cubicBezTo>
                  <a:cubicBezTo>
                    <a:pt x="8216" y="11169"/>
                    <a:pt x="7121" y="11526"/>
                    <a:pt x="5954" y="11526"/>
                  </a:cubicBezTo>
                  <a:cubicBezTo>
                    <a:pt x="4454" y="11526"/>
                    <a:pt x="3072" y="10931"/>
                    <a:pt x="2001" y="9883"/>
                  </a:cubicBezTo>
                  <a:cubicBezTo>
                    <a:pt x="929" y="8812"/>
                    <a:pt x="357" y="7406"/>
                    <a:pt x="357" y="5930"/>
                  </a:cubicBezTo>
                  <a:cubicBezTo>
                    <a:pt x="357" y="3334"/>
                    <a:pt x="2263" y="977"/>
                    <a:pt x="4763" y="453"/>
                  </a:cubicBezTo>
                  <a:cubicBezTo>
                    <a:pt x="5097" y="381"/>
                    <a:pt x="5406" y="334"/>
                    <a:pt x="5763" y="334"/>
                  </a:cubicBezTo>
                  <a:lnTo>
                    <a:pt x="5763" y="1167"/>
                  </a:lnTo>
                  <a:cubicBezTo>
                    <a:pt x="5335" y="1191"/>
                    <a:pt x="4858" y="1262"/>
                    <a:pt x="4430" y="1405"/>
                  </a:cubicBezTo>
                  <a:cubicBezTo>
                    <a:pt x="4096" y="1524"/>
                    <a:pt x="3787" y="1667"/>
                    <a:pt x="3477" y="1858"/>
                  </a:cubicBezTo>
                  <a:cubicBezTo>
                    <a:pt x="3144" y="2048"/>
                    <a:pt x="2882" y="2263"/>
                    <a:pt x="2596" y="2525"/>
                  </a:cubicBezTo>
                  <a:cubicBezTo>
                    <a:pt x="1810" y="3287"/>
                    <a:pt x="1334" y="4263"/>
                    <a:pt x="1215" y="5335"/>
                  </a:cubicBezTo>
                  <a:cubicBezTo>
                    <a:pt x="1191" y="5597"/>
                    <a:pt x="1191" y="5882"/>
                    <a:pt x="1191" y="6097"/>
                  </a:cubicBezTo>
                  <a:cubicBezTo>
                    <a:pt x="1215" y="6621"/>
                    <a:pt x="1310" y="7121"/>
                    <a:pt x="1477" y="7621"/>
                  </a:cubicBezTo>
                  <a:cubicBezTo>
                    <a:pt x="1667" y="8097"/>
                    <a:pt x="1929" y="8550"/>
                    <a:pt x="2239" y="8931"/>
                  </a:cubicBezTo>
                  <a:cubicBezTo>
                    <a:pt x="3134" y="10059"/>
                    <a:pt x="4541" y="10689"/>
                    <a:pt x="5974" y="10689"/>
                  </a:cubicBezTo>
                  <a:cubicBezTo>
                    <a:pt x="6447" y="10689"/>
                    <a:pt x="6922" y="10620"/>
                    <a:pt x="7383" y="10479"/>
                  </a:cubicBezTo>
                  <a:cubicBezTo>
                    <a:pt x="7859" y="10336"/>
                    <a:pt x="8335" y="10097"/>
                    <a:pt x="8740" y="9788"/>
                  </a:cubicBezTo>
                  <a:cubicBezTo>
                    <a:pt x="9383" y="9359"/>
                    <a:pt x="9883" y="8716"/>
                    <a:pt x="10240" y="8002"/>
                  </a:cubicBezTo>
                  <a:cubicBezTo>
                    <a:pt x="10360" y="7764"/>
                    <a:pt x="10455" y="7502"/>
                    <a:pt x="10526" y="7240"/>
                  </a:cubicBezTo>
                  <a:cubicBezTo>
                    <a:pt x="10574" y="7121"/>
                    <a:pt x="10598" y="6978"/>
                    <a:pt x="10621" y="6859"/>
                  </a:cubicBezTo>
                  <a:cubicBezTo>
                    <a:pt x="10645" y="6740"/>
                    <a:pt x="10717" y="6144"/>
                    <a:pt x="10717" y="6144"/>
                  </a:cubicBezTo>
                  <a:lnTo>
                    <a:pt x="11550" y="6144"/>
                  </a:lnTo>
                  <a:cubicBezTo>
                    <a:pt x="11550" y="6502"/>
                    <a:pt x="11479" y="6859"/>
                    <a:pt x="11407" y="7216"/>
                  </a:cubicBezTo>
                  <a:cubicBezTo>
                    <a:pt x="11407" y="7240"/>
                    <a:pt x="11407" y="7287"/>
                    <a:pt x="11431" y="7335"/>
                  </a:cubicBezTo>
                  <a:cubicBezTo>
                    <a:pt x="11474" y="7378"/>
                    <a:pt x="11523" y="7396"/>
                    <a:pt x="11571" y="7396"/>
                  </a:cubicBezTo>
                  <a:cubicBezTo>
                    <a:pt x="11655" y="7396"/>
                    <a:pt x="11734" y="7340"/>
                    <a:pt x="11765" y="7264"/>
                  </a:cubicBezTo>
                  <a:cubicBezTo>
                    <a:pt x="11836" y="6883"/>
                    <a:pt x="11907" y="6454"/>
                    <a:pt x="11907" y="6049"/>
                  </a:cubicBezTo>
                  <a:cubicBezTo>
                    <a:pt x="11812" y="6001"/>
                    <a:pt x="11788" y="5930"/>
                    <a:pt x="11765" y="5882"/>
                  </a:cubicBezTo>
                  <a:cubicBezTo>
                    <a:pt x="11693" y="5811"/>
                    <a:pt x="11646" y="5811"/>
                    <a:pt x="11574" y="5811"/>
                  </a:cubicBezTo>
                  <a:lnTo>
                    <a:pt x="10526" y="5811"/>
                  </a:lnTo>
                  <a:cubicBezTo>
                    <a:pt x="10407" y="5811"/>
                    <a:pt x="10288" y="5930"/>
                    <a:pt x="10288" y="6049"/>
                  </a:cubicBezTo>
                  <a:cubicBezTo>
                    <a:pt x="10288" y="7025"/>
                    <a:pt x="9931" y="7978"/>
                    <a:pt x="9336" y="8740"/>
                  </a:cubicBezTo>
                  <a:lnTo>
                    <a:pt x="8526" y="8145"/>
                  </a:lnTo>
                  <a:cubicBezTo>
                    <a:pt x="8493" y="8112"/>
                    <a:pt x="8439" y="8094"/>
                    <a:pt x="8384" y="8094"/>
                  </a:cubicBezTo>
                  <a:cubicBezTo>
                    <a:pt x="8320" y="8094"/>
                    <a:pt x="8255" y="8117"/>
                    <a:pt x="8216" y="8169"/>
                  </a:cubicBezTo>
                  <a:cubicBezTo>
                    <a:pt x="7645" y="8764"/>
                    <a:pt x="6859" y="9121"/>
                    <a:pt x="6073" y="9145"/>
                  </a:cubicBezTo>
                  <a:lnTo>
                    <a:pt x="6073" y="8192"/>
                  </a:lnTo>
                  <a:cubicBezTo>
                    <a:pt x="6073" y="8073"/>
                    <a:pt x="5978" y="7954"/>
                    <a:pt x="5835" y="7954"/>
                  </a:cubicBezTo>
                  <a:cubicBezTo>
                    <a:pt x="4906" y="7930"/>
                    <a:pt x="4120" y="7264"/>
                    <a:pt x="3953" y="6382"/>
                  </a:cubicBezTo>
                  <a:cubicBezTo>
                    <a:pt x="3934" y="6304"/>
                    <a:pt x="3865" y="6257"/>
                    <a:pt x="3788" y="6257"/>
                  </a:cubicBezTo>
                  <a:cubicBezTo>
                    <a:pt x="3772" y="6257"/>
                    <a:pt x="3755" y="6259"/>
                    <a:pt x="3739" y="6263"/>
                  </a:cubicBezTo>
                  <a:cubicBezTo>
                    <a:pt x="3644" y="6287"/>
                    <a:pt x="3596" y="6382"/>
                    <a:pt x="3620" y="6478"/>
                  </a:cubicBezTo>
                  <a:cubicBezTo>
                    <a:pt x="3834" y="7478"/>
                    <a:pt x="4692" y="8216"/>
                    <a:pt x="5740" y="8311"/>
                  </a:cubicBezTo>
                  <a:lnTo>
                    <a:pt x="5740" y="9169"/>
                  </a:lnTo>
                  <a:lnTo>
                    <a:pt x="5716" y="9169"/>
                  </a:lnTo>
                  <a:cubicBezTo>
                    <a:pt x="5382" y="9145"/>
                    <a:pt x="5025" y="9073"/>
                    <a:pt x="4715" y="8931"/>
                  </a:cubicBezTo>
                  <a:cubicBezTo>
                    <a:pt x="4049" y="8669"/>
                    <a:pt x="3477" y="8169"/>
                    <a:pt x="3120" y="7549"/>
                  </a:cubicBezTo>
                  <a:cubicBezTo>
                    <a:pt x="2858" y="7073"/>
                    <a:pt x="2715" y="6406"/>
                    <a:pt x="2715" y="5835"/>
                  </a:cubicBezTo>
                  <a:cubicBezTo>
                    <a:pt x="2739" y="5073"/>
                    <a:pt x="3072" y="4287"/>
                    <a:pt x="3596" y="3739"/>
                  </a:cubicBezTo>
                  <a:cubicBezTo>
                    <a:pt x="3739" y="3572"/>
                    <a:pt x="3858" y="3453"/>
                    <a:pt x="4049" y="3334"/>
                  </a:cubicBezTo>
                  <a:cubicBezTo>
                    <a:pt x="4120" y="3287"/>
                    <a:pt x="4263" y="3191"/>
                    <a:pt x="4382" y="3144"/>
                  </a:cubicBezTo>
                  <a:lnTo>
                    <a:pt x="4739" y="3930"/>
                  </a:lnTo>
                  <a:cubicBezTo>
                    <a:pt x="4144" y="4287"/>
                    <a:pt x="3691" y="4930"/>
                    <a:pt x="3596" y="5597"/>
                  </a:cubicBezTo>
                  <a:cubicBezTo>
                    <a:pt x="3596" y="5620"/>
                    <a:pt x="3596" y="5692"/>
                    <a:pt x="3620" y="5716"/>
                  </a:cubicBezTo>
                  <a:cubicBezTo>
                    <a:pt x="3665" y="5761"/>
                    <a:pt x="3720" y="5782"/>
                    <a:pt x="3773" y="5782"/>
                  </a:cubicBezTo>
                  <a:cubicBezTo>
                    <a:pt x="3859" y="5782"/>
                    <a:pt x="3939" y="5724"/>
                    <a:pt x="3953" y="5620"/>
                  </a:cubicBezTo>
                  <a:cubicBezTo>
                    <a:pt x="4049" y="5025"/>
                    <a:pt x="4430" y="4477"/>
                    <a:pt x="5001" y="4192"/>
                  </a:cubicBezTo>
                  <a:cubicBezTo>
                    <a:pt x="5120" y="4144"/>
                    <a:pt x="5144" y="4001"/>
                    <a:pt x="5120" y="3882"/>
                  </a:cubicBezTo>
                  <a:lnTo>
                    <a:pt x="4739" y="2977"/>
                  </a:lnTo>
                  <a:cubicBezTo>
                    <a:pt x="5097" y="2834"/>
                    <a:pt x="5478" y="2739"/>
                    <a:pt x="5882" y="2739"/>
                  </a:cubicBezTo>
                  <a:cubicBezTo>
                    <a:pt x="6001" y="2739"/>
                    <a:pt x="6121" y="2620"/>
                    <a:pt x="6121" y="2501"/>
                  </a:cubicBezTo>
                  <a:lnTo>
                    <a:pt x="6121" y="238"/>
                  </a:lnTo>
                  <a:lnTo>
                    <a:pt x="6121" y="191"/>
                  </a:lnTo>
                  <a:cubicBezTo>
                    <a:pt x="6097" y="72"/>
                    <a:pt x="5978" y="0"/>
                    <a:pt x="5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8" name="Google Shape;14108;p90"/>
            <p:cNvSpPr/>
            <p:nvPr/>
          </p:nvSpPr>
          <p:spPr>
            <a:xfrm>
              <a:off x="5333763" y="1994383"/>
              <a:ext cx="33950" cy="53025"/>
            </a:xfrm>
            <a:custGeom>
              <a:rect b="b" l="l" r="r" t="t"/>
              <a:pathLst>
                <a:path extrusionOk="0" h="2121" w="1358">
                  <a:moveTo>
                    <a:pt x="191" y="1"/>
                  </a:moveTo>
                  <a:cubicBezTo>
                    <a:pt x="72" y="1"/>
                    <a:pt x="0" y="120"/>
                    <a:pt x="24" y="239"/>
                  </a:cubicBezTo>
                  <a:cubicBezTo>
                    <a:pt x="48" y="311"/>
                    <a:pt x="119" y="358"/>
                    <a:pt x="191" y="358"/>
                  </a:cubicBezTo>
                  <a:lnTo>
                    <a:pt x="882" y="358"/>
                  </a:lnTo>
                  <a:lnTo>
                    <a:pt x="239" y="1882"/>
                  </a:lnTo>
                  <a:cubicBezTo>
                    <a:pt x="191" y="1978"/>
                    <a:pt x="239" y="2025"/>
                    <a:pt x="286" y="2097"/>
                  </a:cubicBezTo>
                  <a:cubicBezTo>
                    <a:pt x="310" y="2120"/>
                    <a:pt x="381" y="2120"/>
                    <a:pt x="405" y="2120"/>
                  </a:cubicBezTo>
                  <a:cubicBezTo>
                    <a:pt x="477" y="2120"/>
                    <a:pt x="548" y="2097"/>
                    <a:pt x="548" y="2025"/>
                  </a:cubicBezTo>
                  <a:lnTo>
                    <a:pt x="1334" y="263"/>
                  </a:lnTo>
                  <a:cubicBezTo>
                    <a:pt x="1358" y="191"/>
                    <a:pt x="1334" y="96"/>
                    <a:pt x="1239" y="25"/>
                  </a:cubicBezTo>
                  <a:cubicBezTo>
                    <a:pt x="1215" y="1"/>
                    <a:pt x="1191" y="1"/>
                    <a:pt x="11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9" name="Google Shape;14109;p90"/>
            <p:cNvSpPr/>
            <p:nvPr/>
          </p:nvSpPr>
          <p:spPr>
            <a:xfrm>
              <a:off x="5369488" y="1993808"/>
              <a:ext cx="36325" cy="54800"/>
            </a:xfrm>
            <a:custGeom>
              <a:rect b="b" l="l" r="r" t="t"/>
              <a:pathLst>
                <a:path extrusionOk="0" h="2192" w="1453">
                  <a:moveTo>
                    <a:pt x="381" y="0"/>
                  </a:moveTo>
                  <a:cubicBezTo>
                    <a:pt x="357" y="0"/>
                    <a:pt x="310" y="24"/>
                    <a:pt x="310" y="48"/>
                  </a:cubicBezTo>
                  <a:lnTo>
                    <a:pt x="167" y="977"/>
                  </a:lnTo>
                  <a:lnTo>
                    <a:pt x="167" y="1000"/>
                  </a:lnTo>
                  <a:cubicBezTo>
                    <a:pt x="185" y="1127"/>
                    <a:pt x="285" y="1185"/>
                    <a:pt x="363" y="1185"/>
                  </a:cubicBezTo>
                  <a:cubicBezTo>
                    <a:pt x="389" y="1185"/>
                    <a:pt x="412" y="1179"/>
                    <a:pt x="429" y="1167"/>
                  </a:cubicBezTo>
                  <a:cubicBezTo>
                    <a:pt x="524" y="1119"/>
                    <a:pt x="596" y="1096"/>
                    <a:pt x="762" y="1096"/>
                  </a:cubicBezTo>
                  <a:lnTo>
                    <a:pt x="786" y="1096"/>
                  </a:lnTo>
                  <a:cubicBezTo>
                    <a:pt x="977" y="1167"/>
                    <a:pt x="1072" y="1334"/>
                    <a:pt x="1072" y="1477"/>
                  </a:cubicBezTo>
                  <a:cubicBezTo>
                    <a:pt x="1072" y="1691"/>
                    <a:pt x="881" y="1834"/>
                    <a:pt x="715" y="1834"/>
                  </a:cubicBezTo>
                  <a:cubicBezTo>
                    <a:pt x="524" y="1834"/>
                    <a:pt x="381" y="1715"/>
                    <a:pt x="357" y="1548"/>
                  </a:cubicBezTo>
                  <a:lnTo>
                    <a:pt x="357" y="1477"/>
                  </a:lnTo>
                  <a:cubicBezTo>
                    <a:pt x="357" y="1379"/>
                    <a:pt x="269" y="1293"/>
                    <a:pt x="168" y="1293"/>
                  </a:cubicBezTo>
                  <a:cubicBezTo>
                    <a:pt x="120" y="1293"/>
                    <a:pt x="70" y="1312"/>
                    <a:pt x="24" y="1358"/>
                  </a:cubicBezTo>
                  <a:cubicBezTo>
                    <a:pt x="0" y="1358"/>
                    <a:pt x="0" y="1405"/>
                    <a:pt x="0" y="1405"/>
                  </a:cubicBezTo>
                  <a:lnTo>
                    <a:pt x="0" y="1572"/>
                  </a:lnTo>
                  <a:cubicBezTo>
                    <a:pt x="48" y="1929"/>
                    <a:pt x="334" y="2191"/>
                    <a:pt x="715" y="2191"/>
                  </a:cubicBezTo>
                  <a:cubicBezTo>
                    <a:pt x="1096" y="2191"/>
                    <a:pt x="1382" y="1905"/>
                    <a:pt x="1429" y="1453"/>
                  </a:cubicBezTo>
                  <a:cubicBezTo>
                    <a:pt x="1453" y="1119"/>
                    <a:pt x="1262" y="834"/>
                    <a:pt x="905" y="715"/>
                  </a:cubicBezTo>
                  <a:lnTo>
                    <a:pt x="596" y="715"/>
                  </a:lnTo>
                  <a:lnTo>
                    <a:pt x="643" y="357"/>
                  </a:lnTo>
                  <a:lnTo>
                    <a:pt x="1143" y="357"/>
                  </a:lnTo>
                  <a:cubicBezTo>
                    <a:pt x="1262" y="357"/>
                    <a:pt x="1382" y="167"/>
                    <a:pt x="1239" y="24"/>
                  </a:cubicBezTo>
                  <a:cubicBezTo>
                    <a:pt x="1239" y="0"/>
                    <a:pt x="1239"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0" name="Google Shape;14110;p90"/>
            <p:cNvSpPr/>
            <p:nvPr/>
          </p:nvSpPr>
          <p:spPr>
            <a:xfrm>
              <a:off x="5421288" y="1991808"/>
              <a:ext cx="30975" cy="60950"/>
            </a:xfrm>
            <a:custGeom>
              <a:rect b="b" l="l" r="r" t="t"/>
              <a:pathLst>
                <a:path extrusionOk="0" h="2438" w="1239">
                  <a:moveTo>
                    <a:pt x="1073" y="0"/>
                  </a:moveTo>
                  <a:cubicBezTo>
                    <a:pt x="997" y="0"/>
                    <a:pt x="923" y="31"/>
                    <a:pt x="905" y="104"/>
                  </a:cubicBezTo>
                  <a:lnTo>
                    <a:pt x="24" y="2200"/>
                  </a:lnTo>
                  <a:cubicBezTo>
                    <a:pt x="0" y="2271"/>
                    <a:pt x="24" y="2390"/>
                    <a:pt x="119" y="2438"/>
                  </a:cubicBezTo>
                  <a:lnTo>
                    <a:pt x="191" y="2438"/>
                  </a:lnTo>
                  <a:cubicBezTo>
                    <a:pt x="238" y="2438"/>
                    <a:pt x="310" y="2390"/>
                    <a:pt x="357" y="2343"/>
                  </a:cubicBezTo>
                  <a:lnTo>
                    <a:pt x="1215" y="247"/>
                  </a:lnTo>
                  <a:cubicBezTo>
                    <a:pt x="1238" y="152"/>
                    <a:pt x="1215" y="33"/>
                    <a:pt x="1143" y="9"/>
                  </a:cubicBezTo>
                  <a:cubicBezTo>
                    <a:pt x="1121" y="3"/>
                    <a:pt x="1097" y="0"/>
                    <a:pt x="1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1" name="Google Shape;14111;p90"/>
            <p:cNvSpPr/>
            <p:nvPr/>
          </p:nvSpPr>
          <p:spPr>
            <a:xfrm>
              <a:off x="5412338" y="1994983"/>
              <a:ext cx="13125" cy="13725"/>
            </a:xfrm>
            <a:custGeom>
              <a:rect b="b" l="l" r="r" t="t"/>
              <a:pathLst>
                <a:path extrusionOk="0" h="549" w="525">
                  <a:moveTo>
                    <a:pt x="263" y="1"/>
                  </a:moveTo>
                  <a:cubicBezTo>
                    <a:pt x="120" y="1"/>
                    <a:pt x="1" y="120"/>
                    <a:pt x="1" y="263"/>
                  </a:cubicBezTo>
                  <a:cubicBezTo>
                    <a:pt x="1" y="429"/>
                    <a:pt x="120" y="549"/>
                    <a:pt x="263" y="549"/>
                  </a:cubicBezTo>
                  <a:cubicBezTo>
                    <a:pt x="406" y="549"/>
                    <a:pt x="525" y="429"/>
                    <a:pt x="525" y="263"/>
                  </a:cubicBezTo>
                  <a:cubicBezTo>
                    <a:pt x="525" y="120"/>
                    <a:pt x="406" y="1"/>
                    <a:pt x="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2" name="Google Shape;14112;p90"/>
            <p:cNvSpPr/>
            <p:nvPr/>
          </p:nvSpPr>
          <p:spPr>
            <a:xfrm>
              <a:off x="5447463" y="2036058"/>
              <a:ext cx="13125" cy="13125"/>
            </a:xfrm>
            <a:custGeom>
              <a:rect b="b" l="l" r="r" t="t"/>
              <a:pathLst>
                <a:path extrusionOk="0" h="525" w="525">
                  <a:moveTo>
                    <a:pt x="263" y="1"/>
                  </a:moveTo>
                  <a:cubicBezTo>
                    <a:pt x="120" y="1"/>
                    <a:pt x="1" y="120"/>
                    <a:pt x="1" y="263"/>
                  </a:cubicBezTo>
                  <a:cubicBezTo>
                    <a:pt x="1" y="406"/>
                    <a:pt x="120" y="525"/>
                    <a:pt x="263" y="525"/>
                  </a:cubicBezTo>
                  <a:cubicBezTo>
                    <a:pt x="406" y="525"/>
                    <a:pt x="525" y="406"/>
                    <a:pt x="525" y="263"/>
                  </a:cubicBezTo>
                  <a:cubicBezTo>
                    <a:pt x="525" y="120"/>
                    <a:pt x="406" y="1"/>
                    <a:pt x="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13" name="Google Shape;14113;p90"/>
          <p:cNvGrpSpPr/>
          <p:nvPr/>
        </p:nvGrpSpPr>
        <p:grpSpPr>
          <a:xfrm>
            <a:off x="6274094" y="1767099"/>
            <a:ext cx="356019" cy="353897"/>
            <a:chOff x="5676688" y="1930683"/>
            <a:chExt cx="297700" cy="295925"/>
          </a:xfrm>
        </p:grpSpPr>
        <p:sp>
          <p:nvSpPr>
            <p:cNvPr id="14114" name="Google Shape;14114;p90"/>
            <p:cNvSpPr/>
            <p:nvPr/>
          </p:nvSpPr>
          <p:spPr>
            <a:xfrm>
              <a:off x="5776113" y="2057508"/>
              <a:ext cx="86350" cy="8950"/>
            </a:xfrm>
            <a:custGeom>
              <a:rect b="b" l="l" r="r" t="t"/>
              <a:pathLst>
                <a:path extrusionOk="0" h="358" w="3454">
                  <a:moveTo>
                    <a:pt x="215" y="0"/>
                  </a:moveTo>
                  <a:cubicBezTo>
                    <a:pt x="120" y="0"/>
                    <a:pt x="72" y="72"/>
                    <a:pt x="48" y="167"/>
                  </a:cubicBezTo>
                  <a:cubicBezTo>
                    <a:pt x="1" y="286"/>
                    <a:pt x="96" y="358"/>
                    <a:pt x="191" y="358"/>
                  </a:cubicBezTo>
                  <a:lnTo>
                    <a:pt x="3239" y="358"/>
                  </a:lnTo>
                  <a:cubicBezTo>
                    <a:pt x="3335" y="358"/>
                    <a:pt x="3406" y="310"/>
                    <a:pt x="3430" y="215"/>
                  </a:cubicBezTo>
                  <a:cubicBezTo>
                    <a:pt x="3454" y="96"/>
                    <a:pt x="3358" y="0"/>
                    <a:pt x="3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5" name="Google Shape;14115;p90"/>
            <p:cNvSpPr/>
            <p:nvPr/>
          </p:nvSpPr>
          <p:spPr>
            <a:xfrm>
              <a:off x="5776113" y="2080133"/>
              <a:ext cx="87550" cy="8950"/>
            </a:xfrm>
            <a:custGeom>
              <a:rect b="b" l="l" r="r" t="t"/>
              <a:pathLst>
                <a:path extrusionOk="0" h="358" w="3502">
                  <a:moveTo>
                    <a:pt x="215" y="0"/>
                  </a:moveTo>
                  <a:cubicBezTo>
                    <a:pt x="120" y="0"/>
                    <a:pt x="72" y="48"/>
                    <a:pt x="48" y="143"/>
                  </a:cubicBezTo>
                  <a:cubicBezTo>
                    <a:pt x="1" y="262"/>
                    <a:pt x="96" y="357"/>
                    <a:pt x="215" y="357"/>
                  </a:cubicBezTo>
                  <a:lnTo>
                    <a:pt x="3287" y="357"/>
                  </a:lnTo>
                  <a:cubicBezTo>
                    <a:pt x="3406" y="357"/>
                    <a:pt x="3501" y="262"/>
                    <a:pt x="3454" y="143"/>
                  </a:cubicBezTo>
                  <a:cubicBezTo>
                    <a:pt x="3430" y="48"/>
                    <a:pt x="3335" y="0"/>
                    <a:pt x="3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6" name="Google Shape;14116;p90"/>
            <p:cNvSpPr/>
            <p:nvPr/>
          </p:nvSpPr>
          <p:spPr>
            <a:xfrm>
              <a:off x="5795763" y="2101558"/>
              <a:ext cx="48850" cy="8950"/>
            </a:xfrm>
            <a:custGeom>
              <a:rect b="b" l="l" r="r" t="t"/>
              <a:pathLst>
                <a:path extrusionOk="0" h="358" w="1954">
                  <a:moveTo>
                    <a:pt x="215" y="1"/>
                  </a:moveTo>
                  <a:cubicBezTo>
                    <a:pt x="120" y="1"/>
                    <a:pt x="48" y="72"/>
                    <a:pt x="24" y="143"/>
                  </a:cubicBezTo>
                  <a:cubicBezTo>
                    <a:pt x="0" y="263"/>
                    <a:pt x="96" y="358"/>
                    <a:pt x="215" y="358"/>
                  </a:cubicBezTo>
                  <a:lnTo>
                    <a:pt x="1763" y="358"/>
                  </a:lnTo>
                  <a:cubicBezTo>
                    <a:pt x="1882" y="358"/>
                    <a:pt x="1953" y="263"/>
                    <a:pt x="1929" y="143"/>
                  </a:cubicBezTo>
                  <a:cubicBezTo>
                    <a:pt x="1882" y="72"/>
                    <a:pt x="1787"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7" name="Google Shape;14117;p90"/>
            <p:cNvSpPr/>
            <p:nvPr/>
          </p:nvSpPr>
          <p:spPr>
            <a:xfrm>
              <a:off x="5676688" y="1930683"/>
              <a:ext cx="297700" cy="295925"/>
            </a:xfrm>
            <a:custGeom>
              <a:rect b="b" l="l" r="r" t="t"/>
              <a:pathLst>
                <a:path extrusionOk="0" h="11837" w="11908">
                  <a:moveTo>
                    <a:pt x="5740" y="310"/>
                  </a:moveTo>
                  <a:lnTo>
                    <a:pt x="5740" y="2668"/>
                  </a:lnTo>
                  <a:cubicBezTo>
                    <a:pt x="4073" y="2763"/>
                    <a:pt x="2763" y="4097"/>
                    <a:pt x="2644" y="5740"/>
                  </a:cubicBezTo>
                  <a:lnTo>
                    <a:pt x="334" y="5740"/>
                  </a:lnTo>
                  <a:cubicBezTo>
                    <a:pt x="382" y="4311"/>
                    <a:pt x="953" y="2978"/>
                    <a:pt x="1953" y="1954"/>
                  </a:cubicBezTo>
                  <a:cubicBezTo>
                    <a:pt x="2977" y="953"/>
                    <a:pt x="4311" y="382"/>
                    <a:pt x="5740" y="310"/>
                  </a:cubicBezTo>
                  <a:close/>
                  <a:moveTo>
                    <a:pt x="11003" y="6121"/>
                  </a:moveTo>
                  <a:cubicBezTo>
                    <a:pt x="10955" y="7407"/>
                    <a:pt x="10455" y="8622"/>
                    <a:pt x="9526" y="9550"/>
                  </a:cubicBezTo>
                  <a:cubicBezTo>
                    <a:pt x="8598" y="10479"/>
                    <a:pt x="7407" y="10979"/>
                    <a:pt x="6097" y="11027"/>
                  </a:cubicBezTo>
                  <a:lnTo>
                    <a:pt x="6097" y="9908"/>
                  </a:lnTo>
                  <a:cubicBezTo>
                    <a:pt x="7073" y="9884"/>
                    <a:pt x="8002" y="9455"/>
                    <a:pt x="8717" y="8741"/>
                  </a:cubicBezTo>
                  <a:cubicBezTo>
                    <a:pt x="9431" y="8026"/>
                    <a:pt x="9812" y="7098"/>
                    <a:pt x="9884" y="6121"/>
                  </a:cubicBezTo>
                  <a:close/>
                  <a:moveTo>
                    <a:pt x="5978" y="3001"/>
                  </a:moveTo>
                  <a:cubicBezTo>
                    <a:pt x="6764" y="3001"/>
                    <a:pt x="7478" y="3287"/>
                    <a:pt x="8002" y="3835"/>
                  </a:cubicBezTo>
                  <a:cubicBezTo>
                    <a:pt x="8550" y="4359"/>
                    <a:pt x="8860" y="5073"/>
                    <a:pt x="8860" y="5859"/>
                  </a:cubicBezTo>
                  <a:cubicBezTo>
                    <a:pt x="8860" y="6002"/>
                    <a:pt x="8979" y="6097"/>
                    <a:pt x="9098" y="6097"/>
                  </a:cubicBezTo>
                  <a:lnTo>
                    <a:pt x="9550" y="6097"/>
                  </a:lnTo>
                  <a:cubicBezTo>
                    <a:pt x="9526" y="6978"/>
                    <a:pt x="9145" y="7812"/>
                    <a:pt x="8502" y="8455"/>
                  </a:cubicBezTo>
                  <a:cubicBezTo>
                    <a:pt x="7883" y="9074"/>
                    <a:pt x="7050" y="9455"/>
                    <a:pt x="6121" y="9479"/>
                  </a:cubicBezTo>
                  <a:lnTo>
                    <a:pt x="6121" y="9050"/>
                  </a:lnTo>
                  <a:cubicBezTo>
                    <a:pt x="6097" y="8955"/>
                    <a:pt x="5978" y="8860"/>
                    <a:pt x="5859" y="8836"/>
                  </a:cubicBezTo>
                  <a:cubicBezTo>
                    <a:pt x="5025" y="8812"/>
                    <a:pt x="4216" y="8407"/>
                    <a:pt x="3692" y="7764"/>
                  </a:cubicBezTo>
                  <a:cubicBezTo>
                    <a:pt x="3650" y="7723"/>
                    <a:pt x="3593" y="7697"/>
                    <a:pt x="3542" y="7697"/>
                  </a:cubicBezTo>
                  <a:cubicBezTo>
                    <a:pt x="3506" y="7697"/>
                    <a:pt x="3474" y="7711"/>
                    <a:pt x="3454" y="7740"/>
                  </a:cubicBezTo>
                  <a:cubicBezTo>
                    <a:pt x="3382" y="7788"/>
                    <a:pt x="3358" y="7907"/>
                    <a:pt x="3430" y="7979"/>
                  </a:cubicBezTo>
                  <a:cubicBezTo>
                    <a:pt x="4025" y="8693"/>
                    <a:pt x="4859" y="9098"/>
                    <a:pt x="5764" y="9169"/>
                  </a:cubicBezTo>
                  <a:lnTo>
                    <a:pt x="5764" y="11503"/>
                  </a:lnTo>
                  <a:cubicBezTo>
                    <a:pt x="4335" y="11479"/>
                    <a:pt x="2977" y="10884"/>
                    <a:pt x="1953" y="9836"/>
                  </a:cubicBezTo>
                  <a:cubicBezTo>
                    <a:pt x="953" y="8836"/>
                    <a:pt x="382" y="7502"/>
                    <a:pt x="358" y="6097"/>
                  </a:cubicBezTo>
                  <a:lnTo>
                    <a:pt x="2715" y="6097"/>
                  </a:lnTo>
                  <a:cubicBezTo>
                    <a:pt x="2739" y="6502"/>
                    <a:pt x="2834" y="6907"/>
                    <a:pt x="3001" y="7264"/>
                  </a:cubicBezTo>
                  <a:cubicBezTo>
                    <a:pt x="3018" y="7316"/>
                    <a:pt x="3073" y="7355"/>
                    <a:pt x="3137" y="7355"/>
                  </a:cubicBezTo>
                  <a:cubicBezTo>
                    <a:pt x="3162" y="7355"/>
                    <a:pt x="3189" y="7349"/>
                    <a:pt x="3215" y="7336"/>
                  </a:cubicBezTo>
                  <a:cubicBezTo>
                    <a:pt x="3335" y="7312"/>
                    <a:pt x="3382" y="7193"/>
                    <a:pt x="3335" y="7098"/>
                  </a:cubicBezTo>
                  <a:cubicBezTo>
                    <a:pt x="3144" y="6716"/>
                    <a:pt x="3073" y="6335"/>
                    <a:pt x="3073" y="5907"/>
                  </a:cubicBezTo>
                  <a:cubicBezTo>
                    <a:pt x="3073" y="4311"/>
                    <a:pt x="4382" y="3001"/>
                    <a:pt x="5978" y="3001"/>
                  </a:cubicBezTo>
                  <a:close/>
                  <a:moveTo>
                    <a:pt x="5954" y="1"/>
                  </a:moveTo>
                  <a:cubicBezTo>
                    <a:pt x="4382" y="1"/>
                    <a:pt x="2882" y="620"/>
                    <a:pt x="1763" y="1715"/>
                  </a:cubicBezTo>
                  <a:cubicBezTo>
                    <a:pt x="620" y="2859"/>
                    <a:pt x="1" y="4335"/>
                    <a:pt x="1" y="5907"/>
                  </a:cubicBezTo>
                  <a:cubicBezTo>
                    <a:pt x="1" y="7502"/>
                    <a:pt x="620" y="8979"/>
                    <a:pt x="1715" y="10074"/>
                  </a:cubicBezTo>
                  <a:cubicBezTo>
                    <a:pt x="2834" y="11194"/>
                    <a:pt x="4311" y="11813"/>
                    <a:pt x="5883" y="11837"/>
                  </a:cubicBezTo>
                  <a:cubicBezTo>
                    <a:pt x="5954" y="11837"/>
                    <a:pt x="6049" y="11813"/>
                    <a:pt x="6073" y="11741"/>
                  </a:cubicBezTo>
                  <a:cubicBezTo>
                    <a:pt x="6097" y="11717"/>
                    <a:pt x="6121" y="11670"/>
                    <a:pt x="6121" y="11598"/>
                  </a:cubicBezTo>
                  <a:lnTo>
                    <a:pt x="6121" y="11336"/>
                  </a:lnTo>
                  <a:cubicBezTo>
                    <a:pt x="7502" y="11265"/>
                    <a:pt x="8812" y="10741"/>
                    <a:pt x="9788" y="9741"/>
                  </a:cubicBezTo>
                  <a:cubicBezTo>
                    <a:pt x="10765" y="8765"/>
                    <a:pt x="11336" y="7502"/>
                    <a:pt x="11360" y="6097"/>
                  </a:cubicBezTo>
                  <a:lnTo>
                    <a:pt x="11646" y="6097"/>
                  </a:lnTo>
                  <a:cubicBezTo>
                    <a:pt x="11693" y="6097"/>
                    <a:pt x="11717" y="6097"/>
                    <a:pt x="11789" y="6050"/>
                  </a:cubicBezTo>
                  <a:cubicBezTo>
                    <a:pt x="11836" y="6002"/>
                    <a:pt x="11908" y="5931"/>
                    <a:pt x="11908" y="5859"/>
                  </a:cubicBezTo>
                  <a:cubicBezTo>
                    <a:pt x="11884" y="5383"/>
                    <a:pt x="11813" y="4883"/>
                    <a:pt x="11693" y="4430"/>
                  </a:cubicBezTo>
                  <a:cubicBezTo>
                    <a:pt x="11675" y="4338"/>
                    <a:pt x="11599" y="4303"/>
                    <a:pt x="11522" y="4303"/>
                  </a:cubicBezTo>
                  <a:cubicBezTo>
                    <a:pt x="11499" y="4303"/>
                    <a:pt x="11477" y="4306"/>
                    <a:pt x="11455" y="4311"/>
                  </a:cubicBezTo>
                  <a:cubicBezTo>
                    <a:pt x="11408" y="4335"/>
                    <a:pt x="11336" y="4430"/>
                    <a:pt x="11360" y="4526"/>
                  </a:cubicBezTo>
                  <a:cubicBezTo>
                    <a:pt x="11479" y="4930"/>
                    <a:pt x="11551" y="5359"/>
                    <a:pt x="11551" y="5764"/>
                  </a:cubicBezTo>
                  <a:lnTo>
                    <a:pt x="9193" y="5764"/>
                  </a:lnTo>
                  <a:cubicBezTo>
                    <a:pt x="9169" y="4954"/>
                    <a:pt x="8812" y="4192"/>
                    <a:pt x="8217" y="3621"/>
                  </a:cubicBezTo>
                  <a:cubicBezTo>
                    <a:pt x="7645" y="3049"/>
                    <a:pt x="6907" y="2739"/>
                    <a:pt x="6097" y="2692"/>
                  </a:cubicBezTo>
                  <a:lnTo>
                    <a:pt x="6097" y="358"/>
                  </a:lnTo>
                  <a:cubicBezTo>
                    <a:pt x="8264" y="406"/>
                    <a:pt x="10217" y="1715"/>
                    <a:pt x="11074" y="3716"/>
                  </a:cubicBezTo>
                  <a:lnTo>
                    <a:pt x="11098" y="3740"/>
                  </a:lnTo>
                  <a:cubicBezTo>
                    <a:pt x="11122" y="3835"/>
                    <a:pt x="11217" y="3859"/>
                    <a:pt x="11312" y="3859"/>
                  </a:cubicBezTo>
                  <a:cubicBezTo>
                    <a:pt x="11431" y="3835"/>
                    <a:pt x="11479" y="3716"/>
                    <a:pt x="11431" y="3621"/>
                  </a:cubicBezTo>
                  <a:lnTo>
                    <a:pt x="11408" y="3597"/>
                  </a:lnTo>
                  <a:cubicBezTo>
                    <a:pt x="10455" y="1406"/>
                    <a:pt x="8336" y="25"/>
                    <a:pt x="5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18" name="Google Shape;14118;p90"/>
          <p:cNvSpPr/>
          <p:nvPr/>
        </p:nvSpPr>
        <p:spPr>
          <a:xfrm>
            <a:off x="7034468" y="1768508"/>
            <a:ext cx="302622" cy="357455"/>
          </a:xfrm>
          <a:custGeom>
            <a:rect b="b" l="l" r="r" t="t"/>
            <a:pathLst>
              <a:path extrusionOk="0" h="11956" w="10122">
                <a:moveTo>
                  <a:pt x="2644" y="1620"/>
                </a:moveTo>
                <a:lnTo>
                  <a:pt x="4858" y="4144"/>
                </a:lnTo>
                <a:lnTo>
                  <a:pt x="4096" y="4144"/>
                </a:lnTo>
                <a:cubicBezTo>
                  <a:pt x="4001" y="4144"/>
                  <a:pt x="3953" y="4239"/>
                  <a:pt x="3953" y="4311"/>
                </a:cubicBezTo>
                <a:lnTo>
                  <a:pt x="3953" y="11503"/>
                </a:lnTo>
                <a:lnTo>
                  <a:pt x="1358" y="11503"/>
                </a:lnTo>
                <a:lnTo>
                  <a:pt x="1358" y="4311"/>
                </a:lnTo>
                <a:cubicBezTo>
                  <a:pt x="1358" y="4239"/>
                  <a:pt x="1262" y="4144"/>
                  <a:pt x="1191" y="4144"/>
                </a:cubicBezTo>
                <a:lnTo>
                  <a:pt x="405" y="4144"/>
                </a:lnTo>
                <a:lnTo>
                  <a:pt x="2644" y="1620"/>
                </a:lnTo>
                <a:close/>
                <a:moveTo>
                  <a:pt x="5025" y="0"/>
                </a:moveTo>
                <a:cubicBezTo>
                  <a:pt x="4954" y="0"/>
                  <a:pt x="4930" y="24"/>
                  <a:pt x="4858" y="48"/>
                </a:cubicBezTo>
                <a:lnTo>
                  <a:pt x="4263" y="739"/>
                </a:lnTo>
                <a:cubicBezTo>
                  <a:pt x="4239" y="763"/>
                  <a:pt x="4239" y="810"/>
                  <a:pt x="4239" y="834"/>
                </a:cubicBezTo>
                <a:cubicBezTo>
                  <a:pt x="4254" y="954"/>
                  <a:pt x="4335" y="1007"/>
                  <a:pt x="4416" y="1007"/>
                </a:cubicBezTo>
                <a:cubicBezTo>
                  <a:pt x="4465" y="1007"/>
                  <a:pt x="4513" y="988"/>
                  <a:pt x="4549" y="953"/>
                </a:cubicBezTo>
                <a:lnTo>
                  <a:pt x="5049" y="381"/>
                </a:lnTo>
                <a:lnTo>
                  <a:pt x="7311" y="2953"/>
                </a:lnTo>
                <a:lnTo>
                  <a:pt x="6549" y="2953"/>
                </a:lnTo>
                <a:cubicBezTo>
                  <a:pt x="6454" y="2953"/>
                  <a:pt x="6359" y="3049"/>
                  <a:pt x="6359" y="3120"/>
                </a:cubicBezTo>
                <a:lnTo>
                  <a:pt x="6359" y="5906"/>
                </a:lnTo>
                <a:lnTo>
                  <a:pt x="4858" y="7573"/>
                </a:lnTo>
                <a:cubicBezTo>
                  <a:pt x="4787" y="7645"/>
                  <a:pt x="4787" y="7764"/>
                  <a:pt x="4834" y="7883"/>
                </a:cubicBezTo>
                <a:cubicBezTo>
                  <a:pt x="4906" y="7978"/>
                  <a:pt x="4977" y="8050"/>
                  <a:pt x="5096" y="8050"/>
                </a:cubicBezTo>
                <a:lnTo>
                  <a:pt x="5811" y="8050"/>
                </a:lnTo>
                <a:lnTo>
                  <a:pt x="5811" y="11550"/>
                </a:lnTo>
                <a:lnTo>
                  <a:pt x="4311" y="11550"/>
                </a:lnTo>
                <a:lnTo>
                  <a:pt x="4311" y="4549"/>
                </a:lnTo>
                <a:lnTo>
                  <a:pt x="5025" y="4549"/>
                </a:lnTo>
                <a:cubicBezTo>
                  <a:pt x="5144" y="4549"/>
                  <a:pt x="5215" y="4501"/>
                  <a:pt x="5287" y="4406"/>
                </a:cubicBezTo>
                <a:cubicBezTo>
                  <a:pt x="5335" y="4287"/>
                  <a:pt x="5311" y="4168"/>
                  <a:pt x="5263" y="4073"/>
                </a:cubicBezTo>
                <a:lnTo>
                  <a:pt x="3525" y="2120"/>
                </a:lnTo>
                <a:lnTo>
                  <a:pt x="4001" y="1572"/>
                </a:lnTo>
                <a:cubicBezTo>
                  <a:pt x="4072" y="1525"/>
                  <a:pt x="4072" y="1429"/>
                  <a:pt x="4001" y="1382"/>
                </a:cubicBezTo>
                <a:cubicBezTo>
                  <a:pt x="3977" y="1334"/>
                  <a:pt x="3924" y="1310"/>
                  <a:pt x="3870" y="1310"/>
                </a:cubicBezTo>
                <a:cubicBezTo>
                  <a:pt x="3816" y="1310"/>
                  <a:pt x="3763" y="1334"/>
                  <a:pt x="3739" y="1382"/>
                </a:cubicBezTo>
                <a:lnTo>
                  <a:pt x="3287" y="1882"/>
                </a:lnTo>
                <a:lnTo>
                  <a:pt x="2882" y="1429"/>
                </a:lnTo>
                <a:cubicBezTo>
                  <a:pt x="2834" y="1406"/>
                  <a:pt x="2810" y="1382"/>
                  <a:pt x="2786" y="1382"/>
                </a:cubicBezTo>
                <a:cubicBezTo>
                  <a:pt x="2739" y="1354"/>
                  <a:pt x="2689" y="1340"/>
                  <a:pt x="2640" y="1340"/>
                </a:cubicBezTo>
                <a:cubicBezTo>
                  <a:pt x="2566" y="1340"/>
                  <a:pt x="2496" y="1372"/>
                  <a:pt x="2453" y="1429"/>
                </a:cubicBezTo>
                <a:lnTo>
                  <a:pt x="72" y="4144"/>
                </a:lnTo>
                <a:cubicBezTo>
                  <a:pt x="0" y="4239"/>
                  <a:pt x="0" y="4335"/>
                  <a:pt x="48" y="4478"/>
                </a:cubicBezTo>
                <a:cubicBezTo>
                  <a:pt x="95" y="4549"/>
                  <a:pt x="191" y="4620"/>
                  <a:pt x="310" y="4620"/>
                </a:cubicBezTo>
                <a:lnTo>
                  <a:pt x="1048" y="4620"/>
                </a:lnTo>
                <a:lnTo>
                  <a:pt x="1048" y="11789"/>
                </a:lnTo>
                <a:cubicBezTo>
                  <a:pt x="1048" y="11884"/>
                  <a:pt x="1143" y="11955"/>
                  <a:pt x="1238" y="11955"/>
                </a:cubicBezTo>
                <a:lnTo>
                  <a:pt x="8954" y="11955"/>
                </a:lnTo>
                <a:cubicBezTo>
                  <a:pt x="9026" y="11955"/>
                  <a:pt x="9121" y="11884"/>
                  <a:pt x="9121" y="11789"/>
                </a:cubicBezTo>
                <a:lnTo>
                  <a:pt x="9121" y="10360"/>
                </a:lnTo>
                <a:cubicBezTo>
                  <a:pt x="9121" y="10264"/>
                  <a:pt x="9073" y="10217"/>
                  <a:pt x="8978" y="10169"/>
                </a:cubicBezTo>
                <a:cubicBezTo>
                  <a:pt x="8966" y="10167"/>
                  <a:pt x="8954" y="10166"/>
                  <a:pt x="8942" y="10166"/>
                </a:cubicBezTo>
                <a:cubicBezTo>
                  <a:pt x="8840" y="10166"/>
                  <a:pt x="8764" y="10253"/>
                  <a:pt x="8764" y="10360"/>
                </a:cubicBezTo>
                <a:lnTo>
                  <a:pt x="8764" y="11646"/>
                </a:lnTo>
                <a:lnTo>
                  <a:pt x="6168" y="11646"/>
                </a:lnTo>
                <a:lnTo>
                  <a:pt x="6168" y="7954"/>
                </a:lnTo>
                <a:cubicBezTo>
                  <a:pt x="6168" y="7859"/>
                  <a:pt x="6097" y="7764"/>
                  <a:pt x="6001" y="7764"/>
                </a:cubicBezTo>
                <a:lnTo>
                  <a:pt x="5192" y="7764"/>
                </a:lnTo>
                <a:lnTo>
                  <a:pt x="7454" y="5240"/>
                </a:lnTo>
                <a:lnTo>
                  <a:pt x="9716" y="7764"/>
                </a:lnTo>
                <a:lnTo>
                  <a:pt x="8954" y="7764"/>
                </a:lnTo>
                <a:cubicBezTo>
                  <a:pt x="8859" y="7764"/>
                  <a:pt x="8764" y="7859"/>
                  <a:pt x="8764" y="7954"/>
                </a:cubicBezTo>
                <a:lnTo>
                  <a:pt x="8764" y="9550"/>
                </a:lnTo>
                <a:cubicBezTo>
                  <a:pt x="8764" y="9645"/>
                  <a:pt x="8835" y="9693"/>
                  <a:pt x="8907" y="9741"/>
                </a:cubicBezTo>
                <a:cubicBezTo>
                  <a:pt x="8919" y="9743"/>
                  <a:pt x="8931" y="9744"/>
                  <a:pt x="8943" y="9744"/>
                </a:cubicBezTo>
                <a:cubicBezTo>
                  <a:pt x="9045" y="9744"/>
                  <a:pt x="9121" y="9657"/>
                  <a:pt x="9121" y="9550"/>
                </a:cubicBezTo>
                <a:lnTo>
                  <a:pt x="9121" y="8097"/>
                </a:lnTo>
                <a:lnTo>
                  <a:pt x="9835" y="8097"/>
                </a:lnTo>
                <a:cubicBezTo>
                  <a:pt x="9931" y="8097"/>
                  <a:pt x="10050" y="8050"/>
                  <a:pt x="10097" y="7954"/>
                </a:cubicBezTo>
                <a:cubicBezTo>
                  <a:pt x="10121" y="7716"/>
                  <a:pt x="10121" y="7573"/>
                  <a:pt x="10026" y="7478"/>
                </a:cubicBezTo>
                <a:lnTo>
                  <a:pt x="7645" y="4787"/>
                </a:lnTo>
                <a:cubicBezTo>
                  <a:pt x="7621" y="4763"/>
                  <a:pt x="7573" y="4740"/>
                  <a:pt x="7549" y="4740"/>
                </a:cubicBezTo>
                <a:cubicBezTo>
                  <a:pt x="7508" y="4715"/>
                  <a:pt x="7463" y="4704"/>
                  <a:pt x="7420" y="4704"/>
                </a:cubicBezTo>
                <a:cubicBezTo>
                  <a:pt x="7339" y="4704"/>
                  <a:pt x="7262" y="4741"/>
                  <a:pt x="7216" y="4787"/>
                </a:cubicBezTo>
                <a:lnTo>
                  <a:pt x="6692" y="5430"/>
                </a:lnTo>
                <a:lnTo>
                  <a:pt x="6692" y="3239"/>
                </a:lnTo>
                <a:lnTo>
                  <a:pt x="7406" y="3239"/>
                </a:lnTo>
                <a:cubicBezTo>
                  <a:pt x="7525" y="3239"/>
                  <a:pt x="7621" y="3192"/>
                  <a:pt x="7668" y="3096"/>
                </a:cubicBezTo>
                <a:cubicBezTo>
                  <a:pt x="7740" y="2977"/>
                  <a:pt x="7692" y="2858"/>
                  <a:pt x="7645" y="2763"/>
                </a:cubicBezTo>
                <a:lnTo>
                  <a:pt x="5263" y="96"/>
                </a:lnTo>
                <a:cubicBezTo>
                  <a:pt x="5192" y="24"/>
                  <a:pt x="5120"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19" name="Google Shape;14119;p90"/>
          <p:cNvGrpSpPr/>
          <p:nvPr/>
        </p:nvGrpSpPr>
        <p:grpSpPr>
          <a:xfrm>
            <a:off x="7742296" y="1767816"/>
            <a:ext cx="354614" cy="355332"/>
            <a:chOff x="6649513" y="1931283"/>
            <a:chExt cx="296525" cy="297125"/>
          </a:xfrm>
        </p:grpSpPr>
        <p:sp>
          <p:nvSpPr>
            <p:cNvPr id="14120" name="Google Shape;14120;p90"/>
            <p:cNvSpPr/>
            <p:nvPr/>
          </p:nvSpPr>
          <p:spPr>
            <a:xfrm>
              <a:off x="6762638" y="1953308"/>
              <a:ext cx="69675" cy="8950"/>
            </a:xfrm>
            <a:custGeom>
              <a:rect b="b" l="l" r="r" t="t"/>
              <a:pathLst>
                <a:path extrusionOk="0" h="358" w="2787">
                  <a:moveTo>
                    <a:pt x="191" y="1"/>
                  </a:moveTo>
                  <a:cubicBezTo>
                    <a:pt x="119" y="1"/>
                    <a:pt x="48" y="72"/>
                    <a:pt x="24" y="167"/>
                  </a:cubicBezTo>
                  <a:cubicBezTo>
                    <a:pt x="0" y="287"/>
                    <a:pt x="72" y="358"/>
                    <a:pt x="191" y="358"/>
                  </a:cubicBezTo>
                  <a:lnTo>
                    <a:pt x="2572" y="358"/>
                  </a:lnTo>
                  <a:cubicBezTo>
                    <a:pt x="2691" y="358"/>
                    <a:pt x="2786" y="263"/>
                    <a:pt x="2763" y="167"/>
                  </a:cubicBezTo>
                  <a:cubicBezTo>
                    <a:pt x="2739" y="72"/>
                    <a:pt x="2644" y="1"/>
                    <a:pt x="2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1" name="Google Shape;14121;p90"/>
            <p:cNvSpPr/>
            <p:nvPr/>
          </p:nvSpPr>
          <p:spPr>
            <a:xfrm>
              <a:off x="6777513" y="1972958"/>
              <a:ext cx="39325" cy="8950"/>
            </a:xfrm>
            <a:custGeom>
              <a:rect b="b" l="l" r="r" t="t"/>
              <a:pathLst>
                <a:path extrusionOk="0" h="358" w="1573">
                  <a:moveTo>
                    <a:pt x="191" y="1"/>
                  </a:moveTo>
                  <a:cubicBezTo>
                    <a:pt x="72" y="1"/>
                    <a:pt x="1" y="96"/>
                    <a:pt x="24" y="215"/>
                  </a:cubicBezTo>
                  <a:cubicBezTo>
                    <a:pt x="48" y="286"/>
                    <a:pt x="120" y="358"/>
                    <a:pt x="191" y="358"/>
                  </a:cubicBezTo>
                  <a:lnTo>
                    <a:pt x="1358" y="358"/>
                  </a:lnTo>
                  <a:cubicBezTo>
                    <a:pt x="1453" y="358"/>
                    <a:pt x="1501" y="286"/>
                    <a:pt x="1548" y="215"/>
                  </a:cubicBezTo>
                  <a:cubicBezTo>
                    <a:pt x="1572" y="96"/>
                    <a:pt x="1477" y="1"/>
                    <a:pt x="1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2" name="Google Shape;14122;p90"/>
            <p:cNvSpPr/>
            <p:nvPr/>
          </p:nvSpPr>
          <p:spPr>
            <a:xfrm>
              <a:off x="6649513" y="1931283"/>
              <a:ext cx="296525" cy="297125"/>
            </a:xfrm>
            <a:custGeom>
              <a:rect b="b" l="l" r="r" t="t"/>
              <a:pathLst>
                <a:path extrusionOk="0" h="11885" w="11861">
                  <a:moveTo>
                    <a:pt x="11503" y="6550"/>
                  </a:moveTo>
                  <a:lnTo>
                    <a:pt x="11503" y="7716"/>
                  </a:lnTo>
                  <a:lnTo>
                    <a:pt x="8836" y="7716"/>
                  </a:lnTo>
                  <a:lnTo>
                    <a:pt x="8836" y="6550"/>
                  </a:lnTo>
                  <a:close/>
                  <a:moveTo>
                    <a:pt x="3001" y="6573"/>
                  </a:moveTo>
                  <a:lnTo>
                    <a:pt x="3001" y="7740"/>
                  </a:lnTo>
                  <a:lnTo>
                    <a:pt x="310" y="7740"/>
                  </a:lnTo>
                  <a:lnTo>
                    <a:pt x="310" y="6573"/>
                  </a:lnTo>
                  <a:close/>
                  <a:moveTo>
                    <a:pt x="7264" y="6573"/>
                  </a:moveTo>
                  <a:lnTo>
                    <a:pt x="7264" y="7740"/>
                  </a:lnTo>
                  <a:lnTo>
                    <a:pt x="4573" y="7740"/>
                  </a:lnTo>
                  <a:lnTo>
                    <a:pt x="4573" y="6573"/>
                  </a:lnTo>
                  <a:close/>
                  <a:moveTo>
                    <a:pt x="7216" y="10336"/>
                  </a:moveTo>
                  <a:lnTo>
                    <a:pt x="7216" y="11479"/>
                  </a:lnTo>
                  <a:lnTo>
                    <a:pt x="4549" y="11479"/>
                  </a:lnTo>
                  <a:lnTo>
                    <a:pt x="4549" y="10336"/>
                  </a:lnTo>
                  <a:close/>
                  <a:moveTo>
                    <a:pt x="11503" y="10336"/>
                  </a:moveTo>
                  <a:lnTo>
                    <a:pt x="11503" y="11479"/>
                  </a:lnTo>
                  <a:lnTo>
                    <a:pt x="8836" y="11479"/>
                  </a:lnTo>
                  <a:lnTo>
                    <a:pt x="8836" y="10336"/>
                  </a:lnTo>
                  <a:close/>
                  <a:moveTo>
                    <a:pt x="3358" y="1"/>
                  </a:moveTo>
                  <a:cubicBezTo>
                    <a:pt x="3168" y="1"/>
                    <a:pt x="3025" y="358"/>
                    <a:pt x="3025" y="358"/>
                  </a:cubicBezTo>
                  <a:lnTo>
                    <a:pt x="3025" y="2596"/>
                  </a:lnTo>
                  <a:cubicBezTo>
                    <a:pt x="3025" y="2763"/>
                    <a:pt x="3168" y="2954"/>
                    <a:pt x="3382" y="2954"/>
                  </a:cubicBezTo>
                  <a:lnTo>
                    <a:pt x="5764" y="2954"/>
                  </a:lnTo>
                  <a:lnTo>
                    <a:pt x="5764" y="4502"/>
                  </a:lnTo>
                  <a:lnTo>
                    <a:pt x="1977" y="4502"/>
                  </a:lnTo>
                  <a:cubicBezTo>
                    <a:pt x="1715" y="4502"/>
                    <a:pt x="1501" y="4692"/>
                    <a:pt x="1501" y="4978"/>
                  </a:cubicBezTo>
                  <a:lnTo>
                    <a:pt x="1501" y="6240"/>
                  </a:lnTo>
                  <a:lnTo>
                    <a:pt x="358" y="6240"/>
                  </a:lnTo>
                  <a:cubicBezTo>
                    <a:pt x="167" y="6240"/>
                    <a:pt x="0" y="6407"/>
                    <a:pt x="0" y="6597"/>
                  </a:cubicBezTo>
                  <a:lnTo>
                    <a:pt x="0" y="7740"/>
                  </a:lnTo>
                  <a:cubicBezTo>
                    <a:pt x="0" y="7907"/>
                    <a:pt x="143" y="8098"/>
                    <a:pt x="358" y="8098"/>
                  </a:cubicBezTo>
                  <a:lnTo>
                    <a:pt x="1501" y="8098"/>
                  </a:lnTo>
                  <a:lnTo>
                    <a:pt x="1501" y="10003"/>
                  </a:lnTo>
                  <a:lnTo>
                    <a:pt x="358" y="10003"/>
                  </a:lnTo>
                  <a:cubicBezTo>
                    <a:pt x="167" y="10003"/>
                    <a:pt x="0" y="10146"/>
                    <a:pt x="0" y="10360"/>
                  </a:cubicBezTo>
                  <a:lnTo>
                    <a:pt x="0" y="11693"/>
                  </a:lnTo>
                  <a:cubicBezTo>
                    <a:pt x="0" y="11789"/>
                    <a:pt x="72" y="11884"/>
                    <a:pt x="167" y="11884"/>
                  </a:cubicBezTo>
                  <a:lnTo>
                    <a:pt x="1001" y="11884"/>
                  </a:lnTo>
                  <a:cubicBezTo>
                    <a:pt x="1024" y="11884"/>
                    <a:pt x="1072" y="11884"/>
                    <a:pt x="1072" y="11836"/>
                  </a:cubicBezTo>
                  <a:cubicBezTo>
                    <a:pt x="1191" y="11693"/>
                    <a:pt x="1096" y="11527"/>
                    <a:pt x="953" y="11527"/>
                  </a:cubicBezTo>
                  <a:lnTo>
                    <a:pt x="310" y="11527"/>
                  </a:lnTo>
                  <a:lnTo>
                    <a:pt x="310" y="10360"/>
                  </a:lnTo>
                  <a:lnTo>
                    <a:pt x="3001" y="10360"/>
                  </a:lnTo>
                  <a:lnTo>
                    <a:pt x="3001" y="11527"/>
                  </a:lnTo>
                  <a:lnTo>
                    <a:pt x="1739" y="11527"/>
                  </a:lnTo>
                  <a:cubicBezTo>
                    <a:pt x="1667" y="11527"/>
                    <a:pt x="1596" y="11574"/>
                    <a:pt x="1572" y="11670"/>
                  </a:cubicBezTo>
                  <a:cubicBezTo>
                    <a:pt x="1548" y="11789"/>
                    <a:pt x="1620" y="11884"/>
                    <a:pt x="1739" y="11884"/>
                  </a:cubicBezTo>
                  <a:lnTo>
                    <a:pt x="3025" y="11884"/>
                  </a:lnTo>
                  <a:cubicBezTo>
                    <a:pt x="3215" y="11884"/>
                    <a:pt x="3382" y="11717"/>
                    <a:pt x="3382" y="11527"/>
                  </a:cubicBezTo>
                  <a:lnTo>
                    <a:pt x="3382" y="10360"/>
                  </a:lnTo>
                  <a:cubicBezTo>
                    <a:pt x="3382" y="10169"/>
                    <a:pt x="3239" y="10003"/>
                    <a:pt x="3025" y="10003"/>
                  </a:cubicBezTo>
                  <a:lnTo>
                    <a:pt x="1858" y="10003"/>
                  </a:lnTo>
                  <a:lnTo>
                    <a:pt x="1858" y="8098"/>
                  </a:lnTo>
                  <a:lnTo>
                    <a:pt x="3025" y="8098"/>
                  </a:lnTo>
                  <a:cubicBezTo>
                    <a:pt x="3215" y="8098"/>
                    <a:pt x="3382" y="7955"/>
                    <a:pt x="3382" y="7740"/>
                  </a:cubicBezTo>
                  <a:lnTo>
                    <a:pt x="3382" y="6597"/>
                  </a:lnTo>
                  <a:cubicBezTo>
                    <a:pt x="3382" y="6431"/>
                    <a:pt x="3239" y="6240"/>
                    <a:pt x="3025" y="6240"/>
                  </a:cubicBezTo>
                  <a:lnTo>
                    <a:pt x="1858" y="6240"/>
                  </a:lnTo>
                  <a:lnTo>
                    <a:pt x="1858" y="4978"/>
                  </a:lnTo>
                  <a:cubicBezTo>
                    <a:pt x="1858" y="4883"/>
                    <a:pt x="1929" y="4811"/>
                    <a:pt x="2025" y="4811"/>
                  </a:cubicBezTo>
                  <a:lnTo>
                    <a:pt x="5764" y="4811"/>
                  </a:lnTo>
                  <a:lnTo>
                    <a:pt x="5764" y="6240"/>
                  </a:lnTo>
                  <a:lnTo>
                    <a:pt x="4573" y="6240"/>
                  </a:lnTo>
                  <a:cubicBezTo>
                    <a:pt x="4406" y="6240"/>
                    <a:pt x="4216" y="6407"/>
                    <a:pt x="4216" y="6597"/>
                  </a:cubicBezTo>
                  <a:lnTo>
                    <a:pt x="4216" y="7740"/>
                  </a:lnTo>
                  <a:cubicBezTo>
                    <a:pt x="4216" y="7907"/>
                    <a:pt x="4358" y="8098"/>
                    <a:pt x="4573" y="8098"/>
                  </a:cubicBezTo>
                  <a:lnTo>
                    <a:pt x="5764" y="8098"/>
                  </a:lnTo>
                  <a:lnTo>
                    <a:pt x="5764" y="10003"/>
                  </a:lnTo>
                  <a:lnTo>
                    <a:pt x="4573" y="10003"/>
                  </a:lnTo>
                  <a:cubicBezTo>
                    <a:pt x="4406" y="10003"/>
                    <a:pt x="4216" y="10146"/>
                    <a:pt x="4216" y="10360"/>
                  </a:cubicBezTo>
                  <a:lnTo>
                    <a:pt x="4216" y="11527"/>
                  </a:lnTo>
                  <a:cubicBezTo>
                    <a:pt x="4216" y="11693"/>
                    <a:pt x="4358" y="11884"/>
                    <a:pt x="4573" y="11884"/>
                  </a:cubicBezTo>
                  <a:lnTo>
                    <a:pt x="7264" y="11884"/>
                  </a:lnTo>
                  <a:cubicBezTo>
                    <a:pt x="7431" y="11884"/>
                    <a:pt x="7621" y="11717"/>
                    <a:pt x="7621" y="11527"/>
                  </a:cubicBezTo>
                  <a:lnTo>
                    <a:pt x="7621" y="10360"/>
                  </a:lnTo>
                  <a:cubicBezTo>
                    <a:pt x="7621" y="10169"/>
                    <a:pt x="7454" y="10003"/>
                    <a:pt x="7264" y="10003"/>
                  </a:cubicBezTo>
                  <a:lnTo>
                    <a:pt x="6097" y="10003"/>
                  </a:lnTo>
                  <a:lnTo>
                    <a:pt x="6097" y="8098"/>
                  </a:lnTo>
                  <a:lnTo>
                    <a:pt x="7264" y="8098"/>
                  </a:lnTo>
                  <a:cubicBezTo>
                    <a:pt x="7431" y="8098"/>
                    <a:pt x="7621" y="7955"/>
                    <a:pt x="7621" y="7740"/>
                  </a:cubicBezTo>
                  <a:lnTo>
                    <a:pt x="7621" y="6597"/>
                  </a:lnTo>
                  <a:cubicBezTo>
                    <a:pt x="7621" y="6431"/>
                    <a:pt x="7454" y="6240"/>
                    <a:pt x="7264" y="6240"/>
                  </a:cubicBezTo>
                  <a:lnTo>
                    <a:pt x="6097" y="6240"/>
                  </a:lnTo>
                  <a:lnTo>
                    <a:pt x="6097" y="4811"/>
                  </a:lnTo>
                  <a:lnTo>
                    <a:pt x="9836" y="4811"/>
                  </a:lnTo>
                  <a:cubicBezTo>
                    <a:pt x="9931" y="4811"/>
                    <a:pt x="10002" y="4883"/>
                    <a:pt x="10002" y="4978"/>
                  </a:cubicBezTo>
                  <a:lnTo>
                    <a:pt x="10002" y="6240"/>
                  </a:lnTo>
                  <a:lnTo>
                    <a:pt x="8836" y="6240"/>
                  </a:lnTo>
                  <a:cubicBezTo>
                    <a:pt x="8645" y="6240"/>
                    <a:pt x="8478" y="6407"/>
                    <a:pt x="8478" y="6597"/>
                  </a:cubicBezTo>
                  <a:lnTo>
                    <a:pt x="8478" y="7740"/>
                  </a:lnTo>
                  <a:cubicBezTo>
                    <a:pt x="8478" y="7907"/>
                    <a:pt x="8621" y="8098"/>
                    <a:pt x="8836" y="8098"/>
                  </a:cubicBezTo>
                  <a:lnTo>
                    <a:pt x="10002" y="8098"/>
                  </a:lnTo>
                  <a:lnTo>
                    <a:pt x="10002" y="10003"/>
                  </a:lnTo>
                  <a:lnTo>
                    <a:pt x="8836" y="10003"/>
                  </a:lnTo>
                  <a:cubicBezTo>
                    <a:pt x="8645" y="10003"/>
                    <a:pt x="8478" y="10146"/>
                    <a:pt x="8478" y="10360"/>
                  </a:cubicBezTo>
                  <a:lnTo>
                    <a:pt x="8478" y="11527"/>
                  </a:lnTo>
                  <a:cubicBezTo>
                    <a:pt x="8478" y="11693"/>
                    <a:pt x="8621" y="11884"/>
                    <a:pt x="8836" y="11884"/>
                  </a:cubicBezTo>
                  <a:lnTo>
                    <a:pt x="11503" y="11884"/>
                  </a:lnTo>
                  <a:cubicBezTo>
                    <a:pt x="11693" y="11884"/>
                    <a:pt x="11860" y="11717"/>
                    <a:pt x="11860" y="11527"/>
                  </a:cubicBezTo>
                  <a:lnTo>
                    <a:pt x="11860" y="10360"/>
                  </a:lnTo>
                  <a:cubicBezTo>
                    <a:pt x="11860" y="10169"/>
                    <a:pt x="11717" y="10003"/>
                    <a:pt x="11503" y="10003"/>
                  </a:cubicBezTo>
                  <a:lnTo>
                    <a:pt x="10312" y="10003"/>
                  </a:lnTo>
                  <a:lnTo>
                    <a:pt x="10312" y="8098"/>
                  </a:lnTo>
                  <a:lnTo>
                    <a:pt x="11479" y="8074"/>
                  </a:lnTo>
                  <a:cubicBezTo>
                    <a:pt x="11670" y="8074"/>
                    <a:pt x="11836" y="7907"/>
                    <a:pt x="11836" y="7716"/>
                  </a:cubicBezTo>
                  <a:lnTo>
                    <a:pt x="11836" y="6573"/>
                  </a:lnTo>
                  <a:cubicBezTo>
                    <a:pt x="11836" y="6407"/>
                    <a:pt x="11693" y="6216"/>
                    <a:pt x="11479" y="6216"/>
                  </a:cubicBezTo>
                  <a:lnTo>
                    <a:pt x="10312" y="6216"/>
                  </a:lnTo>
                  <a:lnTo>
                    <a:pt x="10312" y="4930"/>
                  </a:lnTo>
                  <a:cubicBezTo>
                    <a:pt x="10312" y="4668"/>
                    <a:pt x="10122" y="4454"/>
                    <a:pt x="9836" y="4454"/>
                  </a:cubicBezTo>
                  <a:lnTo>
                    <a:pt x="6097" y="4454"/>
                  </a:lnTo>
                  <a:lnTo>
                    <a:pt x="6097" y="2906"/>
                  </a:lnTo>
                  <a:lnTo>
                    <a:pt x="8478" y="2906"/>
                  </a:lnTo>
                  <a:cubicBezTo>
                    <a:pt x="8645" y="2906"/>
                    <a:pt x="8836" y="2763"/>
                    <a:pt x="8836" y="2549"/>
                  </a:cubicBezTo>
                  <a:lnTo>
                    <a:pt x="8836" y="167"/>
                  </a:lnTo>
                  <a:cubicBezTo>
                    <a:pt x="8836" y="96"/>
                    <a:pt x="8740" y="1"/>
                    <a:pt x="8645" y="1"/>
                  </a:cubicBezTo>
                  <a:lnTo>
                    <a:pt x="7335" y="1"/>
                  </a:lnTo>
                  <a:cubicBezTo>
                    <a:pt x="7311" y="1"/>
                    <a:pt x="7288" y="1"/>
                    <a:pt x="7288" y="24"/>
                  </a:cubicBezTo>
                  <a:cubicBezTo>
                    <a:pt x="7169" y="167"/>
                    <a:pt x="7264" y="358"/>
                    <a:pt x="7407" y="358"/>
                  </a:cubicBezTo>
                  <a:lnTo>
                    <a:pt x="8502" y="358"/>
                  </a:lnTo>
                  <a:lnTo>
                    <a:pt x="8502" y="2596"/>
                  </a:lnTo>
                  <a:lnTo>
                    <a:pt x="3358" y="2596"/>
                  </a:lnTo>
                  <a:lnTo>
                    <a:pt x="3358" y="358"/>
                  </a:lnTo>
                  <a:lnTo>
                    <a:pt x="6597" y="358"/>
                  </a:lnTo>
                  <a:cubicBezTo>
                    <a:pt x="6692" y="358"/>
                    <a:pt x="6788" y="263"/>
                    <a:pt x="6788" y="167"/>
                  </a:cubicBezTo>
                  <a:cubicBezTo>
                    <a:pt x="6788" y="96"/>
                    <a:pt x="6692" y="1"/>
                    <a:pt x="6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23" name="Google Shape;14123;p90"/>
          <p:cNvGrpSpPr/>
          <p:nvPr/>
        </p:nvGrpSpPr>
        <p:grpSpPr>
          <a:xfrm>
            <a:off x="7740143" y="2291860"/>
            <a:ext cx="356767" cy="354584"/>
            <a:chOff x="6647713" y="2369483"/>
            <a:chExt cx="298325" cy="296500"/>
          </a:xfrm>
        </p:grpSpPr>
        <p:sp>
          <p:nvSpPr>
            <p:cNvPr id="14124" name="Google Shape;14124;p90"/>
            <p:cNvSpPr/>
            <p:nvPr/>
          </p:nvSpPr>
          <p:spPr>
            <a:xfrm>
              <a:off x="6648313" y="2370058"/>
              <a:ext cx="144700" cy="144100"/>
            </a:xfrm>
            <a:custGeom>
              <a:rect b="b" l="l" r="r" t="t"/>
              <a:pathLst>
                <a:path extrusionOk="0" h="5764" w="5788">
                  <a:moveTo>
                    <a:pt x="5550" y="1"/>
                  </a:moveTo>
                  <a:cubicBezTo>
                    <a:pt x="4573" y="1"/>
                    <a:pt x="3573" y="310"/>
                    <a:pt x="2739" y="811"/>
                  </a:cubicBezTo>
                  <a:cubicBezTo>
                    <a:pt x="1930" y="1287"/>
                    <a:pt x="1263" y="2001"/>
                    <a:pt x="787" y="2835"/>
                  </a:cubicBezTo>
                  <a:cubicBezTo>
                    <a:pt x="715" y="2930"/>
                    <a:pt x="739" y="3001"/>
                    <a:pt x="834" y="3073"/>
                  </a:cubicBezTo>
                  <a:cubicBezTo>
                    <a:pt x="867" y="3098"/>
                    <a:pt x="901" y="3108"/>
                    <a:pt x="932" y="3108"/>
                  </a:cubicBezTo>
                  <a:cubicBezTo>
                    <a:pt x="990" y="3108"/>
                    <a:pt x="1041" y="3072"/>
                    <a:pt x="1072" y="3025"/>
                  </a:cubicBezTo>
                  <a:cubicBezTo>
                    <a:pt x="1525" y="2239"/>
                    <a:pt x="2144" y="1573"/>
                    <a:pt x="2930" y="1144"/>
                  </a:cubicBezTo>
                  <a:cubicBezTo>
                    <a:pt x="3668" y="691"/>
                    <a:pt x="4573" y="429"/>
                    <a:pt x="5430" y="382"/>
                  </a:cubicBezTo>
                  <a:lnTo>
                    <a:pt x="5430" y="5454"/>
                  </a:lnTo>
                  <a:lnTo>
                    <a:pt x="358" y="5454"/>
                  </a:lnTo>
                  <a:cubicBezTo>
                    <a:pt x="406" y="4859"/>
                    <a:pt x="525" y="4287"/>
                    <a:pt x="715" y="3740"/>
                  </a:cubicBezTo>
                  <a:cubicBezTo>
                    <a:pt x="763" y="3644"/>
                    <a:pt x="715" y="3549"/>
                    <a:pt x="644" y="3478"/>
                  </a:cubicBezTo>
                  <a:cubicBezTo>
                    <a:pt x="621" y="3472"/>
                    <a:pt x="599" y="3469"/>
                    <a:pt x="577" y="3469"/>
                  </a:cubicBezTo>
                  <a:cubicBezTo>
                    <a:pt x="506" y="3469"/>
                    <a:pt x="442" y="3500"/>
                    <a:pt x="406" y="3573"/>
                  </a:cubicBezTo>
                  <a:cubicBezTo>
                    <a:pt x="167" y="4216"/>
                    <a:pt x="48" y="4859"/>
                    <a:pt x="1" y="5526"/>
                  </a:cubicBezTo>
                  <a:cubicBezTo>
                    <a:pt x="1" y="5573"/>
                    <a:pt x="48" y="5621"/>
                    <a:pt x="72" y="5669"/>
                  </a:cubicBezTo>
                  <a:cubicBezTo>
                    <a:pt x="120" y="5716"/>
                    <a:pt x="191" y="5764"/>
                    <a:pt x="287" y="5764"/>
                  </a:cubicBezTo>
                  <a:lnTo>
                    <a:pt x="5597" y="5764"/>
                  </a:lnTo>
                  <a:cubicBezTo>
                    <a:pt x="5692" y="5764"/>
                    <a:pt x="5788" y="5669"/>
                    <a:pt x="5788" y="5573"/>
                  </a:cubicBezTo>
                  <a:lnTo>
                    <a:pt x="5788" y="239"/>
                  </a:lnTo>
                  <a:cubicBezTo>
                    <a:pt x="5788" y="191"/>
                    <a:pt x="5764" y="120"/>
                    <a:pt x="5716" y="96"/>
                  </a:cubicBezTo>
                  <a:cubicBezTo>
                    <a:pt x="5669" y="48"/>
                    <a:pt x="5597" y="1"/>
                    <a:pt x="55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5" name="Google Shape;14125;p90"/>
            <p:cNvSpPr/>
            <p:nvPr/>
          </p:nvSpPr>
          <p:spPr>
            <a:xfrm>
              <a:off x="6647713" y="2521883"/>
              <a:ext cx="240550" cy="144100"/>
            </a:xfrm>
            <a:custGeom>
              <a:rect b="b" l="l" r="r" t="t"/>
              <a:pathLst>
                <a:path extrusionOk="0" h="5764" w="9622">
                  <a:moveTo>
                    <a:pt x="5859" y="358"/>
                  </a:moveTo>
                  <a:lnTo>
                    <a:pt x="9193" y="4025"/>
                  </a:lnTo>
                  <a:cubicBezTo>
                    <a:pt x="8217" y="4930"/>
                    <a:pt x="6979" y="5430"/>
                    <a:pt x="5621" y="5430"/>
                  </a:cubicBezTo>
                  <a:cubicBezTo>
                    <a:pt x="4216" y="5430"/>
                    <a:pt x="2930" y="4882"/>
                    <a:pt x="1930" y="3906"/>
                  </a:cubicBezTo>
                  <a:cubicBezTo>
                    <a:pt x="977" y="2953"/>
                    <a:pt x="430" y="1715"/>
                    <a:pt x="382" y="358"/>
                  </a:cubicBezTo>
                  <a:close/>
                  <a:moveTo>
                    <a:pt x="263" y="0"/>
                  </a:moveTo>
                  <a:cubicBezTo>
                    <a:pt x="215" y="0"/>
                    <a:pt x="191" y="0"/>
                    <a:pt x="120" y="48"/>
                  </a:cubicBezTo>
                  <a:cubicBezTo>
                    <a:pt x="49" y="96"/>
                    <a:pt x="1" y="167"/>
                    <a:pt x="1" y="239"/>
                  </a:cubicBezTo>
                  <a:cubicBezTo>
                    <a:pt x="25" y="1739"/>
                    <a:pt x="596" y="3096"/>
                    <a:pt x="1668" y="4144"/>
                  </a:cubicBezTo>
                  <a:cubicBezTo>
                    <a:pt x="2716" y="5192"/>
                    <a:pt x="4121" y="5764"/>
                    <a:pt x="5597" y="5764"/>
                  </a:cubicBezTo>
                  <a:cubicBezTo>
                    <a:pt x="7050" y="5764"/>
                    <a:pt x="8455" y="5192"/>
                    <a:pt x="9503" y="4168"/>
                  </a:cubicBezTo>
                  <a:cubicBezTo>
                    <a:pt x="9622" y="4120"/>
                    <a:pt x="9622" y="3954"/>
                    <a:pt x="9527" y="3858"/>
                  </a:cubicBezTo>
                  <a:lnTo>
                    <a:pt x="6050" y="72"/>
                  </a:lnTo>
                  <a:cubicBezTo>
                    <a:pt x="6002" y="48"/>
                    <a:pt x="5955" y="0"/>
                    <a:pt x="59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6" name="Google Shape;14126;p90"/>
            <p:cNvSpPr/>
            <p:nvPr/>
          </p:nvSpPr>
          <p:spPr>
            <a:xfrm>
              <a:off x="6801913" y="2369483"/>
              <a:ext cx="144125" cy="243525"/>
            </a:xfrm>
            <a:custGeom>
              <a:rect b="b" l="l" r="r" t="t"/>
              <a:pathLst>
                <a:path extrusionOk="0" h="9741" w="5765">
                  <a:moveTo>
                    <a:pt x="239" y="0"/>
                  </a:moveTo>
                  <a:cubicBezTo>
                    <a:pt x="144" y="0"/>
                    <a:pt x="49" y="71"/>
                    <a:pt x="25" y="143"/>
                  </a:cubicBezTo>
                  <a:cubicBezTo>
                    <a:pt x="1" y="191"/>
                    <a:pt x="1" y="214"/>
                    <a:pt x="1" y="262"/>
                  </a:cubicBezTo>
                  <a:lnTo>
                    <a:pt x="1" y="5596"/>
                  </a:lnTo>
                  <a:cubicBezTo>
                    <a:pt x="1" y="5620"/>
                    <a:pt x="25" y="5692"/>
                    <a:pt x="49" y="5715"/>
                  </a:cubicBezTo>
                  <a:lnTo>
                    <a:pt x="1001" y="6763"/>
                  </a:lnTo>
                  <a:cubicBezTo>
                    <a:pt x="1040" y="6789"/>
                    <a:pt x="1094" y="6808"/>
                    <a:pt x="1142" y="6808"/>
                  </a:cubicBezTo>
                  <a:cubicBezTo>
                    <a:pt x="1182" y="6808"/>
                    <a:pt x="1218" y="6796"/>
                    <a:pt x="1239" y="6763"/>
                  </a:cubicBezTo>
                  <a:cubicBezTo>
                    <a:pt x="1311" y="6692"/>
                    <a:pt x="1335" y="6573"/>
                    <a:pt x="1239" y="6525"/>
                  </a:cubicBezTo>
                  <a:lnTo>
                    <a:pt x="358" y="5525"/>
                  </a:lnTo>
                  <a:lnTo>
                    <a:pt x="358" y="381"/>
                  </a:lnTo>
                  <a:cubicBezTo>
                    <a:pt x="1692" y="405"/>
                    <a:pt x="2954" y="976"/>
                    <a:pt x="3906" y="1929"/>
                  </a:cubicBezTo>
                  <a:cubicBezTo>
                    <a:pt x="4883" y="2905"/>
                    <a:pt x="5407" y="4215"/>
                    <a:pt x="5407" y="5596"/>
                  </a:cubicBezTo>
                  <a:cubicBezTo>
                    <a:pt x="5407" y="6882"/>
                    <a:pt x="4811" y="8311"/>
                    <a:pt x="3835" y="9311"/>
                  </a:cubicBezTo>
                  <a:lnTo>
                    <a:pt x="1787" y="7073"/>
                  </a:lnTo>
                  <a:cubicBezTo>
                    <a:pt x="1748" y="7047"/>
                    <a:pt x="1694" y="7028"/>
                    <a:pt x="1646" y="7028"/>
                  </a:cubicBezTo>
                  <a:cubicBezTo>
                    <a:pt x="1606" y="7028"/>
                    <a:pt x="1570" y="7041"/>
                    <a:pt x="1549" y="7073"/>
                  </a:cubicBezTo>
                  <a:cubicBezTo>
                    <a:pt x="1477" y="7144"/>
                    <a:pt x="1454" y="7263"/>
                    <a:pt x="1549" y="7311"/>
                  </a:cubicBezTo>
                  <a:lnTo>
                    <a:pt x="3668" y="9645"/>
                  </a:lnTo>
                  <a:cubicBezTo>
                    <a:pt x="3716" y="9692"/>
                    <a:pt x="3787" y="9740"/>
                    <a:pt x="3835" y="9740"/>
                  </a:cubicBezTo>
                  <a:cubicBezTo>
                    <a:pt x="3906" y="9740"/>
                    <a:pt x="3954" y="9692"/>
                    <a:pt x="4026" y="9669"/>
                  </a:cubicBezTo>
                  <a:cubicBezTo>
                    <a:pt x="5097" y="8573"/>
                    <a:pt x="5764" y="7025"/>
                    <a:pt x="5764" y="5620"/>
                  </a:cubicBezTo>
                  <a:cubicBezTo>
                    <a:pt x="5740" y="4120"/>
                    <a:pt x="5169" y="2715"/>
                    <a:pt x="4145" y="1667"/>
                  </a:cubicBezTo>
                  <a:cubicBezTo>
                    <a:pt x="3097" y="619"/>
                    <a:pt x="1716" y="24"/>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27" name="Google Shape;14127;p90"/>
          <p:cNvGrpSpPr/>
          <p:nvPr/>
        </p:nvGrpSpPr>
        <p:grpSpPr>
          <a:xfrm>
            <a:off x="7007492" y="2291860"/>
            <a:ext cx="355302" cy="354584"/>
            <a:chOff x="6162513" y="2369483"/>
            <a:chExt cx="297100" cy="296500"/>
          </a:xfrm>
        </p:grpSpPr>
        <p:sp>
          <p:nvSpPr>
            <p:cNvPr id="14128" name="Google Shape;14128;p90"/>
            <p:cNvSpPr/>
            <p:nvPr/>
          </p:nvSpPr>
          <p:spPr>
            <a:xfrm>
              <a:off x="6197638" y="2404608"/>
              <a:ext cx="87525" cy="87525"/>
            </a:xfrm>
            <a:custGeom>
              <a:rect b="b" l="l" r="r" t="t"/>
              <a:pathLst>
                <a:path extrusionOk="0" h="3501" w="3501">
                  <a:moveTo>
                    <a:pt x="1762" y="0"/>
                  </a:moveTo>
                  <a:cubicBezTo>
                    <a:pt x="1548" y="0"/>
                    <a:pt x="1334" y="24"/>
                    <a:pt x="1167" y="119"/>
                  </a:cubicBezTo>
                  <a:cubicBezTo>
                    <a:pt x="1072" y="143"/>
                    <a:pt x="1000" y="238"/>
                    <a:pt x="1072" y="333"/>
                  </a:cubicBezTo>
                  <a:cubicBezTo>
                    <a:pt x="1089" y="384"/>
                    <a:pt x="1141" y="434"/>
                    <a:pt x="1204" y="434"/>
                  </a:cubicBezTo>
                  <a:cubicBezTo>
                    <a:pt x="1230" y="434"/>
                    <a:pt x="1258" y="426"/>
                    <a:pt x="1286" y="405"/>
                  </a:cubicBezTo>
                  <a:cubicBezTo>
                    <a:pt x="1429" y="357"/>
                    <a:pt x="1596" y="333"/>
                    <a:pt x="1762" y="333"/>
                  </a:cubicBezTo>
                  <a:cubicBezTo>
                    <a:pt x="2525" y="333"/>
                    <a:pt x="3144" y="953"/>
                    <a:pt x="3144" y="1715"/>
                  </a:cubicBezTo>
                  <a:cubicBezTo>
                    <a:pt x="3144" y="2501"/>
                    <a:pt x="2525" y="3120"/>
                    <a:pt x="1762" y="3120"/>
                  </a:cubicBezTo>
                  <a:cubicBezTo>
                    <a:pt x="977" y="3120"/>
                    <a:pt x="357" y="2501"/>
                    <a:pt x="357" y="1715"/>
                  </a:cubicBezTo>
                  <a:cubicBezTo>
                    <a:pt x="357" y="1405"/>
                    <a:pt x="476" y="1072"/>
                    <a:pt x="691" y="834"/>
                  </a:cubicBezTo>
                  <a:cubicBezTo>
                    <a:pt x="738" y="762"/>
                    <a:pt x="738" y="643"/>
                    <a:pt x="643" y="595"/>
                  </a:cubicBezTo>
                  <a:cubicBezTo>
                    <a:pt x="621" y="562"/>
                    <a:pt x="584" y="544"/>
                    <a:pt x="543" y="544"/>
                  </a:cubicBezTo>
                  <a:cubicBezTo>
                    <a:pt x="495" y="544"/>
                    <a:pt x="443" y="568"/>
                    <a:pt x="405" y="619"/>
                  </a:cubicBezTo>
                  <a:cubicBezTo>
                    <a:pt x="143" y="953"/>
                    <a:pt x="0" y="1334"/>
                    <a:pt x="0" y="1762"/>
                  </a:cubicBezTo>
                  <a:cubicBezTo>
                    <a:pt x="0" y="2691"/>
                    <a:pt x="762" y="3501"/>
                    <a:pt x="1762" y="3501"/>
                  </a:cubicBezTo>
                  <a:cubicBezTo>
                    <a:pt x="2739" y="3501"/>
                    <a:pt x="3501" y="2739"/>
                    <a:pt x="3501" y="1739"/>
                  </a:cubicBezTo>
                  <a:cubicBezTo>
                    <a:pt x="3477" y="810"/>
                    <a:pt x="2715" y="0"/>
                    <a:pt x="1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9" name="Google Shape;14129;p90"/>
            <p:cNvSpPr/>
            <p:nvPr/>
          </p:nvSpPr>
          <p:spPr>
            <a:xfrm>
              <a:off x="6162513" y="2369483"/>
              <a:ext cx="158375" cy="157775"/>
            </a:xfrm>
            <a:custGeom>
              <a:rect b="b" l="l" r="r" t="t"/>
              <a:pathLst>
                <a:path extrusionOk="0" h="6311" w="6335">
                  <a:moveTo>
                    <a:pt x="3453" y="452"/>
                  </a:moveTo>
                  <a:lnTo>
                    <a:pt x="3453" y="738"/>
                  </a:lnTo>
                  <a:cubicBezTo>
                    <a:pt x="3453" y="881"/>
                    <a:pt x="3549" y="1000"/>
                    <a:pt x="3691" y="1072"/>
                  </a:cubicBezTo>
                  <a:cubicBezTo>
                    <a:pt x="3930" y="1119"/>
                    <a:pt x="4144" y="1215"/>
                    <a:pt x="4358" y="1334"/>
                  </a:cubicBezTo>
                  <a:cubicBezTo>
                    <a:pt x="4408" y="1373"/>
                    <a:pt x="4466" y="1392"/>
                    <a:pt x="4524" y="1392"/>
                  </a:cubicBezTo>
                  <a:cubicBezTo>
                    <a:pt x="4604" y="1392"/>
                    <a:pt x="4684" y="1355"/>
                    <a:pt x="4739" y="1286"/>
                  </a:cubicBezTo>
                  <a:lnTo>
                    <a:pt x="4977" y="1048"/>
                  </a:lnTo>
                  <a:lnTo>
                    <a:pt x="5335" y="1429"/>
                  </a:lnTo>
                  <a:lnTo>
                    <a:pt x="5096" y="1667"/>
                  </a:lnTo>
                  <a:cubicBezTo>
                    <a:pt x="4977" y="1786"/>
                    <a:pt x="4977" y="1929"/>
                    <a:pt x="5025" y="2048"/>
                  </a:cubicBezTo>
                  <a:cubicBezTo>
                    <a:pt x="5144" y="2262"/>
                    <a:pt x="5239" y="2477"/>
                    <a:pt x="5287" y="2715"/>
                  </a:cubicBezTo>
                  <a:cubicBezTo>
                    <a:pt x="5335" y="2858"/>
                    <a:pt x="5454" y="2953"/>
                    <a:pt x="5597" y="2953"/>
                  </a:cubicBezTo>
                  <a:lnTo>
                    <a:pt x="5930" y="2953"/>
                  </a:lnTo>
                  <a:lnTo>
                    <a:pt x="5930" y="3477"/>
                  </a:lnTo>
                  <a:lnTo>
                    <a:pt x="5597" y="3477"/>
                  </a:lnTo>
                  <a:cubicBezTo>
                    <a:pt x="5454" y="3477"/>
                    <a:pt x="5335" y="3572"/>
                    <a:pt x="5311" y="3715"/>
                  </a:cubicBezTo>
                  <a:cubicBezTo>
                    <a:pt x="5239" y="3953"/>
                    <a:pt x="5144" y="4168"/>
                    <a:pt x="5025" y="4382"/>
                  </a:cubicBezTo>
                  <a:cubicBezTo>
                    <a:pt x="4954" y="4501"/>
                    <a:pt x="4977" y="4668"/>
                    <a:pt x="5096" y="4763"/>
                  </a:cubicBezTo>
                  <a:lnTo>
                    <a:pt x="5335" y="5001"/>
                  </a:lnTo>
                  <a:lnTo>
                    <a:pt x="4977" y="5382"/>
                  </a:lnTo>
                  <a:lnTo>
                    <a:pt x="4739" y="5144"/>
                  </a:lnTo>
                  <a:cubicBezTo>
                    <a:pt x="4654" y="5058"/>
                    <a:pt x="4559" y="5015"/>
                    <a:pt x="4472" y="5015"/>
                  </a:cubicBezTo>
                  <a:cubicBezTo>
                    <a:pt x="4413" y="5015"/>
                    <a:pt x="4358" y="5034"/>
                    <a:pt x="4311" y="5072"/>
                  </a:cubicBezTo>
                  <a:cubicBezTo>
                    <a:pt x="4120" y="5192"/>
                    <a:pt x="3906" y="5263"/>
                    <a:pt x="3668" y="5334"/>
                  </a:cubicBezTo>
                  <a:cubicBezTo>
                    <a:pt x="3525" y="5358"/>
                    <a:pt x="3429" y="5477"/>
                    <a:pt x="3429" y="5668"/>
                  </a:cubicBezTo>
                  <a:lnTo>
                    <a:pt x="3429" y="5977"/>
                  </a:lnTo>
                  <a:lnTo>
                    <a:pt x="2882" y="5977"/>
                  </a:lnTo>
                  <a:lnTo>
                    <a:pt x="2882" y="5668"/>
                  </a:lnTo>
                  <a:cubicBezTo>
                    <a:pt x="2882" y="5501"/>
                    <a:pt x="2810" y="5382"/>
                    <a:pt x="2644" y="5334"/>
                  </a:cubicBezTo>
                  <a:cubicBezTo>
                    <a:pt x="2405" y="5263"/>
                    <a:pt x="2215" y="5192"/>
                    <a:pt x="2001" y="5072"/>
                  </a:cubicBezTo>
                  <a:cubicBezTo>
                    <a:pt x="1951" y="5033"/>
                    <a:pt x="1889" y="5014"/>
                    <a:pt x="1828" y="5014"/>
                  </a:cubicBezTo>
                  <a:cubicBezTo>
                    <a:pt x="1743" y="5014"/>
                    <a:pt x="1661" y="5051"/>
                    <a:pt x="1620" y="5120"/>
                  </a:cubicBezTo>
                  <a:lnTo>
                    <a:pt x="1381" y="5358"/>
                  </a:lnTo>
                  <a:lnTo>
                    <a:pt x="1024" y="4977"/>
                  </a:lnTo>
                  <a:lnTo>
                    <a:pt x="1262" y="4739"/>
                  </a:lnTo>
                  <a:cubicBezTo>
                    <a:pt x="1381" y="4620"/>
                    <a:pt x="1381" y="4477"/>
                    <a:pt x="1310" y="4358"/>
                  </a:cubicBezTo>
                  <a:cubicBezTo>
                    <a:pt x="1191" y="4144"/>
                    <a:pt x="1096" y="3929"/>
                    <a:pt x="1048" y="3691"/>
                  </a:cubicBezTo>
                  <a:cubicBezTo>
                    <a:pt x="1024" y="3548"/>
                    <a:pt x="905" y="3453"/>
                    <a:pt x="738" y="3453"/>
                  </a:cubicBezTo>
                  <a:lnTo>
                    <a:pt x="429" y="3453"/>
                  </a:lnTo>
                  <a:lnTo>
                    <a:pt x="429" y="2905"/>
                  </a:lnTo>
                  <a:lnTo>
                    <a:pt x="715" y="2905"/>
                  </a:lnTo>
                  <a:cubicBezTo>
                    <a:pt x="857" y="2905"/>
                    <a:pt x="977" y="2834"/>
                    <a:pt x="1048" y="2667"/>
                  </a:cubicBezTo>
                  <a:cubicBezTo>
                    <a:pt x="1096" y="2429"/>
                    <a:pt x="1191" y="2239"/>
                    <a:pt x="1310" y="2024"/>
                  </a:cubicBezTo>
                  <a:cubicBezTo>
                    <a:pt x="1405" y="1905"/>
                    <a:pt x="1381" y="1715"/>
                    <a:pt x="1262" y="1643"/>
                  </a:cubicBezTo>
                  <a:lnTo>
                    <a:pt x="1024" y="1405"/>
                  </a:lnTo>
                  <a:lnTo>
                    <a:pt x="1405" y="1048"/>
                  </a:lnTo>
                  <a:lnTo>
                    <a:pt x="1643" y="1286"/>
                  </a:lnTo>
                  <a:cubicBezTo>
                    <a:pt x="1710" y="1353"/>
                    <a:pt x="1785" y="1382"/>
                    <a:pt x="1859" y="1382"/>
                  </a:cubicBezTo>
                  <a:cubicBezTo>
                    <a:pt x="1916" y="1382"/>
                    <a:pt x="1972" y="1365"/>
                    <a:pt x="2024" y="1334"/>
                  </a:cubicBezTo>
                  <a:cubicBezTo>
                    <a:pt x="2239" y="1215"/>
                    <a:pt x="2453" y="1119"/>
                    <a:pt x="2691" y="1072"/>
                  </a:cubicBezTo>
                  <a:cubicBezTo>
                    <a:pt x="2834" y="1048"/>
                    <a:pt x="2929" y="929"/>
                    <a:pt x="2929" y="762"/>
                  </a:cubicBezTo>
                  <a:lnTo>
                    <a:pt x="2929" y="452"/>
                  </a:lnTo>
                  <a:close/>
                  <a:moveTo>
                    <a:pt x="2858" y="0"/>
                  </a:moveTo>
                  <a:cubicBezTo>
                    <a:pt x="2691" y="0"/>
                    <a:pt x="2524" y="143"/>
                    <a:pt x="2524" y="333"/>
                  </a:cubicBezTo>
                  <a:lnTo>
                    <a:pt x="2524" y="667"/>
                  </a:lnTo>
                  <a:cubicBezTo>
                    <a:pt x="2286" y="714"/>
                    <a:pt x="2024" y="810"/>
                    <a:pt x="1810" y="953"/>
                  </a:cubicBezTo>
                  <a:lnTo>
                    <a:pt x="1572" y="714"/>
                  </a:lnTo>
                  <a:cubicBezTo>
                    <a:pt x="1512" y="655"/>
                    <a:pt x="1435" y="625"/>
                    <a:pt x="1358" y="625"/>
                  </a:cubicBezTo>
                  <a:cubicBezTo>
                    <a:pt x="1280" y="625"/>
                    <a:pt x="1203" y="655"/>
                    <a:pt x="1143" y="714"/>
                  </a:cubicBezTo>
                  <a:lnTo>
                    <a:pt x="715" y="1119"/>
                  </a:lnTo>
                  <a:cubicBezTo>
                    <a:pt x="596" y="1262"/>
                    <a:pt x="596" y="1453"/>
                    <a:pt x="715" y="1572"/>
                  </a:cubicBezTo>
                  <a:lnTo>
                    <a:pt x="953" y="1810"/>
                  </a:lnTo>
                  <a:cubicBezTo>
                    <a:pt x="810" y="2048"/>
                    <a:pt x="715" y="2286"/>
                    <a:pt x="667" y="2524"/>
                  </a:cubicBezTo>
                  <a:lnTo>
                    <a:pt x="334" y="2524"/>
                  </a:lnTo>
                  <a:cubicBezTo>
                    <a:pt x="143" y="2524"/>
                    <a:pt x="0" y="2691"/>
                    <a:pt x="0" y="2858"/>
                  </a:cubicBezTo>
                  <a:lnTo>
                    <a:pt x="0" y="3453"/>
                  </a:lnTo>
                  <a:cubicBezTo>
                    <a:pt x="0" y="3644"/>
                    <a:pt x="143" y="3786"/>
                    <a:pt x="334" y="3786"/>
                  </a:cubicBezTo>
                  <a:lnTo>
                    <a:pt x="667" y="3786"/>
                  </a:lnTo>
                  <a:cubicBezTo>
                    <a:pt x="715" y="4025"/>
                    <a:pt x="810" y="4287"/>
                    <a:pt x="953" y="4501"/>
                  </a:cubicBezTo>
                  <a:lnTo>
                    <a:pt x="715" y="4739"/>
                  </a:lnTo>
                  <a:cubicBezTo>
                    <a:pt x="596" y="4858"/>
                    <a:pt x="596" y="5072"/>
                    <a:pt x="715" y="5192"/>
                  </a:cubicBezTo>
                  <a:lnTo>
                    <a:pt x="1143" y="5596"/>
                  </a:lnTo>
                  <a:cubicBezTo>
                    <a:pt x="1203" y="5656"/>
                    <a:pt x="1280" y="5686"/>
                    <a:pt x="1358" y="5686"/>
                  </a:cubicBezTo>
                  <a:cubicBezTo>
                    <a:pt x="1435" y="5686"/>
                    <a:pt x="1512" y="5656"/>
                    <a:pt x="1572" y="5596"/>
                  </a:cubicBezTo>
                  <a:lnTo>
                    <a:pt x="1810" y="5358"/>
                  </a:lnTo>
                  <a:cubicBezTo>
                    <a:pt x="2048" y="5501"/>
                    <a:pt x="2286" y="5596"/>
                    <a:pt x="2524" y="5644"/>
                  </a:cubicBezTo>
                  <a:lnTo>
                    <a:pt x="2524" y="5977"/>
                  </a:lnTo>
                  <a:cubicBezTo>
                    <a:pt x="2524" y="6168"/>
                    <a:pt x="2691" y="6311"/>
                    <a:pt x="2858" y="6311"/>
                  </a:cubicBezTo>
                  <a:lnTo>
                    <a:pt x="3453" y="6311"/>
                  </a:lnTo>
                  <a:cubicBezTo>
                    <a:pt x="3644" y="6311"/>
                    <a:pt x="3787" y="6168"/>
                    <a:pt x="3787" y="5977"/>
                  </a:cubicBezTo>
                  <a:lnTo>
                    <a:pt x="3787" y="5644"/>
                  </a:lnTo>
                  <a:cubicBezTo>
                    <a:pt x="4049" y="5596"/>
                    <a:pt x="4287" y="5501"/>
                    <a:pt x="4501" y="5358"/>
                  </a:cubicBezTo>
                  <a:lnTo>
                    <a:pt x="4739" y="5596"/>
                  </a:lnTo>
                  <a:cubicBezTo>
                    <a:pt x="4799" y="5656"/>
                    <a:pt x="4870" y="5686"/>
                    <a:pt x="4948" y="5686"/>
                  </a:cubicBezTo>
                  <a:cubicBezTo>
                    <a:pt x="5025" y="5686"/>
                    <a:pt x="5108" y="5656"/>
                    <a:pt x="5192" y="5596"/>
                  </a:cubicBezTo>
                  <a:lnTo>
                    <a:pt x="5597" y="5192"/>
                  </a:lnTo>
                  <a:cubicBezTo>
                    <a:pt x="5716" y="5072"/>
                    <a:pt x="5716" y="4858"/>
                    <a:pt x="5597" y="4739"/>
                  </a:cubicBezTo>
                  <a:lnTo>
                    <a:pt x="5358" y="4501"/>
                  </a:lnTo>
                  <a:cubicBezTo>
                    <a:pt x="5501" y="4287"/>
                    <a:pt x="5597" y="4025"/>
                    <a:pt x="5668" y="3786"/>
                  </a:cubicBezTo>
                  <a:lnTo>
                    <a:pt x="6025" y="3786"/>
                  </a:lnTo>
                  <a:cubicBezTo>
                    <a:pt x="6192" y="3786"/>
                    <a:pt x="6335" y="3644"/>
                    <a:pt x="6335" y="3453"/>
                  </a:cubicBezTo>
                  <a:lnTo>
                    <a:pt x="6335" y="2858"/>
                  </a:lnTo>
                  <a:cubicBezTo>
                    <a:pt x="6335" y="2691"/>
                    <a:pt x="6192" y="2524"/>
                    <a:pt x="6025" y="2524"/>
                  </a:cubicBezTo>
                  <a:lnTo>
                    <a:pt x="5668" y="2524"/>
                  </a:lnTo>
                  <a:cubicBezTo>
                    <a:pt x="5597" y="2286"/>
                    <a:pt x="5501" y="2024"/>
                    <a:pt x="5358" y="1810"/>
                  </a:cubicBezTo>
                  <a:lnTo>
                    <a:pt x="5597" y="1572"/>
                  </a:lnTo>
                  <a:cubicBezTo>
                    <a:pt x="5716" y="1453"/>
                    <a:pt x="5716" y="1262"/>
                    <a:pt x="5597" y="1119"/>
                  </a:cubicBezTo>
                  <a:lnTo>
                    <a:pt x="5192" y="714"/>
                  </a:lnTo>
                  <a:cubicBezTo>
                    <a:pt x="5132" y="655"/>
                    <a:pt x="5049" y="625"/>
                    <a:pt x="4965" y="625"/>
                  </a:cubicBezTo>
                  <a:cubicBezTo>
                    <a:pt x="4882" y="625"/>
                    <a:pt x="4799" y="655"/>
                    <a:pt x="4739" y="714"/>
                  </a:cubicBezTo>
                  <a:lnTo>
                    <a:pt x="4501" y="953"/>
                  </a:lnTo>
                  <a:cubicBezTo>
                    <a:pt x="4263" y="810"/>
                    <a:pt x="4025" y="714"/>
                    <a:pt x="3787" y="667"/>
                  </a:cubicBezTo>
                  <a:lnTo>
                    <a:pt x="3787" y="333"/>
                  </a:lnTo>
                  <a:cubicBezTo>
                    <a:pt x="3787" y="143"/>
                    <a:pt x="3644" y="0"/>
                    <a:pt x="3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0" name="Google Shape;14130;p90"/>
            <p:cNvSpPr/>
            <p:nvPr/>
          </p:nvSpPr>
          <p:spPr>
            <a:xfrm>
              <a:off x="6232763" y="2427808"/>
              <a:ext cx="16100" cy="41700"/>
            </a:xfrm>
            <a:custGeom>
              <a:rect b="b" l="l" r="r" t="t"/>
              <a:pathLst>
                <a:path extrusionOk="0" h="1668" w="644">
                  <a:moveTo>
                    <a:pt x="191" y="1"/>
                  </a:moveTo>
                  <a:cubicBezTo>
                    <a:pt x="119" y="1"/>
                    <a:pt x="48" y="48"/>
                    <a:pt x="24" y="144"/>
                  </a:cubicBezTo>
                  <a:cubicBezTo>
                    <a:pt x="0" y="263"/>
                    <a:pt x="72" y="358"/>
                    <a:pt x="191" y="358"/>
                  </a:cubicBezTo>
                  <a:lnTo>
                    <a:pt x="310" y="358"/>
                  </a:lnTo>
                  <a:lnTo>
                    <a:pt x="310" y="1477"/>
                  </a:lnTo>
                  <a:cubicBezTo>
                    <a:pt x="286" y="1573"/>
                    <a:pt x="381" y="1668"/>
                    <a:pt x="477" y="1668"/>
                  </a:cubicBezTo>
                  <a:cubicBezTo>
                    <a:pt x="548" y="1668"/>
                    <a:pt x="643" y="1573"/>
                    <a:pt x="643" y="1477"/>
                  </a:cubicBezTo>
                  <a:lnTo>
                    <a:pt x="643" y="168"/>
                  </a:lnTo>
                  <a:cubicBezTo>
                    <a:pt x="643" y="72"/>
                    <a:pt x="548"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1" name="Google Shape;14131;p90"/>
            <p:cNvSpPr/>
            <p:nvPr/>
          </p:nvSpPr>
          <p:spPr>
            <a:xfrm>
              <a:off x="6319088" y="2526658"/>
              <a:ext cx="100050" cy="99425"/>
            </a:xfrm>
            <a:custGeom>
              <a:rect b="b" l="l" r="r" t="t"/>
              <a:pathLst>
                <a:path extrusionOk="0" h="3977" w="4002">
                  <a:moveTo>
                    <a:pt x="1977" y="0"/>
                  </a:moveTo>
                  <a:cubicBezTo>
                    <a:pt x="881" y="0"/>
                    <a:pt x="0" y="881"/>
                    <a:pt x="0" y="1977"/>
                  </a:cubicBezTo>
                  <a:cubicBezTo>
                    <a:pt x="0" y="3096"/>
                    <a:pt x="881" y="3977"/>
                    <a:pt x="1977" y="3977"/>
                  </a:cubicBezTo>
                  <a:cubicBezTo>
                    <a:pt x="2334" y="3977"/>
                    <a:pt x="2691" y="3882"/>
                    <a:pt x="3001" y="3715"/>
                  </a:cubicBezTo>
                  <a:cubicBezTo>
                    <a:pt x="3072" y="3667"/>
                    <a:pt x="3120" y="3572"/>
                    <a:pt x="3049" y="3477"/>
                  </a:cubicBezTo>
                  <a:cubicBezTo>
                    <a:pt x="3020" y="3419"/>
                    <a:pt x="2973" y="3388"/>
                    <a:pt x="2920" y="3388"/>
                  </a:cubicBezTo>
                  <a:cubicBezTo>
                    <a:pt x="2886" y="3388"/>
                    <a:pt x="2848" y="3401"/>
                    <a:pt x="2810" y="3429"/>
                  </a:cubicBezTo>
                  <a:cubicBezTo>
                    <a:pt x="2572" y="3572"/>
                    <a:pt x="2287" y="3667"/>
                    <a:pt x="1977" y="3667"/>
                  </a:cubicBezTo>
                  <a:cubicBezTo>
                    <a:pt x="1072" y="3667"/>
                    <a:pt x="310" y="2905"/>
                    <a:pt x="310" y="1977"/>
                  </a:cubicBezTo>
                  <a:cubicBezTo>
                    <a:pt x="310" y="1072"/>
                    <a:pt x="1072" y="310"/>
                    <a:pt x="1977" y="310"/>
                  </a:cubicBezTo>
                  <a:cubicBezTo>
                    <a:pt x="2906" y="310"/>
                    <a:pt x="3644" y="1072"/>
                    <a:pt x="3644" y="1977"/>
                  </a:cubicBezTo>
                  <a:cubicBezTo>
                    <a:pt x="3644" y="2310"/>
                    <a:pt x="3573" y="2643"/>
                    <a:pt x="3358" y="2905"/>
                  </a:cubicBezTo>
                  <a:cubicBezTo>
                    <a:pt x="3287" y="3001"/>
                    <a:pt x="3334" y="3096"/>
                    <a:pt x="3406" y="3143"/>
                  </a:cubicBezTo>
                  <a:cubicBezTo>
                    <a:pt x="3443" y="3172"/>
                    <a:pt x="3481" y="3185"/>
                    <a:pt x="3516" y="3185"/>
                  </a:cubicBezTo>
                  <a:cubicBezTo>
                    <a:pt x="3569" y="3185"/>
                    <a:pt x="3615" y="3154"/>
                    <a:pt x="3644" y="3096"/>
                  </a:cubicBezTo>
                  <a:cubicBezTo>
                    <a:pt x="3882" y="2762"/>
                    <a:pt x="4001" y="2381"/>
                    <a:pt x="4001" y="1953"/>
                  </a:cubicBezTo>
                  <a:cubicBezTo>
                    <a:pt x="4001" y="881"/>
                    <a:pt x="3096" y="0"/>
                    <a:pt x="1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2" name="Google Shape;14132;p90"/>
            <p:cNvSpPr/>
            <p:nvPr/>
          </p:nvSpPr>
          <p:spPr>
            <a:xfrm>
              <a:off x="6278588" y="2486158"/>
              <a:ext cx="181025" cy="179825"/>
            </a:xfrm>
            <a:custGeom>
              <a:rect b="b" l="l" r="r" t="t"/>
              <a:pathLst>
                <a:path extrusionOk="0" h="7193" w="7241">
                  <a:moveTo>
                    <a:pt x="3930" y="334"/>
                  </a:moveTo>
                  <a:lnTo>
                    <a:pt x="3930" y="715"/>
                  </a:lnTo>
                  <a:cubicBezTo>
                    <a:pt x="3930" y="858"/>
                    <a:pt x="4049" y="1025"/>
                    <a:pt x="4192" y="1048"/>
                  </a:cubicBezTo>
                  <a:cubicBezTo>
                    <a:pt x="4478" y="1096"/>
                    <a:pt x="4740" y="1215"/>
                    <a:pt x="4978" y="1382"/>
                  </a:cubicBezTo>
                  <a:cubicBezTo>
                    <a:pt x="5031" y="1417"/>
                    <a:pt x="5083" y="1433"/>
                    <a:pt x="5134" y="1433"/>
                  </a:cubicBezTo>
                  <a:cubicBezTo>
                    <a:pt x="5223" y="1433"/>
                    <a:pt x="5308" y="1386"/>
                    <a:pt x="5383" y="1310"/>
                  </a:cubicBezTo>
                  <a:lnTo>
                    <a:pt x="5693" y="1025"/>
                  </a:lnTo>
                  <a:lnTo>
                    <a:pt x="6169" y="1501"/>
                  </a:lnTo>
                  <a:lnTo>
                    <a:pt x="5859" y="1787"/>
                  </a:lnTo>
                  <a:cubicBezTo>
                    <a:pt x="5740" y="1906"/>
                    <a:pt x="5740" y="2096"/>
                    <a:pt x="5812" y="2215"/>
                  </a:cubicBezTo>
                  <a:cubicBezTo>
                    <a:pt x="5955" y="2454"/>
                    <a:pt x="6074" y="2715"/>
                    <a:pt x="6145" y="2977"/>
                  </a:cubicBezTo>
                  <a:cubicBezTo>
                    <a:pt x="6169" y="3144"/>
                    <a:pt x="6312" y="3263"/>
                    <a:pt x="6455" y="3263"/>
                  </a:cubicBezTo>
                  <a:lnTo>
                    <a:pt x="6883" y="3263"/>
                  </a:lnTo>
                  <a:lnTo>
                    <a:pt x="6883" y="3930"/>
                  </a:lnTo>
                  <a:lnTo>
                    <a:pt x="6502" y="3930"/>
                  </a:lnTo>
                  <a:cubicBezTo>
                    <a:pt x="6336" y="3930"/>
                    <a:pt x="6193" y="4049"/>
                    <a:pt x="6169" y="4192"/>
                  </a:cubicBezTo>
                  <a:cubicBezTo>
                    <a:pt x="6097" y="4478"/>
                    <a:pt x="5978" y="4740"/>
                    <a:pt x="5836" y="4978"/>
                  </a:cubicBezTo>
                  <a:cubicBezTo>
                    <a:pt x="5740" y="5121"/>
                    <a:pt x="5788" y="5287"/>
                    <a:pt x="5907" y="5383"/>
                  </a:cubicBezTo>
                  <a:lnTo>
                    <a:pt x="6193" y="5692"/>
                  </a:lnTo>
                  <a:lnTo>
                    <a:pt x="5716" y="6169"/>
                  </a:lnTo>
                  <a:lnTo>
                    <a:pt x="5431" y="5883"/>
                  </a:lnTo>
                  <a:cubicBezTo>
                    <a:pt x="5358" y="5810"/>
                    <a:pt x="5258" y="5782"/>
                    <a:pt x="5164" y="5782"/>
                  </a:cubicBezTo>
                  <a:cubicBezTo>
                    <a:pt x="5105" y="5782"/>
                    <a:pt x="5048" y="5793"/>
                    <a:pt x="5002" y="5811"/>
                  </a:cubicBezTo>
                  <a:cubicBezTo>
                    <a:pt x="4764" y="5954"/>
                    <a:pt x="4502" y="6073"/>
                    <a:pt x="4240" y="6145"/>
                  </a:cubicBezTo>
                  <a:cubicBezTo>
                    <a:pt x="4073" y="6169"/>
                    <a:pt x="3954" y="6311"/>
                    <a:pt x="3954" y="6478"/>
                  </a:cubicBezTo>
                  <a:lnTo>
                    <a:pt x="3954" y="6883"/>
                  </a:lnTo>
                  <a:lnTo>
                    <a:pt x="3287" y="6883"/>
                  </a:lnTo>
                  <a:lnTo>
                    <a:pt x="3287" y="6502"/>
                  </a:lnTo>
                  <a:cubicBezTo>
                    <a:pt x="3287" y="6359"/>
                    <a:pt x="3168" y="6192"/>
                    <a:pt x="3002" y="6169"/>
                  </a:cubicBezTo>
                  <a:cubicBezTo>
                    <a:pt x="2740" y="6121"/>
                    <a:pt x="2478" y="5978"/>
                    <a:pt x="2240" y="5835"/>
                  </a:cubicBezTo>
                  <a:cubicBezTo>
                    <a:pt x="2187" y="5800"/>
                    <a:pt x="2131" y="5784"/>
                    <a:pt x="2076" y="5784"/>
                  </a:cubicBezTo>
                  <a:cubicBezTo>
                    <a:pt x="1981" y="5784"/>
                    <a:pt x="1886" y="5831"/>
                    <a:pt x="1811" y="5907"/>
                  </a:cubicBezTo>
                  <a:lnTo>
                    <a:pt x="1525" y="6192"/>
                  </a:lnTo>
                  <a:lnTo>
                    <a:pt x="1049" y="5716"/>
                  </a:lnTo>
                  <a:lnTo>
                    <a:pt x="1335" y="5430"/>
                  </a:lnTo>
                  <a:cubicBezTo>
                    <a:pt x="1454" y="5311"/>
                    <a:pt x="1454" y="5121"/>
                    <a:pt x="1406" y="5002"/>
                  </a:cubicBezTo>
                  <a:cubicBezTo>
                    <a:pt x="1263" y="4763"/>
                    <a:pt x="1144" y="4502"/>
                    <a:pt x="1073" y="4240"/>
                  </a:cubicBezTo>
                  <a:cubicBezTo>
                    <a:pt x="1049" y="4073"/>
                    <a:pt x="906" y="3954"/>
                    <a:pt x="739" y="3954"/>
                  </a:cubicBezTo>
                  <a:lnTo>
                    <a:pt x="334" y="3954"/>
                  </a:lnTo>
                  <a:lnTo>
                    <a:pt x="334" y="3287"/>
                  </a:lnTo>
                  <a:lnTo>
                    <a:pt x="715" y="3287"/>
                  </a:lnTo>
                  <a:cubicBezTo>
                    <a:pt x="858" y="3287"/>
                    <a:pt x="1025" y="3168"/>
                    <a:pt x="1049" y="3001"/>
                  </a:cubicBezTo>
                  <a:cubicBezTo>
                    <a:pt x="1096" y="2739"/>
                    <a:pt x="1216" y="2477"/>
                    <a:pt x="1382" y="2239"/>
                  </a:cubicBezTo>
                  <a:cubicBezTo>
                    <a:pt x="1454" y="2096"/>
                    <a:pt x="1430" y="1930"/>
                    <a:pt x="1311" y="1811"/>
                  </a:cubicBezTo>
                  <a:lnTo>
                    <a:pt x="1025" y="1525"/>
                  </a:lnTo>
                  <a:lnTo>
                    <a:pt x="1501" y="1048"/>
                  </a:lnTo>
                  <a:lnTo>
                    <a:pt x="1787" y="1334"/>
                  </a:lnTo>
                  <a:cubicBezTo>
                    <a:pt x="1860" y="1407"/>
                    <a:pt x="1960" y="1435"/>
                    <a:pt x="2053" y="1435"/>
                  </a:cubicBezTo>
                  <a:cubicBezTo>
                    <a:pt x="2113" y="1435"/>
                    <a:pt x="2170" y="1424"/>
                    <a:pt x="2216" y="1406"/>
                  </a:cubicBezTo>
                  <a:cubicBezTo>
                    <a:pt x="2454" y="1263"/>
                    <a:pt x="2716" y="1144"/>
                    <a:pt x="2978" y="1072"/>
                  </a:cubicBezTo>
                  <a:cubicBezTo>
                    <a:pt x="3121" y="1048"/>
                    <a:pt x="3240" y="906"/>
                    <a:pt x="3240" y="739"/>
                  </a:cubicBezTo>
                  <a:lnTo>
                    <a:pt x="3240" y="334"/>
                  </a:lnTo>
                  <a:close/>
                  <a:moveTo>
                    <a:pt x="3240" y="1"/>
                  </a:moveTo>
                  <a:cubicBezTo>
                    <a:pt x="3073" y="1"/>
                    <a:pt x="2906" y="167"/>
                    <a:pt x="2906" y="334"/>
                  </a:cubicBezTo>
                  <a:lnTo>
                    <a:pt x="2906" y="763"/>
                  </a:lnTo>
                  <a:cubicBezTo>
                    <a:pt x="2621" y="810"/>
                    <a:pt x="2311" y="953"/>
                    <a:pt x="2049" y="1120"/>
                  </a:cubicBezTo>
                  <a:lnTo>
                    <a:pt x="1763" y="810"/>
                  </a:lnTo>
                  <a:cubicBezTo>
                    <a:pt x="1704" y="739"/>
                    <a:pt x="1614" y="703"/>
                    <a:pt x="1525" y="703"/>
                  </a:cubicBezTo>
                  <a:cubicBezTo>
                    <a:pt x="1436" y="703"/>
                    <a:pt x="1346" y="739"/>
                    <a:pt x="1287" y="810"/>
                  </a:cubicBezTo>
                  <a:lnTo>
                    <a:pt x="811" y="1287"/>
                  </a:lnTo>
                  <a:cubicBezTo>
                    <a:pt x="692" y="1406"/>
                    <a:pt x="692" y="1644"/>
                    <a:pt x="811" y="1763"/>
                  </a:cubicBezTo>
                  <a:lnTo>
                    <a:pt x="1096" y="2072"/>
                  </a:lnTo>
                  <a:cubicBezTo>
                    <a:pt x="930" y="2334"/>
                    <a:pt x="811" y="2620"/>
                    <a:pt x="739" y="2930"/>
                  </a:cubicBezTo>
                  <a:lnTo>
                    <a:pt x="334" y="2930"/>
                  </a:lnTo>
                  <a:cubicBezTo>
                    <a:pt x="144" y="2930"/>
                    <a:pt x="1" y="3073"/>
                    <a:pt x="1" y="3263"/>
                  </a:cubicBezTo>
                  <a:lnTo>
                    <a:pt x="1" y="3930"/>
                  </a:lnTo>
                  <a:cubicBezTo>
                    <a:pt x="1" y="4121"/>
                    <a:pt x="144" y="4263"/>
                    <a:pt x="334" y="4263"/>
                  </a:cubicBezTo>
                  <a:lnTo>
                    <a:pt x="715" y="4263"/>
                  </a:lnTo>
                  <a:cubicBezTo>
                    <a:pt x="763" y="4573"/>
                    <a:pt x="930" y="4859"/>
                    <a:pt x="1073" y="5121"/>
                  </a:cubicBezTo>
                  <a:lnTo>
                    <a:pt x="763" y="5430"/>
                  </a:lnTo>
                  <a:cubicBezTo>
                    <a:pt x="644" y="5549"/>
                    <a:pt x="644" y="5788"/>
                    <a:pt x="763" y="5907"/>
                  </a:cubicBezTo>
                  <a:lnTo>
                    <a:pt x="1239" y="6383"/>
                  </a:lnTo>
                  <a:cubicBezTo>
                    <a:pt x="1299" y="6442"/>
                    <a:pt x="1394" y="6472"/>
                    <a:pt x="1486" y="6472"/>
                  </a:cubicBezTo>
                  <a:cubicBezTo>
                    <a:pt x="1579" y="6472"/>
                    <a:pt x="1668" y="6442"/>
                    <a:pt x="1716" y="6383"/>
                  </a:cubicBezTo>
                  <a:lnTo>
                    <a:pt x="2025" y="6073"/>
                  </a:lnTo>
                  <a:cubicBezTo>
                    <a:pt x="2287" y="6264"/>
                    <a:pt x="2597" y="6383"/>
                    <a:pt x="2883" y="6431"/>
                  </a:cubicBezTo>
                  <a:lnTo>
                    <a:pt x="2883" y="6859"/>
                  </a:lnTo>
                  <a:cubicBezTo>
                    <a:pt x="2883" y="7026"/>
                    <a:pt x="3025" y="7193"/>
                    <a:pt x="3216" y="7193"/>
                  </a:cubicBezTo>
                  <a:lnTo>
                    <a:pt x="3907" y="7193"/>
                  </a:lnTo>
                  <a:cubicBezTo>
                    <a:pt x="4073" y="7193"/>
                    <a:pt x="4216" y="7026"/>
                    <a:pt x="4216" y="6859"/>
                  </a:cubicBezTo>
                  <a:lnTo>
                    <a:pt x="4216" y="6478"/>
                  </a:lnTo>
                  <a:cubicBezTo>
                    <a:pt x="4526" y="6407"/>
                    <a:pt x="4812" y="6264"/>
                    <a:pt x="5097" y="6121"/>
                  </a:cubicBezTo>
                  <a:lnTo>
                    <a:pt x="5383" y="6407"/>
                  </a:lnTo>
                  <a:cubicBezTo>
                    <a:pt x="5443" y="6466"/>
                    <a:pt x="5532" y="6496"/>
                    <a:pt x="5621" y="6496"/>
                  </a:cubicBezTo>
                  <a:cubicBezTo>
                    <a:pt x="5711" y="6496"/>
                    <a:pt x="5800" y="6466"/>
                    <a:pt x="5859" y="6407"/>
                  </a:cubicBezTo>
                  <a:lnTo>
                    <a:pt x="6336" y="5930"/>
                  </a:lnTo>
                  <a:cubicBezTo>
                    <a:pt x="6455" y="5811"/>
                    <a:pt x="6455" y="5573"/>
                    <a:pt x="6336" y="5454"/>
                  </a:cubicBezTo>
                  <a:lnTo>
                    <a:pt x="6050" y="5168"/>
                  </a:lnTo>
                  <a:cubicBezTo>
                    <a:pt x="6217" y="4883"/>
                    <a:pt x="6336" y="4597"/>
                    <a:pt x="6407" y="4287"/>
                  </a:cubicBezTo>
                  <a:lnTo>
                    <a:pt x="6812" y="4287"/>
                  </a:lnTo>
                  <a:cubicBezTo>
                    <a:pt x="7002" y="4287"/>
                    <a:pt x="7145" y="4144"/>
                    <a:pt x="7145" y="3978"/>
                  </a:cubicBezTo>
                  <a:lnTo>
                    <a:pt x="7145" y="3287"/>
                  </a:lnTo>
                  <a:cubicBezTo>
                    <a:pt x="7241" y="3073"/>
                    <a:pt x="7098" y="2930"/>
                    <a:pt x="6883" y="2930"/>
                  </a:cubicBezTo>
                  <a:lnTo>
                    <a:pt x="6455" y="2930"/>
                  </a:lnTo>
                  <a:cubicBezTo>
                    <a:pt x="6407" y="2620"/>
                    <a:pt x="6264" y="2334"/>
                    <a:pt x="6097" y="2072"/>
                  </a:cubicBezTo>
                  <a:lnTo>
                    <a:pt x="6407" y="1763"/>
                  </a:lnTo>
                  <a:cubicBezTo>
                    <a:pt x="6455" y="1715"/>
                    <a:pt x="6479" y="1644"/>
                    <a:pt x="6479" y="1596"/>
                  </a:cubicBezTo>
                  <a:cubicBezTo>
                    <a:pt x="6526" y="1477"/>
                    <a:pt x="6455" y="1382"/>
                    <a:pt x="6407" y="1287"/>
                  </a:cubicBezTo>
                  <a:lnTo>
                    <a:pt x="5931" y="810"/>
                  </a:lnTo>
                  <a:cubicBezTo>
                    <a:pt x="5859" y="763"/>
                    <a:pt x="5836" y="715"/>
                    <a:pt x="5740" y="715"/>
                  </a:cubicBezTo>
                  <a:cubicBezTo>
                    <a:pt x="5712" y="709"/>
                    <a:pt x="5684" y="706"/>
                    <a:pt x="5656" y="706"/>
                  </a:cubicBezTo>
                  <a:cubicBezTo>
                    <a:pt x="5566" y="706"/>
                    <a:pt x="5480" y="738"/>
                    <a:pt x="5407" y="810"/>
                  </a:cubicBezTo>
                  <a:lnTo>
                    <a:pt x="5121" y="1120"/>
                  </a:lnTo>
                  <a:cubicBezTo>
                    <a:pt x="4859" y="929"/>
                    <a:pt x="4550" y="810"/>
                    <a:pt x="4264" y="763"/>
                  </a:cubicBezTo>
                  <a:lnTo>
                    <a:pt x="4264" y="334"/>
                  </a:lnTo>
                  <a:cubicBezTo>
                    <a:pt x="4264" y="167"/>
                    <a:pt x="4097" y="1"/>
                    <a:pt x="3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3" name="Google Shape;14133;p90"/>
            <p:cNvSpPr/>
            <p:nvPr/>
          </p:nvSpPr>
          <p:spPr>
            <a:xfrm>
              <a:off x="6355988" y="2553433"/>
              <a:ext cx="26825" cy="42900"/>
            </a:xfrm>
            <a:custGeom>
              <a:rect b="b" l="l" r="r" t="t"/>
              <a:pathLst>
                <a:path extrusionOk="0" h="1716" w="1073">
                  <a:moveTo>
                    <a:pt x="549" y="1"/>
                  </a:moveTo>
                  <a:cubicBezTo>
                    <a:pt x="310" y="1"/>
                    <a:pt x="96" y="167"/>
                    <a:pt x="25" y="382"/>
                  </a:cubicBezTo>
                  <a:cubicBezTo>
                    <a:pt x="1" y="477"/>
                    <a:pt x="72" y="572"/>
                    <a:pt x="120" y="596"/>
                  </a:cubicBezTo>
                  <a:cubicBezTo>
                    <a:pt x="136" y="599"/>
                    <a:pt x="151" y="601"/>
                    <a:pt x="166" y="601"/>
                  </a:cubicBezTo>
                  <a:cubicBezTo>
                    <a:pt x="263" y="601"/>
                    <a:pt x="337" y="539"/>
                    <a:pt x="358" y="477"/>
                  </a:cubicBezTo>
                  <a:cubicBezTo>
                    <a:pt x="382" y="382"/>
                    <a:pt x="453" y="358"/>
                    <a:pt x="501" y="358"/>
                  </a:cubicBezTo>
                  <a:cubicBezTo>
                    <a:pt x="596" y="358"/>
                    <a:pt x="644" y="405"/>
                    <a:pt x="644" y="501"/>
                  </a:cubicBezTo>
                  <a:lnTo>
                    <a:pt x="644" y="525"/>
                  </a:lnTo>
                  <a:cubicBezTo>
                    <a:pt x="620" y="644"/>
                    <a:pt x="596" y="739"/>
                    <a:pt x="549" y="810"/>
                  </a:cubicBezTo>
                  <a:cubicBezTo>
                    <a:pt x="334" y="1096"/>
                    <a:pt x="215" y="1239"/>
                    <a:pt x="144" y="1334"/>
                  </a:cubicBezTo>
                  <a:cubicBezTo>
                    <a:pt x="72" y="1453"/>
                    <a:pt x="25" y="1525"/>
                    <a:pt x="72" y="1596"/>
                  </a:cubicBezTo>
                  <a:cubicBezTo>
                    <a:pt x="96" y="1668"/>
                    <a:pt x="120" y="1691"/>
                    <a:pt x="191" y="1715"/>
                  </a:cubicBezTo>
                  <a:lnTo>
                    <a:pt x="906" y="1715"/>
                  </a:lnTo>
                  <a:cubicBezTo>
                    <a:pt x="977" y="1715"/>
                    <a:pt x="1073" y="1668"/>
                    <a:pt x="1073" y="1572"/>
                  </a:cubicBezTo>
                  <a:cubicBezTo>
                    <a:pt x="1073" y="1453"/>
                    <a:pt x="1025" y="1358"/>
                    <a:pt x="906" y="1358"/>
                  </a:cubicBezTo>
                  <a:lnTo>
                    <a:pt x="572" y="1358"/>
                  </a:lnTo>
                  <a:cubicBezTo>
                    <a:pt x="620" y="1263"/>
                    <a:pt x="715" y="1168"/>
                    <a:pt x="858" y="977"/>
                  </a:cubicBezTo>
                  <a:cubicBezTo>
                    <a:pt x="953" y="858"/>
                    <a:pt x="1025" y="739"/>
                    <a:pt x="1049" y="620"/>
                  </a:cubicBezTo>
                  <a:lnTo>
                    <a:pt x="1049" y="596"/>
                  </a:lnTo>
                  <a:lnTo>
                    <a:pt x="1049" y="525"/>
                  </a:lnTo>
                  <a:lnTo>
                    <a:pt x="1049" y="501"/>
                  </a:lnTo>
                  <a:cubicBezTo>
                    <a:pt x="1049" y="239"/>
                    <a:pt x="811"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34" name="Google Shape;14134;p90"/>
          <p:cNvGrpSpPr/>
          <p:nvPr/>
        </p:nvGrpSpPr>
        <p:grpSpPr>
          <a:xfrm>
            <a:off x="6273377" y="2292547"/>
            <a:ext cx="356019" cy="354614"/>
            <a:chOff x="5676088" y="2370058"/>
            <a:chExt cx="297700" cy="296525"/>
          </a:xfrm>
        </p:grpSpPr>
        <p:sp>
          <p:nvSpPr>
            <p:cNvPr id="14135" name="Google Shape;14135;p90"/>
            <p:cNvSpPr/>
            <p:nvPr/>
          </p:nvSpPr>
          <p:spPr>
            <a:xfrm>
              <a:off x="5787438" y="2492108"/>
              <a:ext cx="75025" cy="8950"/>
            </a:xfrm>
            <a:custGeom>
              <a:rect b="b" l="l" r="r" t="t"/>
              <a:pathLst>
                <a:path extrusionOk="0" h="358" w="3001">
                  <a:moveTo>
                    <a:pt x="214" y="1"/>
                  </a:moveTo>
                  <a:cubicBezTo>
                    <a:pt x="119" y="1"/>
                    <a:pt x="71" y="72"/>
                    <a:pt x="24" y="167"/>
                  </a:cubicBezTo>
                  <a:cubicBezTo>
                    <a:pt x="0" y="287"/>
                    <a:pt x="95" y="358"/>
                    <a:pt x="214" y="358"/>
                  </a:cubicBezTo>
                  <a:lnTo>
                    <a:pt x="2834" y="358"/>
                  </a:lnTo>
                  <a:cubicBezTo>
                    <a:pt x="2905" y="358"/>
                    <a:pt x="2977" y="310"/>
                    <a:pt x="3001" y="215"/>
                  </a:cubicBezTo>
                  <a:cubicBezTo>
                    <a:pt x="3001" y="120"/>
                    <a:pt x="2929" y="1"/>
                    <a:pt x="2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6" name="Google Shape;14136;p90"/>
            <p:cNvSpPr/>
            <p:nvPr/>
          </p:nvSpPr>
          <p:spPr>
            <a:xfrm>
              <a:off x="5787438" y="2512958"/>
              <a:ext cx="75025" cy="8950"/>
            </a:xfrm>
            <a:custGeom>
              <a:rect b="b" l="l" r="r" t="t"/>
              <a:pathLst>
                <a:path extrusionOk="0" h="358" w="3001">
                  <a:moveTo>
                    <a:pt x="214" y="0"/>
                  </a:moveTo>
                  <a:cubicBezTo>
                    <a:pt x="119" y="0"/>
                    <a:pt x="71" y="72"/>
                    <a:pt x="24" y="143"/>
                  </a:cubicBezTo>
                  <a:cubicBezTo>
                    <a:pt x="0" y="262"/>
                    <a:pt x="95" y="357"/>
                    <a:pt x="214" y="357"/>
                  </a:cubicBezTo>
                  <a:lnTo>
                    <a:pt x="2834" y="357"/>
                  </a:lnTo>
                  <a:cubicBezTo>
                    <a:pt x="2929" y="357"/>
                    <a:pt x="3001" y="310"/>
                    <a:pt x="3001" y="191"/>
                  </a:cubicBezTo>
                  <a:cubicBezTo>
                    <a:pt x="3001" y="96"/>
                    <a:pt x="2929" y="0"/>
                    <a:pt x="2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7" name="Google Shape;14137;p90"/>
            <p:cNvSpPr/>
            <p:nvPr/>
          </p:nvSpPr>
          <p:spPr>
            <a:xfrm>
              <a:off x="5804088" y="2534983"/>
              <a:ext cx="42900" cy="8950"/>
            </a:xfrm>
            <a:custGeom>
              <a:rect b="b" l="l" r="r" t="t"/>
              <a:pathLst>
                <a:path extrusionOk="0" h="358" w="1716">
                  <a:moveTo>
                    <a:pt x="191" y="0"/>
                  </a:moveTo>
                  <a:cubicBezTo>
                    <a:pt x="72" y="0"/>
                    <a:pt x="1" y="72"/>
                    <a:pt x="25" y="191"/>
                  </a:cubicBezTo>
                  <a:cubicBezTo>
                    <a:pt x="48" y="286"/>
                    <a:pt x="120" y="358"/>
                    <a:pt x="191" y="358"/>
                  </a:cubicBezTo>
                  <a:lnTo>
                    <a:pt x="1501" y="358"/>
                  </a:lnTo>
                  <a:cubicBezTo>
                    <a:pt x="1596" y="358"/>
                    <a:pt x="1668" y="286"/>
                    <a:pt x="1692" y="191"/>
                  </a:cubicBezTo>
                  <a:cubicBezTo>
                    <a:pt x="1715" y="72"/>
                    <a:pt x="1620" y="0"/>
                    <a:pt x="1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8" name="Google Shape;14138;p90"/>
            <p:cNvSpPr/>
            <p:nvPr/>
          </p:nvSpPr>
          <p:spPr>
            <a:xfrm>
              <a:off x="5753488" y="2448658"/>
              <a:ext cx="141125" cy="140525"/>
            </a:xfrm>
            <a:custGeom>
              <a:rect b="b" l="l" r="r" t="t"/>
              <a:pathLst>
                <a:path extrusionOk="0" h="5621" w="5645">
                  <a:moveTo>
                    <a:pt x="2811" y="0"/>
                  </a:moveTo>
                  <a:cubicBezTo>
                    <a:pt x="1263" y="0"/>
                    <a:pt x="1" y="1262"/>
                    <a:pt x="1" y="2810"/>
                  </a:cubicBezTo>
                  <a:cubicBezTo>
                    <a:pt x="48" y="4335"/>
                    <a:pt x="1310" y="5621"/>
                    <a:pt x="2882" y="5621"/>
                  </a:cubicBezTo>
                  <a:cubicBezTo>
                    <a:pt x="3358" y="5621"/>
                    <a:pt x="3835" y="5501"/>
                    <a:pt x="4240" y="5263"/>
                  </a:cubicBezTo>
                  <a:cubicBezTo>
                    <a:pt x="4335" y="5192"/>
                    <a:pt x="4359" y="5120"/>
                    <a:pt x="4311" y="5025"/>
                  </a:cubicBezTo>
                  <a:cubicBezTo>
                    <a:pt x="4263" y="4962"/>
                    <a:pt x="4216" y="4930"/>
                    <a:pt x="4161" y="4930"/>
                  </a:cubicBezTo>
                  <a:cubicBezTo>
                    <a:pt x="4134" y="4930"/>
                    <a:pt x="4105" y="4938"/>
                    <a:pt x="4073" y="4954"/>
                  </a:cubicBezTo>
                  <a:cubicBezTo>
                    <a:pt x="3716" y="5168"/>
                    <a:pt x="3287" y="5287"/>
                    <a:pt x="2858" y="5287"/>
                  </a:cubicBezTo>
                  <a:cubicBezTo>
                    <a:pt x="1477" y="5287"/>
                    <a:pt x="382" y="4192"/>
                    <a:pt x="382" y="2810"/>
                  </a:cubicBezTo>
                  <a:cubicBezTo>
                    <a:pt x="382" y="1453"/>
                    <a:pt x="1477" y="358"/>
                    <a:pt x="2858" y="358"/>
                  </a:cubicBezTo>
                  <a:cubicBezTo>
                    <a:pt x="4216" y="358"/>
                    <a:pt x="5311" y="1453"/>
                    <a:pt x="5311" y="2810"/>
                  </a:cubicBezTo>
                  <a:cubicBezTo>
                    <a:pt x="5311" y="3453"/>
                    <a:pt x="5073" y="4073"/>
                    <a:pt x="4644" y="4525"/>
                  </a:cubicBezTo>
                  <a:cubicBezTo>
                    <a:pt x="4573" y="4573"/>
                    <a:pt x="4573" y="4692"/>
                    <a:pt x="4644" y="4763"/>
                  </a:cubicBezTo>
                  <a:cubicBezTo>
                    <a:pt x="4668" y="4787"/>
                    <a:pt x="4710" y="4799"/>
                    <a:pt x="4755" y="4799"/>
                  </a:cubicBezTo>
                  <a:cubicBezTo>
                    <a:pt x="4799" y="4799"/>
                    <a:pt x="4847" y="4787"/>
                    <a:pt x="4883" y="4763"/>
                  </a:cubicBezTo>
                  <a:cubicBezTo>
                    <a:pt x="5383" y="4215"/>
                    <a:pt x="5645" y="3525"/>
                    <a:pt x="5645" y="2810"/>
                  </a:cubicBezTo>
                  <a:cubicBezTo>
                    <a:pt x="5645" y="1262"/>
                    <a:pt x="4359" y="0"/>
                    <a:pt x="2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9" name="Google Shape;14139;p90"/>
            <p:cNvSpPr/>
            <p:nvPr/>
          </p:nvSpPr>
          <p:spPr>
            <a:xfrm>
              <a:off x="5676088" y="2370058"/>
              <a:ext cx="297700" cy="296525"/>
            </a:xfrm>
            <a:custGeom>
              <a:rect b="b" l="l" r="r" t="t"/>
              <a:pathLst>
                <a:path extrusionOk="0" h="11861" w="11908">
                  <a:moveTo>
                    <a:pt x="8931" y="1168"/>
                  </a:moveTo>
                  <a:cubicBezTo>
                    <a:pt x="9693" y="1644"/>
                    <a:pt x="10336" y="2311"/>
                    <a:pt x="10789" y="3073"/>
                  </a:cubicBezTo>
                  <a:cubicBezTo>
                    <a:pt x="11265" y="3883"/>
                    <a:pt x="11527" y="4811"/>
                    <a:pt x="11575" y="5716"/>
                  </a:cubicBezTo>
                  <a:lnTo>
                    <a:pt x="10408" y="5716"/>
                  </a:lnTo>
                  <a:cubicBezTo>
                    <a:pt x="10384" y="5192"/>
                    <a:pt x="10265" y="4645"/>
                    <a:pt x="10050" y="4168"/>
                  </a:cubicBezTo>
                  <a:cubicBezTo>
                    <a:pt x="10027" y="4121"/>
                    <a:pt x="9955" y="4073"/>
                    <a:pt x="9908" y="4049"/>
                  </a:cubicBezTo>
                  <a:lnTo>
                    <a:pt x="9241" y="4002"/>
                  </a:lnTo>
                  <a:lnTo>
                    <a:pt x="9503" y="3406"/>
                  </a:lnTo>
                  <a:cubicBezTo>
                    <a:pt x="9550" y="3335"/>
                    <a:pt x="9550" y="3287"/>
                    <a:pt x="9479" y="3216"/>
                  </a:cubicBezTo>
                  <a:cubicBezTo>
                    <a:pt x="9145" y="2811"/>
                    <a:pt x="8764" y="2430"/>
                    <a:pt x="8312" y="2144"/>
                  </a:cubicBezTo>
                  <a:lnTo>
                    <a:pt x="8931" y="1168"/>
                  </a:lnTo>
                  <a:close/>
                  <a:moveTo>
                    <a:pt x="3025" y="1192"/>
                  </a:moveTo>
                  <a:lnTo>
                    <a:pt x="3621" y="2216"/>
                  </a:lnTo>
                  <a:cubicBezTo>
                    <a:pt x="3168" y="2501"/>
                    <a:pt x="2763" y="2859"/>
                    <a:pt x="2454" y="3287"/>
                  </a:cubicBezTo>
                  <a:cubicBezTo>
                    <a:pt x="2430" y="3335"/>
                    <a:pt x="2406" y="3406"/>
                    <a:pt x="2430" y="3454"/>
                  </a:cubicBezTo>
                  <a:lnTo>
                    <a:pt x="2692" y="4049"/>
                  </a:lnTo>
                  <a:lnTo>
                    <a:pt x="2049" y="4121"/>
                  </a:lnTo>
                  <a:cubicBezTo>
                    <a:pt x="1977" y="4121"/>
                    <a:pt x="1930" y="4168"/>
                    <a:pt x="1882" y="4240"/>
                  </a:cubicBezTo>
                  <a:cubicBezTo>
                    <a:pt x="1692" y="4740"/>
                    <a:pt x="1572" y="5240"/>
                    <a:pt x="1525" y="5788"/>
                  </a:cubicBezTo>
                  <a:lnTo>
                    <a:pt x="382" y="5788"/>
                  </a:lnTo>
                  <a:cubicBezTo>
                    <a:pt x="406" y="4692"/>
                    <a:pt x="763" y="3644"/>
                    <a:pt x="1382" y="2739"/>
                  </a:cubicBezTo>
                  <a:cubicBezTo>
                    <a:pt x="1834" y="2120"/>
                    <a:pt x="2406" y="1596"/>
                    <a:pt x="3025" y="1192"/>
                  </a:cubicBezTo>
                  <a:close/>
                  <a:moveTo>
                    <a:pt x="6550" y="1882"/>
                  </a:moveTo>
                  <a:cubicBezTo>
                    <a:pt x="7050" y="1977"/>
                    <a:pt x="7526" y="2120"/>
                    <a:pt x="7979" y="2382"/>
                  </a:cubicBezTo>
                  <a:cubicBezTo>
                    <a:pt x="8407" y="2668"/>
                    <a:pt x="8812" y="2978"/>
                    <a:pt x="9122" y="3382"/>
                  </a:cubicBezTo>
                  <a:lnTo>
                    <a:pt x="8860" y="3930"/>
                  </a:lnTo>
                  <a:cubicBezTo>
                    <a:pt x="8836" y="4025"/>
                    <a:pt x="8836" y="4121"/>
                    <a:pt x="8860" y="4216"/>
                  </a:cubicBezTo>
                  <a:cubicBezTo>
                    <a:pt x="8931" y="4287"/>
                    <a:pt x="8979" y="4359"/>
                    <a:pt x="9098" y="4359"/>
                  </a:cubicBezTo>
                  <a:lnTo>
                    <a:pt x="9717" y="4406"/>
                  </a:lnTo>
                  <a:cubicBezTo>
                    <a:pt x="9908" y="4883"/>
                    <a:pt x="10027" y="5407"/>
                    <a:pt x="10027" y="5907"/>
                  </a:cubicBezTo>
                  <a:cubicBezTo>
                    <a:pt x="10027" y="6407"/>
                    <a:pt x="9931" y="6907"/>
                    <a:pt x="9717" y="7383"/>
                  </a:cubicBezTo>
                  <a:lnTo>
                    <a:pt x="9098" y="7455"/>
                  </a:lnTo>
                  <a:cubicBezTo>
                    <a:pt x="9003" y="7455"/>
                    <a:pt x="8931" y="7502"/>
                    <a:pt x="8860" y="7598"/>
                  </a:cubicBezTo>
                  <a:cubicBezTo>
                    <a:pt x="8812" y="7693"/>
                    <a:pt x="8812" y="7788"/>
                    <a:pt x="8860" y="7860"/>
                  </a:cubicBezTo>
                  <a:lnTo>
                    <a:pt x="9122" y="8431"/>
                  </a:lnTo>
                  <a:cubicBezTo>
                    <a:pt x="8812" y="8836"/>
                    <a:pt x="8407" y="9169"/>
                    <a:pt x="7979" y="9407"/>
                  </a:cubicBezTo>
                  <a:cubicBezTo>
                    <a:pt x="7526" y="9669"/>
                    <a:pt x="7050" y="9836"/>
                    <a:pt x="6550" y="9908"/>
                  </a:cubicBezTo>
                  <a:lnTo>
                    <a:pt x="6192" y="9407"/>
                  </a:lnTo>
                  <a:cubicBezTo>
                    <a:pt x="6121" y="9312"/>
                    <a:pt x="6026" y="9288"/>
                    <a:pt x="5954" y="9288"/>
                  </a:cubicBezTo>
                  <a:cubicBezTo>
                    <a:pt x="5859" y="9288"/>
                    <a:pt x="5764" y="9360"/>
                    <a:pt x="5716" y="9407"/>
                  </a:cubicBezTo>
                  <a:lnTo>
                    <a:pt x="5359" y="9908"/>
                  </a:lnTo>
                  <a:cubicBezTo>
                    <a:pt x="4835" y="9836"/>
                    <a:pt x="4359" y="9669"/>
                    <a:pt x="3930" y="9407"/>
                  </a:cubicBezTo>
                  <a:cubicBezTo>
                    <a:pt x="3478" y="9146"/>
                    <a:pt x="3097" y="8812"/>
                    <a:pt x="2763" y="8431"/>
                  </a:cubicBezTo>
                  <a:lnTo>
                    <a:pt x="3025" y="7860"/>
                  </a:lnTo>
                  <a:cubicBezTo>
                    <a:pt x="3049" y="7764"/>
                    <a:pt x="3049" y="7693"/>
                    <a:pt x="3025" y="7598"/>
                  </a:cubicBezTo>
                  <a:cubicBezTo>
                    <a:pt x="2978" y="7502"/>
                    <a:pt x="2906" y="7455"/>
                    <a:pt x="2787" y="7455"/>
                  </a:cubicBezTo>
                  <a:lnTo>
                    <a:pt x="2168" y="7383"/>
                  </a:lnTo>
                  <a:cubicBezTo>
                    <a:pt x="1977" y="6955"/>
                    <a:pt x="1906" y="6502"/>
                    <a:pt x="1906" y="6026"/>
                  </a:cubicBezTo>
                  <a:lnTo>
                    <a:pt x="1906" y="5859"/>
                  </a:lnTo>
                  <a:cubicBezTo>
                    <a:pt x="1906" y="5359"/>
                    <a:pt x="1977" y="4859"/>
                    <a:pt x="2192" y="4383"/>
                  </a:cubicBezTo>
                  <a:lnTo>
                    <a:pt x="2811" y="4335"/>
                  </a:lnTo>
                  <a:cubicBezTo>
                    <a:pt x="2906" y="4335"/>
                    <a:pt x="3001" y="4264"/>
                    <a:pt x="3049" y="4168"/>
                  </a:cubicBezTo>
                  <a:cubicBezTo>
                    <a:pt x="3120" y="4073"/>
                    <a:pt x="3120" y="4002"/>
                    <a:pt x="3049" y="3906"/>
                  </a:cubicBezTo>
                  <a:lnTo>
                    <a:pt x="2787" y="3335"/>
                  </a:lnTo>
                  <a:cubicBezTo>
                    <a:pt x="3120" y="2954"/>
                    <a:pt x="3525" y="2597"/>
                    <a:pt x="3978" y="2358"/>
                  </a:cubicBezTo>
                  <a:cubicBezTo>
                    <a:pt x="4406" y="2120"/>
                    <a:pt x="4883" y="1977"/>
                    <a:pt x="5359" y="1882"/>
                  </a:cubicBezTo>
                  <a:lnTo>
                    <a:pt x="5716" y="2382"/>
                  </a:lnTo>
                  <a:cubicBezTo>
                    <a:pt x="5764" y="2478"/>
                    <a:pt x="5859" y="2501"/>
                    <a:pt x="5954" y="2501"/>
                  </a:cubicBezTo>
                  <a:cubicBezTo>
                    <a:pt x="6026" y="2501"/>
                    <a:pt x="6121" y="2454"/>
                    <a:pt x="6192" y="2382"/>
                  </a:cubicBezTo>
                  <a:lnTo>
                    <a:pt x="6550" y="1882"/>
                  </a:lnTo>
                  <a:close/>
                  <a:moveTo>
                    <a:pt x="11575" y="6073"/>
                  </a:moveTo>
                  <a:cubicBezTo>
                    <a:pt x="11551" y="7026"/>
                    <a:pt x="11265" y="7955"/>
                    <a:pt x="10789" y="8765"/>
                  </a:cubicBezTo>
                  <a:cubicBezTo>
                    <a:pt x="10360" y="9527"/>
                    <a:pt x="9693" y="10193"/>
                    <a:pt x="8931" y="10670"/>
                  </a:cubicBezTo>
                  <a:lnTo>
                    <a:pt x="8336" y="9646"/>
                  </a:lnTo>
                  <a:cubicBezTo>
                    <a:pt x="8764" y="9360"/>
                    <a:pt x="9169" y="9003"/>
                    <a:pt x="9479" y="8574"/>
                  </a:cubicBezTo>
                  <a:cubicBezTo>
                    <a:pt x="9527" y="8526"/>
                    <a:pt x="9550" y="8455"/>
                    <a:pt x="9527" y="8407"/>
                  </a:cubicBezTo>
                  <a:lnTo>
                    <a:pt x="9241" y="7812"/>
                  </a:lnTo>
                  <a:lnTo>
                    <a:pt x="9908" y="7740"/>
                  </a:lnTo>
                  <a:cubicBezTo>
                    <a:pt x="9955" y="7740"/>
                    <a:pt x="10027" y="7693"/>
                    <a:pt x="10050" y="7621"/>
                  </a:cubicBezTo>
                  <a:cubicBezTo>
                    <a:pt x="10265" y="7121"/>
                    <a:pt x="10384" y="6621"/>
                    <a:pt x="10408" y="6073"/>
                  </a:cubicBezTo>
                  <a:close/>
                  <a:moveTo>
                    <a:pt x="1549" y="6121"/>
                  </a:moveTo>
                  <a:lnTo>
                    <a:pt x="1549" y="6169"/>
                  </a:lnTo>
                  <a:cubicBezTo>
                    <a:pt x="1549" y="6407"/>
                    <a:pt x="1596" y="6669"/>
                    <a:pt x="1620" y="6907"/>
                  </a:cubicBezTo>
                  <a:cubicBezTo>
                    <a:pt x="1692" y="7145"/>
                    <a:pt x="1739" y="7383"/>
                    <a:pt x="1858" y="7621"/>
                  </a:cubicBezTo>
                  <a:cubicBezTo>
                    <a:pt x="1858" y="7669"/>
                    <a:pt x="1858" y="7669"/>
                    <a:pt x="1882" y="7693"/>
                  </a:cubicBezTo>
                  <a:cubicBezTo>
                    <a:pt x="1930" y="7740"/>
                    <a:pt x="1977" y="7788"/>
                    <a:pt x="2049" y="7812"/>
                  </a:cubicBezTo>
                  <a:lnTo>
                    <a:pt x="2692" y="7860"/>
                  </a:lnTo>
                  <a:lnTo>
                    <a:pt x="2430" y="8455"/>
                  </a:lnTo>
                  <a:cubicBezTo>
                    <a:pt x="2406" y="8526"/>
                    <a:pt x="2406" y="8574"/>
                    <a:pt x="2454" y="8645"/>
                  </a:cubicBezTo>
                  <a:cubicBezTo>
                    <a:pt x="2787" y="9050"/>
                    <a:pt x="3168" y="9431"/>
                    <a:pt x="3621" y="9717"/>
                  </a:cubicBezTo>
                  <a:lnTo>
                    <a:pt x="3049" y="10693"/>
                  </a:lnTo>
                  <a:cubicBezTo>
                    <a:pt x="2263" y="10193"/>
                    <a:pt x="1596" y="9527"/>
                    <a:pt x="1144" y="8765"/>
                  </a:cubicBezTo>
                  <a:cubicBezTo>
                    <a:pt x="668" y="7955"/>
                    <a:pt x="406" y="7026"/>
                    <a:pt x="382" y="6121"/>
                  </a:cubicBezTo>
                  <a:close/>
                  <a:moveTo>
                    <a:pt x="5978" y="9741"/>
                  </a:moveTo>
                  <a:lnTo>
                    <a:pt x="6359" y="10289"/>
                  </a:lnTo>
                  <a:cubicBezTo>
                    <a:pt x="6377" y="10323"/>
                    <a:pt x="6420" y="10346"/>
                    <a:pt x="6460" y="10346"/>
                  </a:cubicBezTo>
                  <a:cubicBezTo>
                    <a:pt x="6475" y="10346"/>
                    <a:pt x="6489" y="10343"/>
                    <a:pt x="6502" y="10336"/>
                  </a:cubicBezTo>
                  <a:cubicBezTo>
                    <a:pt x="7050" y="10289"/>
                    <a:pt x="7550" y="10098"/>
                    <a:pt x="8026" y="9860"/>
                  </a:cubicBezTo>
                  <a:lnTo>
                    <a:pt x="8288" y="10336"/>
                  </a:lnTo>
                  <a:lnTo>
                    <a:pt x="8598" y="10884"/>
                  </a:lnTo>
                  <a:cubicBezTo>
                    <a:pt x="7788" y="11289"/>
                    <a:pt x="6907" y="11527"/>
                    <a:pt x="5978" y="11527"/>
                  </a:cubicBezTo>
                  <a:cubicBezTo>
                    <a:pt x="5049" y="11527"/>
                    <a:pt x="4121" y="11289"/>
                    <a:pt x="3335" y="10884"/>
                  </a:cubicBezTo>
                  <a:lnTo>
                    <a:pt x="3930" y="9860"/>
                  </a:lnTo>
                  <a:cubicBezTo>
                    <a:pt x="4406" y="10098"/>
                    <a:pt x="4907" y="10289"/>
                    <a:pt x="5430" y="10336"/>
                  </a:cubicBezTo>
                  <a:cubicBezTo>
                    <a:pt x="5502" y="10336"/>
                    <a:pt x="5549" y="10312"/>
                    <a:pt x="5597" y="10289"/>
                  </a:cubicBezTo>
                  <a:lnTo>
                    <a:pt x="5978" y="9741"/>
                  </a:lnTo>
                  <a:close/>
                  <a:moveTo>
                    <a:pt x="5978" y="1"/>
                  </a:moveTo>
                  <a:cubicBezTo>
                    <a:pt x="5526" y="1"/>
                    <a:pt x="5073" y="72"/>
                    <a:pt x="4645" y="168"/>
                  </a:cubicBezTo>
                  <a:cubicBezTo>
                    <a:pt x="4549" y="191"/>
                    <a:pt x="4478" y="287"/>
                    <a:pt x="4525" y="358"/>
                  </a:cubicBezTo>
                  <a:cubicBezTo>
                    <a:pt x="4545" y="437"/>
                    <a:pt x="4614" y="483"/>
                    <a:pt x="4678" y="483"/>
                  </a:cubicBezTo>
                  <a:cubicBezTo>
                    <a:pt x="4691" y="483"/>
                    <a:pt x="4704" y="481"/>
                    <a:pt x="4716" y="477"/>
                  </a:cubicBezTo>
                  <a:cubicBezTo>
                    <a:pt x="5145" y="382"/>
                    <a:pt x="5549" y="334"/>
                    <a:pt x="5978" y="334"/>
                  </a:cubicBezTo>
                  <a:cubicBezTo>
                    <a:pt x="6931" y="334"/>
                    <a:pt x="7812" y="572"/>
                    <a:pt x="8622" y="977"/>
                  </a:cubicBezTo>
                  <a:lnTo>
                    <a:pt x="8026" y="2001"/>
                  </a:lnTo>
                  <a:cubicBezTo>
                    <a:pt x="7550" y="1763"/>
                    <a:pt x="7050" y="1573"/>
                    <a:pt x="6502" y="1525"/>
                  </a:cubicBezTo>
                  <a:cubicBezTo>
                    <a:pt x="6454" y="1525"/>
                    <a:pt x="6383" y="1549"/>
                    <a:pt x="6359" y="1573"/>
                  </a:cubicBezTo>
                  <a:lnTo>
                    <a:pt x="5978" y="2120"/>
                  </a:lnTo>
                  <a:lnTo>
                    <a:pt x="5597" y="1573"/>
                  </a:lnTo>
                  <a:cubicBezTo>
                    <a:pt x="5562" y="1538"/>
                    <a:pt x="5527" y="1516"/>
                    <a:pt x="5483" y="1516"/>
                  </a:cubicBezTo>
                  <a:cubicBezTo>
                    <a:pt x="5467" y="1516"/>
                    <a:pt x="5450" y="1519"/>
                    <a:pt x="5430" y="1525"/>
                  </a:cubicBezTo>
                  <a:cubicBezTo>
                    <a:pt x="4907" y="1573"/>
                    <a:pt x="4406" y="1763"/>
                    <a:pt x="3930" y="2001"/>
                  </a:cubicBezTo>
                  <a:lnTo>
                    <a:pt x="3335" y="977"/>
                  </a:lnTo>
                  <a:cubicBezTo>
                    <a:pt x="3525" y="858"/>
                    <a:pt x="3740" y="787"/>
                    <a:pt x="3954" y="691"/>
                  </a:cubicBezTo>
                  <a:lnTo>
                    <a:pt x="3978" y="691"/>
                  </a:lnTo>
                  <a:cubicBezTo>
                    <a:pt x="4073" y="668"/>
                    <a:pt x="4121" y="549"/>
                    <a:pt x="4073" y="453"/>
                  </a:cubicBezTo>
                  <a:cubicBezTo>
                    <a:pt x="4056" y="384"/>
                    <a:pt x="3987" y="339"/>
                    <a:pt x="3914" y="339"/>
                  </a:cubicBezTo>
                  <a:cubicBezTo>
                    <a:pt x="3888" y="339"/>
                    <a:pt x="3860" y="345"/>
                    <a:pt x="3835" y="358"/>
                  </a:cubicBezTo>
                  <a:lnTo>
                    <a:pt x="3811" y="358"/>
                  </a:lnTo>
                  <a:cubicBezTo>
                    <a:pt x="2692" y="787"/>
                    <a:pt x="1739" y="1525"/>
                    <a:pt x="1072" y="2501"/>
                  </a:cubicBezTo>
                  <a:cubicBezTo>
                    <a:pt x="382" y="3525"/>
                    <a:pt x="1" y="4668"/>
                    <a:pt x="1" y="5907"/>
                  </a:cubicBezTo>
                  <a:cubicBezTo>
                    <a:pt x="1" y="6978"/>
                    <a:pt x="286" y="8002"/>
                    <a:pt x="834" y="8907"/>
                  </a:cubicBezTo>
                  <a:cubicBezTo>
                    <a:pt x="1334" y="9789"/>
                    <a:pt x="2073" y="10503"/>
                    <a:pt x="2978" y="11051"/>
                  </a:cubicBezTo>
                  <a:cubicBezTo>
                    <a:pt x="3859" y="11551"/>
                    <a:pt x="4907" y="11860"/>
                    <a:pt x="5954" y="11860"/>
                  </a:cubicBezTo>
                  <a:cubicBezTo>
                    <a:pt x="6978" y="11860"/>
                    <a:pt x="8026" y="11575"/>
                    <a:pt x="8931" y="11051"/>
                  </a:cubicBezTo>
                  <a:cubicBezTo>
                    <a:pt x="9812" y="10551"/>
                    <a:pt x="10551" y="9789"/>
                    <a:pt x="11074" y="8907"/>
                  </a:cubicBezTo>
                  <a:cubicBezTo>
                    <a:pt x="11598" y="7979"/>
                    <a:pt x="11908" y="6931"/>
                    <a:pt x="11908" y="5907"/>
                  </a:cubicBezTo>
                  <a:cubicBezTo>
                    <a:pt x="11908" y="4859"/>
                    <a:pt x="11622" y="3811"/>
                    <a:pt x="11098" y="2930"/>
                  </a:cubicBezTo>
                  <a:cubicBezTo>
                    <a:pt x="10598" y="2073"/>
                    <a:pt x="9884" y="1358"/>
                    <a:pt x="9003" y="834"/>
                  </a:cubicBezTo>
                  <a:cubicBezTo>
                    <a:pt x="8098" y="310"/>
                    <a:pt x="7050" y="1"/>
                    <a:pt x="59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40" name="Google Shape;14140;p90"/>
          <p:cNvGrpSpPr/>
          <p:nvPr/>
        </p:nvGrpSpPr>
        <p:grpSpPr>
          <a:xfrm>
            <a:off x="5514356" y="2292547"/>
            <a:ext cx="356049" cy="355332"/>
            <a:chOff x="5168838" y="2370058"/>
            <a:chExt cx="297725" cy="297125"/>
          </a:xfrm>
        </p:grpSpPr>
        <p:sp>
          <p:nvSpPr>
            <p:cNvPr id="14141" name="Google Shape;14141;p90"/>
            <p:cNvSpPr/>
            <p:nvPr/>
          </p:nvSpPr>
          <p:spPr>
            <a:xfrm>
              <a:off x="5208738" y="2424833"/>
              <a:ext cx="11925" cy="8950"/>
            </a:xfrm>
            <a:custGeom>
              <a:rect b="b" l="l" r="r" t="t"/>
              <a:pathLst>
                <a:path extrusionOk="0" h="358" w="477">
                  <a:moveTo>
                    <a:pt x="167" y="1"/>
                  </a:moveTo>
                  <a:cubicBezTo>
                    <a:pt x="72" y="1"/>
                    <a:pt x="0" y="48"/>
                    <a:pt x="0" y="144"/>
                  </a:cubicBezTo>
                  <a:cubicBezTo>
                    <a:pt x="0" y="263"/>
                    <a:pt x="72" y="358"/>
                    <a:pt x="167" y="358"/>
                  </a:cubicBezTo>
                  <a:lnTo>
                    <a:pt x="286" y="358"/>
                  </a:lnTo>
                  <a:cubicBezTo>
                    <a:pt x="381" y="358"/>
                    <a:pt x="477" y="287"/>
                    <a:pt x="477" y="191"/>
                  </a:cubicBezTo>
                  <a:cubicBezTo>
                    <a:pt x="477" y="72"/>
                    <a:pt x="405" y="1"/>
                    <a:pt x="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2" name="Google Shape;14142;p90"/>
            <p:cNvSpPr/>
            <p:nvPr/>
          </p:nvSpPr>
          <p:spPr>
            <a:xfrm>
              <a:off x="5276013" y="2424833"/>
              <a:ext cx="14900" cy="8950"/>
            </a:xfrm>
            <a:custGeom>
              <a:rect b="b" l="l" r="r" t="t"/>
              <a:pathLst>
                <a:path extrusionOk="0" h="358" w="596">
                  <a:moveTo>
                    <a:pt x="191" y="1"/>
                  </a:moveTo>
                  <a:cubicBezTo>
                    <a:pt x="96" y="1"/>
                    <a:pt x="0" y="48"/>
                    <a:pt x="0" y="144"/>
                  </a:cubicBezTo>
                  <a:cubicBezTo>
                    <a:pt x="0" y="263"/>
                    <a:pt x="96" y="358"/>
                    <a:pt x="191" y="358"/>
                  </a:cubicBezTo>
                  <a:lnTo>
                    <a:pt x="429" y="358"/>
                  </a:lnTo>
                  <a:cubicBezTo>
                    <a:pt x="500" y="358"/>
                    <a:pt x="596" y="287"/>
                    <a:pt x="596" y="191"/>
                  </a:cubicBezTo>
                  <a:cubicBezTo>
                    <a:pt x="596" y="72"/>
                    <a:pt x="548"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3" name="Google Shape;14143;p90"/>
            <p:cNvSpPr/>
            <p:nvPr/>
          </p:nvSpPr>
          <p:spPr>
            <a:xfrm>
              <a:off x="5299813" y="2424833"/>
              <a:ext cx="14925" cy="8950"/>
            </a:xfrm>
            <a:custGeom>
              <a:rect b="b" l="l" r="r" t="t"/>
              <a:pathLst>
                <a:path extrusionOk="0" h="358" w="597">
                  <a:moveTo>
                    <a:pt x="191" y="1"/>
                  </a:moveTo>
                  <a:cubicBezTo>
                    <a:pt x="96" y="1"/>
                    <a:pt x="1" y="48"/>
                    <a:pt x="1" y="144"/>
                  </a:cubicBezTo>
                  <a:cubicBezTo>
                    <a:pt x="1" y="263"/>
                    <a:pt x="96" y="358"/>
                    <a:pt x="191" y="358"/>
                  </a:cubicBezTo>
                  <a:lnTo>
                    <a:pt x="430" y="358"/>
                  </a:lnTo>
                  <a:cubicBezTo>
                    <a:pt x="501" y="358"/>
                    <a:pt x="596" y="287"/>
                    <a:pt x="596" y="191"/>
                  </a:cubicBezTo>
                  <a:cubicBezTo>
                    <a:pt x="596" y="72"/>
                    <a:pt x="549" y="1"/>
                    <a:pt x="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4" name="Google Shape;14144;p90"/>
            <p:cNvSpPr/>
            <p:nvPr/>
          </p:nvSpPr>
          <p:spPr>
            <a:xfrm>
              <a:off x="5253388" y="2424833"/>
              <a:ext cx="14900" cy="8950"/>
            </a:xfrm>
            <a:custGeom>
              <a:rect b="b" l="l" r="r" t="t"/>
              <a:pathLst>
                <a:path extrusionOk="0" h="358" w="596">
                  <a:moveTo>
                    <a:pt x="167" y="1"/>
                  </a:moveTo>
                  <a:cubicBezTo>
                    <a:pt x="72" y="1"/>
                    <a:pt x="0" y="48"/>
                    <a:pt x="0" y="144"/>
                  </a:cubicBezTo>
                  <a:cubicBezTo>
                    <a:pt x="0" y="263"/>
                    <a:pt x="48" y="358"/>
                    <a:pt x="167" y="358"/>
                  </a:cubicBezTo>
                  <a:lnTo>
                    <a:pt x="405" y="358"/>
                  </a:lnTo>
                  <a:cubicBezTo>
                    <a:pt x="501" y="358"/>
                    <a:pt x="596" y="287"/>
                    <a:pt x="596" y="191"/>
                  </a:cubicBezTo>
                  <a:cubicBezTo>
                    <a:pt x="596" y="72"/>
                    <a:pt x="524" y="1"/>
                    <a:pt x="4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5" name="Google Shape;14145;p90"/>
            <p:cNvSpPr/>
            <p:nvPr/>
          </p:nvSpPr>
          <p:spPr>
            <a:xfrm>
              <a:off x="5228988" y="2424833"/>
              <a:ext cx="14900" cy="8950"/>
            </a:xfrm>
            <a:custGeom>
              <a:rect b="b" l="l" r="r" t="t"/>
              <a:pathLst>
                <a:path extrusionOk="0" h="358" w="596">
                  <a:moveTo>
                    <a:pt x="191" y="1"/>
                  </a:moveTo>
                  <a:cubicBezTo>
                    <a:pt x="95" y="1"/>
                    <a:pt x="0" y="48"/>
                    <a:pt x="0" y="144"/>
                  </a:cubicBezTo>
                  <a:cubicBezTo>
                    <a:pt x="0" y="263"/>
                    <a:pt x="95" y="358"/>
                    <a:pt x="191" y="358"/>
                  </a:cubicBezTo>
                  <a:lnTo>
                    <a:pt x="429" y="358"/>
                  </a:lnTo>
                  <a:cubicBezTo>
                    <a:pt x="524" y="358"/>
                    <a:pt x="595" y="287"/>
                    <a:pt x="595" y="191"/>
                  </a:cubicBezTo>
                  <a:cubicBezTo>
                    <a:pt x="595" y="72"/>
                    <a:pt x="548"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6" name="Google Shape;14146;p90"/>
            <p:cNvSpPr/>
            <p:nvPr/>
          </p:nvSpPr>
          <p:spPr>
            <a:xfrm>
              <a:off x="5323638" y="2424833"/>
              <a:ext cx="11925" cy="8950"/>
            </a:xfrm>
            <a:custGeom>
              <a:rect b="b" l="l" r="r" t="t"/>
              <a:pathLst>
                <a:path extrusionOk="0" h="358" w="477">
                  <a:moveTo>
                    <a:pt x="191" y="1"/>
                  </a:moveTo>
                  <a:cubicBezTo>
                    <a:pt x="96" y="1"/>
                    <a:pt x="1" y="48"/>
                    <a:pt x="1" y="144"/>
                  </a:cubicBezTo>
                  <a:cubicBezTo>
                    <a:pt x="1" y="263"/>
                    <a:pt x="72" y="358"/>
                    <a:pt x="191" y="358"/>
                  </a:cubicBezTo>
                  <a:lnTo>
                    <a:pt x="310" y="358"/>
                  </a:lnTo>
                  <a:cubicBezTo>
                    <a:pt x="382" y="358"/>
                    <a:pt x="477" y="287"/>
                    <a:pt x="477" y="191"/>
                  </a:cubicBezTo>
                  <a:cubicBezTo>
                    <a:pt x="477" y="72"/>
                    <a:pt x="429" y="1"/>
                    <a:pt x="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7" name="Google Shape;14147;p90"/>
            <p:cNvSpPr/>
            <p:nvPr/>
          </p:nvSpPr>
          <p:spPr>
            <a:xfrm>
              <a:off x="5394488" y="2424833"/>
              <a:ext cx="11925" cy="8950"/>
            </a:xfrm>
            <a:custGeom>
              <a:rect b="b" l="l" r="r" t="t"/>
              <a:pathLst>
                <a:path extrusionOk="0" h="358" w="477">
                  <a:moveTo>
                    <a:pt x="191" y="1"/>
                  </a:moveTo>
                  <a:cubicBezTo>
                    <a:pt x="96" y="1"/>
                    <a:pt x="0" y="48"/>
                    <a:pt x="0" y="144"/>
                  </a:cubicBezTo>
                  <a:cubicBezTo>
                    <a:pt x="0" y="263"/>
                    <a:pt x="72" y="358"/>
                    <a:pt x="191" y="358"/>
                  </a:cubicBezTo>
                  <a:lnTo>
                    <a:pt x="310" y="358"/>
                  </a:lnTo>
                  <a:cubicBezTo>
                    <a:pt x="382" y="358"/>
                    <a:pt x="477" y="287"/>
                    <a:pt x="477" y="191"/>
                  </a:cubicBezTo>
                  <a:cubicBezTo>
                    <a:pt x="477" y="72"/>
                    <a:pt x="429" y="1"/>
                    <a:pt x="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8" name="Google Shape;14148;p90"/>
            <p:cNvSpPr/>
            <p:nvPr/>
          </p:nvSpPr>
          <p:spPr>
            <a:xfrm>
              <a:off x="5415913" y="2424833"/>
              <a:ext cx="14925" cy="8950"/>
            </a:xfrm>
            <a:custGeom>
              <a:rect b="b" l="l" r="r" t="t"/>
              <a:pathLst>
                <a:path extrusionOk="0" h="358" w="597">
                  <a:moveTo>
                    <a:pt x="191" y="1"/>
                  </a:moveTo>
                  <a:cubicBezTo>
                    <a:pt x="96" y="1"/>
                    <a:pt x="1" y="48"/>
                    <a:pt x="1" y="144"/>
                  </a:cubicBezTo>
                  <a:cubicBezTo>
                    <a:pt x="1" y="263"/>
                    <a:pt x="96" y="358"/>
                    <a:pt x="191" y="358"/>
                  </a:cubicBezTo>
                  <a:lnTo>
                    <a:pt x="429" y="358"/>
                  </a:lnTo>
                  <a:cubicBezTo>
                    <a:pt x="501" y="358"/>
                    <a:pt x="596" y="287"/>
                    <a:pt x="596" y="191"/>
                  </a:cubicBezTo>
                  <a:cubicBezTo>
                    <a:pt x="596" y="72"/>
                    <a:pt x="549"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9" name="Google Shape;14149;p90"/>
            <p:cNvSpPr/>
            <p:nvPr/>
          </p:nvSpPr>
          <p:spPr>
            <a:xfrm>
              <a:off x="5441513" y="2424833"/>
              <a:ext cx="11950" cy="8950"/>
            </a:xfrm>
            <a:custGeom>
              <a:rect b="b" l="l" r="r" t="t"/>
              <a:pathLst>
                <a:path extrusionOk="0" h="358" w="478">
                  <a:moveTo>
                    <a:pt x="215" y="1"/>
                  </a:moveTo>
                  <a:cubicBezTo>
                    <a:pt x="120" y="1"/>
                    <a:pt x="25" y="48"/>
                    <a:pt x="25" y="144"/>
                  </a:cubicBezTo>
                  <a:cubicBezTo>
                    <a:pt x="1" y="263"/>
                    <a:pt x="96" y="358"/>
                    <a:pt x="168" y="358"/>
                  </a:cubicBezTo>
                  <a:lnTo>
                    <a:pt x="287" y="358"/>
                  </a:lnTo>
                  <a:cubicBezTo>
                    <a:pt x="382" y="358"/>
                    <a:pt x="477" y="287"/>
                    <a:pt x="477" y="191"/>
                  </a:cubicBezTo>
                  <a:cubicBezTo>
                    <a:pt x="477" y="72"/>
                    <a:pt x="406"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0" name="Google Shape;14150;p90"/>
            <p:cNvSpPr/>
            <p:nvPr/>
          </p:nvSpPr>
          <p:spPr>
            <a:xfrm>
              <a:off x="5168838" y="2370058"/>
              <a:ext cx="297725" cy="297125"/>
            </a:xfrm>
            <a:custGeom>
              <a:rect b="b" l="l" r="r" t="t"/>
              <a:pathLst>
                <a:path extrusionOk="0" h="11885" w="11909">
                  <a:moveTo>
                    <a:pt x="11527" y="11051"/>
                  </a:moveTo>
                  <a:lnTo>
                    <a:pt x="11527" y="11527"/>
                  </a:lnTo>
                  <a:lnTo>
                    <a:pt x="334" y="11527"/>
                  </a:lnTo>
                  <a:lnTo>
                    <a:pt x="334" y="11051"/>
                  </a:lnTo>
                  <a:close/>
                  <a:moveTo>
                    <a:pt x="930" y="1"/>
                  </a:moveTo>
                  <a:cubicBezTo>
                    <a:pt x="810" y="1"/>
                    <a:pt x="715" y="72"/>
                    <a:pt x="715" y="191"/>
                  </a:cubicBezTo>
                  <a:lnTo>
                    <a:pt x="715" y="977"/>
                  </a:lnTo>
                  <a:lnTo>
                    <a:pt x="501" y="977"/>
                  </a:lnTo>
                  <a:cubicBezTo>
                    <a:pt x="429" y="977"/>
                    <a:pt x="334" y="1049"/>
                    <a:pt x="334" y="1144"/>
                  </a:cubicBezTo>
                  <a:cubicBezTo>
                    <a:pt x="334" y="1263"/>
                    <a:pt x="382" y="1334"/>
                    <a:pt x="501" y="1334"/>
                  </a:cubicBezTo>
                  <a:lnTo>
                    <a:pt x="715" y="1334"/>
                  </a:lnTo>
                  <a:lnTo>
                    <a:pt x="715" y="2239"/>
                  </a:lnTo>
                  <a:lnTo>
                    <a:pt x="501" y="2239"/>
                  </a:lnTo>
                  <a:cubicBezTo>
                    <a:pt x="429" y="2239"/>
                    <a:pt x="334" y="2287"/>
                    <a:pt x="334" y="2382"/>
                  </a:cubicBezTo>
                  <a:cubicBezTo>
                    <a:pt x="334" y="2501"/>
                    <a:pt x="382" y="2597"/>
                    <a:pt x="501" y="2597"/>
                  </a:cubicBezTo>
                  <a:lnTo>
                    <a:pt x="715" y="2597"/>
                  </a:lnTo>
                  <a:lnTo>
                    <a:pt x="715" y="3478"/>
                  </a:lnTo>
                  <a:lnTo>
                    <a:pt x="501" y="3478"/>
                  </a:lnTo>
                  <a:cubicBezTo>
                    <a:pt x="429" y="3478"/>
                    <a:pt x="334" y="3549"/>
                    <a:pt x="334" y="3644"/>
                  </a:cubicBezTo>
                  <a:cubicBezTo>
                    <a:pt x="334" y="3763"/>
                    <a:pt x="382" y="3835"/>
                    <a:pt x="501" y="3835"/>
                  </a:cubicBezTo>
                  <a:lnTo>
                    <a:pt x="715" y="3835"/>
                  </a:lnTo>
                  <a:lnTo>
                    <a:pt x="715" y="4740"/>
                  </a:lnTo>
                  <a:lnTo>
                    <a:pt x="501" y="4740"/>
                  </a:lnTo>
                  <a:cubicBezTo>
                    <a:pt x="429" y="4740"/>
                    <a:pt x="334" y="4788"/>
                    <a:pt x="334" y="4883"/>
                  </a:cubicBezTo>
                  <a:cubicBezTo>
                    <a:pt x="334" y="5002"/>
                    <a:pt x="382" y="5097"/>
                    <a:pt x="501" y="5097"/>
                  </a:cubicBezTo>
                  <a:lnTo>
                    <a:pt x="715" y="5097"/>
                  </a:lnTo>
                  <a:lnTo>
                    <a:pt x="715" y="5978"/>
                  </a:lnTo>
                  <a:lnTo>
                    <a:pt x="501" y="5978"/>
                  </a:lnTo>
                  <a:cubicBezTo>
                    <a:pt x="429" y="5978"/>
                    <a:pt x="334" y="6050"/>
                    <a:pt x="334" y="6145"/>
                  </a:cubicBezTo>
                  <a:cubicBezTo>
                    <a:pt x="334" y="6264"/>
                    <a:pt x="382" y="6335"/>
                    <a:pt x="501" y="6335"/>
                  </a:cubicBezTo>
                  <a:lnTo>
                    <a:pt x="715" y="6335"/>
                  </a:lnTo>
                  <a:lnTo>
                    <a:pt x="715" y="7240"/>
                  </a:lnTo>
                  <a:lnTo>
                    <a:pt x="501" y="7240"/>
                  </a:lnTo>
                  <a:cubicBezTo>
                    <a:pt x="429" y="7240"/>
                    <a:pt x="334" y="7288"/>
                    <a:pt x="334" y="7383"/>
                  </a:cubicBezTo>
                  <a:cubicBezTo>
                    <a:pt x="334" y="7502"/>
                    <a:pt x="382" y="7598"/>
                    <a:pt x="501" y="7598"/>
                  </a:cubicBezTo>
                  <a:lnTo>
                    <a:pt x="715" y="7598"/>
                  </a:lnTo>
                  <a:lnTo>
                    <a:pt x="715" y="8479"/>
                  </a:lnTo>
                  <a:lnTo>
                    <a:pt x="501" y="8479"/>
                  </a:lnTo>
                  <a:cubicBezTo>
                    <a:pt x="429" y="8479"/>
                    <a:pt x="334" y="8550"/>
                    <a:pt x="334" y="8645"/>
                  </a:cubicBezTo>
                  <a:cubicBezTo>
                    <a:pt x="334" y="8765"/>
                    <a:pt x="382" y="8836"/>
                    <a:pt x="501" y="8836"/>
                  </a:cubicBezTo>
                  <a:lnTo>
                    <a:pt x="715" y="8836"/>
                  </a:lnTo>
                  <a:lnTo>
                    <a:pt x="715" y="9741"/>
                  </a:lnTo>
                  <a:lnTo>
                    <a:pt x="501" y="9741"/>
                  </a:lnTo>
                  <a:cubicBezTo>
                    <a:pt x="429" y="9741"/>
                    <a:pt x="334" y="9789"/>
                    <a:pt x="334" y="9884"/>
                  </a:cubicBezTo>
                  <a:cubicBezTo>
                    <a:pt x="334" y="10003"/>
                    <a:pt x="382" y="10098"/>
                    <a:pt x="501" y="10098"/>
                  </a:cubicBezTo>
                  <a:lnTo>
                    <a:pt x="715" y="10098"/>
                  </a:lnTo>
                  <a:lnTo>
                    <a:pt x="715" y="10717"/>
                  </a:lnTo>
                  <a:lnTo>
                    <a:pt x="310" y="10717"/>
                  </a:lnTo>
                  <a:cubicBezTo>
                    <a:pt x="144" y="10717"/>
                    <a:pt x="1" y="10836"/>
                    <a:pt x="1" y="11027"/>
                  </a:cubicBezTo>
                  <a:lnTo>
                    <a:pt x="1" y="11575"/>
                  </a:lnTo>
                  <a:cubicBezTo>
                    <a:pt x="1" y="11741"/>
                    <a:pt x="120" y="11884"/>
                    <a:pt x="310" y="11884"/>
                  </a:cubicBezTo>
                  <a:lnTo>
                    <a:pt x="11622" y="11884"/>
                  </a:lnTo>
                  <a:cubicBezTo>
                    <a:pt x="11765" y="11884"/>
                    <a:pt x="11908" y="11765"/>
                    <a:pt x="11908" y="11575"/>
                  </a:cubicBezTo>
                  <a:lnTo>
                    <a:pt x="11908" y="10979"/>
                  </a:lnTo>
                  <a:cubicBezTo>
                    <a:pt x="11884" y="10908"/>
                    <a:pt x="11860" y="10813"/>
                    <a:pt x="11789" y="10789"/>
                  </a:cubicBezTo>
                  <a:cubicBezTo>
                    <a:pt x="11765" y="10741"/>
                    <a:pt x="11741" y="10717"/>
                    <a:pt x="11670" y="10717"/>
                  </a:cubicBezTo>
                  <a:cubicBezTo>
                    <a:pt x="11646" y="10717"/>
                    <a:pt x="11622" y="10717"/>
                    <a:pt x="11598" y="10693"/>
                  </a:cubicBezTo>
                  <a:cubicBezTo>
                    <a:pt x="11479" y="10670"/>
                    <a:pt x="11313" y="10670"/>
                    <a:pt x="11194" y="10598"/>
                  </a:cubicBezTo>
                  <a:cubicBezTo>
                    <a:pt x="11051" y="10551"/>
                    <a:pt x="10908" y="10432"/>
                    <a:pt x="10813" y="10265"/>
                  </a:cubicBezTo>
                  <a:cubicBezTo>
                    <a:pt x="10717" y="10122"/>
                    <a:pt x="10670" y="9955"/>
                    <a:pt x="10646" y="9765"/>
                  </a:cubicBezTo>
                  <a:lnTo>
                    <a:pt x="10646" y="9741"/>
                  </a:lnTo>
                  <a:lnTo>
                    <a:pt x="9717" y="4526"/>
                  </a:lnTo>
                  <a:lnTo>
                    <a:pt x="9717" y="4478"/>
                  </a:lnTo>
                  <a:cubicBezTo>
                    <a:pt x="9693" y="4383"/>
                    <a:pt x="9622" y="4311"/>
                    <a:pt x="9527" y="4311"/>
                  </a:cubicBezTo>
                  <a:cubicBezTo>
                    <a:pt x="9408" y="4311"/>
                    <a:pt x="9360" y="4406"/>
                    <a:pt x="9384" y="4526"/>
                  </a:cubicBezTo>
                  <a:lnTo>
                    <a:pt x="10336" y="9836"/>
                  </a:lnTo>
                  <a:cubicBezTo>
                    <a:pt x="10360" y="10193"/>
                    <a:pt x="10527" y="10479"/>
                    <a:pt x="10717" y="10693"/>
                  </a:cubicBezTo>
                  <a:lnTo>
                    <a:pt x="6740" y="10693"/>
                  </a:lnTo>
                  <a:lnTo>
                    <a:pt x="6740" y="10717"/>
                  </a:lnTo>
                  <a:cubicBezTo>
                    <a:pt x="6740" y="10717"/>
                    <a:pt x="6264" y="10455"/>
                    <a:pt x="6240" y="10146"/>
                  </a:cubicBezTo>
                  <a:lnTo>
                    <a:pt x="6240" y="10122"/>
                  </a:lnTo>
                  <a:lnTo>
                    <a:pt x="5788" y="7598"/>
                  </a:lnTo>
                  <a:lnTo>
                    <a:pt x="6407" y="4002"/>
                  </a:lnTo>
                  <a:cubicBezTo>
                    <a:pt x="6431" y="3763"/>
                    <a:pt x="6526" y="3525"/>
                    <a:pt x="6669" y="3311"/>
                  </a:cubicBezTo>
                  <a:cubicBezTo>
                    <a:pt x="6836" y="3097"/>
                    <a:pt x="6978" y="2930"/>
                    <a:pt x="7193" y="2763"/>
                  </a:cubicBezTo>
                  <a:cubicBezTo>
                    <a:pt x="7393" y="2630"/>
                    <a:pt x="7629" y="2555"/>
                    <a:pt x="7867" y="2555"/>
                  </a:cubicBezTo>
                  <a:cubicBezTo>
                    <a:pt x="7968" y="2555"/>
                    <a:pt x="8070" y="2568"/>
                    <a:pt x="8169" y="2597"/>
                  </a:cubicBezTo>
                  <a:cubicBezTo>
                    <a:pt x="8741" y="2739"/>
                    <a:pt x="9122" y="3287"/>
                    <a:pt x="9265" y="3811"/>
                  </a:cubicBezTo>
                  <a:cubicBezTo>
                    <a:pt x="9284" y="3890"/>
                    <a:pt x="9353" y="3936"/>
                    <a:pt x="9430" y="3936"/>
                  </a:cubicBezTo>
                  <a:cubicBezTo>
                    <a:pt x="9446" y="3936"/>
                    <a:pt x="9463" y="3934"/>
                    <a:pt x="9479" y="3930"/>
                  </a:cubicBezTo>
                  <a:cubicBezTo>
                    <a:pt x="9574" y="3906"/>
                    <a:pt x="9622" y="3811"/>
                    <a:pt x="9598" y="3716"/>
                  </a:cubicBezTo>
                  <a:cubicBezTo>
                    <a:pt x="9574" y="3573"/>
                    <a:pt x="9503" y="3430"/>
                    <a:pt x="9408" y="3287"/>
                  </a:cubicBezTo>
                  <a:lnTo>
                    <a:pt x="9336" y="3097"/>
                  </a:lnTo>
                  <a:cubicBezTo>
                    <a:pt x="9146" y="2835"/>
                    <a:pt x="8931" y="2597"/>
                    <a:pt x="8669" y="2454"/>
                  </a:cubicBezTo>
                  <a:cubicBezTo>
                    <a:pt x="8410" y="2291"/>
                    <a:pt x="8095" y="2207"/>
                    <a:pt x="7785" y="2207"/>
                  </a:cubicBezTo>
                  <a:cubicBezTo>
                    <a:pt x="7640" y="2207"/>
                    <a:pt x="7496" y="2225"/>
                    <a:pt x="7359" y="2263"/>
                  </a:cubicBezTo>
                  <a:cubicBezTo>
                    <a:pt x="7074" y="2358"/>
                    <a:pt x="6836" y="2525"/>
                    <a:pt x="6645" y="2739"/>
                  </a:cubicBezTo>
                  <a:cubicBezTo>
                    <a:pt x="6526" y="2859"/>
                    <a:pt x="6431" y="2978"/>
                    <a:pt x="6383" y="3097"/>
                  </a:cubicBezTo>
                  <a:cubicBezTo>
                    <a:pt x="6240" y="3335"/>
                    <a:pt x="6145" y="3597"/>
                    <a:pt x="6073" y="3906"/>
                  </a:cubicBezTo>
                  <a:lnTo>
                    <a:pt x="5597" y="6574"/>
                  </a:lnTo>
                  <a:lnTo>
                    <a:pt x="5550" y="6193"/>
                  </a:lnTo>
                  <a:cubicBezTo>
                    <a:pt x="5550" y="6169"/>
                    <a:pt x="5550" y="6097"/>
                    <a:pt x="5526" y="6073"/>
                  </a:cubicBezTo>
                  <a:cubicBezTo>
                    <a:pt x="5454" y="5835"/>
                    <a:pt x="5335" y="5621"/>
                    <a:pt x="5192" y="5454"/>
                  </a:cubicBezTo>
                  <a:cubicBezTo>
                    <a:pt x="4960" y="5186"/>
                    <a:pt x="4621" y="5012"/>
                    <a:pt x="4275" y="5012"/>
                  </a:cubicBezTo>
                  <a:cubicBezTo>
                    <a:pt x="4159" y="5012"/>
                    <a:pt x="4043" y="5032"/>
                    <a:pt x="3930" y="5073"/>
                  </a:cubicBezTo>
                  <a:cubicBezTo>
                    <a:pt x="3859" y="5097"/>
                    <a:pt x="3763" y="5145"/>
                    <a:pt x="3668" y="5216"/>
                  </a:cubicBezTo>
                  <a:cubicBezTo>
                    <a:pt x="3502" y="5335"/>
                    <a:pt x="3382" y="5478"/>
                    <a:pt x="3263" y="5669"/>
                  </a:cubicBezTo>
                  <a:cubicBezTo>
                    <a:pt x="3144" y="5835"/>
                    <a:pt x="3073" y="6026"/>
                    <a:pt x="3049" y="6216"/>
                  </a:cubicBezTo>
                  <a:lnTo>
                    <a:pt x="2620" y="8574"/>
                  </a:lnTo>
                  <a:cubicBezTo>
                    <a:pt x="2597" y="8669"/>
                    <a:pt x="2692" y="8765"/>
                    <a:pt x="2787" y="8788"/>
                  </a:cubicBezTo>
                  <a:cubicBezTo>
                    <a:pt x="2795" y="8791"/>
                    <a:pt x="2803" y="8792"/>
                    <a:pt x="2811" y="8792"/>
                  </a:cubicBezTo>
                  <a:cubicBezTo>
                    <a:pt x="2878" y="8792"/>
                    <a:pt x="2956" y="8709"/>
                    <a:pt x="2978" y="8645"/>
                  </a:cubicBezTo>
                  <a:lnTo>
                    <a:pt x="3406" y="6288"/>
                  </a:lnTo>
                  <a:cubicBezTo>
                    <a:pt x="3430" y="6145"/>
                    <a:pt x="3502" y="5978"/>
                    <a:pt x="3573" y="5835"/>
                  </a:cubicBezTo>
                  <a:cubicBezTo>
                    <a:pt x="3738" y="5571"/>
                    <a:pt x="4040" y="5376"/>
                    <a:pt x="4353" y="5376"/>
                  </a:cubicBezTo>
                  <a:cubicBezTo>
                    <a:pt x="4492" y="5376"/>
                    <a:pt x="4632" y="5414"/>
                    <a:pt x="4764" y="5502"/>
                  </a:cubicBezTo>
                  <a:cubicBezTo>
                    <a:pt x="4859" y="5573"/>
                    <a:pt x="4930" y="5669"/>
                    <a:pt x="5002" y="5740"/>
                  </a:cubicBezTo>
                  <a:cubicBezTo>
                    <a:pt x="5121" y="5907"/>
                    <a:pt x="5216" y="6073"/>
                    <a:pt x="5240" y="6288"/>
                  </a:cubicBezTo>
                  <a:lnTo>
                    <a:pt x="5931" y="10193"/>
                  </a:lnTo>
                  <a:cubicBezTo>
                    <a:pt x="5954" y="10384"/>
                    <a:pt x="6097" y="10693"/>
                    <a:pt x="6097" y="10693"/>
                  </a:cubicBezTo>
                  <a:lnTo>
                    <a:pt x="2501" y="10693"/>
                  </a:lnTo>
                  <a:cubicBezTo>
                    <a:pt x="2501" y="10693"/>
                    <a:pt x="2692" y="10384"/>
                    <a:pt x="2692" y="10193"/>
                  </a:cubicBezTo>
                  <a:lnTo>
                    <a:pt x="2811" y="9431"/>
                  </a:lnTo>
                  <a:cubicBezTo>
                    <a:pt x="2835" y="9360"/>
                    <a:pt x="2739" y="9265"/>
                    <a:pt x="2644" y="9241"/>
                  </a:cubicBezTo>
                  <a:cubicBezTo>
                    <a:pt x="2631" y="9232"/>
                    <a:pt x="2617" y="9228"/>
                    <a:pt x="2603" y="9228"/>
                  </a:cubicBezTo>
                  <a:cubicBezTo>
                    <a:pt x="2540" y="9228"/>
                    <a:pt x="2473" y="9306"/>
                    <a:pt x="2454" y="9384"/>
                  </a:cubicBezTo>
                  <a:lnTo>
                    <a:pt x="2335" y="10122"/>
                  </a:lnTo>
                  <a:lnTo>
                    <a:pt x="2335" y="10146"/>
                  </a:lnTo>
                  <a:cubicBezTo>
                    <a:pt x="2287" y="10455"/>
                    <a:pt x="2096" y="10693"/>
                    <a:pt x="1811" y="10693"/>
                  </a:cubicBezTo>
                  <a:cubicBezTo>
                    <a:pt x="1811" y="10693"/>
                    <a:pt x="1787" y="10693"/>
                    <a:pt x="1763" y="10717"/>
                  </a:cubicBezTo>
                  <a:lnTo>
                    <a:pt x="1072" y="10717"/>
                  </a:lnTo>
                  <a:lnTo>
                    <a:pt x="1072" y="191"/>
                  </a:lnTo>
                  <a:cubicBezTo>
                    <a:pt x="1072" y="96"/>
                    <a:pt x="1025"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51" name="Google Shape;14151;p90"/>
          <p:cNvGrpSpPr/>
          <p:nvPr/>
        </p:nvGrpSpPr>
        <p:grpSpPr>
          <a:xfrm>
            <a:off x="4770285" y="2355930"/>
            <a:ext cx="355332" cy="227849"/>
            <a:chOff x="4674088" y="2423058"/>
            <a:chExt cx="297125" cy="190525"/>
          </a:xfrm>
        </p:grpSpPr>
        <p:sp>
          <p:nvSpPr>
            <p:cNvPr id="14152" name="Google Shape;14152;p90"/>
            <p:cNvSpPr/>
            <p:nvPr/>
          </p:nvSpPr>
          <p:spPr>
            <a:xfrm>
              <a:off x="4674088" y="2423058"/>
              <a:ext cx="297125" cy="190525"/>
            </a:xfrm>
            <a:custGeom>
              <a:rect b="b" l="l" r="r" t="t"/>
              <a:pathLst>
                <a:path extrusionOk="0" h="7621" w="11885">
                  <a:moveTo>
                    <a:pt x="5931" y="1048"/>
                  </a:moveTo>
                  <a:cubicBezTo>
                    <a:pt x="6764" y="1667"/>
                    <a:pt x="7264" y="2691"/>
                    <a:pt x="7264" y="3787"/>
                  </a:cubicBezTo>
                  <a:cubicBezTo>
                    <a:pt x="7264" y="4882"/>
                    <a:pt x="6740" y="5906"/>
                    <a:pt x="5931" y="6525"/>
                  </a:cubicBezTo>
                  <a:cubicBezTo>
                    <a:pt x="5121" y="5930"/>
                    <a:pt x="4597" y="4906"/>
                    <a:pt x="4597" y="3811"/>
                  </a:cubicBezTo>
                  <a:cubicBezTo>
                    <a:pt x="4597" y="3096"/>
                    <a:pt x="4788" y="2406"/>
                    <a:pt x="5216" y="1810"/>
                  </a:cubicBezTo>
                  <a:cubicBezTo>
                    <a:pt x="5431" y="1524"/>
                    <a:pt x="5669" y="1286"/>
                    <a:pt x="5931" y="1048"/>
                  </a:cubicBezTo>
                  <a:close/>
                  <a:moveTo>
                    <a:pt x="8074" y="0"/>
                  </a:moveTo>
                  <a:cubicBezTo>
                    <a:pt x="7884" y="0"/>
                    <a:pt x="7693" y="0"/>
                    <a:pt x="7503" y="24"/>
                  </a:cubicBezTo>
                  <a:cubicBezTo>
                    <a:pt x="7407" y="24"/>
                    <a:pt x="7360" y="119"/>
                    <a:pt x="7360" y="238"/>
                  </a:cubicBezTo>
                  <a:cubicBezTo>
                    <a:pt x="7360" y="334"/>
                    <a:pt x="7431" y="381"/>
                    <a:pt x="7574" y="381"/>
                  </a:cubicBezTo>
                  <a:cubicBezTo>
                    <a:pt x="7741" y="358"/>
                    <a:pt x="7884" y="358"/>
                    <a:pt x="8074" y="358"/>
                  </a:cubicBezTo>
                  <a:cubicBezTo>
                    <a:pt x="9979" y="358"/>
                    <a:pt x="11551" y="1905"/>
                    <a:pt x="11551" y="3834"/>
                  </a:cubicBezTo>
                  <a:cubicBezTo>
                    <a:pt x="11551" y="5787"/>
                    <a:pt x="10003" y="7311"/>
                    <a:pt x="8074" y="7311"/>
                  </a:cubicBezTo>
                  <a:cubicBezTo>
                    <a:pt x="7407" y="7311"/>
                    <a:pt x="6788" y="7145"/>
                    <a:pt x="6264" y="6811"/>
                  </a:cubicBezTo>
                  <a:cubicBezTo>
                    <a:pt x="7121" y="6097"/>
                    <a:pt x="7645" y="5073"/>
                    <a:pt x="7645" y="3882"/>
                  </a:cubicBezTo>
                  <a:cubicBezTo>
                    <a:pt x="7645" y="2691"/>
                    <a:pt x="7121" y="1620"/>
                    <a:pt x="6264" y="929"/>
                  </a:cubicBezTo>
                  <a:cubicBezTo>
                    <a:pt x="6431" y="810"/>
                    <a:pt x="6645" y="715"/>
                    <a:pt x="6812" y="619"/>
                  </a:cubicBezTo>
                  <a:cubicBezTo>
                    <a:pt x="6907" y="596"/>
                    <a:pt x="6979" y="477"/>
                    <a:pt x="6907" y="381"/>
                  </a:cubicBezTo>
                  <a:cubicBezTo>
                    <a:pt x="6890" y="331"/>
                    <a:pt x="6826" y="280"/>
                    <a:pt x="6756" y="280"/>
                  </a:cubicBezTo>
                  <a:cubicBezTo>
                    <a:pt x="6727" y="280"/>
                    <a:pt x="6697" y="289"/>
                    <a:pt x="6669" y="310"/>
                  </a:cubicBezTo>
                  <a:cubicBezTo>
                    <a:pt x="6407" y="381"/>
                    <a:pt x="6169" y="548"/>
                    <a:pt x="5931" y="691"/>
                  </a:cubicBezTo>
                  <a:cubicBezTo>
                    <a:pt x="5335" y="262"/>
                    <a:pt x="4597" y="24"/>
                    <a:pt x="3811" y="24"/>
                  </a:cubicBezTo>
                  <a:cubicBezTo>
                    <a:pt x="1692" y="24"/>
                    <a:pt x="1" y="1763"/>
                    <a:pt x="1" y="3834"/>
                  </a:cubicBezTo>
                  <a:cubicBezTo>
                    <a:pt x="1" y="4168"/>
                    <a:pt x="25" y="4477"/>
                    <a:pt x="120" y="4787"/>
                  </a:cubicBezTo>
                  <a:cubicBezTo>
                    <a:pt x="140" y="4866"/>
                    <a:pt x="209" y="4912"/>
                    <a:pt x="286" y="4912"/>
                  </a:cubicBezTo>
                  <a:cubicBezTo>
                    <a:pt x="302" y="4912"/>
                    <a:pt x="318" y="4910"/>
                    <a:pt x="334" y="4906"/>
                  </a:cubicBezTo>
                  <a:cubicBezTo>
                    <a:pt x="430" y="4882"/>
                    <a:pt x="477" y="4787"/>
                    <a:pt x="453" y="4692"/>
                  </a:cubicBezTo>
                  <a:cubicBezTo>
                    <a:pt x="382" y="4430"/>
                    <a:pt x="334" y="4144"/>
                    <a:pt x="334" y="3834"/>
                  </a:cubicBezTo>
                  <a:cubicBezTo>
                    <a:pt x="334" y="1929"/>
                    <a:pt x="1882" y="358"/>
                    <a:pt x="3811" y="358"/>
                  </a:cubicBezTo>
                  <a:cubicBezTo>
                    <a:pt x="4454" y="358"/>
                    <a:pt x="5097" y="548"/>
                    <a:pt x="5621" y="858"/>
                  </a:cubicBezTo>
                  <a:cubicBezTo>
                    <a:pt x="5359" y="1072"/>
                    <a:pt x="5121" y="1334"/>
                    <a:pt x="4907" y="1643"/>
                  </a:cubicBezTo>
                  <a:cubicBezTo>
                    <a:pt x="4478" y="2286"/>
                    <a:pt x="4240" y="3049"/>
                    <a:pt x="4240" y="3811"/>
                  </a:cubicBezTo>
                  <a:cubicBezTo>
                    <a:pt x="4240" y="5001"/>
                    <a:pt x="4764" y="6073"/>
                    <a:pt x="5621" y="6764"/>
                  </a:cubicBezTo>
                  <a:cubicBezTo>
                    <a:pt x="5097" y="7073"/>
                    <a:pt x="4478" y="7264"/>
                    <a:pt x="3811" y="7264"/>
                  </a:cubicBezTo>
                  <a:cubicBezTo>
                    <a:pt x="2501" y="7264"/>
                    <a:pt x="1311" y="6549"/>
                    <a:pt x="715" y="5382"/>
                  </a:cubicBezTo>
                  <a:cubicBezTo>
                    <a:pt x="697" y="5310"/>
                    <a:pt x="623" y="5279"/>
                    <a:pt x="547" y="5279"/>
                  </a:cubicBezTo>
                  <a:cubicBezTo>
                    <a:pt x="524" y="5279"/>
                    <a:pt x="500" y="5281"/>
                    <a:pt x="477" y="5287"/>
                  </a:cubicBezTo>
                  <a:cubicBezTo>
                    <a:pt x="382" y="5335"/>
                    <a:pt x="358" y="5454"/>
                    <a:pt x="382" y="5525"/>
                  </a:cubicBezTo>
                  <a:cubicBezTo>
                    <a:pt x="1049" y="6811"/>
                    <a:pt x="2359" y="7621"/>
                    <a:pt x="3787" y="7621"/>
                  </a:cubicBezTo>
                  <a:cubicBezTo>
                    <a:pt x="4550" y="7621"/>
                    <a:pt x="5288" y="7383"/>
                    <a:pt x="5883" y="6954"/>
                  </a:cubicBezTo>
                  <a:cubicBezTo>
                    <a:pt x="6502" y="7383"/>
                    <a:pt x="7241" y="7621"/>
                    <a:pt x="8003" y="7621"/>
                  </a:cubicBezTo>
                  <a:cubicBezTo>
                    <a:pt x="10122" y="7621"/>
                    <a:pt x="11813" y="5882"/>
                    <a:pt x="11813" y="3811"/>
                  </a:cubicBezTo>
                  <a:cubicBezTo>
                    <a:pt x="11884" y="1691"/>
                    <a:pt x="10194" y="0"/>
                    <a:pt x="80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3" name="Google Shape;14153;p90"/>
            <p:cNvSpPr/>
            <p:nvPr/>
          </p:nvSpPr>
          <p:spPr>
            <a:xfrm>
              <a:off x="4703263" y="2505208"/>
              <a:ext cx="57200" cy="8950"/>
            </a:xfrm>
            <a:custGeom>
              <a:rect b="b" l="l" r="r" t="t"/>
              <a:pathLst>
                <a:path extrusionOk="0" h="358" w="2288">
                  <a:moveTo>
                    <a:pt x="168" y="1"/>
                  </a:moveTo>
                  <a:cubicBezTo>
                    <a:pt x="96" y="1"/>
                    <a:pt x="25" y="48"/>
                    <a:pt x="1" y="144"/>
                  </a:cubicBezTo>
                  <a:cubicBezTo>
                    <a:pt x="1" y="239"/>
                    <a:pt x="96" y="358"/>
                    <a:pt x="168" y="358"/>
                  </a:cubicBezTo>
                  <a:lnTo>
                    <a:pt x="2073" y="358"/>
                  </a:lnTo>
                  <a:cubicBezTo>
                    <a:pt x="2168" y="358"/>
                    <a:pt x="2239" y="286"/>
                    <a:pt x="2263" y="191"/>
                  </a:cubicBezTo>
                  <a:cubicBezTo>
                    <a:pt x="2287" y="72"/>
                    <a:pt x="2192" y="1"/>
                    <a:pt x="20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4" name="Google Shape;14154;p90"/>
            <p:cNvSpPr/>
            <p:nvPr/>
          </p:nvSpPr>
          <p:spPr>
            <a:xfrm>
              <a:off x="4703263" y="2523083"/>
              <a:ext cx="39325" cy="8350"/>
            </a:xfrm>
            <a:custGeom>
              <a:rect b="b" l="l" r="r" t="t"/>
              <a:pathLst>
                <a:path extrusionOk="0" h="334" w="1573">
                  <a:moveTo>
                    <a:pt x="168" y="0"/>
                  </a:moveTo>
                  <a:cubicBezTo>
                    <a:pt x="96" y="0"/>
                    <a:pt x="25" y="48"/>
                    <a:pt x="1" y="143"/>
                  </a:cubicBezTo>
                  <a:cubicBezTo>
                    <a:pt x="1" y="238"/>
                    <a:pt x="96" y="334"/>
                    <a:pt x="168" y="334"/>
                  </a:cubicBezTo>
                  <a:lnTo>
                    <a:pt x="1358" y="334"/>
                  </a:lnTo>
                  <a:cubicBezTo>
                    <a:pt x="1454" y="334"/>
                    <a:pt x="1525" y="286"/>
                    <a:pt x="1549" y="191"/>
                  </a:cubicBezTo>
                  <a:cubicBezTo>
                    <a:pt x="1573" y="72"/>
                    <a:pt x="1477" y="0"/>
                    <a:pt x="1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5" name="Google Shape;14155;p90"/>
            <p:cNvSpPr/>
            <p:nvPr/>
          </p:nvSpPr>
          <p:spPr>
            <a:xfrm>
              <a:off x="4884863" y="2505208"/>
              <a:ext cx="57775" cy="8950"/>
            </a:xfrm>
            <a:custGeom>
              <a:rect b="b" l="l" r="r" t="t"/>
              <a:pathLst>
                <a:path extrusionOk="0" h="358" w="2311">
                  <a:moveTo>
                    <a:pt x="215" y="1"/>
                  </a:moveTo>
                  <a:cubicBezTo>
                    <a:pt x="119" y="1"/>
                    <a:pt x="48" y="48"/>
                    <a:pt x="24" y="144"/>
                  </a:cubicBezTo>
                  <a:cubicBezTo>
                    <a:pt x="0" y="263"/>
                    <a:pt x="96" y="358"/>
                    <a:pt x="215" y="358"/>
                  </a:cubicBezTo>
                  <a:lnTo>
                    <a:pt x="2120" y="358"/>
                  </a:lnTo>
                  <a:cubicBezTo>
                    <a:pt x="2191" y="358"/>
                    <a:pt x="2263" y="286"/>
                    <a:pt x="2286" y="191"/>
                  </a:cubicBezTo>
                  <a:cubicBezTo>
                    <a:pt x="2310" y="72"/>
                    <a:pt x="2239"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6" name="Google Shape;14156;p90"/>
            <p:cNvSpPr/>
            <p:nvPr/>
          </p:nvSpPr>
          <p:spPr>
            <a:xfrm>
              <a:off x="4902713" y="2523083"/>
              <a:ext cx="39325" cy="8350"/>
            </a:xfrm>
            <a:custGeom>
              <a:rect b="b" l="l" r="r" t="t"/>
              <a:pathLst>
                <a:path extrusionOk="0" h="334" w="1573">
                  <a:moveTo>
                    <a:pt x="215" y="0"/>
                  </a:moveTo>
                  <a:cubicBezTo>
                    <a:pt x="120" y="0"/>
                    <a:pt x="48" y="48"/>
                    <a:pt x="25" y="143"/>
                  </a:cubicBezTo>
                  <a:cubicBezTo>
                    <a:pt x="1" y="262"/>
                    <a:pt x="96" y="334"/>
                    <a:pt x="215" y="334"/>
                  </a:cubicBezTo>
                  <a:lnTo>
                    <a:pt x="1406" y="334"/>
                  </a:lnTo>
                  <a:cubicBezTo>
                    <a:pt x="1477" y="334"/>
                    <a:pt x="1572" y="286"/>
                    <a:pt x="1572" y="191"/>
                  </a:cubicBezTo>
                  <a:cubicBezTo>
                    <a:pt x="1572" y="72"/>
                    <a:pt x="1525" y="0"/>
                    <a:pt x="1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57" name="Google Shape;14157;p90"/>
          <p:cNvSpPr/>
          <p:nvPr/>
        </p:nvSpPr>
        <p:spPr>
          <a:xfrm>
            <a:off x="4088105" y="2577914"/>
            <a:ext cx="10733" cy="18656"/>
          </a:xfrm>
          <a:custGeom>
            <a:rect b="b" l="l" r="r" t="t"/>
            <a:pathLst>
              <a:path extrusionOk="0" h="624" w="359">
                <a:moveTo>
                  <a:pt x="179" y="1"/>
                </a:moveTo>
                <a:cubicBezTo>
                  <a:pt x="77" y="1"/>
                  <a:pt x="1" y="88"/>
                  <a:pt x="1" y="195"/>
                </a:cubicBezTo>
                <a:lnTo>
                  <a:pt x="1" y="433"/>
                </a:lnTo>
                <a:cubicBezTo>
                  <a:pt x="1" y="528"/>
                  <a:pt x="72" y="624"/>
                  <a:pt x="168" y="624"/>
                </a:cubicBezTo>
                <a:cubicBezTo>
                  <a:pt x="287" y="624"/>
                  <a:pt x="358" y="552"/>
                  <a:pt x="358" y="433"/>
                </a:cubicBezTo>
                <a:lnTo>
                  <a:pt x="358" y="195"/>
                </a:lnTo>
                <a:cubicBezTo>
                  <a:pt x="358" y="100"/>
                  <a:pt x="311" y="52"/>
                  <a:pt x="215" y="4"/>
                </a:cubicBezTo>
                <a:cubicBezTo>
                  <a:pt x="203" y="2"/>
                  <a:pt x="191"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8" name="Google Shape;14158;p90"/>
          <p:cNvSpPr/>
          <p:nvPr/>
        </p:nvSpPr>
        <p:spPr>
          <a:xfrm>
            <a:off x="4318814" y="2544579"/>
            <a:ext cx="10703" cy="17819"/>
          </a:xfrm>
          <a:custGeom>
            <a:rect b="b" l="l" r="r" t="t"/>
            <a:pathLst>
              <a:path extrusionOk="0" h="596" w="358">
                <a:moveTo>
                  <a:pt x="167" y="0"/>
                </a:moveTo>
                <a:cubicBezTo>
                  <a:pt x="72" y="0"/>
                  <a:pt x="1" y="95"/>
                  <a:pt x="1" y="191"/>
                </a:cubicBezTo>
                <a:lnTo>
                  <a:pt x="1" y="429"/>
                </a:lnTo>
                <a:cubicBezTo>
                  <a:pt x="1" y="500"/>
                  <a:pt x="72" y="595"/>
                  <a:pt x="167" y="595"/>
                </a:cubicBezTo>
                <a:cubicBezTo>
                  <a:pt x="263" y="595"/>
                  <a:pt x="358" y="500"/>
                  <a:pt x="358" y="429"/>
                </a:cubicBezTo>
                <a:lnTo>
                  <a:pt x="358" y="191"/>
                </a:lnTo>
                <a:cubicBezTo>
                  <a:pt x="358" y="72"/>
                  <a:pt x="2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9" name="Google Shape;14159;p90"/>
          <p:cNvSpPr/>
          <p:nvPr/>
        </p:nvSpPr>
        <p:spPr>
          <a:xfrm>
            <a:off x="4318814" y="2572324"/>
            <a:ext cx="10703" cy="17849"/>
          </a:xfrm>
          <a:custGeom>
            <a:rect b="b" l="l" r="r" t="t"/>
            <a:pathLst>
              <a:path extrusionOk="0" h="597" w="358">
                <a:moveTo>
                  <a:pt x="167" y="1"/>
                </a:moveTo>
                <a:cubicBezTo>
                  <a:pt x="72" y="1"/>
                  <a:pt x="1" y="96"/>
                  <a:pt x="1" y="168"/>
                </a:cubicBezTo>
                <a:lnTo>
                  <a:pt x="1" y="406"/>
                </a:lnTo>
                <a:cubicBezTo>
                  <a:pt x="1" y="501"/>
                  <a:pt x="72" y="596"/>
                  <a:pt x="167" y="596"/>
                </a:cubicBezTo>
                <a:cubicBezTo>
                  <a:pt x="263" y="596"/>
                  <a:pt x="358" y="501"/>
                  <a:pt x="358" y="406"/>
                </a:cubicBezTo>
                <a:lnTo>
                  <a:pt x="358" y="168"/>
                </a:lnTo>
                <a:cubicBezTo>
                  <a:pt x="358" y="48"/>
                  <a:pt x="28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0" name="Google Shape;14160;p90"/>
          <p:cNvSpPr/>
          <p:nvPr/>
        </p:nvSpPr>
        <p:spPr>
          <a:xfrm>
            <a:off x="4318814" y="2516087"/>
            <a:ext cx="10703" cy="17819"/>
          </a:xfrm>
          <a:custGeom>
            <a:rect b="b" l="l" r="r" t="t"/>
            <a:pathLst>
              <a:path extrusionOk="0" h="596" w="358">
                <a:moveTo>
                  <a:pt x="167" y="1"/>
                </a:moveTo>
                <a:cubicBezTo>
                  <a:pt x="72" y="1"/>
                  <a:pt x="1" y="96"/>
                  <a:pt x="1" y="191"/>
                </a:cubicBezTo>
                <a:lnTo>
                  <a:pt x="1" y="429"/>
                </a:lnTo>
                <a:cubicBezTo>
                  <a:pt x="1" y="501"/>
                  <a:pt x="72" y="596"/>
                  <a:pt x="167" y="596"/>
                </a:cubicBezTo>
                <a:cubicBezTo>
                  <a:pt x="263" y="596"/>
                  <a:pt x="358" y="501"/>
                  <a:pt x="358" y="429"/>
                </a:cubicBezTo>
                <a:lnTo>
                  <a:pt x="358" y="191"/>
                </a:lnTo>
                <a:cubicBezTo>
                  <a:pt x="358" y="96"/>
                  <a:pt x="28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1" name="Google Shape;14161;p90"/>
          <p:cNvSpPr/>
          <p:nvPr/>
        </p:nvSpPr>
        <p:spPr>
          <a:xfrm>
            <a:off x="4318814" y="2488312"/>
            <a:ext cx="10703" cy="17849"/>
          </a:xfrm>
          <a:custGeom>
            <a:rect b="b" l="l" r="r" t="t"/>
            <a:pathLst>
              <a:path extrusionOk="0" h="597" w="358">
                <a:moveTo>
                  <a:pt x="167" y="1"/>
                </a:moveTo>
                <a:cubicBezTo>
                  <a:pt x="72" y="1"/>
                  <a:pt x="1" y="96"/>
                  <a:pt x="1" y="191"/>
                </a:cubicBezTo>
                <a:lnTo>
                  <a:pt x="1" y="429"/>
                </a:lnTo>
                <a:cubicBezTo>
                  <a:pt x="1" y="525"/>
                  <a:pt x="72" y="596"/>
                  <a:pt x="167" y="596"/>
                </a:cubicBezTo>
                <a:cubicBezTo>
                  <a:pt x="263" y="596"/>
                  <a:pt x="358" y="525"/>
                  <a:pt x="358" y="429"/>
                </a:cubicBezTo>
                <a:lnTo>
                  <a:pt x="358" y="191"/>
                </a:lnTo>
                <a:cubicBezTo>
                  <a:pt x="358" y="96"/>
                  <a:pt x="28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2" name="Google Shape;14162;p90"/>
          <p:cNvSpPr/>
          <p:nvPr/>
        </p:nvSpPr>
        <p:spPr>
          <a:xfrm>
            <a:off x="4318814" y="2461256"/>
            <a:ext cx="10703" cy="17849"/>
          </a:xfrm>
          <a:custGeom>
            <a:rect b="b" l="l" r="r" t="t"/>
            <a:pathLst>
              <a:path extrusionOk="0" h="597" w="358">
                <a:moveTo>
                  <a:pt x="167" y="1"/>
                </a:moveTo>
                <a:cubicBezTo>
                  <a:pt x="72" y="1"/>
                  <a:pt x="1" y="72"/>
                  <a:pt x="1" y="168"/>
                </a:cubicBezTo>
                <a:lnTo>
                  <a:pt x="1" y="406"/>
                </a:lnTo>
                <a:cubicBezTo>
                  <a:pt x="1" y="501"/>
                  <a:pt x="72" y="596"/>
                  <a:pt x="167" y="596"/>
                </a:cubicBezTo>
                <a:cubicBezTo>
                  <a:pt x="263" y="596"/>
                  <a:pt x="358" y="501"/>
                  <a:pt x="358" y="406"/>
                </a:cubicBezTo>
                <a:lnTo>
                  <a:pt x="358" y="168"/>
                </a:lnTo>
                <a:cubicBezTo>
                  <a:pt x="358" y="72"/>
                  <a:pt x="28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3" name="Google Shape;14163;p90"/>
          <p:cNvSpPr/>
          <p:nvPr/>
        </p:nvSpPr>
        <p:spPr>
          <a:xfrm>
            <a:off x="4318814" y="2433511"/>
            <a:ext cx="10703" cy="17819"/>
          </a:xfrm>
          <a:custGeom>
            <a:rect b="b" l="l" r="r" t="t"/>
            <a:pathLst>
              <a:path extrusionOk="0" h="596" w="358">
                <a:moveTo>
                  <a:pt x="167" y="0"/>
                </a:moveTo>
                <a:cubicBezTo>
                  <a:pt x="72" y="0"/>
                  <a:pt x="1" y="95"/>
                  <a:pt x="1" y="167"/>
                </a:cubicBezTo>
                <a:lnTo>
                  <a:pt x="1" y="405"/>
                </a:lnTo>
                <a:cubicBezTo>
                  <a:pt x="1" y="500"/>
                  <a:pt x="72" y="595"/>
                  <a:pt x="167" y="595"/>
                </a:cubicBezTo>
                <a:cubicBezTo>
                  <a:pt x="263" y="595"/>
                  <a:pt x="358" y="500"/>
                  <a:pt x="358" y="405"/>
                </a:cubicBezTo>
                <a:lnTo>
                  <a:pt x="358" y="167"/>
                </a:lnTo>
                <a:cubicBezTo>
                  <a:pt x="358" y="95"/>
                  <a:pt x="2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4" name="Google Shape;14164;p90"/>
          <p:cNvSpPr/>
          <p:nvPr/>
        </p:nvSpPr>
        <p:spPr>
          <a:xfrm>
            <a:off x="4273250" y="2591547"/>
            <a:ext cx="10703" cy="17849"/>
          </a:xfrm>
          <a:custGeom>
            <a:rect b="b" l="l" r="r" t="t"/>
            <a:pathLst>
              <a:path extrusionOk="0" h="597" w="358">
                <a:moveTo>
                  <a:pt x="167" y="1"/>
                </a:moveTo>
                <a:cubicBezTo>
                  <a:pt x="96" y="1"/>
                  <a:pt x="1" y="96"/>
                  <a:pt x="1" y="191"/>
                </a:cubicBezTo>
                <a:lnTo>
                  <a:pt x="1" y="430"/>
                </a:lnTo>
                <a:cubicBezTo>
                  <a:pt x="1" y="525"/>
                  <a:pt x="96" y="596"/>
                  <a:pt x="167" y="596"/>
                </a:cubicBezTo>
                <a:cubicBezTo>
                  <a:pt x="263" y="596"/>
                  <a:pt x="358" y="525"/>
                  <a:pt x="358" y="430"/>
                </a:cubicBezTo>
                <a:lnTo>
                  <a:pt x="358" y="191"/>
                </a:lnTo>
                <a:cubicBezTo>
                  <a:pt x="358" y="72"/>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5" name="Google Shape;14165;p90"/>
          <p:cNvSpPr/>
          <p:nvPr/>
        </p:nvSpPr>
        <p:spPr>
          <a:xfrm>
            <a:off x="4273250" y="2536028"/>
            <a:ext cx="10703" cy="17819"/>
          </a:xfrm>
          <a:custGeom>
            <a:rect b="b" l="l" r="r" t="t"/>
            <a:pathLst>
              <a:path extrusionOk="0" h="596" w="358">
                <a:moveTo>
                  <a:pt x="167" y="0"/>
                </a:moveTo>
                <a:cubicBezTo>
                  <a:pt x="96" y="0"/>
                  <a:pt x="1" y="72"/>
                  <a:pt x="1" y="167"/>
                </a:cubicBezTo>
                <a:lnTo>
                  <a:pt x="1" y="405"/>
                </a:lnTo>
                <a:cubicBezTo>
                  <a:pt x="1" y="500"/>
                  <a:pt x="96" y="596"/>
                  <a:pt x="167" y="596"/>
                </a:cubicBezTo>
                <a:cubicBezTo>
                  <a:pt x="263" y="596"/>
                  <a:pt x="358" y="500"/>
                  <a:pt x="358" y="405"/>
                </a:cubicBezTo>
                <a:lnTo>
                  <a:pt x="358" y="167"/>
                </a:lnTo>
                <a:cubicBezTo>
                  <a:pt x="358"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6" name="Google Shape;14166;p90"/>
          <p:cNvSpPr/>
          <p:nvPr/>
        </p:nvSpPr>
        <p:spPr>
          <a:xfrm>
            <a:off x="4273250" y="2563085"/>
            <a:ext cx="10703" cy="17819"/>
          </a:xfrm>
          <a:custGeom>
            <a:rect b="b" l="l" r="r" t="t"/>
            <a:pathLst>
              <a:path extrusionOk="0" h="596" w="358">
                <a:moveTo>
                  <a:pt x="167" y="0"/>
                </a:moveTo>
                <a:cubicBezTo>
                  <a:pt x="96" y="0"/>
                  <a:pt x="1" y="96"/>
                  <a:pt x="1" y="191"/>
                </a:cubicBezTo>
                <a:lnTo>
                  <a:pt x="1" y="429"/>
                </a:lnTo>
                <a:cubicBezTo>
                  <a:pt x="1" y="524"/>
                  <a:pt x="96" y="596"/>
                  <a:pt x="167" y="596"/>
                </a:cubicBezTo>
                <a:cubicBezTo>
                  <a:pt x="263" y="596"/>
                  <a:pt x="358" y="524"/>
                  <a:pt x="358" y="429"/>
                </a:cubicBezTo>
                <a:lnTo>
                  <a:pt x="358" y="191"/>
                </a:lnTo>
                <a:cubicBezTo>
                  <a:pt x="358" y="96"/>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7" name="Google Shape;14167;p90"/>
          <p:cNvSpPr/>
          <p:nvPr/>
        </p:nvSpPr>
        <p:spPr>
          <a:xfrm>
            <a:off x="4273250" y="2508971"/>
            <a:ext cx="10703" cy="17819"/>
          </a:xfrm>
          <a:custGeom>
            <a:rect b="b" l="l" r="r" t="t"/>
            <a:pathLst>
              <a:path extrusionOk="0" h="596" w="358">
                <a:moveTo>
                  <a:pt x="167" y="0"/>
                </a:moveTo>
                <a:cubicBezTo>
                  <a:pt x="96" y="0"/>
                  <a:pt x="1" y="96"/>
                  <a:pt x="1" y="191"/>
                </a:cubicBezTo>
                <a:lnTo>
                  <a:pt x="1" y="429"/>
                </a:lnTo>
                <a:cubicBezTo>
                  <a:pt x="1" y="500"/>
                  <a:pt x="96" y="596"/>
                  <a:pt x="167" y="596"/>
                </a:cubicBezTo>
                <a:cubicBezTo>
                  <a:pt x="263" y="596"/>
                  <a:pt x="358" y="500"/>
                  <a:pt x="358" y="429"/>
                </a:cubicBezTo>
                <a:lnTo>
                  <a:pt x="358" y="191"/>
                </a:lnTo>
                <a:cubicBezTo>
                  <a:pt x="358"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8" name="Google Shape;14168;p90"/>
          <p:cNvSpPr/>
          <p:nvPr/>
        </p:nvSpPr>
        <p:spPr>
          <a:xfrm>
            <a:off x="4135821" y="2522485"/>
            <a:ext cx="10703" cy="17849"/>
          </a:xfrm>
          <a:custGeom>
            <a:rect b="b" l="l" r="r" t="t"/>
            <a:pathLst>
              <a:path extrusionOk="0" h="597" w="358">
                <a:moveTo>
                  <a:pt x="167" y="1"/>
                </a:moveTo>
                <a:cubicBezTo>
                  <a:pt x="72" y="1"/>
                  <a:pt x="1" y="96"/>
                  <a:pt x="1" y="168"/>
                </a:cubicBezTo>
                <a:lnTo>
                  <a:pt x="1" y="406"/>
                </a:lnTo>
                <a:cubicBezTo>
                  <a:pt x="1" y="501"/>
                  <a:pt x="72" y="596"/>
                  <a:pt x="167" y="596"/>
                </a:cubicBezTo>
                <a:cubicBezTo>
                  <a:pt x="262" y="596"/>
                  <a:pt x="358" y="501"/>
                  <a:pt x="358" y="406"/>
                </a:cubicBezTo>
                <a:lnTo>
                  <a:pt x="358" y="168"/>
                </a:lnTo>
                <a:cubicBezTo>
                  <a:pt x="358" y="96"/>
                  <a:pt x="28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9" name="Google Shape;14169;p90"/>
          <p:cNvSpPr/>
          <p:nvPr/>
        </p:nvSpPr>
        <p:spPr>
          <a:xfrm>
            <a:off x="4135821" y="2466966"/>
            <a:ext cx="10703" cy="17819"/>
          </a:xfrm>
          <a:custGeom>
            <a:rect b="b" l="l" r="r" t="t"/>
            <a:pathLst>
              <a:path extrusionOk="0" h="596" w="358">
                <a:moveTo>
                  <a:pt x="167" y="0"/>
                </a:moveTo>
                <a:cubicBezTo>
                  <a:pt x="72" y="0"/>
                  <a:pt x="1" y="96"/>
                  <a:pt x="1" y="191"/>
                </a:cubicBezTo>
                <a:lnTo>
                  <a:pt x="1" y="429"/>
                </a:lnTo>
                <a:cubicBezTo>
                  <a:pt x="1" y="524"/>
                  <a:pt x="72" y="596"/>
                  <a:pt x="167" y="596"/>
                </a:cubicBezTo>
                <a:cubicBezTo>
                  <a:pt x="262" y="596"/>
                  <a:pt x="358" y="524"/>
                  <a:pt x="358" y="429"/>
                </a:cubicBezTo>
                <a:lnTo>
                  <a:pt x="358" y="191"/>
                </a:lnTo>
                <a:cubicBezTo>
                  <a:pt x="358" y="96"/>
                  <a:pt x="2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0" name="Google Shape;14170;p90"/>
          <p:cNvSpPr/>
          <p:nvPr/>
        </p:nvSpPr>
        <p:spPr>
          <a:xfrm>
            <a:off x="4135821" y="2494740"/>
            <a:ext cx="10703" cy="17819"/>
          </a:xfrm>
          <a:custGeom>
            <a:rect b="b" l="l" r="r" t="t"/>
            <a:pathLst>
              <a:path extrusionOk="0" h="596" w="358">
                <a:moveTo>
                  <a:pt x="167" y="0"/>
                </a:moveTo>
                <a:cubicBezTo>
                  <a:pt x="72" y="0"/>
                  <a:pt x="1" y="95"/>
                  <a:pt x="1" y="191"/>
                </a:cubicBezTo>
                <a:lnTo>
                  <a:pt x="1" y="429"/>
                </a:lnTo>
                <a:cubicBezTo>
                  <a:pt x="1" y="500"/>
                  <a:pt x="72" y="595"/>
                  <a:pt x="167" y="595"/>
                </a:cubicBezTo>
                <a:cubicBezTo>
                  <a:pt x="262" y="595"/>
                  <a:pt x="358" y="500"/>
                  <a:pt x="358" y="429"/>
                </a:cubicBezTo>
                <a:lnTo>
                  <a:pt x="358" y="191"/>
                </a:lnTo>
                <a:cubicBezTo>
                  <a:pt x="358" y="95"/>
                  <a:pt x="2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1" name="Google Shape;14171;p90"/>
          <p:cNvSpPr/>
          <p:nvPr/>
        </p:nvSpPr>
        <p:spPr>
          <a:xfrm>
            <a:off x="4135821" y="2550977"/>
            <a:ext cx="10703" cy="17819"/>
          </a:xfrm>
          <a:custGeom>
            <a:rect b="b" l="l" r="r" t="t"/>
            <a:pathLst>
              <a:path extrusionOk="0" h="596" w="358">
                <a:moveTo>
                  <a:pt x="167" y="0"/>
                </a:moveTo>
                <a:cubicBezTo>
                  <a:pt x="72" y="0"/>
                  <a:pt x="1" y="96"/>
                  <a:pt x="1" y="167"/>
                </a:cubicBezTo>
                <a:lnTo>
                  <a:pt x="1" y="405"/>
                </a:lnTo>
                <a:cubicBezTo>
                  <a:pt x="1" y="501"/>
                  <a:pt x="72" y="596"/>
                  <a:pt x="167" y="596"/>
                </a:cubicBezTo>
                <a:cubicBezTo>
                  <a:pt x="262" y="596"/>
                  <a:pt x="358" y="501"/>
                  <a:pt x="358" y="405"/>
                </a:cubicBezTo>
                <a:lnTo>
                  <a:pt x="358" y="167"/>
                </a:lnTo>
                <a:cubicBezTo>
                  <a:pt x="358" y="48"/>
                  <a:pt x="2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2" name="Google Shape;14172;p90"/>
          <p:cNvSpPr/>
          <p:nvPr/>
        </p:nvSpPr>
        <p:spPr>
          <a:xfrm>
            <a:off x="4135821" y="2578751"/>
            <a:ext cx="10703" cy="17819"/>
          </a:xfrm>
          <a:custGeom>
            <a:rect b="b" l="l" r="r" t="t"/>
            <a:pathLst>
              <a:path extrusionOk="0" h="596" w="358">
                <a:moveTo>
                  <a:pt x="167" y="0"/>
                </a:moveTo>
                <a:cubicBezTo>
                  <a:pt x="72" y="0"/>
                  <a:pt x="1" y="72"/>
                  <a:pt x="1" y="167"/>
                </a:cubicBezTo>
                <a:lnTo>
                  <a:pt x="1" y="405"/>
                </a:lnTo>
                <a:cubicBezTo>
                  <a:pt x="1" y="500"/>
                  <a:pt x="72" y="596"/>
                  <a:pt x="167" y="596"/>
                </a:cubicBezTo>
                <a:cubicBezTo>
                  <a:pt x="262" y="596"/>
                  <a:pt x="358" y="500"/>
                  <a:pt x="358" y="405"/>
                </a:cubicBezTo>
                <a:lnTo>
                  <a:pt x="358" y="167"/>
                </a:lnTo>
                <a:cubicBezTo>
                  <a:pt x="310" y="48"/>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3" name="Google Shape;14173;p90"/>
          <p:cNvSpPr/>
          <p:nvPr/>
        </p:nvSpPr>
        <p:spPr>
          <a:xfrm>
            <a:off x="4261860" y="2358738"/>
            <a:ext cx="17819" cy="10703"/>
          </a:xfrm>
          <a:custGeom>
            <a:rect b="b" l="l" r="r" t="t"/>
            <a:pathLst>
              <a:path extrusionOk="0" h="358" w="596">
                <a:moveTo>
                  <a:pt x="167" y="1"/>
                </a:moveTo>
                <a:cubicBezTo>
                  <a:pt x="72" y="1"/>
                  <a:pt x="1" y="48"/>
                  <a:pt x="1" y="143"/>
                </a:cubicBezTo>
                <a:cubicBezTo>
                  <a:pt x="1" y="263"/>
                  <a:pt x="48" y="358"/>
                  <a:pt x="167" y="358"/>
                </a:cubicBezTo>
                <a:lnTo>
                  <a:pt x="405" y="358"/>
                </a:lnTo>
                <a:cubicBezTo>
                  <a:pt x="501" y="358"/>
                  <a:pt x="596" y="286"/>
                  <a:pt x="596" y="215"/>
                </a:cubicBezTo>
                <a:cubicBezTo>
                  <a:pt x="596" y="96"/>
                  <a:pt x="524" y="1"/>
                  <a:pt x="4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4" name="Google Shape;14174;p90"/>
          <p:cNvSpPr/>
          <p:nvPr/>
        </p:nvSpPr>
        <p:spPr>
          <a:xfrm>
            <a:off x="4316691" y="2358738"/>
            <a:ext cx="17819" cy="10703"/>
          </a:xfrm>
          <a:custGeom>
            <a:rect b="b" l="l" r="r" t="t"/>
            <a:pathLst>
              <a:path extrusionOk="0" h="358" w="596">
                <a:moveTo>
                  <a:pt x="191" y="1"/>
                </a:moveTo>
                <a:cubicBezTo>
                  <a:pt x="96" y="1"/>
                  <a:pt x="0" y="48"/>
                  <a:pt x="0" y="143"/>
                </a:cubicBezTo>
                <a:cubicBezTo>
                  <a:pt x="0" y="263"/>
                  <a:pt x="96" y="358"/>
                  <a:pt x="191" y="358"/>
                </a:cubicBezTo>
                <a:lnTo>
                  <a:pt x="429" y="358"/>
                </a:lnTo>
                <a:cubicBezTo>
                  <a:pt x="500" y="358"/>
                  <a:pt x="596" y="286"/>
                  <a:pt x="596" y="215"/>
                </a:cubicBezTo>
                <a:cubicBezTo>
                  <a:pt x="596" y="96"/>
                  <a:pt x="548"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5" name="Google Shape;14175;p90"/>
          <p:cNvSpPr/>
          <p:nvPr/>
        </p:nvSpPr>
        <p:spPr>
          <a:xfrm>
            <a:off x="4073874" y="2358738"/>
            <a:ext cx="17849" cy="10703"/>
          </a:xfrm>
          <a:custGeom>
            <a:rect b="b" l="l" r="r" t="t"/>
            <a:pathLst>
              <a:path extrusionOk="0" h="358" w="597">
                <a:moveTo>
                  <a:pt x="191" y="1"/>
                </a:moveTo>
                <a:cubicBezTo>
                  <a:pt x="96" y="1"/>
                  <a:pt x="48" y="48"/>
                  <a:pt x="1" y="143"/>
                </a:cubicBezTo>
                <a:cubicBezTo>
                  <a:pt x="1" y="263"/>
                  <a:pt x="72" y="358"/>
                  <a:pt x="191" y="358"/>
                </a:cubicBezTo>
                <a:lnTo>
                  <a:pt x="429" y="358"/>
                </a:lnTo>
                <a:cubicBezTo>
                  <a:pt x="525" y="358"/>
                  <a:pt x="596" y="286"/>
                  <a:pt x="596" y="215"/>
                </a:cubicBezTo>
                <a:cubicBezTo>
                  <a:pt x="596" y="96"/>
                  <a:pt x="548"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6" name="Google Shape;14176;p90"/>
          <p:cNvSpPr/>
          <p:nvPr/>
        </p:nvSpPr>
        <p:spPr>
          <a:xfrm>
            <a:off x="4288916" y="2358738"/>
            <a:ext cx="17819" cy="10703"/>
          </a:xfrm>
          <a:custGeom>
            <a:rect b="b" l="l" r="r" t="t"/>
            <a:pathLst>
              <a:path extrusionOk="0" h="358" w="596">
                <a:moveTo>
                  <a:pt x="191" y="1"/>
                </a:moveTo>
                <a:cubicBezTo>
                  <a:pt x="96" y="1"/>
                  <a:pt x="48" y="48"/>
                  <a:pt x="1" y="143"/>
                </a:cubicBezTo>
                <a:cubicBezTo>
                  <a:pt x="1" y="263"/>
                  <a:pt x="72" y="358"/>
                  <a:pt x="191" y="358"/>
                </a:cubicBezTo>
                <a:lnTo>
                  <a:pt x="429" y="358"/>
                </a:lnTo>
                <a:cubicBezTo>
                  <a:pt x="524" y="358"/>
                  <a:pt x="596" y="286"/>
                  <a:pt x="596" y="215"/>
                </a:cubicBezTo>
                <a:cubicBezTo>
                  <a:pt x="596" y="96"/>
                  <a:pt x="548"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7" name="Google Shape;14177;p90"/>
          <p:cNvSpPr/>
          <p:nvPr/>
        </p:nvSpPr>
        <p:spPr>
          <a:xfrm>
            <a:off x="4101648" y="2358738"/>
            <a:ext cx="17819" cy="10703"/>
          </a:xfrm>
          <a:custGeom>
            <a:rect b="b" l="l" r="r" t="t"/>
            <a:pathLst>
              <a:path extrusionOk="0" h="358" w="596">
                <a:moveTo>
                  <a:pt x="191" y="1"/>
                </a:moveTo>
                <a:cubicBezTo>
                  <a:pt x="96" y="1"/>
                  <a:pt x="0" y="48"/>
                  <a:pt x="0" y="143"/>
                </a:cubicBezTo>
                <a:cubicBezTo>
                  <a:pt x="0" y="263"/>
                  <a:pt x="96" y="358"/>
                  <a:pt x="191" y="358"/>
                </a:cubicBezTo>
                <a:lnTo>
                  <a:pt x="429" y="358"/>
                </a:lnTo>
                <a:cubicBezTo>
                  <a:pt x="501" y="358"/>
                  <a:pt x="596" y="286"/>
                  <a:pt x="596" y="215"/>
                </a:cubicBezTo>
                <a:cubicBezTo>
                  <a:pt x="596" y="96"/>
                  <a:pt x="548"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8" name="Google Shape;14178;p90"/>
          <p:cNvSpPr/>
          <p:nvPr/>
        </p:nvSpPr>
        <p:spPr>
          <a:xfrm>
            <a:off x="4233368" y="2358738"/>
            <a:ext cx="18566" cy="10703"/>
          </a:xfrm>
          <a:custGeom>
            <a:rect b="b" l="l" r="r" t="t"/>
            <a:pathLst>
              <a:path extrusionOk="0" h="358" w="621">
                <a:moveTo>
                  <a:pt x="191" y="1"/>
                </a:moveTo>
                <a:cubicBezTo>
                  <a:pt x="120" y="1"/>
                  <a:pt x="49" y="48"/>
                  <a:pt x="25" y="143"/>
                </a:cubicBezTo>
                <a:cubicBezTo>
                  <a:pt x="1" y="263"/>
                  <a:pt x="72" y="358"/>
                  <a:pt x="191" y="358"/>
                </a:cubicBezTo>
                <a:lnTo>
                  <a:pt x="430" y="358"/>
                </a:lnTo>
                <a:cubicBezTo>
                  <a:pt x="525" y="358"/>
                  <a:pt x="620" y="286"/>
                  <a:pt x="620" y="215"/>
                </a:cubicBezTo>
                <a:cubicBezTo>
                  <a:pt x="620" y="96"/>
                  <a:pt x="549" y="1"/>
                  <a:pt x="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9" name="Google Shape;14179;p90"/>
          <p:cNvSpPr/>
          <p:nvPr/>
        </p:nvSpPr>
        <p:spPr>
          <a:xfrm>
            <a:off x="4129423" y="2358738"/>
            <a:ext cx="18536" cy="10703"/>
          </a:xfrm>
          <a:custGeom>
            <a:rect b="b" l="l" r="r" t="t"/>
            <a:pathLst>
              <a:path extrusionOk="0" h="358" w="620">
                <a:moveTo>
                  <a:pt x="215" y="1"/>
                </a:moveTo>
                <a:cubicBezTo>
                  <a:pt x="119" y="1"/>
                  <a:pt x="48" y="48"/>
                  <a:pt x="24" y="143"/>
                </a:cubicBezTo>
                <a:cubicBezTo>
                  <a:pt x="0" y="263"/>
                  <a:pt x="95" y="358"/>
                  <a:pt x="215" y="358"/>
                </a:cubicBezTo>
                <a:lnTo>
                  <a:pt x="453" y="358"/>
                </a:lnTo>
                <a:cubicBezTo>
                  <a:pt x="524" y="358"/>
                  <a:pt x="619" y="286"/>
                  <a:pt x="619" y="215"/>
                </a:cubicBezTo>
                <a:cubicBezTo>
                  <a:pt x="619" y="96"/>
                  <a:pt x="572"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0" name="Google Shape;14180;p90"/>
          <p:cNvSpPr/>
          <p:nvPr/>
        </p:nvSpPr>
        <p:spPr>
          <a:xfrm>
            <a:off x="4385036" y="2344507"/>
            <a:ext cx="39196" cy="39196"/>
          </a:xfrm>
          <a:custGeom>
            <a:rect b="b" l="l" r="r" t="t"/>
            <a:pathLst>
              <a:path extrusionOk="0" h="1311" w="1311">
                <a:moveTo>
                  <a:pt x="667" y="357"/>
                </a:moveTo>
                <a:cubicBezTo>
                  <a:pt x="810" y="357"/>
                  <a:pt x="953" y="500"/>
                  <a:pt x="953" y="643"/>
                </a:cubicBezTo>
                <a:cubicBezTo>
                  <a:pt x="953" y="810"/>
                  <a:pt x="834" y="953"/>
                  <a:pt x="667" y="953"/>
                </a:cubicBezTo>
                <a:cubicBezTo>
                  <a:pt x="524" y="953"/>
                  <a:pt x="358" y="834"/>
                  <a:pt x="358" y="643"/>
                </a:cubicBezTo>
                <a:cubicBezTo>
                  <a:pt x="358" y="500"/>
                  <a:pt x="477" y="357"/>
                  <a:pt x="667" y="357"/>
                </a:cubicBezTo>
                <a:close/>
                <a:moveTo>
                  <a:pt x="667" y="0"/>
                </a:moveTo>
                <a:cubicBezTo>
                  <a:pt x="310" y="0"/>
                  <a:pt x="0" y="286"/>
                  <a:pt x="0" y="643"/>
                </a:cubicBezTo>
                <a:cubicBezTo>
                  <a:pt x="0" y="1000"/>
                  <a:pt x="310" y="1310"/>
                  <a:pt x="667" y="1310"/>
                </a:cubicBezTo>
                <a:cubicBezTo>
                  <a:pt x="1024" y="1310"/>
                  <a:pt x="1310" y="1000"/>
                  <a:pt x="1310" y="643"/>
                </a:cubicBezTo>
                <a:cubicBezTo>
                  <a:pt x="1310" y="286"/>
                  <a:pt x="1024"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1" name="Google Shape;14181;p90"/>
          <p:cNvSpPr/>
          <p:nvPr/>
        </p:nvSpPr>
        <p:spPr>
          <a:xfrm>
            <a:off x="4073874" y="2322443"/>
            <a:ext cx="296224" cy="247790"/>
          </a:xfrm>
          <a:custGeom>
            <a:rect b="b" l="l" r="r" t="t"/>
            <a:pathLst>
              <a:path extrusionOk="0" h="8288" w="9908">
                <a:moveTo>
                  <a:pt x="5811" y="2334"/>
                </a:moveTo>
                <a:cubicBezTo>
                  <a:pt x="5954" y="2334"/>
                  <a:pt x="6121" y="2453"/>
                  <a:pt x="6121" y="2643"/>
                </a:cubicBezTo>
                <a:cubicBezTo>
                  <a:pt x="6121" y="2810"/>
                  <a:pt x="6002" y="2929"/>
                  <a:pt x="5811" y="2929"/>
                </a:cubicBezTo>
                <a:cubicBezTo>
                  <a:pt x="5645" y="2929"/>
                  <a:pt x="5526" y="2810"/>
                  <a:pt x="5526" y="2643"/>
                </a:cubicBezTo>
                <a:cubicBezTo>
                  <a:pt x="5526" y="2453"/>
                  <a:pt x="5669" y="2334"/>
                  <a:pt x="5811" y="2334"/>
                </a:cubicBezTo>
                <a:close/>
                <a:moveTo>
                  <a:pt x="2215" y="3596"/>
                </a:moveTo>
                <a:cubicBezTo>
                  <a:pt x="2358" y="3596"/>
                  <a:pt x="2501" y="3715"/>
                  <a:pt x="2501" y="3882"/>
                </a:cubicBezTo>
                <a:cubicBezTo>
                  <a:pt x="2501" y="4048"/>
                  <a:pt x="2382" y="4191"/>
                  <a:pt x="2215" y="4191"/>
                </a:cubicBezTo>
                <a:cubicBezTo>
                  <a:pt x="2025" y="4191"/>
                  <a:pt x="1906" y="4072"/>
                  <a:pt x="1906" y="3882"/>
                </a:cubicBezTo>
                <a:cubicBezTo>
                  <a:pt x="1906" y="3715"/>
                  <a:pt x="2073" y="3596"/>
                  <a:pt x="2215" y="3596"/>
                </a:cubicBezTo>
                <a:close/>
                <a:moveTo>
                  <a:pt x="4287" y="4834"/>
                </a:moveTo>
                <a:cubicBezTo>
                  <a:pt x="4454" y="4834"/>
                  <a:pt x="4597" y="4953"/>
                  <a:pt x="4597" y="5144"/>
                </a:cubicBezTo>
                <a:cubicBezTo>
                  <a:pt x="4597" y="5311"/>
                  <a:pt x="4478" y="5430"/>
                  <a:pt x="4287" y="5430"/>
                </a:cubicBezTo>
                <a:cubicBezTo>
                  <a:pt x="4121" y="5430"/>
                  <a:pt x="4002" y="5311"/>
                  <a:pt x="4002" y="5144"/>
                </a:cubicBezTo>
                <a:cubicBezTo>
                  <a:pt x="4002" y="4953"/>
                  <a:pt x="4121" y="4834"/>
                  <a:pt x="4287" y="4834"/>
                </a:cubicBezTo>
                <a:close/>
                <a:moveTo>
                  <a:pt x="667" y="7382"/>
                </a:moveTo>
                <a:cubicBezTo>
                  <a:pt x="810" y="7382"/>
                  <a:pt x="953" y="7502"/>
                  <a:pt x="953" y="7668"/>
                </a:cubicBezTo>
                <a:cubicBezTo>
                  <a:pt x="953" y="7811"/>
                  <a:pt x="834" y="7978"/>
                  <a:pt x="667" y="7978"/>
                </a:cubicBezTo>
                <a:cubicBezTo>
                  <a:pt x="477" y="7978"/>
                  <a:pt x="358" y="7859"/>
                  <a:pt x="358" y="7668"/>
                </a:cubicBezTo>
                <a:cubicBezTo>
                  <a:pt x="358" y="7502"/>
                  <a:pt x="477" y="7382"/>
                  <a:pt x="667" y="7382"/>
                </a:cubicBezTo>
                <a:close/>
                <a:moveTo>
                  <a:pt x="8598" y="0"/>
                </a:moveTo>
                <a:cubicBezTo>
                  <a:pt x="7907" y="0"/>
                  <a:pt x="7312" y="595"/>
                  <a:pt x="7312" y="1310"/>
                </a:cubicBezTo>
                <a:cubicBezTo>
                  <a:pt x="7312" y="1453"/>
                  <a:pt x="7336" y="1572"/>
                  <a:pt x="7359" y="1691"/>
                </a:cubicBezTo>
                <a:lnTo>
                  <a:pt x="6407" y="2143"/>
                </a:lnTo>
                <a:cubicBezTo>
                  <a:pt x="6288" y="1977"/>
                  <a:pt x="6121" y="1905"/>
                  <a:pt x="5930" y="1905"/>
                </a:cubicBezTo>
                <a:cubicBezTo>
                  <a:pt x="5573" y="1905"/>
                  <a:pt x="5264" y="2191"/>
                  <a:pt x="5264" y="2548"/>
                </a:cubicBezTo>
                <a:cubicBezTo>
                  <a:pt x="5264" y="2739"/>
                  <a:pt x="5335" y="2882"/>
                  <a:pt x="5454" y="3001"/>
                </a:cubicBezTo>
                <a:lnTo>
                  <a:pt x="4573" y="4453"/>
                </a:lnTo>
                <a:cubicBezTo>
                  <a:pt x="4502" y="4429"/>
                  <a:pt x="4454" y="4429"/>
                  <a:pt x="4383" y="4429"/>
                </a:cubicBezTo>
                <a:cubicBezTo>
                  <a:pt x="4192" y="4429"/>
                  <a:pt x="4025" y="4525"/>
                  <a:pt x="3906" y="4620"/>
                </a:cubicBezTo>
                <a:lnTo>
                  <a:pt x="2930" y="4025"/>
                </a:lnTo>
                <a:cubicBezTo>
                  <a:pt x="2954" y="3977"/>
                  <a:pt x="2954" y="3882"/>
                  <a:pt x="2954" y="3834"/>
                </a:cubicBezTo>
                <a:cubicBezTo>
                  <a:pt x="2954" y="3477"/>
                  <a:pt x="2644" y="3167"/>
                  <a:pt x="2287" y="3167"/>
                </a:cubicBezTo>
                <a:cubicBezTo>
                  <a:pt x="1953" y="3167"/>
                  <a:pt x="1644" y="3477"/>
                  <a:pt x="1644" y="3834"/>
                </a:cubicBezTo>
                <a:cubicBezTo>
                  <a:pt x="1644" y="3977"/>
                  <a:pt x="1692" y="4120"/>
                  <a:pt x="1787" y="4239"/>
                </a:cubicBezTo>
                <a:lnTo>
                  <a:pt x="787" y="6954"/>
                </a:lnTo>
                <a:lnTo>
                  <a:pt x="715" y="6954"/>
                </a:lnTo>
                <a:cubicBezTo>
                  <a:pt x="358" y="6954"/>
                  <a:pt x="72" y="7240"/>
                  <a:pt x="72" y="7597"/>
                </a:cubicBezTo>
                <a:cubicBezTo>
                  <a:pt x="1" y="8002"/>
                  <a:pt x="310" y="8287"/>
                  <a:pt x="667" y="8287"/>
                </a:cubicBezTo>
                <a:cubicBezTo>
                  <a:pt x="1025" y="8287"/>
                  <a:pt x="1310" y="8002"/>
                  <a:pt x="1310" y="7644"/>
                </a:cubicBezTo>
                <a:cubicBezTo>
                  <a:pt x="1310" y="7430"/>
                  <a:pt x="1239" y="7240"/>
                  <a:pt x="1049" y="7144"/>
                </a:cubicBezTo>
                <a:lnTo>
                  <a:pt x="2025" y="4477"/>
                </a:lnTo>
                <a:cubicBezTo>
                  <a:pt x="2096" y="4525"/>
                  <a:pt x="2144" y="4525"/>
                  <a:pt x="2215" y="4525"/>
                </a:cubicBezTo>
                <a:cubicBezTo>
                  <a:pt x="2358" y="4525"/>
                  <a:pt x="2501" y="4453"/>
                  <a:pt x="2596" y="4358"/>
                </a:cubicBezTo>
                <a:lnTo>
                  <a:pt x="3644" y="5001"/>
                </a:lnTo>
                <a:lnTo>
                  <a:pt x="3644" y="5120"/>
                </a:lnTo>
                <a:cubicBezTo>
                  <a:pt x="3644" y="5477"/>
                  <a:pt x="3930" y="5763"/>
                  <a:pt x="4287" y="5763"/>
                </a:cubicBezTo>
                <a:cubicBezTo>
                  <a:pt x="4645" y="5763"/>
                  <a:pt x="4954" y="5477"/>
                  <a:pt x="4954" y="5120"/>
                </a:cubicBezTo>
                <a:cubicBezTo>
                  <a:pt x="4954" y="4930"/>
                  <a:pt x="4883" y="4787"/>
                  <a:pt x="4764" y="4668"/>
                </a:cubicBezTo>
                <a:lnTo>
                  <a:pt x="5669" y="3215"/>
                </a:lnTo>
                <a:cubicBezTo>
                  <a:pt x="5716" y="3239"/>
                  <a:pt x="5788" y="3239"/>
                  <a:pt x="5835" y="3239"/>
                </a:cubicBezTo>
                <a:cubicBezTo>
                  <a:pt x="6192" y="3239"/>
                  <a:pt x="6502" y="2929"/>
                  <a:pt x="6502" y="2572"/>
                </a:cubicBezTo>
                <a:lnTo>
                  <a:pt x="6502" y="2501"/>
                </a:lnTo>
                <a:lnTo>
                  <a:pt x="7455" y="2048"/>
                </a:lnTo>
                <a:cubicBezTo>
                  <a:pt x="7693" y="2405"/>
                  <a:pt x="8098" y="2643"/>
                  <a:pt x="8550" y="2643"/>
                </a:cubicBezTo>
                <a:cubicBezTo>
                  <a:pt x="8812" y="2643"/>
                  <a:pt x="9050" y="2548"/>
                  <a:pt x="9288" y="2405"/>
                </a:cubicBezTo>
                <a:cubicBezTo>
                  <a:pt x="9384" y="2334"/>
                  <a:pt x="9384" y="2262"/>
                  <a:pt x="9360" y="2167"/>
                </a:cubicBezTo>
                <a:cubicBezTo>
                  <a:pt x="9312" y="2104"/>
                  <a:pt x="9265" y="2082"/>
                  <a:pt x="9210" y="2082"/>
                </a:cubicBezTo>
                <a:cubicBezTo>
                  <a:pt x="9182" y="2082"/>
                  <a:pt x="9153" y="2088"/>
                  <a:pt x="9122" y="2096"/>
                </a:cubicBezTo>
                <a:cubicBezTo>
                  <a:pt x="8979" y="2215"/>
                  <a:pt x="8764" y="2286"/>
                  <a:pt x="8574" y="2286"/>
                </a:cubicBezTo>
                <a:cubicBezTo>
                  <a:pt x="8050" y="2286"/>
                  <a:pt x="7597" y="1834"/>
                  <a:pt x="7597" y="1310"/>
                </a:cubicBezTo>
                <a:cubicBezTo>
                  <a:pt x="7597" y="762"/>
                  <a:pt x="8050" y="310"/>
                  <a:pt x="8574" y="310"/>
                </a:cubicBezTo>
                <a:cubicBezTo>
                  <a:pt x="9122" y="310"/>
                  <a:pt x="9574" y="762"/>
                  <a:pt x="9574" y="1310"/>
                </a:cubicBezTo>
                <a:cubicBezTo>
                  <a:pt x="9574" y="1381"/>
                  <a:pt x="9574" y="1477"/>
                  <a:pt x="9526" y="1572"/>
                </a:cubicBezTo>
                <a:cubicBezTo>
                  <a:pt x="9503" y="1667"/>
                  <a:pt x="9574" y="1738"/>
                  <a:pt x="9646" y="1786"/>
                </a:cubicBezTo>
                <a:cubicBezTo>
                  <a:pt x="9658" y="1789"/>
                  <a:pt x="9671" y="1791"/>
                  <a:pt x="9684" y="1791"/>
                </a:cubicBezTo>
                <a:cubicBezTo>
                  <a:pt x="9765" y="1791"/>
                  <a:pt x="9839" y="1729"/>
                  <a:pt x="9860" y="1667"/>
                </a:cubicBezTo>
                <a:cubicBezTo>
                  <a:pt x="9884" y="1548"/>
                  <a:pt x="9908" y="1429"/>
                  <a:pt x="9908" y="1310"/>
                </a:cubicBezTo>
                <a:cubicBezTo>
                  <a:pt x="9908" y="595"/>
                  <a:pt x="9312" y="0"/>
                  <a:pt x="8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2" name="Google Shape;14182;p90"/>
          <p:cNvSpPr/>
          <p:nvPr/>
        </p:nvSpPr>
        <p:spPr>
          <a:xfrm>
            <a:off x="4399267" y="2470524"/>
            <a:ext cx="10703" cy="17819"/>
          </a:xfrm>
          <a:custGeom>
            <a:rect b="b" l="l" r="r" t="t"/>
            <a:pathLst>
              <a:path extrusionOk="0" h="596" w="358">
                <a:moveTo>
                  <a:pt x="191" y="0"/>
                </a:moveTo>
                <a:cubicBezTo>
                  <a:pt x="96" y="0"/>
                  <a:pt x="1" y="96"/>
                  <a:pt x="1" y="191"/>
                </a:cubicBezTo>
                <a:lnTo>
                  <a:pt x="1" y="429"/>
                </a:lnTo>
                <a:cubicBezTo>
                  <a:pt x="1" y="524"/>
                  <a:pt x="96" y="596"/>
                  <a:pt x="191" y="596"/>
                </a:cubicBezTo>
                <a:cubicBezTo>
                  <a:pt x="287" y="596"/>
                  <a:pt x="358" y="524"/>
                  <a:pt x="358" y="429"/>
                </a:cubicBezTo>
                <a:lnTo>
                  <a:pt x="358" y="191"/>
                </a:lnTo>
                <a:cubicBezTo>
                  <a:pt x="358" y="96"/>
                  <a:pt x="287"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3" name="Google Shape;14183;p90"/>
          <p:cNvSpPr/>
          <p:nvPr/>
        </p:nvSpPr>
        <p:spPr>
          <a:xfrm>
            <a:off x="4399267" y="2415692"/>
            <a:ext cx="10703" cy="17849"/>
          </a:xfrm>
          <a:custGeom>
            <a:rect b="b" l="l" r="r" t="t"/>
            <a:pathLst>
              <a:path extrusionOk="0" h="597" w="358">
                <a:moveTo>
                  <a:pt x="191" y="1"/>
                </a:moveTo>
                <a:cubicBezTo>
                  <a:pt x="96" y="1"/>
                  <a:pt x="1" y="96"/>
                  <a:pt x="1" y="167"/>
                </a:cubicBezTo>
                <a:lnTo>
                  <a:pt x="1" y="406"/>
                </a:lnTo>
                <a:cubicBezTo>
                  <a:pt x="1" y="501"/>
                  <a:pt x="96" y="596"/>
                  <a:pt x="191" y="596"/>
                </a:cubicBezTo>
                <a:cubicBezTo>
                  <a:pt x="287" y="596"/>
                  <a:pt x="358" y="501"/>
                  <a:pt x="358" y="406"/>
                </a:cubicBezTo>
                <a:lnTo>
                  <a:pt x="358" y="167"/>
                </a:lnTo>
                <a:cubicBezTo>
                  <a:pt x="358" y="48"/>
                  <a:pt x="287"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4" name="Google Shape;14184;p90"/>
          <p:cNvSpPr/>
          <p:nvPr/>
        </p:nvSpPr>
        <p:spPr>
          <a:xfrm>
            <a:off x="4399267" y="2498298"/>
            <a:ext cx="10703" cy="17819"/>
          </a:xfrm>
          <a:custGeom>
            <a:rect b="b" l="l" r="r" t="t"/>
            <a:pathLst>
              <a:path extrusionOk="0" h="596" w="358">
                <a:moveTo>
                  <a:pt x="191" y="0"/>
                </a:moveTo>
                <a:cubicBezTo>
                  <a:pt x="96" y="0"/>
                  <a:pt x="1" y="95"/>
                  <a:pt x="1" y="191"/>
                </a:cubicBezTo>
                <a:lnTo>
                  <a:pt x="1" y="429"/>
                </a:lnTo>
                <a:cubicBezTo>
                  <a:pt x="1" y="500"/>
                  <a:pt x="96" y="596"/>
                  <a:pt x="191" y="596"/>
                </a:cubicBezTo>
                <a:cubicBezTo>
                  <a:pt x="287" y="596"/>
                  <a:pt x="358" y="500"/>
                  <a:pt x="358" y="429"/>
                </a:cubicBezTo>
                <a:lnTo>
                  <a:pt x="358" y="191"/>
                </a:lnTo>
                <a:cubicBezTo>
                  <a:pt x="358" y="95"/>
                  <a:pt x="287"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5" name="Google Shape;14185;p90"/>
          <p:cNvSpPr/>
          <p:nvPr/>
        </p:nvSpPr>
        <p:spPr>
          <a:xfrm>
            <a:off x="4399267" y="2443467"/>
            <a:ext cx="10703" cy="17819"/>
          </a:xfrm>
          <a:custGeom>
            <a:rect b="b" l="l" r="r" t="t"/>
            <a:pathLst>
              <a:path extrusionOk="0" h="596" w="358">
                <a:moveTo>
                  <a:pt x="191" y="0"/>
                </a:moveTo>
                <a:cubicBezTo>
                  <a:pt x="96" y="0"/>
                  <a:pt x="1" y="72"/>
                  <a:pt x="1" y="167"/>
                </a:cubicBezTo>
                <a:lnTo>
                  <a:pt x="1" y="405"/>
                </a:lnTo>
                <a:cubicBezTo>
                  <a:pt x="1" y="501"/>
                  <a:pt x="96" y="596"/>
                  <a:pt x="191" y="596"/>
                </a:cubicBezTo>
                <a:cubicBezTo>
                  <a:pt x="287" y="596"/>
                  <a:pt x="358" y="501"/>
                  <a:pt x="358" y="405"/>
                </a:cubicBezTo>
                <a:lnTo>
                  <a:pt x="358" y="167"/>
                </a:lnTo>
                <a:cubicBezTo>
                  <a:pt x="358" y="48"/>
                  <a:pt x="287"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6" name="Google Shape;14186;p90"/>
          <p:cNvSpPr/>
          <p:nvPr/>
        </p:nvSpPr>
        <p:spPr>
          <a:xfrm>
            <a:off x="4399267" y="2554535"/>
            <a:ext cx="10703" cy="17819"/>
          </a:xfrm>
          <a:custGeom>
            <a:rect b="b" l="l" r="r" t="t"/>
            <a:pathLst>
              <a:path extrusionOk="0" h="596" w="358">
                <a:moveTo>
                  <a:pt x="191" y="1"/>
                </a:moveTo>
                <a:cubicBezTo>
                  <a:pt x="96" y="1"/>
                  <a:pt x="1" y="96"/>
                  <a:pt x="1" y="167"/>
                </a:cubicBezTo>
                <a:lnTo>
                  <a:pt x="1" y="405"/>
                </a:lnTo>
                <a:cubicBezTo>
                  <a:pt x="1" y="501"/>
                  <a:pt x="96" y="596"/>
                  <a:pt x="191" y="596"/>
                </a:cubicBezTo>
                <a:cubicBezTo>
                  <a:pt x="287" y="596"/>
                  <a:pt x="358" y="501"/>
                  <a:pt x="358" y="405"/>
                </a:cubicBezTo>
                <a:lnTo>
                  <a:pt x="358" y="167"/>
                </a:lnTo>
                <a:cubicBezTo>
                  <a:pt x="358" y="48"/>
                  <a:pt x="287"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7" name="Google Shape;14187;p90"/>
          <p:cNvSpPr/>
          <p:nvPr/>
        </p:nvSpPr>
        <p:spPr>
          <a:xfrm>
            <a:off x="4399267" y="2582309"/>
            <a:ext cx="10703" cy="17819"/>
          </a:xfrm>
          <a:custGeom>
            <a:rect b="b" l="l" r="r" t="t"/>
            <a:pathLst>
              <a:path extrusionOk="0" h="596" w="358">
                <a:moveTo>
                  <a:pt x="191" y="0"/>
                </a:moveTo>
                <a:cubicBezTo>
                  <a:pt x="96" y="0"/>
                  <a:pt x="1" y="72"/>
                  <a:pt x="1" y="167"/>
                </a:cubicBezTo>
                <a:lnTo>
                  <a:pt x="1" y="405"/>
                </a:lnTo>
                <a:cubicBezTo>
                  <a:pt x="1" y="500"/>
                  <a:pt x="96" y="596"/>
                  <a:pt x="191" y="596"/>
                </a:cubicBezTo>
                <a:cubicBezTo>
                  <a:pt x="287" y="596"/>
                  <a:pt x="358" y="500"/>
                  <a:pt x="358" y="405"/>
                </a:cubicBezTo>
                <a:lnTo>
                  <a:pt x="358" y="167"/>
                </a:lnTo>
                <a:cubicBezTo>
                  <a:pt x="358" y="48"/>
                  <a:pt x="287"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8" name="Google Shape;14188;p90"/>
          <p:cNvSpPr/>
          <p:nvPr/>
        </p:nvSpPr>
        <p:spPr>
          <a:xfrm>
            <a:off x="4399267" y="2526043"/>
            <a:ext cx="10703" cy="17849"/>
          </a:xfrm>
          <a:custGeom>
            <a:rect b="b" l="l" r="r" t="t"/>
            <a:pathLst>
              <a:path extrusionOk="0" h="597" w="358">
                <a:moveTo>
                  <a:pt x="191" y="1"/>
                </a:moveTo>
                <a:cubicBezTo>
                  <a:pt x="96" y="1"/>
                  <a:pt x="1" y="96"/>
                  <a:pt x="1" y="168"/>
                </a:cubicBezTo>
                <a:lnTo>
                  <a:pt x="1" y="406"/>
                </a:lnTo>
                <a:cubicBezTo>
                  <a:pt x="1" y="501"/>
                  <a:pt x="96" y="596"/>
                  <a:pt x="191" y="596"/>
                </a:cubicBezTo>
                <a:cubicBezTo>
                  <a:pt x="287" y="596"/>
                  <a:pt x="358" y="501"/>
                  <a:pt x="358" y="406"/>
                </a:cubicBezTo>
                <a:lnTo>
                  <a:pt x="358" y="168"/>
                </a:lnTo>
                <a:cubicBezTo>
                  <a:pt x="358" y="96"/>
                  <a:pt x="287"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9" name="Google Shape;14189;p90"/>
          <p:cNvSpPr/>
          <p:nvPr/>
        </p:nvSpPr>
        <p:spPr>
          <a:xfrm>
            <a:off x="4022630" y="2292516"/>
            <a:ext cx="356019" cy="355332"/>
          </a:xfrm>
          <a:custGeom>
            <a:rect b="b" l="l" r="r" t="t"/>
            <a:pathLst>
              <a:path extrusionOk="0" h="11885" w="11908">
                <a:moveTo>
                  <a:pt x="905" y="1"/>
                </a:moveTo>
                <a:cubicBezTo>
                  <a:pt x="786" y="1"/>
                  <a:pt x="714" y="72"/>
                  <a:pt x="714" y="191"/>
                </a:cubicBezTo>
                <a:lnTo>
                  <a:pt x="714" y="1001"/>
                </a:lnTo>
                <a:lnTo>
                  <a:pt x="500" y="1001"/>
                </a:lnTo>
                <a:cubicBezTo>
                  <a:pt x="405" y="1001"/>
                  <a:pt x="333" y="1049"/>
                  <a:pt x="333" y="1144"/>
                </a:cubicBezTo>
                <a:cubicBezTo>
                  <a:pt x="333" y="1263"/>
                  <a:pt x="381" y="1358"/>
                  <a:pt x="500" y="1358"/>
                </a:cubicBezTo>
                <a:lnTo>
                  <a:pt x="714" y="1358"/>
                </a:lnTo>
                <a:lnTo>
                  <a:pt x="714" y="2239"/>
                </a:lnTo>
                <a:lnTo>
                  <a:pt x="500" y="2239"/>
                </a:lnTo>
                <a:cubicBezTo>
                  <a:pt x="405" y="2239"/>
                  <a:pt x="333" y="2287"/>
                  <a:pt x="333" y="2382"/>
                </a:cubicBezTo>
                <a:cubicBezTo>
                  <a:pt x="333" y="2501"/>
                  <a:pt x="381" y="2597"/>
                  <a:pt x="500" y="2597"/>
                </a:cubicBezTo>
                <a:lnTo>
                  <a:pt x="714" y="2597"/>
                </a:lnTo>
                <a:lnTo>
                  <a:pt x="714" y="3478"/>
                </a:lnTo>
                <a:lnTo>
                  <a:pt x="500" y="3478"/>
                </a:lnTo>
                <a:cubicBezTo>
                  <a:pt x="405" y="3478"/>
                  <a:pt x="333" y="3549"/>
                  <a:pt x="333" y="3644"/>
                </a:cubicBezTo>
                <a:cubicBezTo>
                  <a:pt x="333" y="3763"/>
                  <a:pt x="381" y="3835"/>
                  <a:pt x="500" y="3835"/>
                </a:cubicBezTo>
                <a:lnTo>
                  <a:pt x="714" y="3835"/>
                </a:lnTo>
                <a:lnTo>
                  <a:pt x="714" y="4740"/>
                </a:lnTo>
                <a:lnTo>
                  <a:pt x="500" y="4740"/>
                </a:lnTo>
                <a:cubicBezTo>
                  <a:pt x="405" y="4740"/>
                  <a:pt x="333" y="4788"/>
                  <a:pt x="333" y="4883"/>
                </a:cubicBezTo>
                <a:cubicBezTo>
                  <a:pt x="333" y="5002"/>
                  <a:pt x="381" y="5097"/>
                  <a:pt x="500" y="5097"/>
                </a:cubicBezTo>
                <a:lnTo>
                  <a:pt x="714" y="5097"/>
                </a:lnTo>
                <a:lnTo>
                  <a:pt x="714" y="5978"/>
                </a:lnTo>
                <a:lnTo>
                  <a:pt x="500" y="5978"/>
                </a:lnTo>
                <a:cubicBezTo>
                  <a:pt x="405" y="5978"/>
                  <a:pt x="333" y="6050"/>
                  <a:pt x="333" y="6145"/>
                </a:cubicBezTo>
                <a:cubicBezTo>
                  <a:pt x="333" y="6264"/>
                  <a:pt x="381" y="6335"/>
                  <a:pt x="500" y="6335"/>
                </a:cubicBezTo>
                <a:lnTo>
                  <a:pt x="714" y="6335"/>
                </a:lnTo>
                <a:lnTo>
                  <a:pt x="714" y="7240"/>
                </a:lnTo>
                <a:lnTo>
                  <a:pt x="500" y="7240"/>
                </a:lnTo>
                <a:cubicBezTo>
                  <a:pt x="405" y="7240"/>
                  <a:pt x="333" y="7288"/>
                  <a:pt x="333" y="7383"/>
                </a:cubicBezTo>
                <a:cubicBezTo>
                  <a:pt x="333" y="7502"/>
                  <a:pt x="381" y="7598"/>
                  <a:pt x="500" y="7598"/>
                </a:cubicBezTo>
                <a:lnTo>
                  <a:pt x="714" y="7598"/>
                </a:lnTo>
                <a:lnTo>
                  <a:pt x="714" y="8479"/>
                </a:lnTo>
                <a:lnTo>
                  <a:pt x="500" y="8479"/>
                </a:lnTo>
                <a:cubicBezTo>
                  <a:pt x="405" y="8479"/>
                  <a:pt x="333" y="8550"/>
                  <a:pt x="333" y="8645"/>
                </a:cubicBezTo>
                <a:cubicBezTo>
                  <a:pt x="333" y="8765"/>
                  <a:pt x="381" y="8836"/>
                  <a:pt x="500" y="8836"/>
                </a:cubicBezTo>
                <a:lnTo>
                  <a:pt x="714" y="8836"/>
                </a:lnTo>
                <a:lnTo>
                  <a:pt x="714" y="9741"/>
                </a:lnTo>
                <a:lnTo>
                  <a:pt x="500" y="9741"/>
                </a:lnTo>
                <a:cubicBezTo>
                  <a:pt x="405" y="9741"/>
                  <a:pt x="333" y="9789"/>
                  <a:pt x="333" y="9884"/>
                </a:cubicBezTo>
                <a:cubicBezTo>
                  <a:pt x="333" y="10003"/>
                  <a:pt x="381" y="10098"/>
                  <a:pt x="500" y="10098"/>
                </a:cubicBezTo>
                <a:lnTo>
                  <a:pt x="714" y="10098"/>
                </a:lnTo>
                <a:lnTo>
                  <a:pt x="714" y="10717"/>
                </a:lnTo>
                <a:lnTo>
                  <a:pt x="286" y="10717"/>
                </a:lnTo>
                <a:cubicBezTo>
                  <a:pt x="143" y="10717"/>
                  <a:pt x="0" y="10836"/>
                  <a:pt x="0" y="11027"/>
                </a:cubicBezTo>
                <a:lnTo>
                  <a:pt x="0" y="11575"/>
                </a:lnTo>
                <a:cubicBezTo>
                  <a:pt x="0" y="11741"/>
                  <a:pt x="119" y="11884"/>
                  <a:pt x="286" y="11884"/>
                </a:cubicBezTo>
                <a:lnTo>
                  <a:pt x="11598" y="11884"/>
                </a:lnTo>
                <a:cubicBezTo>
                  <a:pt x="11764" y="11884"/>
                  <a:pt x="11907" y="11765"/>
                  <a:pt x="11907" y="11575"/>
                </a:cubicBezTo>
                <a:lnTo>
                  <a:pt x="11907" y="10979"/>
                </a:lnTo>
                <a:cubicBezTo>
                  <a:pt x="11907" y="10813"/>
                  <a:pt x="11764" y="10693"/>
                  <a:pt x="11598" y="10693"/>
                </a:cubicBezTo>
                <a:lnTo>
                  <a:pt x="10383" y="10693"/>
                </a:lnTo>
                <a:cubicBezTo>
                  <a:pt x="10359" y="10646"/>
                  <a:pt x="10288" y="10574"/>
                  <a:pt x="10240" y="10574"/>
                </a:cubicBezTo>
                <a:cubicBezTo>
                  <a:pt x="10169" y="10574"/>
                  <a:pt x="10097" y="10646"/>
                  <a:pt x="10097" y="10693"/>
                </a:cubicBezTo>
                <a:lnTo>
                  <a:pt x="7740" y="10693"/>
                </a:lnTo>
                <a:lnTo>
                  <a:pt x="7740" y="10455"/>
                </a:lnTo>
                <a:cubicBezTo>
                  <a:pt x="7740" y="10360"/>
                  <a:pt x="7644" y="10289"/>
                  <a:pt x="7549" y="10289"/>
                </a:cubicBezTo>
                <a:cubicBezTo>
                  <a:pt x="7478" y="10289"/>
                  <a:pt x="7383" y="10360"/>
                  <a:pt x="7383" y="10455"/>
                </a:cubicBezTo>
                <a:lnTo>
                  <a:pt x="7383" y="10693"/>
                </a:lnTo>
                <a:lnTo>
                  <a:pt x="5454" y="10693"/>
                </a:lnTo>
                <a:cubicBezTo>
                  <a:pt x="5358" y="10693"/>
                  <a:pt x="5263" y="10765"/>
                  <a:pt x="5263" y="10836"/>
                </a:cubicBezTo>
                <a:cubicBezTo>
                  <a:pt x="5263" y="10955"/>
                  <a:pt x="5311" y="11051"/>
                  <a:pt x="5454" y="11051"/>
                </a:cubicBezTo>
                <a:lnTo>
                  <a:pt x="11574" y="11051"/>
                </a:lnTo>
                <a:lnTo>
                  <a:pt x="11574" y="11527"/>
                </a:lnTo>
                <a:lnTo>
                  <a:pt x="381" y="11527"/>
                </a:lnTo>
                <a:lnTo>
                  <a:pt x="381" y="11051"/>
                </a:lnTo>
                <a:lnTo>
                  <a:pt x="4596" y="11051"/>
                </a:lnTo>
                <a:cubicBezTo>
                  <a:pt x="4691" y="11051"/>
                  <a:pt x="4787" y="11003"/>
                  <a:pt x="4787" y="10908"/>
                </a:cubicBezTo>
                <a:cubicBezTo>
                  <a:pt x="4787" y="10789"/>
                  <a:pt x="4739" y="10693"/>
                  <a:pt x="4596" y="10693"/>
                </a:cubicBezTo>
                <a:lnTo>
                  <a:pt x="4120" y="10693"/>
                </a:lnTo>
                <a:lnTo>
                  <a:pt x="4120" y="10646"/>
                </a:lnTo>
                <a:cubicBezTo>
                  <a:pt x="4120" y="10551"/>
                  <a:pt x="4048" y="10455"/>
                  <a:pt x="3953" y="10455"/>
                </a:cubicBezTo>
                <a:cubicBezTo>
                  <a:pt x="3858" y="10455"/>
                  <a:pt x="3763" y="10551"/>
                  <a:pt x="3763" y="10646"/>
                </a:cubicBezTo>
                <a:lnTo>
                  <a:pt x="3763" y="10693"/>
                </a:lnTo>
                <a:lnTo>
                  <a:pt x="2548" y="10693"/>
                </a:lnTo>
                <a:lnTo>
                  <a:pt x="2548" y="10670"/>
                </a:lnTo>
                <a:cubicBezTo>
                  <a:pt x="2548" y="10574"/>
                  <a:pt x="2501" y="10479"/>
                  <a:pt x="2405" y="10479"/>
                </a:cubicBezTo>
                <a:cubicBezTo>
                  <a:pt x="2286" y="10479"/>
                  <a:pt x="2191" y="10551"/>
                  <a:pt x="2191" y="10670"/>
                </a:cubicBezTo>
                <a:lnTo>
                  <a:pt x="2191" y="10693"/>
                </a:lnTo>
                <a:lnTo>
                  <a:pt x="1072" y="10693"/>
                </a:lnTo>
                <a:lnTo>
                  <a:pt x="1072" y="191"/>
                </a:lnTo>
                <a:cubicBezTo>
                  <a:pt x="1072" y="96"/>
                  <a:pt x="1000"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90" name="Google Shape;14190;p90"/>
          <p:cNvGrpSpPr/>
          <p:nvPr/>
        </p:nvGrpSpPr>
        <p:grpSpPr>
          <a:xfrm>
            <a:off x="3245846" y="2291082"/>
            <a:ext cx="361730" cy="358919"/>
            <a:chOff x="3654238" y="2368833"/>
            <a:chExt cx="302475" cy="300125"/>
          </a:xfrm>
        </p:grpSpPr>
        <p:sp>
          <p:nvSpPr>
            <p:cNvPr id="14191" name="Google Shape;14191;p90"/>
            <p:cNvSpPr/>
            <p:nvPr/>
          </p:nvSpPr>
          <p:spPr>
            <a:xfrm>
              <a:off x="3654238" y="2368833"/>
              <a:ext cx="302475" cy="300125"/>
            </a:xfrm>
            <a:custGeom>
              <a:rect b="b" l="l" r="r" t="t"/>
              <a:pathLst>
                <a:path extrusionOk="0" h="12005" w="12099">
                  <a:moveTo>
                    <a:pt x="9550" y="407"/>
                  </a:moveTo>
                  <a:cubicBezTo>
                    <a:pt x="9717" y="407"/>
                    <a:pt x="9908" y="455"/>
                    <a:pt x="10074" y="478"/>
                  </a:cubicBezTo>
                  <a:cubicBezTo>
                    <a:pt x="10622" y="621"/>
                    <a:pt x="11051" y="955"/>
                    <a:pt x="11336" y="1455"/>
                  </a:cubicBezTo>
                  <a:cubicBezTo>
                    <a:pt x="11598" y="1931"/>
                    <a:pt x="11694" y="2503"/>
                    <a:pt x="11527" y="3027"/>
                  </a:cubicBezTo>
                  <a:cubicBezTo>
                    <a:pt x="11384" y="3574"/>
                    <a:pt x="11051" y="4027"/>
                    <a:pt x="10551" y="4289"/>
                  </a:cubicBezTo>
                  <a:cubicBezTo>
                    <a:pt x="10217" y="4455"/>
                    <a:pt x="9908" y="4551"/>
                    <a:pt x="9550" y="4551"/>
                  </a:cubicBezTo>
                  <a:cubicBezTo>
                    <a:pt x="9145" y="3598"/>
                    <a:pt x="8383" y="2860"/>
                    <a:pt x="7431" y="2479"/>
                  </a:cubicBezTo>
                  <a:lnTo>
                    <a:pt x="7526" y="1931"/>
                  </a:lnTo>
                  <a:cubicBezTo>
                    <a:pt x="7669" y="1407"/>
                    <a:pt x="8002" y="955"/>
                    <a:pt x="8502" y="693"/>
                  </a:cubicBezTo>
                  <a:cubicBezTo>
                    <a:pt x="8836" y="502"/>
                    <a:pt x="9193" y="407"/>
                    <a:pt x="9550" y="407"/>
                  </a:cubicBezTo>
                  <a:close/>
                  <a:moveTo>
                    <a:pt x="2525" y="7408"/>
                  </a:moveTo>
                  <a:cubicBezTo>
                    <a:pt x="2906" y="8361"/>
                    <a:pt x="3668" y="9147"/>
                    <a:pt x="4621" y="9528"/>
                  </a:cubicBezTo>
                  <a:cubicBezTo>
                    <a:pt x="4597" y="10647"/>
                    <a:pt x="3668" y="11576"/>
                    <a:pt x="2549" y="11576"/>
                  </a:cubicBezTo>
                  <a:cubicBezTo>
                    <a:pt x="1382" y="11576"/>
                    <a:pt x="453" y="10647"/>
                    <a:pt x="453" y="9480"/>
                  </a:cubicBezTo>
                  <a:cubicBezTo>
                    <a:pt x="453" y="8361"/>
                    <a:pt x="1382" y="7432"/>
                    <a:pt x="2525" y="7408"/>
                  </a:cubicBezTo>
                  <a:close/>
                  <a:moveTo>
                    <a:pt x="6026" y="2527"/>
                  </a:moveTo>
                  <a:cubicBezTo>
                    <a:pt x="7931" y="2527"/>
                    <a:pt x="9479" y="4074"/>
                    <a:pt x="9479" y="5980"/>
                  </a:cubicBezTo>
                  <a:cubicBezTo>
                    <a:pt x="9479" y="6932"/>
                    <a:pt x="9074" y="7885"/>
                    <a:pt x="8360" y="8552"/>
                  </a:cubicBezTo>
                  <a:cubicBezTo>
                    <a:pt x="8288" y="8599"/>
                    <a:pt x="8264" y="8718"/>
                    <a:pt x="8360" y="8790"/>
                  </a:cubicBezTo>
                  <a:cubicBezTo>
                    <a:pt x="8386" y="8816"/>
                    <a:pt x="8433" y="8835"/>
                    <a:pt x="8483" y="8835"/>
                  </a:cubicBezTo>
                  <a:cubicBezTo>
                    <a:pt x="8524" y="8835"/>
                    <a:pt x="8566" y="8822"/>
                    <a:pt x="8598" y="8790"/>
                  </a:cubicBezTo>
                  <a:cubicBezTo>
                    <a:pt x="9003" y="8385"/>
                    <a:pt x="9336" y="7909"/>
                    <a:pt x="9550" y="7408"/>
                  </a:cubicBezTo>
                  <a:cubicBezTo>
                    <a:pt x="9908" y="7408"/>
                    <a:pt x="10217" y="7504"/>
                    <a:pt x="10551" y="7670"/>
                  </a:cubicBezTo>
                  <a:cubicBezTo>
                    <a:pt x="11027" y="7956"/>
                    <a:pt x="11384" y="8385"/>
                    <a:pt x="11527" y="8933"/>
                  </a:cubicBezTo>
                  <a:cubicBezTo>
                    <a:pt x="11694" y="9480"/>
                    <a:pt x="11622" y="10052"/>
                    <a:pt x="11336" y="10528"/>
                  </a:cubicBezTo>
                  <a:cubicBezTo>
                    <a:pt x="11051" y="11004"/>
                    <a:pt x="10622" y="11362"/>
                    <a:pt x="10074" y="11528"/>
                  </a:cubicBezTo>
                  <a:cubicBezTo>
                    <a:pt x="9909" y="11573"/>
                    <a:pt x="9740" y="11595"/>
                    <a:pt x="9570" y="11595"/>
                  </a:cubicBezTo>
                  <a:cubicBezTo>
                    <a:pt x="9200" y="11595"/>
                    <a:pt x="8829" y="11493"/>
                    <a:pt x="8502" y="11314"/>
                  </a:cubicBezTo>
                  <a:cubicBezTo>
                    <a:pt x="8026" y="11052"/>
                    <a:pt x="7669" y="10600"/>
                    <a:pt x="7526" y="10052"/>
                  </a:cubicBezTo>
                  <a:cubicBezTo>
                    <a:pt x="7455" y="9885"/>
                    <a:pt x="7455" y="9742"/>
                    <a:pt x="7455" y="9552"/>
                  </a:cubicBezTo>
                  <a:cubicBezTo>
                    <a:pt x="7645" y="9504"/>
                    <a:pt x="7788" y="9409"/>
                    <a:pt x="7931" y="9314"/>
                  </a:cubicBezTo>
                  <a:cubicBezTo>
                    <a:pt x="8026" y="9266"/>
                    <a:pt x="8050" y="9171"/>
                    <a:pt x="8002" y="9075"/>
                  </a:cubicBezTo>
                  <a:cubicBezTo>
                    <a:pt x="7959" y="9018"/>
                    <a:pt x="7907" y="8986"/>
                    <a:pt x="7857" y="8986"/>
                  </a:cubicBezTo>
                  <a:cubicBezTo>
                    <a:pt x="7824" y="8986"/>
                    <a:pt x="7792" y="9000"/>
                    <a:pt x="7764" y="9028"/>
                  </a:cubicBezTo>
                  <a:cubicBezTo>
                    <a:pt x="7217" y="9314"/>
                    <a:pt x="6645" y="9456"/>
                    <a:pt x="6026" y="9456"/>
                  </a:cubicBezTo>
                  <a:cubicBezTo>
                    <a:pt x="4121" y="9456"/>
                    <a:pt x="2573" y="7909"/>
                    <a:pt x="2573" y="6003"/>
                  </a:cubicBezTo>
                  <a:cubicBezTo>
                    <a:pt x="2573" y="4098"/>
                    <a:pt x="4121" y="2527"/>
                    <a:pt x="6026" y="2527"/>
                  </a:cubicBezTo>
                  <a:close/>
                  <a:moveTo>
                    <a:pt x="9487" y="0"/>
                  </a:moveTo>
                  <a:cubicBezTo>
                    <a:pt x="9070" y="0"/>
                    <a:pt x="8664" y="117"/>
                    <a:pt x="8288" y="336"/>
                  </a:cubicBezTo>
                  <a:cubicBezTo>
                    <a:pt x="7717" y="645"/>
                    <a:pt x="7336" y="1169"/>
                    <a:pt x="7169" y="1812"/>
                  </a:cubicBezTo>
                  <a:cubicBezTo>
                    <a:pt x="7121" y="2003"/>
                    <a:pt x="7097" y="2145"/>
                    <a:pt x="7074" y="2312"/>
                  </a:cubicBezTo>
                  <a:cubicBezTo>
                    <a:pt x="6740" y="2217"/>
                    <a:pt x="6383" y="2169"/>
                    <a:pt x="6002" y="2169"/>
                  </a:cubicBezTo>
                  <a:cubicBezTo>
                    <a:pt x="5645" y="2169"/>
                    <a:pt x="5240" y="2217"/>
                    <a:pt x="4930" y="2312"/>
                  </a:cubicBezTo>
                  <a:cubicBezTo>
                    <a:pt x="4930" y="2050"/>
                    <a:pt x="4859" y="1812"/>
                    <a:pt x="4764" y="1574"/>
                  </a:cubicBezTo>
                  <a:cubicBezTo>
                    <a:pt x="4745" y="1501"/>
                    <a:pt x="4672" y="1470"/>
                    <a:pt x="4595" y="1470"/>
                  </a:cubicBezTo>
                  <a:cubicBezTo>
                    <a:pt x="4572" y="1470"/>
                    <a:pt x="4548" y="1473"/>
                    <a:pt x="4525" y="1479"/>
                  </a:cubicBezTo>
                  <a:cubicBezTo>
                    <a:pt x="4454" y="1503"/>
                    <a:pt x="4406" y="1622"/>
                    <a:pt x="4454" y="1717"/>
                  </a:cubicBezTo>
                  <a:cubicBezTo>
                    <a:pt x="4525" y="1955"/>
                    <a:pt x="4597" y="2217"/>
                    <a:pt x="4597" y="2479"/>
                  </a:cubicBezTo>
                  <a:cubicBezTo>
                    <a:pt x="3644" y="2860"/>
                    <a:pt x="2858" y="3598"/>
                    <a:pt x="2477" y="4551"/>
                  </a:cubicBezTo>
                  <a:cubicBezTo>
                    <a:pt x="2311" y="4551"/>
                    <a:pt x="2144" y="4527"/>
                    <a:pt x="1977" y="4503"/>
                  </a:cubicBezTo>
                  <a:cubicBezTo>
                    <a:pt x="1430" y="4336"/>
                    <a:pt x="1001" y="4027"/>
                    <a:pt x="715" y="3503"/>
                  </a:cubicBezTo>
                  <a:cubicBezTo>
                    <a:pt x="453" y="3027"/>
                    <a:pt x="358" y="2479"/>
                    <a:pt x="525" y="1931"/>
                  </a:cubicBezTo>
                  <a:cubicBezTo>
                    <a:pt x="668" y="1383"/>
                    <a:pt x="1001" y="955"/>
                    <a:pt x="1501" y="693"/>
                  </a:cubicBezTo>
                  <a:cubicBezTo>
                    <a:pt x="1833" y="508"/>
                    <a:pt x="2198" y="417"/>
                    <a:pt x="2558" y="417"/>
                  </a:cubicBezTo>
                  <a:cubicBezTo>
                    <a:pt x="3128" y="417"/>
                    <a:pt x="3688" y="645"/>
                    <a:pt x="4097" y="1098"/>
                  </a:cubicBezTo>
                  <a:cubicBezTo>
                    <a:pt x="4124" y="1125"/>
                    <a:pt x="4176" y="1153"/>
                    <a:pt x="4228" y="1153"/>
                  </a:cubicBezTo>
                  <a:cubicBezTo>
                    <a:pt x="4266" y="1153"/>
                    <a:pt x="4305" y="1138"/>
                    <a:pt x="4335" y="1098"/>
                  </a:cubicBezTo>
                  <a:cubicBezTo>
                    <a:pt x="4383" y="1050"/>
                    <a:pt x="4406" y="931"/>
                    <a:pt x="4335" y="860"/>
                  </a:cubicBezTo>
                  <a:cubicBezTo>
                    <a:pt x="3978" y="431"/>
                    <a:pt x="3454" y="169"/>
                    <a:pt x="2930" y="97"/>
                  </a:cubicBezTo>
                  <a:cubicBezTo>
                    <a:pt x="2787" y="74"/>
                    <a:pt x="2644" y="62"/>
                    <a:pt x="2503" y="62"/>
                  </a:cubicBezTo>
                  <a:cubicBezTo>
                    <a:pt x="2080" y="62"/>
                    <a:pt x="1674" y="169"/>
                    <a:pt x="1334" y="383"/>
                  </a:cubicBezTo>
                  <a:cubicBezTo>
                    <a:pt x="763" y="717"/>
                    <a:pt x="382" y="1217"/>
                    <a:pt x="191" y="1884"/>
                  </a:cubicBezTo>
                  <a:cubicBezTo>
                    <a:pt x="1" y="2503"/>
                    <a:pt x="96" y="3146"/>
                    <a:pt x="429" y="3717"/>
                  </a:cubicBezTo>
                  <a:cubicBezTo>
                    <a:pt x="763" y="4289"/>
                    <a:pt x="1263" y="4670"/>
                    <a:pt x="1930" y="4860"/>
                  </a:cubicBezTo>
                  <a:cubicBezTo>
                    <a:pt x="2073" y="4884"/>
                    <a:pt x="2239" y="4908"/>
                    <a:pt x="2406" y="4932"/>
                  </a:cubicBezTo>
                  <a:cubicBezTo>
                    <a:pt x="2287" y="5289"/>
                    <a:pt x="2239" y="5646"/>
                    <a:pt x="2239" y="6027"/>
                  </a:cubicBezTo>
                  <a:cubicBezTo>
                    <a:pt x="2239" y="6432"/>
                    <a:pt x="2311" y="6789"/>
                    <a:pt x="2406" y="7099"/>
                  </a:cubicBezTo>
                  <a:cubicBezTo>
                    <a:pt x="1120" y="7194"/>
                    <a:pt x="144" y="8242"/>
                    <a:pt x="144" y="9528"/>
                  </a:cubicBezTo>
                  <a:cubicBezTo>
                    <a:pt x="144" y="10862"/>
                    <a:pt x="1239" y="11957"/>
                    <a:pt x="2573" y="11957"/>
                  </a:cubicBezTo>
                  <a:cubicBezTo>
                    <a:pt x="3859" y="11957"/>
                    <a:pt x="4930" y="10957"/>
                    <a:pt x="4978" y="9695"/>
                  </a:cubicBezTo>
                  <a:cubicBezTo>
                    <a:pt x="5311" y="9790"/>
                    <a:pt x="5692" y="9838"/>
                    <a:pt x="6050" y="9838"/>
                  </a:cubicBezTo>
                  <a:cubicBezTo>
                    <a:pt x="6407" y="9838"/>
                    <a:pt x="6764" y="9790"/>
                    <a:pt x="7121" y="9695"/>
                  </a:cubicBezTo>
                  <a:cubicBezTo>
                    <a:pt x="7121" y="9838"/>
                    <a:pt x="7169" y="10028"/>
                    <a:pt x="7217" y="10171"/>
                  </a:cubicBezTo>
                  <a:cubicBezTo>
                    <a:pt x="7407" y="10814"/>
                    <a:pt x="7788" y="11338"/>
                    <a:pt x="8360" y="11671"/>
                  </a:cubicBezTo>
                  <a:cubicBezTo>
                    <a:pt x="8741" y="11862"/>
                    <a:pt x="9145" y="12005"/>
                    <a:pt x="9574" y="12005"/>
                  </a:cubicBezTo>
                  <a:cubicBezTo>
                    <a:pt x="9788" y="12005"/>
                    <a:pt x="9979" y="11957"/>
                    <a:pt x="10193" y="11909"/>
                  </a:cubicBezTo>
                  <a:cubicBezTo>
                    <a:pt x="10813" y="11719"/>
                    <a:pt x="11360" y="11338"/>
                    <a:pt x="11694" y="10766"/>
                  </a:cubicBezTo>
                  <a:cubicBezTo>
                    <a:pt x="12003" y="10219"/>
                    <a:pt x="12098" y="9552"/>
                    <a:pt x="11932" y="8933"/>
                  </a:cubicBezTo>
                  <a:cubicBezTo>
                    <a:pt x="11717" y="8242"/>
                    <a:pt x="11289" y="7694"/>
                    <a:pt x="10741" y="7385"/>
                  </a:cubicBezTo>
                  <a:cubicBezTo>
                    <a:pt x="10408" y="7194"/>
                    <a:pt x="10050" y="7075"/>
                    <a:pt x="9669" y="7051"/>
                  </a:cubicBezTo>
                  <a:cubicBezTo>
                    <a:pt x="9741" y="6694"/>
                    <a:pt x="9812" y="6337"/>
                    <a:pt x="9812" y="5980"/>
                  </a:cubicBezTo>
                  <a:cubicBezTo>
                    <a:pt x="9812" y="5599"/>
                    <a:pt x="9741" y="5241"/>
                    <a:pt x="9669" y="4884"/>
                  </a:cubicBezTo>
                  <a:cubicBezTo>
                    <a:pt x="10003" y="4860"/>
                    <a:pt x="10408" y="4765"/>
                    <a:pt x="10741" y="4551"/>
                  </a:cubicBezTo>
                  <a:cubicBezTo>
                    <a:pt x="11289" y="4217"/>
                    <a:pt x="11694" y="3717"/>
                    <a:pt x="11860" y="3074"/>
                  </a:cubicBezTo>
                  <a:cubicBezTo>
                    <a:pt x="12051" y="2431"/>
                    <a:pt x="11956" y="1788"/>
                    <a:pt x="11622" y="1217"/>
                  </a:cubicBezTo>
                  <a:cubicBezTo>
                    <a:pt x="11289" y="645"/>
                    <a:pt x="10789" y="264"/>
                    <a:pt x="10146" y="97"/>
                  </a:cubicBezTo>
                  <a:cubicBezTo>
                    <a:pt x="9925" y="32"/>
                    <a:pt x="9704" y="0"/>
                    <a:pt x="94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2" name="Google Shape;14192;p90"/>
            <p:cNvSpPr/>
            <p:nvPr/>
          </p:nvSpPr>
          <p:spPr>
            <a:xfrm>
              <a:off x="3863813" y="2416508"/>
              <a:ext cx="57775" cy="8950"/>
            </a:xfrm>
            <a:custGeom>
              <a:rect b="b" l="l" r="r" t="t"/>
              <a:pathLst>
                <a:path extrusionOk="0" h="358" w="2311">
                  <a:moveTo>
                    <a:pt x="215" y="0"/>
                  </a:moveTo>
                  <a:cubicBezTo>
                    <a:pt x="119" y="0"/>
                    <a:pt x="48" y="48"/>
                    <a:pt x="24" y="143"/>
                  </a:cubicBezTo>
                  <a:cubicBezTo>
                    <a:pt x="0" y="262"/>
                    <a:pt x="96" y="358"/>
                    <a:pt x="215" y="358"/>
                  </a:cubicBezTo>
                  <a:lnTo>
                    <a:pt x="2120" y="358"/>
                  </a:lnTo>
                  <a:cubicBezTo>
                    <a:pt x="2215" y="358"/>
                    <a:pt x="2310" y="262"/>
                    <a:pt x="2287" y="143"/>
                  </a:cubicBezTo>
                  <a:cubicBezTo>
                    <a:pt x="2263" y="48"/>
                    <a:pt x="2168"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3" name="Google Shape;14193;p90"/>
            <p:cNvSpPr/>
            <p:nvPr/>
          </p:nvSpPr>
          <p:spPr>
            <a:xfrm>
              <a:off x="3881663" y="2434958"/>
              <a:ext cx="39325" cy="8950"/>
            </a:xfrm>
            <a:custGeom>
              <a:rect b="b" l="l" r="r" t="t"/>
              <a:pathLst>
                <a:path extrusionOk="0" h="358" w="1573">
                  <a:moveTo>
                    <a:pt x="215" y="1"/>
                  </a:moveTo>
                  <a:cubicBezTo>
                    <a:pt x="120" y="1"/>
                    <a:pt x="48" y="72"/>
                    <a:pt x="25" y="143"/>
                  </a:cubicBezTo>
                  <a:cubicBezTo>
                    <a:pt x="1" y="263"/>
                    <a:pt x="96" y="358"/>
                    <a:pt x="215" y="358"/>
                  </a:cubicBezTo>
                  <a:lnTo>
                    <a:pt x="1358" y="358"/>
                  </a:lnTo>
                  <a:cubicBezTo>
                    <a:pt x="1454" y="358"/>
                    <a:pt x="1525" y="310"/>
                    <a:pt x="1549" y="215"/>
                  </a:cubicBezTo>
                  <a:cubicBezTo>
                    <a:pt x="1573" y="120"/>
                    <a:pt x="1477" y="1"/>
                    <a:pt x="1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4" name="Google Shape;14194;p90"/>
            <p:cNvSpPr/>
            <p:nvPr/>
          </p:nvSpPr>
          <p:spPr>
            <a:xfrm>
              <a:off x="3688188" y="2610583"/>
              <a:ext cx="57775" cy="8975"/>
            </a:xfrm>
            <a:custGeom>
              <a:rect b="b" l="l" r="r" t="t"/>
              <a:pathLst>
                <a:path extrusionOk="0" h="359" w="2311">
                  <a:moveTo>
                    <a:pt x="214" y="1"/>
                  </a:moveTo>
                  <a:cubicBezTo>
                    <a:pt x="95" y="1"/>
                    <a:pt x="0" y="96"/>
                    <a:pt x="24" y="215"/>
                  </a:cubicBezTo>
                  <a:cubicBezTo>
                    <a:pt x="95" y="310"/>
                    <a:pt x="143" y="358"/>
                    <a:pt x="238" y="358"/>
                  </a:cubicBezTo>
                  <a:lnTo>
                    <a:pt x="2120" y="358"/>
                  </a:lnTo>
                  <a:cubicBezTo>
                    <a:pt x="2191" y="358"/>
                    <a:pt x="2263" y="310"/>
                    <a:pt x="2286" y="215"/>
                  </a:cubicBezTo>
                  <a:cubicBezTo>
                    <a:pt x="2310" y="96"/>
                    <a:pt x="2239"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5" name="Google Shape;14195;p90"/>
            <p:cNvSpPr/>
            <p:nvPr/>
          </p:nvSpPr>
          <p:spPr>
            <a:xfrm>
              <a:off x="3689363" y="2592133"/>
              <a:ext cx="38725" cy="8950"/>
            </a:xfrm>
            <a:custGeom>
              <a:rect b="b" l="l" r="r" t="t"/>
              <a:pathLst>
                <a:path extrusionOk="0" h="358" w="1549">
                  <a:moveTo>
                    <a:pt x="191" y="1"/>
                  </a:moveTo>
                  <a:cubicBezTo>
                    <a:pt x="96" y="1"/>
                    <a:pt x="48" y="48"/>
                    <a:pt x="1" y="143"/>
                  </a:cubicBezTo>
                  <a:cubicBezTo>
                    <a:pt x="1" y="263"/>
                    <a:pt x="72" y="358"/>
                    <a:pt x="191" y="358"/>
                  </a:cubicBezTo>
                  <a:lnTo>
                    <a:pt x="1358" y="358"/>
                  </a:lnTo>
                  <a:cubicBezTo>
                    <a:pt x="1430" y="358"/>
                    <a:pt x="1501" y="286"/>
                    <a:pt x="1525" y="215"/>
                  </a:cubicBezTo>
                  <a:cubicBezTo>
                    <a:pt x="1549" y="96"/>
                    <a:pt x="1477" y="1"/>
                    <a:pt x="1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6" name="Google Shape;14196;p90"/>
            <p:cNvSpPr/>
            <p:nvPr/>
          </p:nvSpPr>
          <p:spPr>
            <a:xfrm>
              <a:off x="3863813" y="2611183"/>
              <a:ext cx="57175" cy="8950"/>
            </a:xfrm>
            <a:custGeom>
              <a:rect b="b" l="l" r="r" t="t"/>
              <a:pathLst>
                <a:path extrusionOk="0" h="358" w="2287">
                  <a:moveTo>
                    <a:pt x="215" y="1"/>
                  </a:moveTo>
                  <a:cubicBezTo>
                    <a:pt x="119" y="1"/>
                    <a:pt x="48" y="72"/>
                    <a:pt x="24" y="167"/>
                  </a:cubicBezTo>
                  <a:cubicBezTo>
                    <a:pt x="0" y="286"/>
                    <a:pt x="96" y="358"/>
                    <a:pt x="215" y="358"/>
                  </a:cubicBezTo>
                  <a:lnTo>
                    <a:pt x="2072" y="358"/>
                  </a:lnTo>
                  <a:cubicBezTo>
                    <a:pt x="2168" y="358"/>
                    <a:pt x="2239" y="310"/>
                    <a:pt x="2263" y="215"/>
                  </a:cubicBezTo>
                  <a:cubicBezTo>
                    <a:pt x="2287" y="96"/>
                    <a:pt x="2191"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7" name="Google Shape;14197;p90"/>
            <p:cNvSpPr/>
            <p:nvPr/>
          </p:nvSpPr>
          <p:spPr>
            <a:xfrm>
              <a:off x="3881663" y="2592733"/>
              <a:ext cx="39325" cy="8950"/>
            </a:xfrm>
            <a:custGeom>
              <a:rect b="b" l="l" r="r" t="t"/>
              <a:pathLst>
                <a:path extrusionOk="0" h="358" w="1573">
                  <a:moveTo>
                    <a:pt x="215" y="0"/>
                  </a:moveTo>
                  <a:cubicBezTo>
                    <a:pt x="120" y="0"/>
                    <a:pt x="48" y="72"/>
                    <a:pt x="25" y="143"/>
                  </a:cubicBezTo>
                  <a:cubicBezTo>
                    <a:pt x="1" y="262"/>
                    <a:pt x="96" y="358"/>
                    <a:pt x="215" y="358"/>
                  </a:cubicBezTo>
                  <a:lnTo>
                    <a:pt x="1358" y="358"/>
                  </a:lnTo>
                  <a:cubicBezTo>
                    <a:pt x="1454" y="358"/>
                    <a:pt x="1525" y="310"/>
                    <a:pt x="1549" y="215"/>
                  </a:cubicBezTo>
                  <a:cubicBezTo>
                    <a:pt x="1573" y="96"/>
                    <a:pt x="1477" y="0"/>
                    <a:pt x="1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8" name="Google Shape;14198;p90"/>
            <p:cNvSpPr/>
            <p:nvPr/>
          </p:nvSpPr>
          <p:spPr>
            <a:xfrm>
              <a:off x="3759613" y="2491508"/>
              <a:ext cx="90525" cy="8975"/>
            </a:xfrm>
            <a:custGeom>
              <a:rect b="b" l="l" r="r" t="t"/>
              <a:pathLst>
                <a:path extrusionOk="0" h="359" w="3621">
                  <a:moveTo>
                    <a:pt x="215" y="1"/>
                  </a:moveTo>
                  <a:cubicBezTo>
                    <a:pt x="120" y="1"/>
                    <a:pt x="49" y="72"/>
                    <a:pt x="25" y="144"/>
                  </a:cubicBezTo>
                  <a:cubicBezTo>
                    <a:pt x="1" y="263"/>
                    <a:pt x="96" y="358"/>
                    <a:pt x="215" y="358"/>
                  </a:cubicBezTo>
                  <a:lnTo>
                    <a:pt x="3430" y="358"/>
                  </a:lnTo>
                  <a:cubicBezTo>
                    <a:pt x="3502" y="358"/>
                    <a:pt x="3573" y="311"/>
                    <a:pt x="3597" y="215"/>
                  </a:cubicBezTo>
                  <a:cubicBezTo>
                    <a:pt x="3621" y="96"/>
                    <a:pt x="3549" y="1"/>
                    <a:pt x="3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9" name="Google Shape;14199;p90"/>
            <p:cNvSpPr/>
            <p:nvPr/>
          </p:nvSpPr>
          <p:spPr>
            <a:xfrm>
              <a:off x="3759613" y="2514133"/>
              <a:ext cx="90525" cy="8975"/>
            </a:xfrm>
            <a:custGeom>
              <a:rect b="b" l="l" r="r" t="t"/>
              <a:pathLst>
                <a:path extrusionOk="0" h="359" w="3621">
                  <a:moveTo>
                    <a:pt x="215" y="1"/>
                  </a:moveTo>
                  <a:cubicBezTo>
                    <a:pt x="120" y="1"/>
                    <a:pt x="49" y="49"/>
                    <a:pt x="25" y="144"/>
                  </a:cubicBezTo>
                  <a:cubicBezTo>
                    <a:pt x="1" y="263"/>
                    <a:pt x="96" y="358"/>
                    <a:pt x="215" y="358"/>
                  </a:cubicBezTo>
                  <a:lnTo>
                    <a:pt x="3430" y="358"/>
                  </a:lnTo>
                  <a:cubicBezTo>
                    <a:pt x="3502" y="358"/>
                    <a:pt x="3573" y="287"/>
                    <a:pt x="3597" y="191"/>
                  </a:cubicBezTo>
                  <a:cubicBezTo>
                    <a:pt x="3621" y="96"/>
                    <a:pt x="3549" y="1"/>
                    <a:pt x="3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0" name="Google Shape;14200;p90"/>
            <p:cNvSpPr/>
            <p:nvPr/>
          </p:nvSpPr>
          <p:spPr>
            <a:xfrm>
              <a:off x="3779863" y="2536758"/>
              <a:ext cx="50625" cy="8975"/>
            </a:xfrm>
            <a:custGeom>
              <a:rect b="b" l="l" r="r" t="t"/>
              <a:pathLst>
                <a:path extrusionOk="0" h="359" w="2025">
                  <a:moveTo>
                    <a:pt x="191" y="1"/>
                  </a:moveTo>
                  <a:cubicBezTo>
                    <a:pt x="120" y="1"/>
                    <a:pt x="48" y="72"/>
                    <a:pt x="24" y="168"/>
                  </a:cubicBezTo>
                  <a:cubicBezTo>
                    <a:pt x="1" y="287"/>
                    <a:pt x="72" y="358"/>
                    <a:pt x="191" y="358"/>
                  </a:cubicBezTo>
                  <a:lnTo>
                    <a:pt x="1810" y="358"/>
                  </a:lnTo>
                  <a:cubicBezTo>
                    <a:pt x="1906" y="358"/>
                    <a:pt x="1953" y="310"/>
                    <a:pt x="1977" y="215"/>
                  </a:cubicBezTo>
                  <a:cubicBezTo>
                    <a:pt x="2025" y="96"/>
                    <a:pt x="1930"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1" name="Google Shape;14201;p90"/>
            <p:cNvSpPr/>
            <p:nvPr/>
          </p:nvSpPr>
          <p:spPr>
            <a:xfrm>
              <a:off x="3689363" y="2416508"/>
              <a:ext cx="58375" cy="8950"/>
            </a:xfrm>
            <a:custGeom>
              <a:rect b="b" l="l" r="r" t="t"/>
              <a:pathLst>
                <a:path extrusionOk="0" h="358" w="2335">
                  <a:moveTo>
                    <a:pt x="215" y="0"/>
                  </a:moveTo>
                  <a:cubicBezTo>
                    <a:pt x="120" y="0"/>
                    <a:pt x="72" y="48"/>
                    <a:pt x="25" y="143"/>
                  </a:cubicBezTo>
                  <a:cubicBezTo>
                    <a:pt x="1" y="262"/>
                    <a:pt x="96" y="358"/>
                    <a:pt x="215" y="358"/>
                  </a:cubicBezTo>
                  <a:lnTo>
                    <a:pt x="2120" y="358"/>
                  </a:lnTo>
                  <a:cubicBezTo>
                    <a:pt x="2239" y="358"/>
                    <a:pt x="2335" y="262"/>
                    <a:pt x="2311" y="143"/>
                  </a:cubicBezTo>
                  <a:cubicBezTo>
                    <a:pt x="2239" y="48"/>
                    <a:pt x="2144"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2" name="Google Shape;14202;p90"/>
            <p:cNvSpPr/>
            <p:nvPr/>
          </p:nvSpPr>
          <p:spPr>
            <a:xfrm>
              <a:off x="3688763" y="2434958"/>
              <a:ext cx="39325" cy="8950"/>
            </a:xfrm>
            <a:custGeom>
              <a:rect b="b" l="l" r="r" t="t"/>
              <a:pathLst>
                <a:path extrusionOk="0" h="358" w="1573">
                  <a:moveTo>
                    <a:pt x="215" y="1"/>
                  </a:moveTo>
                  <a:cubicBezTo>
                    <a:pt x="96" y="1"/>
                    <a:pt x="1" y="96"/>
                    <a:pt x="25" y="215"/>
                  </a:cubicBezTo>
                  <a:cubicBezTo>
                    <a:pt x="72" y="310"/>
                    <a:pt x="120" y="358"/>
                    <a:pt x="215" y="358"/>
                  </a:cubicBezTo>
                  <a:lnTo>
                    <a:pt x="1382" y="358"/>
                  </a:lnTo>
                  <a:cubicBezTo>
                    <a:pt x="1454" y="358"/>
                    <a:pt x="1525" y="310"/>
                    <a:pt x="1549" y="215"/>
                  </a:cubicBezTo>
                  <a:cubicBezTo>
                    <a:pt x="1573" y="96"/>
                    <a:pt x="1501"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03" name="Google Shape;14203;p90"/>
          <p:cNvGrpSpPr/>
          <p:nvPr/>
        </p:nvGrpSpPr>
        <p:grpSpPr>
          <a:xfrm>
            <a:off x="2544498" y="2291052"/>
            <a:ext cx="353179" cy="355332"/>
            <a:chOff x="3195213" y="2368808"/>
            <a:chExt cx="295325" cy="297125"/>
          </a:xfrm>
        </p:grpSpPr>
        <p:sp>
          <p:nvSpPr>
            <p:cNvPr id="14204" name="Google Shape;14204;p90"/>
            <p:cNvSpPr/>
            <p:nvPr/>
          </p:nvSpPr>
          <p:spPr>
            <a:xfrm>
              <a:off x="3312513" y="2401033"/>
              <a:ext cx="141125" cy="8950"/>
            </a:xfrm>
            <a:custGeom>
              <a:rect b="b" l="l" r="r" t="t"/>
              <a:pathLst>
                <a:path extrusionOk="0" h="358" w="5645">
                  <a:moveTo>
                    <a:pt x="167" y="0"/>
                  </a:moveTo>
                  <a:cubicBezTo>
                    <a:pt x="72" y="0"/>
                    <a:pt x="0" y="48"/>
                    <a:pt x="0" y="143"/>
                  </a:cubicBezTo>
                  <a:cubicBezTo>
                    <a:pt x="0" y="262"/>
                    <a:pt x="72" y="357"/>
                    <a:pt x="167" y="357"/>
                  </a:cubicBezTo>
                  <a:lnTo>
                    <a:pt x="5478" y="357"/>
                  </a:lnTo>
                  <a:cubicBezTo>
                    <a:pt x="5549" y="357"/>
                    <a:pt x="5644" y="286"/>
                    <a:pt x="5644" y="191"/>
                  </a:cubicBezTo>
                  <a:cubicBezTo>
                    <a:pt x="5644" y="72"/>
                    <a:pt x="5597" y="0"/>
                    <a:pt x="5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5" name="Google Shape;14205;p90"/>
            <p:cNvSpPr/>
            <p:nvPr/>
          </p:nvSpPr>
          <p:spPr>
            <a:xfrm>
              <a:off x="3312513" y="2419483"/>
              <a:ext cx="141125" cy="8950"/>
            </a:xfrm>
            <a:custGeom>
              <a:rect b="b" l="l" r="r" t="t"/>
              <a:pathLst>
                <a:path extrusionOk="0" h="358" w="5645">
                  <a:moveTo>
                    <a:pt x="167" y="0"/>
                  </a:moveTo>
                  <a:cubicBezTo>
                    <a:pt x="72" y="0"/>
                    <a:pt x="0" y="48"/>
                    <a:pt x="0" y="143"/>
                  </a:cubicBezTo>
                  <a:cubicBezTo>
                    <a:pt x="0" y="262"/>
                    <a:pt x="72" y="358"/>
                    <a:pt x="167" y="358"/>
                  </a:cubicBezTo>
                  <a:lnTo>
                    <a:pt x="5478" y="358"/>
                  </a:lnTo>
                  <a:cubicBezTo>
                    <a:pt x="5549" y="358"/>
                    <a:pt x="5644" y="286"/>
                    <a:pt x="5644" y="215"/>
                  </a:cubicBezTo>
                  <a:cubicBezTo>
                    <a:pt x="5644" y="96"/>
                    <a:pt x="5597" y="0"/>
                    <a:pt x="5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6" name="Google Shape;14206;p90"/>
            <p:cNvSpPr/>
            <p:nvPr/>
          </p:nvSpPr>
          <p:spPr>
            <a:xfrm>
              <a:off x="3195813" y="2368808"/>
              <a:ext cx="294125" cy="90575"/>
            </a:xfrm>
            <a:custGeom>
              <a:rect b="b" l="l" r="r" t="t"/>
              <a:pathLst>
                <a:path extrusionOk="0" h="3623" w="11765">
                  <a:moveTo>
                    <a:pt x="1858" y="384"/>
                  </a:moveTo>
                  <a:cubicBezTo>
                    <a:pt x="2668" y="384"/>
                    <a:pt x="3311" y="1051"/>
                    <a:pt x="3311" y="1837"/>
                  </a:cubicBezTo>
                  <a:cubicBezTo>
                    <a:pt x="3311" y="2647"/>
                    <a:pt x="2668" y="3313"/>
                    <a:pt x="1858" y="3313"/>
                  </a:cubicBezTo>
                  <a:cubicBezTo>
                    <a:pt x="1048" y="3313"/>
                    <a:pt x="405" y="2647"/>
                    <a:pt x="405" y="1837"/>
                  </a:cubicBezTo>
                  <a:cubicBezTo>
                    <a:pt x="405" y="1051"/>
                    <a:pt x="1048" y="384"/>
                    <a:pt x="1858" y="384"/>
                  </a:cubicBezTo>
                  <a:close/>
                  <a:moveTo>
                    <a:pt x="1836" y="1"/>
                  </a:moveTo>
                  <a:cubicBezTo>
                    <a:pt x="1804" y="1"/>
                    <a:pt x="1772" y="1"/>
                    <a:pt x="1739" y="3"/>
                  </a:cubicBezTo>
                  <a:cubicBezTo>
                    <a:pt x="810" y="27"/>
                    <a:pt x="72" y="765"/>
                    <a:pt x="1" y="1694"/>
                  </a:cubicBezTo>
                  <a:cubicBezTo>
                    <a:pt x="24" y="2789"/>
                    <a:pt x="810" y="3623"/>
                    <a:pt x="1858" y="3623"/>
                  </a:cubicBezTo>
                  <a:cubicBezTo>
                    <a:pt x="2287" y="3623"/>
                    <a:pt x="2644" y="3480"/>
                    <a:pt x="2930" y="3266"/>
                  </a:cubicBezTo>
                  <a:lnTo>
                    <a:pt x="8264" y="3266"/>
                  </a:lnTo>
                  <a:cubicBezTo>
                    <a:pt x="8359" y="3266"/>
                    <a:pt x="8431" y="3218"/>
                    <a:pt x="8431" y="3123"/>
                  </a:cubicBezTo>
                  <a:cubicBezTo>
                    <a:pt x="8431" y="3004"/>
                    <a:pt x="8383" y="2909"/>
                    <a:pt x="8264" y="2909"/>
                  </a:cubicBezTo>
                  <a:lnTo>
                    <a:pt x="3263" y="2909"/>
                  </a:lnTo>
                  <a:cubicBezTo>
                    <a:pt x="3501" y="2623"/>
                    <a:pt x="3620" y="2242"/>
                    <a:pt x="3620" y="1813"/>
                  </a:cubicBezTo>
                  <a:cubicBezTo>
                    <a:pt x="3620" y="1408"/>
                    <a:pt x="3477" y="1051"/>
                    <a:pt x="3263" y="718"/>
                  </a:cubicBezTo>
                  <a:lnTo>
                    <a:pt x="10193" y="718"/>
                  </a:lnTo>
                  <a:cubicBezTo>
                    <a:pt x="10550" y="718"/>
                    <a:pt x="10884" y="884"/>
                    <a:pt x="11098" y="1194"/>
                  </a:cubicBezTo>
                  <a:cubicBezTo>
                    <a:pt x="11360" y="1575"/>
                    <a:pt x="11360" y="2051"/>
                    <a:pt x="11098" y="2432"/>
                  </a:cubicBezTo>
                  <a:cubicBezTo>
                    <a:pt x="10884" y="2742"/>
                    <a:pt x="10550" y="2909"/>
                    <a:pt x="10193" y="2909"/>
                  </a:cubicBezTo>
                  <a:lnTo>
                    <a:pt x="9074" y="2909"/>
                  </a:lnTo>
                  <a:cubicBezTo>
                    <a:pt x="8979" y="2909"/>
                    <a:pt x="8883" y="2980"/>
                    <a:pt x="8883" y="3075"/>
                  </a:cubicBezTo>
                  <a:cubicBezTo>
                    <a:pt x="8883" y="3194"/>
                    <a:pt x="8931" y="3266"/>
                    <a:pt x="9074" y="3266"/>
                  </a:cubicBezTo>
                  <a:lnTo>
                    <a:pt x="10217" y="3266"/>
                  </a:lnTo>
                  <a:cubicBezTo>
                    <a:pt x="10693" y="3266"/>
                    <a:pt x="11146" y="3028"/>
                    <a:pt x="11408" y="2647"/>
                  </a:cubicBezTo>
                  <a:cubicBezTo>
                    <a:pt x="11765" y="2146"/>
                    <a:pt x="11765" y="1480"/>
                    <a:pt x="11408" y="980"/>
                  </a:cubicBezTo>
                  <a:cubicBezTo>
                    <a:pt x="11146" y="599"/>
                    <a:pt x="10693" y="360"/>
                    <a:pt x="10217" y="360"/>
                  </a:cubicBezTo>
                  <a:lnTo>
                    <a:pt x="2906" y="360"/>
                  </a:lnTo>
                  <a:cubicBezTo>
                    <a:pt x="2597" y="140"/>
                    <a:pt x="2247" y="1"/>
                    <a:pt x="18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7" name="Google Shape;14207;p90"/>
            <p:cNvSpPr/>
            <p:nvPr/>
          </p:nvSpPr>
          <p:spPr>
            <a:xfrm>
              <a:off x="3223788" y="2392083"/>
              <a:ext cx="36350" cy="42450"/>
            </a:xfrm>
            <a:custGeom>
              <a:rect b="b" l="l" r="r" t="t"/>
              <a:pathLst>
                <a:path extrusionOk="0" h="1698" w="1454">
                  <a:moveTo>
                    <a:pt x="739" y="620"/>
                  </a:moveTo>
                  <a:lnTo>
                    <a:pt x="882" y="1025"/>
                  </a:lnTo>
                  <a:lnTo>
                    <a:pt x="572" y="1025"/>
                  </a:lnTo>
                  <a:lnTo>
                    <a:pt x="739" y="620"/>
                  </a:lnTo>
                  <a:close/>
                  <a:moveTo>
                    <a:pt x="739" y="1"/>
                  </a:moveTo>
                  <a:cubicBezTo>
                    <a:pt x="644" y="1"/>
                    <a:pt x="596" y="49"/>
                    <a:pt x="549" y="120"/>
                  </a:cubicBezTo>
                  <a:lnTo>
                    <a:pt x="48" y="1454"/>
                  </a:lnTo>
                  <a:cubicBezTo>
                    <a:pt x="1" y="1573"/>
                    <a:pt x="48" y="1668"/>
                    <a:pt x="144" y="1692"/>
                  </a:cubicBezTo>
                  <a:lnTo>
                    <a:pt x="215" y="1692"/>
                  </a:lnTo>
                  <a:cubicBezTo>
                    <a:pt x="263" y="1692"/>
                    <a:pt x="358" y="1668"/>
                    <a:pt x="358" y="1573"/>
                  </a:cubicBezTo>
                  <a:lnTo>
                    <a:pt x="453" y="1358"/>
                  </a:lnTo>
                  <a:lnTo>
                    <a:pt x="1001" y="1358"/>
                  </a:lnTo>
                  <a:lnTo>
                    <a:pt x="1096" y="1573"/>
                  </a:lnTo>
                  <a:cubicBezTo>
                    <a:pt x="1116" y="1652"/>
                    <a:pt x="1185" y="1698"/>
                    <a:pt x="1262" y="1698"/>
                  </a:cubicBezTo>
                  <a:cubicBezTo>
                    <a:pt x="1278" y="1698"/>
                    <a:pt x="1294" y="1696"/>
                    <a:pt x="1311" y="1692"/>
                  </a:cubicBezTo>
                  <a:cubicBezTo>
                    <a:pt x="1406" y="1668"/>
                    <a:pt x="1454" y="1573"/>
                    <a:pt x="1430" y="1454"/>
                  </a:cubicBezTo>
                  <a:lnTo>
                    <a:pt x="906" y="120"/>
                  </a:lnTo>
                  <a:cubicBezTo>
                    <a:pt x="882" y="25"/>
                    <a:pt x="811"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8" name="Google Shape;14208;p90"/>
            <p:cNvSpPr/>
            <p:nvPr/>
          </p:nvSpPr>
          <p:spPr>
            <a:xfrm>
              <a:off x="3312513" y="2504033"/>
              <a:ext cx="141125" cy="8950"/>
            </a:xfrm>
            <a:custGeom>
              <a:rect b="b" l="l" r="r" t="t"/>
              <a:pathLst>
                <a:path extrusionOk="0" h="358" w="5645">
                  <a:moveTo>
                    <a:pt x="167" y="0"/>
                  </a:moveTo>
                  <a:cubicBezTo>
                    <a:pt x="72" y="0"/>
                    <a:pt x="0" y="71"/>
                    <a:pt x="0" y="167"/>
                  </a:cubicBezTo>
                  <a:cubicBezTo>
                    <a:pt x="0" y="262"/>
                    <a:pt x="48" y="357"/>
                    <a:pt x="167" y="357"/>
                  </a:cubicBezTo>
                  <a:lnTo>
                    <a:pt x="5478" y="357"/>
                  </a:lnTo>
                  <a:cubicBezTo>
                    <a:pt x="5549" y="357"/>
                    <a:pt x="5644" y="310"/>
                    <a:pt x="5644" y="214"/>
                  </a:cubicBezTo>
                  <a:cubicBezTo>
                    <a:pt x="5644" y="95"/>
                    <a:pt x="5597" y="0"/>
                    <a:pt x="5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9" name="Google Shape;14209;p90"/>
            <p:cNvSpPr/>
            <p:nvPr/>
          </p:nvSpPr>
          <p:spPr>
            <a:xfrm>
              <a:off x="3312513" y="2523658"/>
              <a:ext cx="141125" cy="8975"/>
            </a:xfrm>
            <a:custGeom>
              <a:rect b="b" l="l" r="r" t="t"/>
              <a:pathLst>
                <a:path extrusionOk="0" h="359" w="5645">
                  <a:moveTo>
                    <a:pt x="167" y="1"/>
                  </a:moveTo>
                  <a:cubicBezTo>
                    <a:pt x="72" y="1"/>
                    <a:pt x="0" y="49"/>
                    <a:pt x="0" y="144"/>
                  </a:cubicBezTo>
                  <a:cubicBezTo>
                    <a:pt x="0" y="263"/>
                    <a:pt x="48" y="358"/>
                    <a:pt x="167" y="358"/>
                  </a:cubicBezTo>
                  <a:lnTo>
                    <a:pt x="5478" y="358"/>
                  </a:lnTo>
                  <a:cubicBezTo>
                    <a:pt x="5549" y="358"/>
                    <a:pt x="5644" y="287"/>
                    <a:pt x="5644" y="215"/>
                  </a:cubicBezTo>
                  <a:cubicBezTo>
                    <a:pt x="5644" y="96"/>
                    <a:pt x="5597" y="1"/>
                    <a:pt x="5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0" name="Google Shape;14210;p90"/>
            <p:cNvSpPr/>
            <p:nvPr/>
          </p:nvSpPr>
          <p:spPr>
            <a:xfrm>
              <a:off x="3195213" y="2472858"/>
              <a:ext cx="294150" cy="90125"/>
            </a:xfrm>
            <a:custGeom>
              <a:rect b="b" l="l" r="r" t="t"/>
              <a:pathLst>
                <a:path extrusionOk="0" h="3605" w="11766">
                  <a:moveTo>
                    <a:pt x="10241" y="723"/>
                  </a:moveTo>
                  <a:cubicBezTo>
                    <a:pt x="10598" y="723"/>
                    <a:pt x="10932" y="890"/>
                    <a:pt x="11146" y="1199"/>
                  </a:cubicBezTo>
                  <a:cubicBezTo>
                    <a:pt x="11408" y="1557"/>
                    <a:pt x="11408" y="2057"/>
                    <a:pt x="11146" y="2438"/>
                  </a:cubicBezTo>
                  <a:cubicBezTo>
                    <a:pt x="10932" y="2747"/>
                    <a:pt x="10598" y="2914"/>
                    <a:pt x="10241" y="2914"/>
                  </a:cubicBezTo>
                  <a:lnTo>
                    <a:pt x="3311" y="2914"/>
                  </a:lnTo>
                  <a:cubicBezTo>
                    <a:pt x="3549" y="2628"/>
                    <a:pt x="3668" y="2247"/>
                    <a:pt x="3668" y="1819"/>
                  </a:cubicBezTo>
                  <a:cubicBezTo>
                    <a:pt x="3668" y="1414"/>
                    <a:pt x="3525" y="1057"/>
                    <a:pt x="3311" y="723"/>
                  </a:cubicBezTo>
                  <a:close/>
                  <a:moveTo>
                    <a:pt x="1882" y="366"/>
                  </a:moveTo>
                  <a:cubicBezTo>
                    <a:pt x="2692" y="366"/>
                    <a:pt x="3335" y="1009"/>
                    <a:pt x="3335" y="1819"/>
                  </a:cubicBezTo>
                  <a:cubicBezTo>
                    <a:pt x="3335" y="2628"/>
                    <a:pt x="2692" y="3271"/>
                    <a:pt x="1882" y="3271"/>
                  </a:cubicBezTo>
                  <a:cubicBezTo>
                    <a:pt x="1072" y="3271"/>
                    <a:pt x="429" y="2628"/>
                    <a:pt x="429" y="1819"/>
                  </a:cubicBezTo>
                  <a:cubicBezTo>
                    <a:pt x="429" y="1009"/>
                    <a:pt x="1072" y="366"/>
                    <a:pt x="1882" y="366"/>
                  </a:cubicBezTo>
                  <a:close/>
                  <a:moveTo>
                    <a:pt x="1941" y="1"/>
                  </a:moveTo>
                  <a:cubicBezTo>
                    <a:pt x="1890" y="1"/>
                    <a:pt x="1839" y="3"/>
                    <a:pt x="1787" y="9"/>
                  </a:cubicBezTo>
                  <a:cubicBezTo>
                    <a:pt x="858" y="33"/>
                    <a:pt x="120" y="771"/>
                    <a:pt x="72" y="1700"/>
                  </a:cubicBezTo>
                  <a:cubicBezTo>
                    <a:pt x="1" y="2747"/>
                    <a:pt x="834" y="3605"/>
                    <a:pt x="1858" y="3605"/>
                  </a:cubicBezTo>
                  <a:cubicBezTo>
                    <a:pt x="2263" y="3605"/>
                    <a:pt x="2620" y="3462"/>
                    <a:pt x="2930" y="3247"/>
                  </a:cubicBezTo>
                  <a:lnTo>
                    <a:pt x="10217" y="3247"/>
                  </a:lnTo>
                  <a:cubicBezTo>
                    <a:pt x="10693" y="3247"/>
                    <a:pt x="11146" y="3009"/>
                    <a:pt x="11408" y="2628"/>
                  </a:cubicBezTo>
                  <a:cubicBezTo>
                    <a:pt x="11765" y="2104"/>
                    <a:pt x="11765" y="1461"/>
                    <a:pt x="11408" y="961"/>
                  </a:cubicBezTo>
                  <a:cubicBezTo>
                    <a:pt x="11170" y="604"/>
                    <a:pt x="10717" y="366"/>
                    <a:pt x="10241" y="366"/>
                  </a:cubicBezTo>
                  <a:lnTo>
                    <a:pt x="2954" y="366"/>
                  </a:lnTo>
                  <a:cubicBezTo>
                    <a:pt x="2659" y="155"/>
                    <a:pt x="2327"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1" name="Google Shape;14211;p90"/>
            <p:cNvSpPr/>
            <p:nvPr/>
          </p:nvSpPr>
          <p:spPr>
            <a:xfrm>
              <a:off x="3227363" y="2496883"/>
              <a:ext cx="29800" cy="42875"/>
            </a:xfrm>
            <a:custGeom>
              <a:rect b="b" l="l" r="r" t="t"/>
              <a:pathLst>
                <a:path extrusionOk="0" h="1715" w="1192">
                  <a:moveTo>
                    <a:pt x="572" y="357"/>
                  </a:moveTo>
                  <a:cubicBezTo>
                    <a:pt x="620" y="357"/>
                    <a:pt x="691" y="381"/>
                    <a:pt x="715" y="477"/>
                  </a:cubicBezTo>
                  <a:cubicBezTo>
                    <a:pt x="739" y="548"/>
                    <a:pt x="668" y="643"/>
                    <a:pt x="572" y="643"/>
                  </a:cubicBezTo>
                  <a:lnTo>
                    <a:pt x="358" y="643"/>
                  </a:lnTo>
                  <a:lnTo>
                    <a:pt x="358" y="357"/>
                  </a:lnTo>
                  <a:close/>
                  <a:moveTo>
                    <a:pt x="668" y="977"/>
                  </a:moveTo>
                  <a:cubicBezTo>
                    <a:pt x="739" y="977"/>
                    <a:pt x="834" y="1048"/>
                    <a:pt x="858" y="1120"/>
                  </a:cubicBezTo>
                  <a:cubicBezTo>
                    <a:pt x="858" y="1239"/>
                    <a:pt x="739" y="1358"/>
                    <a:pt x="668" y="1358"/>
                  </a:cubicBezTo>
                  <a:lnTo>
                    <a:pt x="358" y="1358"/>
                  </a:lnTo>
                  <a:lnTo>
                    <a:pt x="358" y="977"/>
                  </a:lnTo>
                  <a:close/>
                  <a:moveTo>
                    <a:pt x="167" y="0"/>
                  </a:moveTo>
                  <a:cubicBezTo>
                    <a:pt x="96" y="0"/>
                    <a:pt x="1" y="96"/>
                    <a:pt x="1" y="167"/>
                  </a:cubicBezTo>
                  <a:lnTo>
                    <a:pt x="1" y="1548"/>
                  </a:lnTo>
                  <a:lnTo>
                    <a:pt x="1" y="1596"/>
                  </a:lnTo>
                  <a:cubicBezTo>
                    <a:pt x="25" y="1691"/>
                    <a:pt x="96" y="1715"/>
                    <a:pt x="167" y="1715"/>
                  </a:cubicBezTo>
                  <a:lnTo>
                    <a:pt x="668" y="1715"/>
                  </a:lnTo>
                  <a:cubicBezTo>
                    <a:pt x="953" y="1715"/>
                    <a:pt x="1191" y="1477"/>
                    <a:pt x="1191" y="1191"/>
                  </a:cubicBezTo>
                  <a:cubicBezTo>
                    <a:pt x="1191" y="1000"/>
                    <a:pt x="1096" y="858"/>
                    <a:pt x="977" y="739"/>
                  </a:cubicBezTo>
                  <a:cubicBezTo>
                    <a:pt x="1049" y="643"/>
                    <a:pt x="1072" y="524"/>
                    <a:pt x="1049" y="381"/>
                  </a:cubicBezTo>
                  <a:cubicBezTo>
                    <a:pt x="1025" y="143"/>
                    <a:pt x="810"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2" name="Google Shape;14212;p90"/>
            <p:cNvSpPr/>
            <p:nvPr/>
          </p:nvSpPr>
          <p:spPr>
            <a:xfrm>
              <a:off x="3312513" y="2608208"/>
              <a:ext cx="141125" cy="8950"/>
            </a:xfrm>
            <a:custGeom>
              <a:rect b="b" l="l" r="r" t="t"/>
              <a:pathLst>
                <a:path extrusionOk="0" h="358" w="5645">
                  <a:moveTo>
                    <a:pt x="167" y="1"/>
                  </a:moveTo>
                  <a:cubicBezTo>
                    <a:pt x="72" y="1"/>
                    <a:pt x="0" y="72"/>
                    <a:pt x="0" y="167"/>
                  </a:cubicBezTo>
                  <a:cubicBezTo>
                    <a:pt x="0" y="263"/>
                    <a:pt x="48" y="358"/>
                    <a:pt x="167" y="358"/>
                  </a:cubicBezTo>
                  <a:lnTo>
                    <a:pt x="5478" y="358"/>
                  </a:lnTo>
                  <a:cubicBezTo>
                    <a:pt x="5549" y="358"/>
                    <a:pt x="5644" y="310"/>
                    <a:pt x="5644" y="215"/>
                  </a:cubicBezTo>
                  <a:cubicBezTo>
                    <a:pt x="5644" y="96"/>
                    <a:pt x="5597" y="1"/>
                    <a:pt x="5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3" name="Google Shape;14213;p90"/>
            <p:cNvSpPr/>
            <p:nvPr/>
          </p:nvSpPr>
          <p:spPr>
            <a:xfrm>
              <a:off x="3312513" y="2627258"/>
              <a:ext cx="141125" cy="8375"/>
            </a:xfrm>
            <a:custGeom>
              <a:rect b="b" l="l" r="r" t="t"/>
              <a:pathLst>
                <a:path extrusionOk="0" h="335" w="5645">
                  <a:moveTo>
                    <a:pt x="167" y="1"/>
                  </a:moveTo>
                  <a:cubicBezTo>
                    <a:pt x="72" y="1"/>
                    <a:pt x="0" y="48"/>
                    <a:pt x="0" y="144"/>
                  </a:cubicBezTo>
                  <a:cubicBezTo>
                    <a:pt x="0" y="263"/>
                    <a:pt x="48" y="334"/>
                    <a:pt x="167" y="334"/>
                  </a:cubicBezTo>
                  <a:lnTo>
                    <a:pt x="5478" y="334"/>
                  </a:lnTo>
                  <a:cubicBezTo>
                    <a:pt x="5549" y="334"/>
                    <a:pt x="5644" y="286"/>
                    <a:pt x="5644" y="191"/>
                  </a:cubicBezTo>
                  <a:cubicBezTo>
                    <a:pt x="5644" y="72"/>
                    <a:pt x="5597" y="1"/>
                    <a:pt x="5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4" name="Google Shape;14214;p90"/>
            <p:cNvSpPr/>
            <p:nvPr/>
          </p:nvSpPr>
          <p:spPr>
            <a:xfrm>
              <a:off x="3195813" y="2576658"/>
              <a:ext cx="294725" cy="89275"/>
            </a:xfrm>
            <a:custGeom>
              <a:rect b="b" l="l" r="r" t="t"/>
              <a:pathLst>
                <a:path extrusionOk="0" h="3571" w="11789">
                  <a:moveTo>
                    <a:pt x="10217" y="715"/>
                  </a:moveTo>
                  <a:cubicBezTo>
                    <a:pt x="10574" y="715"/>
                    <a:pt x="10908" y="882"/>
                    <a:pt x="11122" y="1191"/>
                  </a:cubicBezTo>
                  <a:cubicBezTo>
                    <a:pt x="11384" y="1548"/>
                    <a:pt x="11384" y="2048"/>
                    <a:pt x="11122" y="2429"/>
                  </a:cubicBezTo>
                  <a:cubicBezTo>
                    <a:pt x="10908" y="2739"/>
                    <a:pt x="10574" y="2906"/>
                    <a:pt x="10217" y="2906"/>
                  </a:cubicBezTo>
                  <a:lnTo>
                    <a:pt x="3287" y="2906"/>
                  </a:lnTo>
                  <a:cubicBezTo>
                    <a:pt x="3525" y="2620"/>
                    <a:pt x="3644" y="2215"/>
                    <a:pt x="3644" y="1810"/>
                  </a:cubicBezTo>
                  <a:cubicBezTo>
                    <a:pt x="3644" y="1382"/>
                    <a:pt x="3501" y="1024"/>
                    <a:pt x="3287" y="715"/>
                  </a:cubicBezTo>
                  <a:close/>
                  <a:moveTo>
                    <a:pt x="1858" y="0"/>
                  </a:moveTo>
                  <a:cubicBezTo>
                    <a:pt x="1596" y="0"/>
                    <a:pt x="1358" y="48"/>
                    <a:pt x="1120" y="167"/>
                  </a:cubicBezTo>
                  <a:cubicBezTo>
                    <a:pt x="1025" y="191"/>
                    <a:pt x="1001" y="286"/>
                    <a:pt x="1025" y="381"/>
                  </a:cubicBezTo>
                  <a:cubicBezTo>
                    <a:pt x="1042" y="470"/>
                    <a:pt x="1112" y="519"/>
                    <a:pt x="1186" y="519"/>
                  </a:cubicBezTo>
                  <a:cubicBezTo>
                    <a:pt x="1212" y="519"/>
                    <a:pt x="1238" y="513"/>
                    <a:pt x="1263" y="501"/>
                  </a:cubicBezTo>
                  <a:cubicBezTo>
                    <a:pt x="1429" y="405"/>
                    <a:pt x="1644" y="358"/>
                    <a:pt x="1882" y="358"/>
                  </a:cubicBezTo>
                  <a:cubicBezTo>
                    <a:pt x="2715" y="358"/>
                    <a:pt x="3382" y="1024"/>
                    <a:pt x="3335" y="1858"/>
                  </a:cubicBezTo>
                  <a:cubicBezTo>
                    <a:pt x="3311" y="2620"/>
                    <a:pt x="2715" y="3215"/>
                    <a:pt x="1977" y="3239"/>
                  </a:cubicBezTo>
                  <a:cubicBezTo>
                    <a:pt x="1962" y="3240"/>
                    <a:pt x="1947" y="3240"/>
                    <a:pt x="1932" y="3240"/>
                  </a:cubicBezTo>
                  <a:cubicBezTo>
                    <a:pt x="1119" y="3240"/>
                    <a:pt x="453" y="2605"/>
                    <a:pt x="453" y="1786"/>
                  </a:cubicBezTo>
                  <a:cubicBezTo>
                    <a:pt x="453" y="1477"/>
                    <a:pt x="548" y="1191"/>
                    <a:pt x="715" y="905"/>
                  </a:cubicBezTo>
                  <a:cubicBezTo>
                    <a:pt x="786" y="858"/>
                    <a:pt x="786" y="739"/>
                    <a:pt x="691" y="667"/>
                  </a:cubicBezTo>
                  <a:cubicBezTo>
                    <a:pt x="652" y="647"/>
                    <a:pt x="608" y="636"/>
                    <a:pt x="567" y="636"/>
                  </a:cubicBezTo>
                  <a:cubicBezTo>
                    <a:pt x="510" y="636"/>
                    <a:pt x="457" y="659"/>
                    <a:pt x="429" y="715"/>
                  </a:cubicBezTo>
                  <a:cubicBezTo>
                    <a:pt x="120" y="1120"/>
                    <a:pt x="1" y="1620"/>
                    <a:pt x="120" y="2168"/>
                  </a:cubicBezTo>
                  <a:cubicBezTo>
                    <a:pt x="286" y="2858"/>
                    <a:pt x="810" y="3382"/>
                    <a:pt x="1477" y="3525"/>
                  </a:cubicBezTo>
                  <a:cubicBezTo>
                    <a:pt x="1618" y="3555"/>
                    <a:pt x="1758" y="3570"/>
                    <a:pt x="1896" y="3570"/>
                  </a:cubicBezTo>
                  <a:cubicBezTo>
                    <a:pt x="2295" y="3570"/>
                    <a:pt x="2670" y="3445"/>
                    <a:pt x="2954" y="3215"/>
                  </a:cubicBezTo>
                  <a:lnTo>
                    <a:pt x="10241" y="3215"/>
                  </a:lnTo>
                  <a:cubicBezTo>
                    <a:pt x="10717" y="3215"/>
                    <a:pt x="11170" y="2977"/>
                    <a:pt x="11432" y="2572"/>
                  </a:cubicBezTo>
                  <a:cubicBezTo>
                    <a:pt x="11789" y="2072"/>
                    <a:pt x="11789" y="1429"/>
                    <a:pt x="11432" y="905"/>
                  </a:cubicBezTo>
                  <a:cubicBezTo>
                    <a:pt x="11146" y="572"/>
                    <a:pt x="10693" y="358"/>
                    <a:pt x="10217" y="358"/>
                  </a:cubicBezTo>
                  <a:lnTo>
                    <a:pt x="2930" y="358"/>
                  </a:lnTo>
                  <a:cubicBezTo>
                    <a:pt x="2620" y="119"/>
                    <a:pt x="2239"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5" name="Google Shape;14215;p90"/>
            <p:cNvSpPr/>
            <p:nvPr/>
          </p:nvSpPr>
          <p:spPr>
            <a:xfrm>
              <a:off x="3223788" y="2600458"/>
              <a:ext cx="36350" cy="42900"/>
            </a:xfrm>
            <a:custGeom>
              <a:rect b="b" l="l" r="r" t="t"/>
              <a:pathLst>
                <a:path extrusionOk="0" h="1716" w="1454">
                  <a:moveTo>
                    <a:pt x="858" y="1"/>
                  </a:moveTo>
                  <a:cubicBezTo>
                    <a:pt x="382" y="1"/>
                    <a:pt x="1" y="382"/>
                    <a:pt x="1" y="858"/>
                  </a:cubicBezTo>
                  <a:cubicBezTo>
                    <a:pt x="1" y="1335"/>
                    <a:pt x="382" y="1716"/>
                    <a:pt x="858" y="1716"/>
                  </a:cubicBezTo>
                  <a:cubicBezTo>
                    <a:pt x="1049" y="1716"/>
                    <a:pt x="1215" y="1668"/>
                    <a:pt x="1334" y="1525"/>
                  </a:cubicBezTo>
                  <a:cubicBezTo>
                    <a:pt x="1358" y="1501"/>
                    <a:pt x="1406" y="1477"/>
                    <a:pt x="1406" y="1454"/>
                  </a:cubicBezTo>
                  <a:cubicBezTo>
                    <a:pt x="1454" y="1382"/>
                    <a:pt x="1454" y="1263"/>
                    <a:pt x="1358" y="1216"/>
                  </a:cubicBezTo>
                  <a:cubicBezTo>
                    <a:pt x="1336" y="1182"/>
                    <a:pt x="1299" y="1165"/>
                    <a:pt x="1258" y="1165"/>
                  </a:cubicBezTo>
                  <a:cubicBezTo>
                    <a:pt x="1210" y="1165"/>
                    <a:pt x="1158" y="1188"/>
                    <a:pt x="1120" y="1239"/>
                  </a:cubicBezTo>
                  <a:lnTo>
                    <a:pt x="1096" y="1263"/>
                  </a:lnTo>
                  <a:cubicBezTo>
                    <a:pt x="1025" y="1335"/>
                    <a:pt x="953" y="1358"/>
                    <a:pt x="834" y="1358"/>
                  </a:cubicBezTo>
                  <a:cubicBezTo>
                    <a:pt x="572" y="1358"/>
                    <a:pt x="310" y="1120"/>
                    <a:pt x="310" y="858"/>
                  </a:cubicBezTo>
                  <a:cubicBezTo>
                    <a:pt x="310" y="596"/>
                    <a:pt x="596" y="358"/>
                    <a:pt x="858" y="358"/>
                  </a:cubicBezTo>
                  <a:cubicBezTo>
                    <a:pt x="953" y="358"/>
                    <a:pt x="1073" y="382"/>
                    <a:pt x="1168" y="430"/>
                  </a:cubicBezTo>
                  <a:cubicBezTo>
                    <a:pt x="1196" y="458"/>
                    <a:pt x="1228" y="471"/>
                    <a:pt x="1260" y="471"/>
                  </a:cubicBezTo>
                  <a:cubicBezTo>
                    <a:pt x="1311" y="471"/>
                    <a:pt x="1363" y="440"/>
                    <a:pt x="1406" y="382"/>
                  </a:cubicBezTo>
                  <a:cubicBezTo>
                    <a:pt x="1454" y="287"/>
                    <a:pt x="1430" y="191"/>
                    <a:pt x="1334" y="144"/>
                  </a:cubicBezTo>
                  <a:cubicBezTo>
                    <a:pt x="1192" y="49"/>
                    <a:pt x="1049"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16" name="Google Shape;14216;p90"/>
          <p:cNvGrpSpPr/>
          <p:nvPr/>
        </p:nvGrpSpPr>
        <p:grpSpPr>
          <a:xfrm>
            <a:off x="1781203" y="2291860"/>
            <a:ext cx="368158" cy="355302"/>
            <a:chOff x="2684388" y="2369483"/>
            <a:chExt cx="307850" cy="297100"/>
          </a:xfrm>
        </p:grpSpPr>
        <p:sp>
          <p:nvSpPr>
            <p:cNvPr id="14217" name="Google Shape;14217;p90"/>
            <p:cNvSpPr/>
            <p:nvPr/>
          </p:nvSpPr>
          <p:spPr>
            <a:xfrm>
              <a:off x="2792763" y="2506408"/>
              <a:ext cx="88725" cy="8950"/>
            </a:xfrm>
            <a:custGeom>
              <a:rect b="b" l="l" r="r" t="t"/>
              <a:pathLst>
                <a:path extrusionOk="0" h="358" w="3549">
                  <a:moveTo>
                    <a:pt x="191" y="0"/>
                  </a:moveTo>
                  <a:cubicBezTo>
                    <a:pt x="95" y="0"/>
                    <a:pt x="24" y="72"/>
                    <a:pt x="0" y="143"/>
                  </a:cubicBezTo>
                  <a:cubicBezTo>
                    <a:pt x="0" y="262"/>
                    <a:pt x="95" y="358"/>
                    <a:pt x="191" y="358"/>
                  </a:cubicBezTo>
                  <a:lnTo>
                    <a:pt x="3334" y="358"/>
                  </a:lnTo>
                  <a:cubicBezTo>
                    <a:pt x="3429" y="358"/>
                    <a:pt x="3477" y="310"/>
                    <a:pt x="3525" y="215"/>
                  </a:cubicBezTo>
                  <a:cubicBezTo>
                    <a:pt x="3549" y="96"/>
                    <a:pt x="3453" y="0"/>
                    <a:pt x="3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8" name="Google Shape;14218;p90"/>
            <p:cNvSpPr/>
            <p:nvPr/>
          </p:nvSpPr>
          <p:spPr>
            <a:xfrm>
              <a:off x="2792763" y="2529033"/>
              <a:ext cx="88725" cy="8950"/>
            </a:xfrm>
            <a:custGeom>
              <a:rect b="b" l="l" r="r" t="t"/>
              <a:pathLst>
                <a:path extrusionOk="0" h="358" w="3549">
                  <a:moveTo>
                    <a:pt x="191" y="0"/>
                  </a:moveTo>
                  <a:cubicBezTo>
                    <a:pt x="95" y="0"/>
                    <a:pt x="24" y="48"/>
                    <a:pt x="0" y="143"/>
                  </a:cubicBezTo>
                  <a:cubicBezTo>
                    <a:pt x="0" y="262"/>
                    <a:pt x="95" y="357"/>
                    <a:pt x="191" y="357"/>
                  </a:cubicBezTo>
                  <a:lnTo>
                    <a:pt x="3334" y="357"/>
                  </a:lnTo>
                  <a:cubicBezTo>
                    <a:pt x="3429" y="357"/>
                    <a:pt x="3477" y="286"/>
                    <a:pt x="3525" y="191"/>
                  </a:cubicBezTo>
                  <a:cubicBezTo>
                    <a:pt x="3549" y="72"/>
                    <a:pt x="3453" y="0"/>
                    <a:pt x="3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9" name="Google Shape;14219;p90"/>
            <p:cNvSpPr/>
            <p:nvPr/>
          </p:nvSpPr>
          <p:spPr>
            <a:xfrm>
              <a:off x="2812413" y="2551058"/>
              <a:ext cx="48825" cy="8950"/>
            </a:xfrm>
            <a:custGeom>
              <a:rect b="b" l="l" r="r" t="t"/>
              <a:pathLst>
                <a:path extrusionOk="0" h="358" w="1953">
                  <a:moveTo>
                    <a:pt x="191" y="0"/>
                  </a:moveTo>
                  <a:cubicBezTo>
                    <a:pt x="95" y="0"/>
                    <a:pt x="48" y="72"/>
                    <a:pt x="24" y="143"/>
                  </a:cubicBezTo>
                  <a:cubicBezTo>
                    <a:pt x="0" y="262"/>
                    <a:pt x="71" y="358"/>
                    <a:pt x="191" y="358"/>
                  </a:cubicBezTo>
                  <a:lnTo>
                    <a:pt x="1786" y="358"/>
                  </a:lnTo>
                  <a:cubicBezTo>
                    <a:pt x="1858" y="358"/>
                    <a:pt x="1929" y="310"/>
                    <a:pt x="1953" y="215"/>
                  </a:cubicBezTo>
                  <a:cubicBezTo>
                    <a:pt x="1953" y="96"/>
                    <a:pt x="1858" y="0"/>
                    <a:pt x="1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0" name="Google Shape;14220;p90"/>
            <p:cNvSpPr/>
            <p:nvPr/>
          </p:nvSpPr>
          <p:spPr>
            <a:xfrm>
              <a:off x="2684388" y="2369483"/>
              <a:ext cx="307850" cy="297100"/>
            </a:xfrm>
            <a:custGeom>
              <a:rect b="b" l="l" r="r" t="t"/>
              <a:pathLst>
                <a:path extrusionOk="0" h="11884" w="12314">
                  <a:moveTo>
                    <a:pt x="6336" y="1143"/>
                  </a:moveTo>
                  <a:cubicBezTo>
                    <a:pt x="7669" y="1143"/>
                    <a:pt x="8931" y="1643"/>
                    <a:pt x="9908" y="2524"/>
                  </a:cubicBezTo>
                  <a:lnTo>
                    <a:pt x="9074" y="3358"/>
                  </a:lnTo>
                  <a:cubicBezTo>
                    <a:pt x="8267" y="2643"/>
                    <a:pt x="7258" y="2285"/>
                    <a:pt x="6243" y="2285"/>
                  </a:cubicBezTo>
                  <a:cubicBezTo>
                    <a:pt x="6211" y="2285"/>
                    <a:pt x="6178" y="2285"/>
                    <a:pt x="6145" y="2286"/>
                  </a:cubicBezTo>
                  <a:lnTo>
                    <a:pt x="6145" y="1143"/>
                  </a:lnTo>
                  <a:close/>
                  <a:moveTo>
                    <a:pt x="5764" y="357"/>
                  </a:moveTo>
                  <a:lnTo>
                    <a:pt x="5764" y="2715"/>
                  </a:lnTo>
                  <a:cubicBezTo>
                    <a:pt x="4954" y="2739"/>
                    <a:pt x="4216" y="3096"/>
                    <a:pt x="3621" y="3667"/>
                  </a:cubicBezTo>
                  <a:cubicBezTo>
                    <a:pt x="3049" y="4239"/>
                    <a:pt x="2692" y="4977"/>
                    <a:pt x="2668" y="5787"/>
                  </a:cubicBezTo>
                  <a:lnTo>
                    <a:pt x="358" y="5787"/>
                  </a:lnTo>
                  <a:cubicBezTo>
                    <a:pt x="406" y="4358"/>
                    <a:pt x="977" y="3001"/>
                    <a:pt x="1978" y="2000"/>
                  </a:cubicBezTo>
                  <a:cubicBezTo>
                    <a:pt x="3002" y="976"/>
                    <a:pt x="4335" y="381"/>
                    <a:pt x="5764" y="357"/>
                  </a:cubicBezTo>
                  <a:close/>
                  <a:moveTo>
                    <a:pt x="6359" y="2643"/>
                  </a:moveTo>
                  <a:cubicBezTo>
                    <a:pt x="7312" y="2643"/>
                    <a:pt x="8265" y="3001"/>
                    <a:pt x="8979" y="3715"/>
                  </a:cubicBezTo>
                  <a:cubicBezTo>
                    <a:pt x="10408" y="5144"/>
                    <a:pt x="10408" y="7502"/>
                    <a:pt x="8979" y="8954"/>
                  </a:cubicBezTo>
                  <a:cubicBezTo>
                    <a:pt x="8265" y="9669"/>
                    <a:pt x="7318" y="10026"/>
                    <a:pt x="6368" y="10026"/>
                  </a:cubicBezTo>
                  <a:cubicBezTo>
                    <a:pt x="5419" y="10026"/>
                    <a:pt x="4466" y="9669"/>
                    <a:pt x="3740" y="8954"/>
                  </a:cubicBezTo>
                  <a:cubicBezTo>
                    <a:pt x="2930" y="8168"/>
                    <a:pt x="2573" y="7144"/>
                    <a:pt x="2644" y="6144"/>
                  </a:cubicBezTo>
                  <a:lnTo>
                    <a:pt x="2811" y="6144"/>
                  </a:lnTo>
                  <a:cubicBezTo>
                    <a:pt x="2930" y="6144"/>
                    <a:pt x="3049" y="6025"/>
                    <a:pt x="3049" y="5882"/>
                  </a:cubicBezTo>
                  <a:cubicBezTo>
                    <a:pt x="3097" y="4358"/>
                    <a:pt x="4335" y="3096"/>
                    <a:pt x="5907" y="3072"/>
                  </a:cubicBezTo>
                  <a:cubicBezTo>
                    <a:pt x="6074" y="3072"/>
                    <a:pt x="6145" y="2953"/>
                    <a:pt x="6145" y="2834"/>
                  </a:cubicBezTo>
                  <a:lnTo>
                    <a:pt x="6145" y="2643"/>
                  </a:lnTo>
                  <a:close/>
                  <a:moveTo>
                    <a:pt x="5883" y="0"/>
                  </a:moveTo>
                  <a:cubicBezTo>
                    <a:pt x="4335" y="24"/>
                    <a:pt x="2859" y="619"/>
                    <a:pt x="1739" y="1738"/>
                  </a:cubicBezTo>
                  <a:cubicBezTo>
                    <a:pt x="644" y="2834"/>
                    <a:pt x="25" y="4287"/>
                    <a:pt x="1" y="5858"/>
                  </a:cubicBezTo>
                  <a:cubicBezTo>
                    <a:pt x="1" y="5954"/>
                    <a:pt x="49" y="6049"/>
                    <a:pt x="144" y="6096"/>
                  </a:cubicBezTo>
                  <a:lnTo>
                    <a:pt x="739" y="6096"/>
                  </a:lnTo>
                  <a:cubicBezTo>
                    <a:pt x="715" y="6930"/>
                    <a:pt x="858" y="7740"/>
                    <a:pt x="1192" y="8526"/>
                  </a:cubicBezTo>
                  <a:cubicBezTo>
                    <a:pt x="1215" y="8573"/>
                    <a:pt x="1263" y="8645"/>
                    <a:pt x="1335" y="8645"/>
                  </a:cubicBezTo>
                  <a:lnTo>
                    <a:pt x="1382" y="8645"/>
                  </a:lnTo>
                  <a:cubicBezTo>
                    <a:pt x="1477" y="8597"/>
                    <a:pt x="1501" y="8478"/>
                    <a:pt x="1477" y="8406"/>
                  </a:cubicBezTo>
                  <a:cubicBezTo>
                    <a:pt x="1144" y="7692"/>
                    <a:pt x="1025" y="6906"/>
                    <a:pt x="1073" y="6096"/>
                  </a:cubicBezTo>
                  <a:lnTo>
                    <a:pt x="2263" y="6096"/>
                  </a:lnTo>
                  <a:cubicBezTo>
                    <a:pt x="2192" y="7144"/>
                    <a:pt x="2549" y="8216"/>
                    <a:pt x="3335" y="9049"/>
                  </a:cubicBezTo>
                  <a:lnTo>
                    <a:pt x="2501" y="9883"/>
                  </a:lnTo>
                  <a:cubicBezTo>
                    <a:pt x="2239" y="9645"/>
                    <a:pt x="2049" y="9383"/>
                    <a:pt x="1906" y="9073"/>
                  </a:cubicBezTo>
                  <a:cubicBezTo>
                    <a:pt x="1873" y="9019"/>
                    <a:pt x="1816" y="8989"/>
                    <a:pt x="1756" y="8989"/>
                  </a:cubicBezTo>
                  <a:cubicBezTo>
                    <a:pt x="1685" y="8989"/>
                    <a:pt x="1611" y="9031"/>
                    <a:pt x="1573" y="9121"/>
                  </a:cubicBezTo>
                  <a:cubicBezTo>
                    <a:pt x="1549" y="9145"/>
                    <a:pt x="1573" y="9192"/>
                    <a:pt x="1573" y="9240"/>
                  </a:cubicBezTo>
                  <a:cubicBezTo>
                    <a:pt x="1811" y="9597"/>
                    <a:pt x="2049" y="9907"/>
                    <a:pt x="2382" y="10240"/>
                  </a:cubicBezTo>
                  <a:cubicBezTo>
                    <a:pt x="3406" y="11288"/>
                    <a:pt x="4811" y="11883"/>
                    <a:pt x="6288" y="11883"/>
                  </a:cubicBezTo>
                  <a:cubicBezTo>
                    <a:pt x="7788" y="11883"/>
                    <a:pt x="9193" y="11312"/>
                    <a:pt x="10241" y="10240"/>
                  </a:cubicBezTo>
                  <a:cubicBezTo>
                    <a:pt x="11837" y="8692"/>
                    <a:pt x="12313" y="6311"/>
                    <a:pt x="11480" y="4263"/>
                  </a:cubicBezTo>
                  <a:cubicBezTo>
                    <a:pt x="11461" y="4190"/>
                    <a:pt x="11388" y="4159"/>
                    <a:pt x="11311" y="4159"/>
                  </a:cubicBezTo>
                  <a:cubicBezTo>
                    <a:pt x="11288" y="4159"/>
                    <a:pt x="11264" y="4162"/>
                    <a:pt x="11241" y="4168"/>
                  </a:cubicBezTo>
                  <a:cubicBezTo>
                    <a:pt x="11146" y="4191"/>
                    <a:pt x="11122" y="4310"/>
                    <a:pt x="11146" y="4406"/>
                  </a:cubicBezTo>
                  <a:cubicBezTo>
                    <a:pt x="11932" y="6335"/>
                    <a:pt x="11480" y="8549"/>
                    <a:pt x="9979" y="10026"/>
                  </a:cubicBezTo>
                  <a:cubicBezTo>
                    <a:pt x="9003" y="11026"/>
                    <a:pt x="7693" y="11550"/>
                    <a:pt x="6288" y="11550"/>
                  </a:cubicBezTo>
                  <a:cubicBezTo>
                    <a:pt x="4954" y="11550"/>
                    <a:pt x="3716" y="11050"/>
                    <a:pt x="2716" y="10145"/>
                  </a:cubicBezTo>
                  <a:lnTo>
                    <a:pt x="3573" y="9311"/>
                  </a:lnTo>
                  <a:cubicBezTo>
                    <a:pt x="4335" y="10026"/>
                    <a:pt x="5312" y="10383"/>
                    <a:pt x="6288" y="10383"/>
                  </a:cubicBezTo>
                  <a:cubicBezTo>
                    <a:pt x="7336" y="10383"/>
                    <a:pt x="8384" y="10002"/>
                    <a:pt x="9146" y="9192"/>
                  </a:cubicBezTo>
                  <a:cubicBezTo>
                    <a:pt x="10694" y="7644"/>
                    <a:pt x="10741" y="5192"/>
                    <a:pt x="9265" y="3596"/>
                  </a:cubicBezTo>
                  <a:lnTo>
                    <a:pt x="10098" y="2762"/>
                  </a:lnTo>
                  <a:cubicBezTo>
                    <a:pt x="10384" y="3048"/>
                    <a:pt x="10622" y="3358"/>
                    <a:pt x="10789" y="3691"/>
                  </a:cubicBezTo>
                  <a:cubicBezTo>
                    <a:pt x="10823" y="3748"/>
                    <a:pt x="10879" y="3778"/>
                    <a:pt x="10938" y="3778"/>
                  </a:cubicBezTo>
                  <a:cubicBezTo>
                    <a:pt x="11003" y="3778"/>
                    <a:pt x="11072" y="3742"/>
                    <a:pt x="11122" y="3667"/>
                  </a:cubicBezTo>
                  <a:cubicBezTo>
                    <a:pt x="11146" y="3644"/>
                    <a:pt x="11122" y="3572"/>
                    <a:pt x="11122" y="3548"/>
                  </a:cubicBezTo>
                  <a:cubicBezTo>
                    <a:pt x="10884" y="3120"/>
                    <a:pt x="10575" y="2739"/>
                    <a:pt x="10265" y="2405"/>
                  </a:cubicBezTo>
                  <a:cubicBezTo>
                    <a:pt x="9217" y="1381"/>
                    <a:pt x="7812" y="786"/>
                    <a:pt x="6336" y="786"/>
                  </a:cubicBezTo>
                  <a:lnTo>
                    <a:pt x="6121" y="786"/>
                  </a:lnTo>
                  <a:lnTo>
                    <a:pt x="6121" y="238"/>
                  </a:lnTo>
                  <a:lnTo>
                    <a:pt x="6121" y="191"/>
                  </a:lnTo>
                  <a:cubicBezTo>
                    <a:pt x="6097" y="71"/>
                    <a:pt x="5978" y="0"/>
                    <a:pt x="5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21" name="Google Shape;14221;p90"/>
          <p:cNvSpPr/>
          <p:nvPr/>
        </p:nvSpPr>
        <p:spPr>
          <a:xfrm>
            <a:off x="1042813" y="2292426"/>
            <a:ext cx="356019" cy="355421"/>
          </a:xfrm>
          <a:custGeom>
            <a:rect b="b" l="l" r="r" t="t"/>
            <a:pathLst>
              <a:path extrusionOk="0" h="11888" w="11908">
                <a:moveTo>
                  <a:pt x="2263" y="6315"/>
                </a:moveTo>
                <a:lnTo>
                  <a:pt x="2263" y="10696"/>
                </a:lnTo>
                <a:lnTo>
                  <a:pt x="1763" y="10696"/>
                </a:lnTo>
                <a:lnTo>
                  <a:pt x="1763" y="6315"/>
                </a:lnTo>
                <a:close/>
                <a:moveTo>
                  <a:pt x="3120" y="5076"/>
                </a:moveTo>
                <a:lnTo>
                  <a:pt x="3120" y="10696"/>
                </a:lnTo>
                <a:lnTo>
                  <a:pt x="2620" y="10696"/>
                </a:lnTo>
                <a:lnTo>
                  <a:pt x="2620" y="5076"/>
                </a:lnTo>
                <a:close/>
                <a:moveTo>
                  <a:pt x="6526" y="7577"/>
                </a:moveTo>
                <a:lnTo>
                  <a:pt x="6526" y="10696"/>
                </a:lnTo>
                <a:lnTo>
                  <a:pt x="6026" y="10696"/>
                </a:lnTo>
                <a:lnTo>
                  <a:pt x="6026" y="7577"/>
                </a:lnTo>
                <a:close/>
                <a:moveTo>
                  <a:pt x="7383" y="6172"/>
                </a:moveTo>
                <a:lnTo>
                  <a:pt x="7383" y="10696"/>
                </a:lnTo>
                <a:lnTo>
                  <a:pt x="6883" y="10696"/>
                </a:lnTo>
                <a:lnTo>
                  <a:pt x="6883" y="6172"/>
                </a:lnTo>
                <a:close/>
                <a:moveTo>
                  <a:pt x="9050" y="8815"/>
                </a:moveTo>
                <a:lnTo>
                  <a:pt x="9050" y="10696"/>
                </a:lnTo>
                <a:lnTo>
                  <a:pt x="8550" y="10696"/>
                </a:lnTo>
                <a:lnTo>
                  <a:pt x="8550" y="8815"/>
                </a:lnTo>
                <a:close/>
                <a:moveTo>
                  <a:pt x="5668" y="3814"/>
                </a:moveTo>
                <a:lnTo>
                  <a:pt x="5668" y="10720"/>
                </a:lnTo>
                <a:lnTo>
                  <a:pt x="5145" y="10720"/>
                </a:lnTo>
                <a:lnTo>
                  <a:pt x="5145" y="3814"/>
                </a:lnTo>
                <a:close/>
                <a:moveTo>
                  <a:pt x="9907" y="2576"/>
                </a:moveTo>
                <a:lnTo>
                  <a:pt x="9907" y="10720"/>
                </a:lnTo>
                <a:lnTo>
                  <a:pt x="9407" y="10720"/>
                </a:lnTo>
                <a:lnTo>
                  <a:pt x="9407" y="2576"/>
                </a:lnTo>
                <a:close/>
                <a:moveTo>
                  <a:pt x="11503" y="11054"/>
                </a:moveTo>
                <a:lnTo>
                  <a:pt x="11503" y="11530"/>
                </a:lnTo>
                <a:lnTo>
                  <a:pt x="310" y="11530"/>
                </a:lnTo>
                <a:lnTo>
                  <a:pt x="310" y="11054"/>
                </a:lnTo>
                <a:close/>
                <a:moveTo>
                  <a:pt x="916" y="0"/>
                </a:moveTo>
                <a:cubicBezTo>
                  <a:pt x="811" y="0"/>
                  <a:pt x="715" y="88"/>
                  <a:pt x="715" y="194"/>
                </a:cubicBezTo>
                <a:lnTo>
                  <a:pt x="715" y="980"/>
                </a:lnTo>
                <a:lnTo>
                  <a:pt x="477" y="980"/>
                </a:lnTo>
                <a:cubicBezTo>
                  <a:pt x="382" y="980"/>
                  <a:pt x="334" y="1052"/>
                  <a:pt x="286" y="1099"/>
                </a:cubicBezTo>
                <a:cubicBezTo>
                  <a:pt x="263" y="1242"/>
                  <a:pt x="358" y="1361"/>
                  <a:pt x="477" y="1361"/>
                </a:cubicBezTo>
                <a:lnTo>
                  <a:pt x="715" y="1361"/>
                </a:lnTo>
                <a:lnTo>
                  <a:pt x="715" y="2242"/>
                </a:lnTo>
                <a:lnTo>
                  <a:pt x="501" y="2242"/>
                </a:lnTo>
                <a:cubicBezTo>
                  <a:pt x="405" y="2242"/>
                  <a:pt x="334" y="2290"/>
                  <a:pt x="334" y="2385"/>
                </a:cubicBezTo>
                <a:cubicBezTo>
                  <a:pt x="334" y="2504"/>
                  <a:pt x="382" y="2600"/>
                  <a:pt x="501" y="2600"/>
                </a:cubicBezTo>
                <a:lnTo>
                  <a:pt x="715" y="2600"/>
                </a:lnTo>
                <a:lnTo>
                  <a:pt x="715" y="3481"/>
                </a:lnTo>
                <a:lnTo>
                  <a:pt x="501" y="3481"/>
                </a:lnTo>
                <a:cubicBezTo>
                  <a:pt x="405" y="3481"/>
                  <a:pt x="334" y="3552"/>
                  <a:pt x="334" y="3647"/>
                </a:cubicBezTo>
                <a:cubicBezTo>
                  <a:pt x="334" y="3766"/>
                  <a:pt x="382" y="3838"/>
                  <a:pt x="501" y="3838"/>
                </a:cubicBezTo>
                <a:lnTo>
                  <a:pt x="715" y="3838"/>
                </a:lnTo>
                <a:lnTo>
                  <a:pt x="715" y="4743"/>
                </a:lnTo>
                <a:lnTo>
                  <a:pt x="501" y="4743"/>
                </a:lnTo>
                <a:cubicBezTo>
                  <a:pt x="405" y="4743"/>
                  <a:pt x="334" y="4791"/>
                  <a:pt x="334" y="4886"/>
                </a:cubicBezTo>
                <a:cubicBezTo>
                  <a:pt x="334" y="5005"/>
                  <a:pt x="382" y="5100"/>
                  <a:pt x="501" y="5100"/>
                </a:cubicBezTo>
                <a:lnTo>
                  <a:pt x="715" y="5100"/>
                </a:lnTo>
                <a:lnTo>
                  <a:pt x="715" y="5981"/>
                </a:lnTo>
                <a:lnTo>
                  <a:pt x="501" y="5981"/>
                </a:lnTo>
                <a:cubicBezTo>
                  <a:pt x="405" y="5981"/>
                  <a:pt x="334" y="6053"/>
                  <a:pt x="334" y="6148"/>
                </a:cubicBezTo>
                <a:cubicBezTo>
                  <a:pt x="334" y="6267"/>
                  <a:pt x="382" y="6338"/>
                  <a:pt x="501" y="6338"/>
                </a:cubicBezTo>
                <a:lnTo>
                  <a:pt x="715" y="6338"/>
                </a:lnTo>
                <a:lnTo>
                  <a:pt x="715" y="7243"/>
                </a:lnTo>
                <a:lnTo>
                  <a:pt x="501" y="7243"/>
                </a:lnTo>
                <a:cubicBezTo>
                  <a:pt x="405" y="7243"/>
                  <a:pt x="334" y="7291"/>
                  <a:pt x="334" y="7386"/>
                </a:cubicBezTo>
                <a:cubicBezTo>
                  <a:pt x="334" y="7505"/>
                  <a:pt x="382" y="7601"/>
                  <a:pt x="501" y="7601"/>
                </a:cubicBezTo>
                <a:lnTo>
                  <a:pt x="715" y="7601"/>
                </a:lnTo>
                <a:lnTo>
                  <a:pt x="715" y="8482"/>
                </a:lnTo>
                <a:lnTo>
                  <a:pt x="501" y="8482"/>
                </a:lnTo>
                <a:cubicBezTo>
                  <a:pt x="405" y="8482"/>
                  <a:pt x="334" y="8553"/>
                  <a:pt x="334" y="8648"/>
                </a:cubicBezTo>
                <a:cubicBezTo>
                  <a:pt x="334" y="8768"/>
                  <a:pt x="382" y="8839"/>
                  <a:pt x="501" y="8839"/>
                </a:cubicBezTo>
                <a:lnTo>
                  <a:pt x="715" y="8839"/>
                </a:lnTo>
                <a:lnTo>
                  <a:pt x="715" y="9744"/>
                </a:lnTo>
                <a:lnTo>
                  <a:pt x="501" y="9744"/>
                </a:lnTo>
                <a:cubicBezTo>
                  <a:pt x="405" y="9744"/>
                  <a:pt x="334" y="9792"/>
                  <a:pt x="334" y="9887"/>
                </a:cubicBezTo>
                <a:cubicBezTo>
                  <a:pt x="334" y="10006"/>
                  <a:pt x="382" y="10101"/>
                  <a:pt x="501" y="10101"/>
                </a:cubicBezTo>
                <a:lnTo>
                  <a:pt x="715" y="10101"/>
                </a:lnTo>
                <a:lnTo>
                  <a:pt x="715" y="10720"/>
                </a:lnTo>
                <a:lnTo>
                  <a:pt x="286" y="10720"/>
                </a:lnTo>
                <a:cubicBezTo>
                  <a:pt x="143" y="10720"/>
                  <a:pt x="1" y="10839"/>
                  <a:pt x="1" y="11030"/>
                </a:cubicBezTo>
                <a:lnTo>
                  <a:pt x="1" y="11578"/>
                </a:lnTo>
                <a:cubicBezTo>
                  <a:pt x="1" y="11744"/>
                  <a:pt x="120" y="11887"/>
                  <a:pt x="286" y="11887"/>
                </a:cubicBezTo>
                <a:lnTo>
                  <a:pt x="11598" y="11887"/>
                </a:lnTo>
                <a:cubicBezTo>
                  <a:pt x="11765" y="11887"/>
                  <a:pt x="11908" y="11768"/>
                  <a:pt x="11908" y="11578"/>
                </a:cubicBezTo>
                <a:lnTo>
                  <a:pt x="11908" y="10982"/>
                </a:lnTo>
                <a:cubicBezTo>
                  <a:pt x="11860" y="10839"/>
                  <a:pt x="11741" y="10696"/>
                  <a:pt x="11551" y="10696"/>
                </a:cubicBezTo>
                <a:lnTo>
                  <a:pt x="11146" y="10696"/>
                </a:lnTo>
                <a:lnTo>
                  <a:pt x="11146" y="9887"/>
                </a:lnTo>
                <a:cubicBezTo>
                  <a:pt x="11146" y="9815"/>
                  <a:pt x="11074" y="9720"/>
                  <a:pt x="10979" y="9720"/>
                </a:cubicBezTo>
                <a:cubicBezTo>
                  <a:pt x="10860" y="9720"/>
                  <a:pt x="10789" y="9768"/>
                  <a:pt x="10789" y="9887"/>
                </a:cubicBezTo>
                <a:lnTo>
                  <a:pt x="10789" y="10720"/>
                </a:lnTo>
                <a:lnTo>
                  <a:pt x="10265" y="10720"/>
                </a:lnTo>
                <a:lnTo>
                  <a:pt x="10265" y="5100"/>
                </a:lnTo>
                <a:lnTo>
                  <a:pt x="10789" y="5100"/>
                </a:lnTo>
                <a:lnTo>
                  <a:pt x="10789" y="9101"/>
                </a:lnTo>
                <a:cubicBezTo>
                  <a:pt x="10789" y="9172"/>
                  <a:pt x="10836" y="9268"/>
                  <a:pt x="10931" y="9268"/>
                </a:cubicBezTo>
                <a:cubicBezTo>
                  <a:pt x="11051" y="9268"/>
                  <a:pt x="11146" y="9220"/>
                  <a:pt x="11146" y="9101"/>
                </a:cubicBezTo>
                <a:lnTo>
                  <a:pt x="11146" y="4981"/>
                </a:lnTo>
                <a:cubicBezTo>
                  <a:pt x="11146" y="4838"/>
                  <a:pt x="11027" y="4743"/>
                  <a:pt x="10908" y="4743"/>
                </a:cubicBezTo>
                <a:lnTo>
                  <a:pt x="10265" y="4743"/>
                </a:lnTo>
                <a:lnTo>
                  <a:pt x="10265" y="2481"/>
                </a:lnTo>
                <a:cubicBezTo>
                  <a:pt x="10265" y="2338"/>
                  <a:pt x="10146" y="2242"/>
                  <a:pt x="10027" y="2242"/>
                </a:cubicBezTo>
                <a:lnTo>
                  <a:pt x="9312" y="2242"/>
                </a:lnTo>
                <a:cubicBezTo>
                  <a:pt x="9169" y="2242"/>
                  <a:pt x="9074" y="2361"/>
                  <a:pt x="9074" y="2481"/>
                </a:cubicBezTo>
                <a:lnTo>
                  <a:pt x="9074" y="8506"/>
                </a:lnTo>
                <a:lnTo>
                  <a:pt x="8455" y="8506"/>
                </a:lnTo>
                <a:cubicBezTo>
                  <a:pt x="8312" y="8506"/>
                  <a:pt x="8217" y="8625"/>
                  <a:pt x="8217" y="8744"/>
                </a:cubicBezTo>
                <a:lnTo>
                  <a:pt x="8217" y="10720"/>
                </a:lnTo>
                <a:lnTo>
                  <a:pt x="7740" y="10720"/>
                </a:lnTo>
                <a:lnTo>
                  <a:pt x="7740" y="6076"/>
                </a:lnTo>
                <a:cubicBezTo>
                  <a:pt x="7740" y="5934"/>
                  <a:pt x="7621" y="5838"/>
                  <a:pt x="7502" y="5838"/>
                </a:cubicBezTo>
                <a:lnTo>
                  <a:pt x="6788" y="5838"/>
                </a:lnTo>
                <a:cubicBezTo>
                  <a:pt x="6645" y="5838"/>
                  <a:pt x="6550" y="5957"/>
                  <a:pt x="6550" y="6076"/>
                </a:cubicBezTo>
                <a:lnTo>
                  <a:pt x="6550" y="7243"/>
                </a:lnTo>
                <a:lnTo>
                  <a:pt x="6002" y="7243"/>
                </a:lnTo>
                <a:lnTo>
                  <a:pt x="6002" y="3743"/>
                </a:lnTo>
                <a:cubicBezTo>
                  <a:pt x="6002" y="3576"/>
                  <a:pt x="5883" y="3481"/>
                  <a:pt x="5764" y="3481"/>
                </a:cubicBezTo>
                <a:lnTo>
                  <a:pt x="5049" y="3481"/>
                </a:lnTo>
                <a:cubicBezTo>
                  <a:pt x="4906" y="3481"/>
                  <a:pt x="4811" y="3624"/>
                  <a:pt x="4811" y="3743"/>
                </a:cubicBezTo>
                <a:lnTo>
                  <a:pt x="4811" y="10720"/>
                </a:lnTo>
                <a:lnTo>
                  <a:pt x="4335" y="10720"/>
                </a:lnTo>
                <a:lnTo>
                  <a:pt x="4335" y="1242"/>
                </a:lnTo>
                <a:cubicBezTo>
                  <a:pt x="4335" y="1075"/>
                  <a:pt x="4216" y="980"/>
                  <a:pt x="4097" y="980"/>
                </a:cubicBezTo>
                <a:lnTo>
                  <a:pt x="3382" y="980"/>
                </a:lnTo>
                <a:cubicBezTo>
                  <a:pt x="3263" y="980"/>
                  <a:pt x="3144" y="1075"/>
                  <a:pt x="3144" y="1290"/>
                </a:cubicBezTo>
                <a:lnTo>
                  <a:pt x="3144" y="2504"/>
                </a:lnTo>
                <a:cubicBezTo>
                  <a:pt x="3144" y="2600"/>
                  <a:pt x="3216" y="2695"/>
                  <a:pt x="3311" y="2695"/>
                </a:cubicBezTo>
                <a:cubicBezTo>
                  <a:pt x="3430" y="2695"/>
                  <a:pt x="3501" y="2623"/>
                  <a:pt x="3501" y="2504"/>
                </a:cubicBezTo>
                <a:lnTo>
                  <a:pt x="3501" y="1314"/>
                </a:lnTo>
                <a:lnTo>
                  <a:pt x="4025" y="1314"/>
                </a:lnTo>
                <a:lnTo>
                  <a:pt x="4025" y="10720"/>
                </a:lnTo>
                <a:lnTo>
                  <a:pt x="3501" y="10720"/>
                </a:lnTo>
                <a:lnTo>
                  <a:pt x="3501" y="3314"/>
                </a:lnTo>
                <a:cubicBezTo>
                  <a:pt x="3501" y="3219"/>
                  <a:pt x="3454" y="3147"/>
                  <a:pt x="3358" y="3147"/>
                </a:cubicBezTo>
                <a:cubicBezTo>
                  <a:pt x="3239" y="3147"/>
                  <a:pt x="3144" y="3195"/>
                  <a:pt x="3144" y="3314"/>
                </a:cubicBezTo>
                <a:lnTo>
                  <a:pt x="3144" y="4743"/>
                </a:lnTo>
                <a:lnTo>
                  <a:pt x="2525" y="4743"/>
                </a:lnTo>
                <a:cubicBezTo>
                  <a:pt x="2382" y="4743"/>
                  <a:pt x="2287" y="4862"/>
                  <a:pt x="2287" y="4981"/>
                </a:cubicBezTo>
                <a:lnTo>
                  <a:pt x="2287" y="5981"/>
                </a:lnTo>
                <a:lnTo>
                  <a:pt x="1668" y="5981"/>
                </a:lnTo>
                <a:cubicBezTo>
                  <a:pt x="1525" y="5981"/>
                  <a:pt x="1429" y="6100"/>
                  <a:pt x="1429" y="6219"/>
                </a:cubicBezTo>
                <a:lnTo>
                  <a:pt x="1429" y="10720"/>
                </a:lnTo>
                <a:lnTo>
                  <a:pt x="1072" y="10720"/>
                </a:lnTo>
                <a:lnTo>
                  <a:pt x="1072" y="194"/>
                </a:lnTo>
                <a:cubicBezTo>
                  <a:pt x="1072" y="99"/>
                  <a:pt x="1001" y="51"/>
                  <a:pt x="953" y="4"/>
                </a:cubicBezTo>
                <a:cubicBezTo>
                  <a:pt x="941" y="1"/>
                  <a:pt x="928" y="0"/>
                  <a:pt x="9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22" name="Google Shape;14222;p90"/>
          <p:cNvGrpSpPr/>
          <p:nvPr/>
        </p:nvGrpSpPr>
        <p:grpSpPr>
          <a:xfrm>
            <a:off x="1041406" y="2835815"/>
            <a:ext cx="356767" cy="356737"/>
            <a:chOff x="2193213" y="2824333"/>
            <a:chExt cx="298325" cy="298300"/>
          </a:xfrm>
        </p:grpSpPr>
        <p:sp>
          <p:nvSpPr>
            <p:cNvPr id="14223" name="Google Shape;14223;p90"/>
            <p:cNvSpPr/>
            <p:nvPr/>
          </p:nvSpPr>
          <p:spPr>
            <a:xfrm>
              <a:off x="2193213" y="2913633"/>
              <a:ext cx="141725" cy="119100"/>
            </a:xfrm>
            <a:custGeom>
              <a:rect b="b" l="l" r="r" t="t"/>
              <a:pathLst>
                <a:path extrusionOk="0" h="4764" w="5669">
                  <a:moveTo>
                    <a:pt x="2406" y="310"/>
                  </a:moveTo>
                  <a:cubicBezTo>
                    <a:pt x="2930" y="310"/>
                    <a:pt x="3478" y="524"/>
                    <a:pt x="3859" y="905"/>
                  </a:cubicBezTo>
                  <a:lnTo>
                    <a:pt x="5312" y="2382"/>
                  </a:lnTo>
                  <a:lnTo>
                    <a:pt x="3859" y="3834"/>
                  </a:lnTo>
                  <a:cubicBezTo>
                    <a:pt x="3454" y="4215"/>
                    <a:pt x="2930" y="4430"/>
                    <a:pt x="2406" y="4430"/>
                  </a:cubicBezTo>
                  <a:cubicBezTo>
                    <a:pt x="1835" y="4430"/>
                    <a:pt x="1335" y="4192"/>
                    <a:pt x="954" y="3811"/>
                  </a:cubicBezTo>
                  <a:cubicBezTo>
                    <a:pt x="596" y="3430"/>
                    <a:pt x="382" y="2906"/>
                    <a:pt x="382" y="2382"/>
                  </a:cubicBezTo>
                  <a:cubicBezTo>
                    <a:pt x="382" y="1834"/>
                    <a:pt x="573" y="1334"/>
                    <a:pt x="954" y="953"/>
                  </a:cubicBezTo>
                  <a:cubicBezTo>
                    <a:pt x="1335" y="548"/>
                    <a:pt x="1835" y="310"/>
                    <a:pt x="2406" y="310"/>
                  </a:cubicBezTo>
                  <a:close/>
                  <a:moveTo>
                    <a:pt x="2382" y="0"/>
                  </a:moveTo>
                  <a:cubicBezTo>
                    <a:pt x="1716" y="0"/>
                    <a:pt x="1120" y="262"/>
                    <a:pt x="668" y="715"/>
                  </a:cubicBezTo>
                  <a:cubicBezTo>
                    <a:pt x="239" y="1143"/>
                    <a:pt x="1" y="1739"/>
                    <a:pt x="1" y="2382"/>
                  </a:cubicBezTo>
                  <a:cubicBezTo>
                    <a:pt x="1" y="3001"/>
                    <a:pt x="239" y="3596"/>
                    <a:pt x="668" y="4049"/>
                  </a:cubicBezTo>
                  <a:cubicBezTo>
                    <a:pt x="1120" y="4525"/>
                    <a:pt x="1716" y="4763"/>
                    <a:pt x="2382" y="4763"/>
                  </a:cubicBezTo>
                  <a:lnTo>
                    <a:pt x="2406" y="4763"/>
                  </a:lnTo>
                  <a:cubicBezTo>
                    <a:pt x="3025" y="4763"/>
                    <a:pt x="3645" y="4525"/>
                    <a:pt x="4097" y="4049"/>
                  </a:cubicBezTo>
                  <a:lnTo>
                    <a:pt x="5597" y="2572"/>
                  </a:lnTo>
                  <a:cubicBezTo>
                    <a:pt x="5645" y="2525"/>
                    <a:pt x="5669" y="2429"/>
                    <a:pt x="5669" y="2334"/>
                  </a:cubicBezTo>
                  <a:cubicBezTo>
                    <a:pt x="5669" y="2287"/>
                    <a:pt x="5645" y="2239"/>
                    <a:pt x="5597" y="2191"/>
                  </a:cubicBezTo>
                  <a:lnTo>
                    <a:pt x="4097" y="715"/>
                  </a:lnTo>
                  <a:cubicBezTo>
                    <a:pt x="3645" y="262"/>
                    <a:pt x="3049" y="0"/>
                    <a:pt x="2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4" name="Google Shape;14224;p90"/>
            <p:cNvSpPr/>
            <p:nvPr/>
          </p:nvSpPr>
          <p:spPr>
            <a:xfrm>
              <a:off x="2212863" y="2932083"/>
              <a:ext cx="82200" cy="82175"/>
            </a:xfrm>
            <a:custGeom>
              <a:rect b="b" l="l" r="r" t="t"/>
              <a:pathLst>
                <a:path extrusionOk="0" h="3287" w="3288">
                  <a:moveTo>
                    <a:pt x="1644" y="358"/>
                  </a:moveTo>
                  <a:cubicBezTo>
                    <a:pt x="2358" y="358"/>
                    <a:pt x="2930" y="929"/>
                    <a:pt x="2930" y="1644"/>
                  </a:cubicBezTo>
                  <a:cubicBezTo>
                    <a:pt x="2930" y="2358"/>
                    <a:pt x="2358" y="2930"/>
                    <a:pt x="1644" y="2930"/>
                  </a:cubicBezTo>
                  <a:cubicBezTo>
                    <a:pt x="930" y="2930"/>
                    <a:pt x="358" y="2358"/>
                    <a:pt x="358" y="1644"/>
                  </a:cubicBezTo>
                  <a:cubicBezTo>
                    <a:pt x="358" y="929"/>
                    <a:pt x="930" y="358"/>
                    <a:pt x="1644" y="358"/>
                  </a:cubicBezTo>
                  <a:close/>
                  <a:moveTo>
                    <a:pt x="1644" y="1"/>
                  </a:moveTo>
                  <a:cubicBezTo>
                    <a:pt x="763" y="1"/>
                    <a:pt x="1" y="739"/>
                    <a:pt x="1" y="1644"/>
                  </a:cubicBezTo>
                  <a:cubicBezTo>
                    <a:pt x="1" y="2525"/>
                    <a:pt x="763" y="3287"/>
                    <a:pt x="1644" y="3287"/>
                  </a:cubicBezTo>
                  <a:cubicBezTo>
                    <a:pt x="2549" y="3287"/>
                    <a:pt x="3287" y="2525"/>
                    <a:pt x="3287" y="1644"/>
                  </a:cubicBezTo>
                  <a:cubicBezTo>
                    <a:pt x="3287" y="739"/>
                    <a:pt x="2549"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5" name="Google Shape;14225;p90"/>
            <p:cNvSpPr/>
            <p:nvPr/>
          </p:nvSpPr>
          <p:spPr>
            <a:xfrm>
              <a:off x="2279563" y="2980308"/>
              <a:ext cx="122650" cy="142325"/>
            </a:xfrm>
            <a:custGeom>
              <a:rect b="b" l="l" r="r" t="t"/>
              <a:pathLst>
                <a:path extrusionOk="0" h="5693" w="4906">
                  <a:moveTo>
                    <a:pt x="2501" y="1"/>
                  </a:moveTo>
                  <a:cubicBezTo>
                    <a:pt x="2405" y="1"/>
                    <a:pt x="2334" y="48"/>
                    <a:pt x="2286" y="96"/>
                  </a:cubicBezTo>
                  <a:lnTo>
                    <a:pt x="786" y="1596"/>
                  </a:lnTo>
                  <a:cubicBezTo>
                    <a:pt x="238" y="2144"/>
                    <a:pt x="0" y="2954"/>
                    <a:pt x="143" y="3763"/>
                  </a:cubicBezTo>
                  <a:cubicBezTo>
                    <a:pt x="167" y="3858"/>
                    <a:pt x="262" y="3906"/>
                    <a:pt x="357" y="3906"/>
                  </a:cubicBezTo>
                  <a:cubicBezTo>
                    <a:pt x="429" y="3882"/>
                    <a:pt x="500" y="3787"/>
                    <a:pt x="500" y="3692"/>
                  </a:cubicBezTo>
                  <a:cubicBezTo>
                    <a:pt x="357" y="3025"/>
                    <a:pt x="548" y="2334"/>
                    <a:pt x="1072" y="1858"/>
                  </a:cubicBezTo>
                  <a:lnTo>
                    <a:pt x="2524" y="405"/>
                  </a:lnTo>
                  <a:lnTo>
                    <a:pt x="3977" y="1858"/>
                  </a:lnTo>
                  <a:cubicBezTo>
                    <a:pt x="4358" y="2239"/>
                    <a:pt x="4572" y="2739"/>
                    <a:pt x="4572" y="3311"/>
                  </a:cubicBezTo>
                  <a:cubicBezTo>
                    <a:pt x="4572" y="3882"/>
                    <a:pt x="4334" y="4382"/>
                    <a:pt x="3953" y="4763"/>
                  </a:cubicBezTo>
                  <a:cubicBezTo>
                    <a:pt x="3572" y="5121"/>
                    <a:pt x="3048" y="5335"/>
                    <a:pt x="2524" y="5335"/>
                  </a:cubicBezTo>
                  <a:cubicBezTo>
                    <a:pt x="1977" y="5335"/>
                    <a:pt x="1477" y="5121"/>
                    <a:pt x="1096" y="4763"/>
                  </a:cubicBezTo>
                  <a:cubicBezTo>
                    <a:pt x="976" y="4644"/>
                    <a:pt x="881" y="4525"/>
                    <a:pt x="786" y="4406"/>
                  </a:cubicBezTo>
                  <a:cubicBezTo>
                    <a:pt x="755" y="4360"/>
                    <a:pt x="704" y="4323"/>
                    <a:pt x="645" y="4323"/>
                  </a:cubicBezTo>
                  <a:cubicBezTo>
                    <a:pt x="614" y="4323"/>
                    <a:pt x="581" y="4334"/>
                    <a:pt x="548" y="4359"/>
                  </a:cubicBezTo>
                  <a:cubicBezTo>
                    <a:pt x="476" y="4406"/>
                    <a:pt x="429" y="4501"/>
                    <a:pt x="500" y="4597"/>
                  </a:cubicBezTo>
                  <a:cubicBezTo>
                    <a:pt x="595" y="4740"/>
                    <a:pt x="715" y="4882"/>
                    <a:pt x="857" y="5002"/>
                  </a:cubicBezTo>
                  <a:cubicBezTo>
                    <a:pt x="1310" y="5454"/>
                    <a:pt x="1905" y="5692"/>
                    <a:pt x="2524" y="5692"/>
                  </a:cubicBezTo>
                  <a:cubicBezTo>
                    <a:pt x="3144" y="5692"/>
                    <a:pt x="3739" y="5454"/>
                    <a:pt x="4191" y="5002"/>
                  </a:cubicBezTo>
                  <a:cubicBezTo>
                    <a:pt x="4668" y="4573"/>
                    <a:pt x="4906" y="3978"/>
                    <a:pt x="4906" y="3311"/>
                  </a:cubicBezTo>
                  <a:cubicBezTo>
                    <a:pt x="4906" y="2668"/>
                    <a:pt x="4668" y="2072"/>
                    <a:pt x="4191" y="1620"/>
                  </a:cubicBezTo>
                  <a:lnTo>
                    <a:pt x="2691" y="96"/>
                  </a:lnTo>
                  <a:cubicBezTo>
                    <a:pt x="2643" y="48"/>
                    <a:pt x="2572" y="1"/>
                    <a:pt x="2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6" name="Google Shape;14226;p90"/>
            <p:cNvSpPr/>
            <p:nvPr/>
          </p:nvSpPr>
          <p:spPr>
            <a:xfrm>
              <a:off x="2300988" y="3020783"/>
              <a:ext cx="81575" cy="81600"/>
            </a:xfrm>
            <a:custGeom>
              <a:rect b="b" l="l" r="r" t="t"/>
              <a:pathLst>
                <a:path extrusionOk="0" h="3264" w="3263">
                  <a:moveTo>
                    <a:pt x="1644" y="334"/>
                  </a:moveTo>
                  <a:cubicBezTo>
                    <a:pt x="2358" y="334"/>
                    <a:pt x="2906" y="882"/>
                    <a:pt x="2906" y="1596"/>
                  </a:cubicBezTo>
                  <a:cubicBezTo>
                    <a:pt x="2906" y="2311"/>
                    <a:pt x="2358" y="2882"/>
                    <a:pt x="1644" y="2882"/>
                  </a:cubicBezTo>
                  <a:cubicBezTo>
                    <a:pt x="929" y="2882"/>
                    <a:pt x="358" y="2311"/>
                    <a:pt x="358" y="1596"/>
                  </a:cubicBezTo>
                  <a:cubicBezTo>
                    <a:pt x="358" y="882"/>
                    <a:pt x="953" y="334"/>
                    <a:pt x="1644" y="334"/>
                  </a:cubicBezTo>
                  <a:close/>
                  <a:moveTo>
                    <a:pt x="1644" y="1"/>
                  </a:moveTo>
                  <a:cubicBezTo>
                    <a:pt x="739" y="1"/>
                    <a:pt x="0" y="739"/>
                    <a:pt x="0" y="1644"/>
                  </a:cubicBezTo>
                  <a:cubicBezTo>
                    <a:pt x="0" y="2525"/>
                    <a:pt x="739" y="3263"/>
                    <a:pt x="1644" y="3263"/>
                  </a:cubicBezTo>
                  <a:cubicBezTo>
                    <a:pt x="2525" y="3263"/>
                    <a:pt x="3263" y="2525"/>
                    <a:pt x="3263" y="1644"/>
                  </a:cubicBezTo>
                  <a:cubicBezTo>
                    <a:pt x="3263" y="739"/>
                    <a:pt x="2525"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7" name="Google Shape;14227;p90"/>
            <p:cNvSpPr/>
            <p:nvPr/>
          </p:nvSpPr>
          <p:spPr>
            <a:xfrm>
              <a:off x="2348613" y="2913633"/>
              <a:ext cx="142925" cy="119700"/>
            </a:xfrm>
            <a:custGeom>
              <a:rect b="b" l="l" r="r" t="t"/>
              <a:pathLst>
                <a:path extrusionOk="0" h="4788" w="5717">
                  <a:moveTo>
                    <a:pt x="3311" y="334"/>
                  </a:moveTo>
                  <a:cubicBezTo>
                    <a:pt x="3859" y="334"/>
                    <a:pt x="4359" y="572"/>
                    <a:pt x="4763" y="953"/>
                  </a:cubicBezTo>
                  <a:cubicBezTo>
                    <a:pt x="5121" y="1334"/>
                    <a:pt x="5335" y="1834"/>
                    <a:pt x="5335" y="2382"/>
                  </a:cubicBezTo>
                  <a:cubicBezTo>
                    <a:pt x="5335" y="2906"/>
                    <a:pt x="5144" y="3430"/>
                    <a:pt x="4763" y="3811"/>
                  </a:cubicBezTo>
                  <a:cubicBezTo>
                    <a:pt x="4359" y="4192"/>
                    <a:pt x="3859" y="4430"/>
                    <a:pt x="3311" y="4430"/>
                  </a:cubicBezTo>
                  <a:cubicBezTo>
                    <a:pt x="2739" y="4430"/>
                    <a:pt x="2239" y="4215"/>
                    <a:pt x="1834" y="3834"/>
                  </a:cubicBezTo>
                  <a:lnTo>
                    <a:pt x="382" y="2382"/>
                  </a:lnTo>
                  <a:lnTo>
                    <a:pt x="1834" y="929"/>
                  </a:lnTo>
                  <a:cubicBezTo>
                    <a:pt x="2239" y="524"/>
                    <a:pt x="2739" y="334"/>
                    <a:pt x="3311" y="334"/>
                  </a:cubicBezTo>
                  <a:close/>
                  <a:moveTo>
                    <a:pt x="3311" y="0"/>
                  </a:moveTo>
                  <a:cubicBezTo>
                    <a:pt x="2644" y="0"/>
                    <a:pt x="2049" y="238"/>
                    <a:pt x="1596" y="715"/>
                  </a:cubicBezTo>
                  <a:lnTo>
                    <a:pt x="120" y="2191"/>
                  </a:lnTo>
                  <a:cubicBezTo>
                    <a:pt x="96" y="2239"/>
                    <a:pt x="24" y="2287"/>
                    <a:pt x="24" y="2358"/>
                  </a:cubicBezTo>
                  <a:cubicBezTo>
                    <a:pt x="1" y="2429"/>
                    <a:pt x="48" y="2525"/>
                    <a:pt x="120" y="2596"/>
                  </a:cubicBezTo>
                  <a:lnTo>
                    <a:pt x="1596" y="4073"/>
                  </a:lnTo>
                  <a:cubicBezTo>
                    <a:pt x="2049" y="4525"/>
                    <a:pt x="2644" y="4787"/>
                    <a:pt x="3311" y="4787"/>
                  </a:cubicBezTo>
                  <a:lnTo>
                    <a:pt x="3335" y="4787"/>
                  </a:lnTo>
                  <a:cubicBezTo>
                    <a:pt x="3978" y="4787"/>
                    <a:pt x="4573" y="4525"/>
                    <a:pt x="5025" y="4073"/>
                  </a:cubicBezTo>
                  <a:cubicBezTo>
                    <a:pt x="5478" y="3620"/>
                    <a:pt x="5716" y="3025"/>
                    <a:pt x="5716" y="2406"/>
                  </a:cubicBezTo>
                  <a:cubicBezTo>
                    <a:pt x="5716" y="1786"/>
                    <a:pt x="5454" y="1167"/>
                    <a:pt x="5002" y="715"/>
                  </a:cubicBezTo>
                  <a:cubicBezTo>
                    <a:pt x="4549" y="238"/>
                    <a:pt x="3954" y="0"/>
                    <a:pt x="3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8" name="Google Shape;14228;p90"/>
            <p:cNvSpPr/>
            <p:nvPr/>
          </p:nvSpPr>
          <p:spPr>
            <a:xfrm>
              <a:off x="2390888" y="2932083"/>
              <a:ext cx="82175" cy="81000"/>
            </a:xfrm>
            <a:custGeom>
              <a:rect b="b" l="l" r="r" t="t"/>
              <a:pathLst>
                <a:path extrusionOk="0" h="3240" w="3287">
                  <a:moveTo>
                    <a:pt x="1572" y="1"/>
                  </a:moveTo>
                  <a:cubicBezTo>
                    <a:pt x="1334" y="1"/>
                    <a:pt x="1143" y="48"/>
                    <a:pt x="929" y="143"/>
                  </a:cubicBezTo>
                  <a:cubicBezTo>
                    <a:pt x="834" y="191"/>
                    <a:pt x="810" y="310"/>
                    <a:pt x="834" y="382"/>
                  </a:cubicBezTo>
                  <a:cubicBezTo>
                    <a:pt x="852" y="454"/>
                    <a:pt x="926" y="485"/>
                    <a:pt x="1002" y="485"/>
                  </a:cubicBezTo>
                  <a:cubicBezTo>
                    <a:pt x="1026" y="485"/>
                    <a:pt x="1050" y="482"/>
                    <a:pt x="1072" y="477"/>
                  </a:cubicBezTo>
                  <a:cubicBezTo>
                    <a:pt x="1263" y="382"/>
                    <a:pt x="1429" y="358"/>
                    <a:pt x="1620" y="358"/>
                  </a:cubicBezTo>
                  <a:cubicBezTo>
                    <a:pt x="2334" y="358"/>
                    <a:pt x="2882" y="929"/>
                    <a:pt x="2882" y="1644"/>
                  </a:cubicBezTo>
                  <a:cubicBezTo>
                    <a:pt x="2882" y="2358"/>
                    <a:pt x="2334" y="2930"/>
                    <a:pt x="1620" y="2930"/>
                  </a:cubicBezTo>
                  <a:cubicBezTo>
                    <a:pt x="905" y="2930"/>
                    <a:pt x="334" y="2358"/>
                    <a:pt x="334" y="1644"/>
                  </a:cubicBezTo>
                  <a:cubicBezTo>
                    <a:pt x="334" y="1382"/>
                    <a:pt x="429" y="1144"/>
                    <a:pt x="572" y="906"/>
                  </a:cubicBezTo>
                  <a:cubicBezTo>
                    <a:pt x="620" y="810"/>
                    <a:pt x="596" y="715"/>
                    <a:pt x="548" y="667"/>
                  </a:cubicBezTo>
                  <a:cubicBezTo>
                    <a:pt x="508" y="637"/>
                    <a:pt x="468" y="624"/>
                    <a:pt x="432" y="624"/>
                  </a:cubicBezTo>
                  <a:cubicBezTo>
                    <a:pt x="381" y="624"/>
                    <a:pt x="338" y="650"/>
                    <a:pt x="310" y="691"/>
                  </a:cubicBezTo>
                  <a:cubicBezTo>
                    <a:pt x="119" y="953"/>
                    <a:pt x="0" y="1287"/>
                    <a:pt x="0" y="1620"/>
                  </a:cubicBezTo>
                  <a:cubicBezTo>
                    <a:pt x="0" y="2501"/>
                    <a:pt x="739" y="3239"/>
                    <a:pt x="1644" y="3239"/>
                  </a:cubicBezTo>
                  <a:cubicBezTo>
                    <a:pt x="2525" y="3239"/>
                    <a:pt x="3287" y="2501"/>
                    <a:pt x="3287" y="1620"/>
                  </a:cubicBezTo>
                  <a:cubicBezTo>
                    <a:pt x="3215" y="739"/>
                    <a:pt x="2501"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9" name="Google Shape;14229;p90"/>
            <p:cNvSpPr/>
            <p:nvPr/>
          </p:nvSpPr>
          <p:spPr>
            <a:xfrm>
              <a:off x="2283713" y="2824333"/>
              <a:ext cx="119100" cy="141125"/>
            </a:xfrm>
            <a:custGeom>
              <a:rect b="b" l="l" r="r" t="t"/>
              <a:pathLst>
                <a:path extrusionOk="0" h="5645" w="4764">
                  <a:moveTo>
                    <a:pt x="2358" y="357"/>
                  </a:moveTo>
                  <a:cubicBezTo>
                    <a:pt x="2882" y="357"/>
                    <a:pt x="3406" y="572"/>
                    <a:pt x="3787" y="929"/>
                  </a:cubicBezTo>
                  <a:cubicBezTo>
                    <a:pt x="4168" y="1310"/>
                    <a:pt x="4406" y="1810"/>
                    <a:pt x="4406" y="2382"/>
                  </a:cubicBezTo>
                  <a:cubicBezTo>
                    <a:pt x="4406" y="2929"/>
                    <a:pt x="4192" y="3453"/>
                    <a:pt x="3811" y="3834"/>
                  </a:cubicBezTo>
                  <a:lnTo>
                    <a:pt x="2358" y="5287"/>
                  </a:lnTo>
                  <a:lnTo>
                    <a:pt x="906" y="3834"/>
                  </a:lnTo>
                  <a:cubicBezTo>
                    <a:pt x="501" y="3453"/>
                    <a:pt x="310" y="2929"/>
                    <a:pt x="310" y="2382"/>
                  </a:cubicBezTo>
                  <a:cubicBezTo>
                    <a:pt x="310" y="1810"/>
                    <a:pt x="501" y="1310"/>
                    <a:pt x="930" y="929"/>
                  </a:cubicBezTo>
                  <a:cubicBezTo>
                    <a:pt x="1311" y="572"/>
                    <a:pt x="1811" y="357"/>
                    <a:pt x="2358" y="357"/>
                  </a:cubicBezTo>
                  <a:close/>
                  <a:moveTo>
                    <a:pt x="2382" y="0"/>
                  </a:moveTo>
                  <a:cubicBezTo>
                    <a:pt x="1763" y="0"/>
                    <a:pt x="1168" y="238"/>
                    <a:pt x="715" y="691"/>
                  </a:cubicBezTo>
                  <a:cubicBezTo>
                    <a:pt x="239" y="1119"/>
                    <a:pt x="1" y="1715"/>
                    <a:pt x="1" y="2382"/>
                  </a:cubicBezTo>
                  <a:cubicBezTo>
                    <a:pt x="1" y="3025"/>
                    <a:pt x="239" y="3620"/>
                    <a:pt x="715" y="4072"/>
                  </a:cubicBezTo>
                  <a:lnTo>
                    <a:pt x="2144" y="5549"/>
                  </a:lnTo>
                  <a:cubicBezTo>
                    <a:pt x="2192" y="5620"/>
                    <a:pt x="2263" y="5644"/>
                    <a:pt x="2358" y="5644"/>
                  </a:cubicBezTo>
                  <a:cubicBezTo>
                    <a:pt x="2454" y="5644"/>
                    <a:pt x="2501" y="5620"/>
                    <a:pt x="2549" y="5549"/>
                  </a:cubicBezTo>
                  <a:lnTo>
                    <a:pt x="4049" y="4072"/>
                  </a:lnTo>
                  <a:cubicBezTo>
                    <a:pt x="4502" y="3620"/>
                    <a:pt x="4764" y="3001"/>
                    <a:pt x="4764" y="2382"/>
                  </a:cubicBezTo>
                  <a:cubicBezTo>
                    <a:pt x="4764" y="1715"/>
                    <a:pt x="4502" y="1119"/>
                    <a:pt x="4049" y="691"/>
                  </a:cubicBezTo>
                  <a:cubicBezTo>
                    <a:pt x="3597" y="238"/>
                    <a:pt x="3001" y="0"/>
                    <a:pt x="2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0" name="Google Shape;14230;p90"/>
            <p:cNvSpPr/>
            <p:nvPr/>
          </p:nvSpPr>
          <p:spPr>
            <a:xfrm>
              <a:off x="2300988" y="2843383"/>
              <a:ext cx="81575" cy="82175"/>
            </a:xfrm>
            <a:custGeom>
              <a:rect b="b" l="l" r="r" t="t"/>
              <a:pathLst>
                <a:path extrusionOk="0" h="3287" w="3263">
                  <a:moveTo>
                    <a:pt x="1644" y="357"/>
                  </a:moveTo>
                  <a:cubicBezTo>
                    <a:pt x="2358" y="357"/>
                    <a:pt x="2906" y="929"/>
                    <a:pt x="2906" y="1643"/>
                  </a:cubicBezTo>
                  <a:cubicBezTo>
                    <a:pt x="2906" y="2358"/>
                    <a:pt x="2358" y="2929"/>
                    <a:pt x="1644" y="2929"/>
                  </a:cubicBezTo>
                  <a:cubicBezTo>
                    <a:pt x="929" y="2929"/>
                    <a:pt x="358" y="2358"/>
                    <a:pt x="358" y="1643"/>
                  </a:cubicBezTo>
                  <a:cubicBezTo>
                    <a:pt x="358" y="929"/>
                    <a:pt x="953" y="357"/>
                    <a:pt x="1644" y="357"/>
                  </a:cubicBezTo>
                  <a:close/>
                  <a:moveTo>
                    <a:pt x="1644" y="0"/>
                  </a:moveTo>
                  <a:cubicBezTo>
                    <a:pt x="739" y="0"/>
                    <a:pt x="0" y="762"/>
                    <a:pt x="0" y="1643"/>
                  </a:cubicBezTo>
                  <a:cubicBezTo>
                    <a:pt x="24" y="2548"/>
                    <a:pt x="739" y="3287"/>
                    <a:pt x="1644" y="3287"/>
                  </a:cubicBezTo>
                  <a:cubicBezTo>
                    <a:pt x="2525" y="3287"/>
                    <a:pt x="3263" y="2548"/>
                    <a:pt x="3263" y="1643"/>
                  </a:cubicBezTo>
                  <a:cubicBezTo>
                    <a:pt x="3263" y="762"/>
                    <a:pt x="2525" y="0"/>
                    <a:pt x="1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1" name="Google Shape;14231;p90"/>
            <p:cNvSpPr/>
            <p:nvPr/>
          </p:nvSpPr>
          <p:spPr>
            <a:xfrm>
              <a:off x="2321238" y="2872558"/>
              <a:ext cx="42275" cy="8950"/>
            </a:xfrm>
            <a:custGeom>
              <a:rect b="b" l="l" r="r" t="t"/>
              <a:pathLst>
                <a:path extrusionOk="0" h="358" w="1691">
                  <a:moveTo>
                    <a:pt x="167" y="0"/>
                  </a:moveTo>
                  <a:cubicBezTo>
                    <a:pt x="72" y="0"/>
                    <a:pt x="24" y="48"/>
                    <a:pt x="0" y="143"/>
                  </a:cubicBezTo>
                  <a:cubicBezTo>
                    <a:pt x="0" y="262"/>
                    <a:pt x="72" y="357"/>
                    <a:pt x="167" y="357"/>
                  </a:cubicBezTo>
                  <a:lnTo>
                    <a:pt x="1477" y="357"/>
                  </a:lnTo>
                  <a:cubicBezTo>
                    <a:pt x="1572" y="357"/>
                    <a:pt x="1619" y="310"/>
                    <a:pt x="1667" y="214"/>
                  </a:cubicBezTo>
                  <a:cubicBezTo>
                    <a:pt x="1691" y="95"/>
                    <a:pt x="1596"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2" name="Google Shape;14232;p90"/>
            <p:cNvSpPr/>
            <p:nvPr/>
          </p:nvSpPr>
          <p:spPr>
            <a:xfrm>
              <a:off x="2328963" y="2887433"/>
              <a:ext cx="26225" cy="8950"/>
            </a:xfrm>
            <a:custGeom>
              <a:rect b="b" l="l" r="r" t="t"/>
              <a:pathLst>
                <a:path extrusionOk="0" h="358" w="1049">
                  <a:moveTo>
                    <a:pt x="215" y="1"/>
                  </a:moveTo>
                  <a:cubicBezTo>
                    <a:pt x="120" y="1"/>
                    <a:pt x="72" y="48"/>
                    <a:pt x="48" y="143"/>
                  </a:cubicBezTo>
                  <a:cubicBezTo>
                    <a:pt x="1" y="262"/>
                    <a:pt x="96" y="358"/>
                    <a:pt x="215" y="358"/>
                  </a:cubicBezTo>
                  <a:lnTo>
                    <a:pt x="882" y="358"/>
                  </a:lnTo>
                  <a:cubicBezTo>
                    <a:pt x="953" y="358"/>
                    <a:pt x="1025" y="310"/>
                    <a:pt x="1049" y="215"/>
                  </a:cubicBezTo>
                  <a:cubicBezTo>
                    <a:pt x="1049" y="120"/>
                    <a:pt x="953"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3" name="Google Shape;14233;p90"/>
            <p:cNvSpPr/>
            <p:nvPr/>
          </p:nvSpPr>
          <p:spPr>
            <a:xfrm>
              <a:off x="2409338" y="2960658"/>
              <a:ext cx="42900" cy="8950"/>
            </a:xfrm>
            <a:custGeom>
              <a:rect b="b" l="l" r="r" t="t"/>
              <a:pathLst>
                <a:path extrusionOk="0" h="358" w="1716">
                  <a:moveTo>
                    <a:pt x="191" y="1"/>
                  </a:moveTo>
                  <a:cubicBezTo>
                    <a:pt x="96" y="1"/>
                    <a:pt x="48" y="48"/>
                    <a:pt x="1" y="144"/>
                  </a:cubicBezTo>
                  <a:cubicBezTo>
                    <a:pt x="1" y="263"/>
                    <a:pt x="72" y="358"/>
                    <a:pt x="191" y="358"/>
                  </a:cubicBezTo>
                  <a:lnTo>
                    <a:pt x="1501" y="358"/>
                  </a:lnTo>
                  <a:cubicBezTo>
                    <a:pt x="1596" y="358"/>
                    <a:pt x="1644" y="286"/>
                    <a:pt x="1668" y="191"/>
                  </a:cubicBezTo>
                  <a:cubicBezTo>
                    <a:pt x="1715" y="72"/>
                    <a:pt x="1620" y="1"/>
                    <a:pt x="1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4" name="Google Shape;14234;p90"/>
            <p:cNvSpPr/>
            <p:nvPr/>
          </p:nvSpPr>
          <p:spPr>
            <a:xfrm>
              <a:off x="2417088" y="2976133"/>
              <a:ext cx="26800" cy="8975"/>
            </a:xfrm>
            <a:custGeom>
              <a:rect b="b" l="l" r="r" t="t"/>
              <a:pathLst>
                <a:path extrusionOk="0" h="359" w="1072">
                  <a:moveTo>
                    <a:pt x="215" y="1"/>
                  </a:moveTo>
                  <a:cubicBezTo>
                    <a:pt x="95" y="1"/>
                    <a:pt x="0" y="96"/>
                    <a:pt x="24" y="215"/>
                  </a:cubicBezTo>
                  <a:cubicBezTo>
                    <a:pt x="48" y="287"/>
                    <a:pt x="119" y="358"/>
                    <a:pt x="215" y="358"/>
                  </a:cubicBezTo>
                  <a:lnTo>
                    <a:pt x="858" y="358"/>
                  </a:lnTo>
                  <a:cubicBezTo>
                    <a:pt x="953" y="358"/>
                    <a:pt x="1000" y="287"/>
                    <a:pt x="1024" y="215"/>
                  </a:cubicBezTo>
                  <a:cubicBezTo>
                    <a:pt x="1072" y="96"/>
                    <a:pt x="977"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5" name="Google Shape;14235;p90"/>
            <p:cNvSpPr/>
            <p:nvPr/>
          </p:nvSpPr>
          <p:spPr>
            <a:xfrm>
              <a:off x="2321238" y="3049958"/>
              <a:ext cx="42275" cy="8975"/>
            </a:xfrm>
            <a:custGeom>
              <a:rect b="b" l="l" r="r" t="t"/>
              <a:pathLst>
                <a:path extrusionOk="0" h="359" w="1691">
                  <a:moveTo>
                    <a:pt x="167" y="1"/>
                  </a:moveTo>
                  <a:cubicBezTo>
                    <a:pt x="72" y="1"/>
                    <a:pt x="24" y="48"/>
                    <a:pt x="0" y="144"/>
                  </a:cubicBezTo>
                  <a:cubicBezTo>
                    <a:pt x="0" y="239"/>
                    <a:pt x="72" y="358"/>
                    <a:pt x="167" y="358"/>
                  </a:cubicBezTo>
                  <a:lnTo>
                    <a:pt x="1477" y="358"/>
                  </a:lnTo>
                  <a:cubicBezTo>
                    <a:pt x="1572" y="358"/>
                    <a:pt x="1619" y="287"/>
                    <a:pt x="1667" y="191"/>
                  </a:cubicBezTo>
                  <a:cubicBezTo>
                    <a:pt x="1691" y="72"/>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6" name="Google Shape;14236;p90"/>
            <p:cNvSpPr/>
            <p:nvPr/>
          </p:nvSpPr>
          <p:spPr>
            <a:xfrm>
              <a:off x="2328963" y="3064858"/>
              <a:ext cx="26225" cy="8950"/>
            </a:xfrm>
            <a:custGeom>
              <a:rect b="b" l="l" r="r" t="t"/>
              <a:pathLst>
                <a:path extrusionOk="0" h="358" w="1049">
                  <a:moveTo>
                    <a:pt x="215" y="0"/>
                  </a:moveTo>
                  <a:cubicBezTo>
                    <a:pt x="120" y="0"/>
                    <a:pt x="72" y="48"/>
                    <a:pt x="48" y="143"/>
                  </a:cubicBezTo>
                  <a:cubicBezTo>
                    <a:pt x="1" y="262"/>
                    <a:pt x="96" y="357"/>
                    <a:pt x="215" y="357"/>
                  </a:cubicBezTo>
                  <a:lnTo>
                    <a:pt x="882" y="357"/>
                  </a:lnTo>
                  <a:cubicBezTo>
                    <a:pt x="953" y="357"/>
                    <a:pt x="1025" y="286"/>
                    <a:pt x="1049" y="191"/>
                  </a:cubicBezTo>
                  <a:cubicBezTo>
                    <a:pt x="1049" y="119"/>
                    <a:pt x="953"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7" name="Google Shape;14237;p90"/>
            <p:cNvSpPr/>
            <p:nvPr/>
          </p:nvSpPr>
          <p:spPr>
            <a:xfrm>
              <a:off x="2232513" y="2961258"/>
              <a:ext cx="42300" cy="8950"/>
            </a:xfrm>
            <a:custGeom>
              <a:rect b="b" l="l" r="r" t="t"/>
              <a:pathLst>
                <a:path extrusionOk="0" h="358" w="1692">
                  <a:moveTo>
                    <a:pt x="191" y="0"/>
                  </a:moveTo>
                  <a:cubicBezTo>
                    <a:pt x="120" y="0"/>
                    <a:pt x="48" y="48"/>
                    <a:pt x="25" y="143"/>
                  </a:cubicBezTo>
                  <a:cubicBezTo>
                    <a:pt x="1" y="262"/>
                    <a:pt x="72" y="358"/>
                    <a:pt x="191" y="358"/>
                  </a:cubicBezTo>
                  <a:lnTo>
                    <a:pt x="1525" y="358"/>
                  </a:lnTo>
                  <a:cubicBezTo>
                    <a:pt x="1596" y="358"/>
                    <a:pt x="1668" y="286"/>
                    <a:pt x="1692" y="215"/>
                  </a:cubicBezTo>
                  <a:cubicBezTo>
                    <a:pt x="1692" y="72"/>
                    <a:pt x="1644" y="0"/>
                    <a:pt x="1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8" name="Google Shape;14238;p90"/>
            <p:cNvSpPr/>
            <p:nvPr/>
          </p:nvSpPr>
          <p:spPr>
            <a:xfrm>
              <a:off x="2240863" y="2976133"/>
              <a:ext cx="25625" cy="8975"/>
            </a:xfrm>
            <a:custGeom>
              <a:rect b="b" l="l" r="r" t="t"/>
              <a:pathLst>
                <a:path extrusionOk="0" h="359" w="1025">
                  <a:moveTo>
                    <a:pt x="191" y="1"/>
                  </a:moveTo>
                  <a:cubicBezTo>
                    <a:pt x="119" y="1"/>
                    <a:pt x="48" y="48"/>
                    <a:pt x="24" y="144"/>
                  </a:cubicBezTo>
                  <a:cubicBezTo>
                    <a:pt x="0" y="263"/>
                    <a:pt x="72" y="358"/>
                    <a:pt x="191" y="358"/>
                  </a:cubicBezTo>
                  <a:lnTo>
                    <a:pt x="857" y="358"/>
                  </a:lnTo>
                  <a:cubicBezTo>
                    <a:pt x="953" y="358"/>
                    <a:pt x="1000" y="287"/>
                    <a:pt x="1024" y="215"/>
                  </a:cubicBezTo>
                  <a:cubicBezTo>
                    <a:pt x="1024" y="72"/>
                    <a:pt x="953"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39" name="Google Shape;14239;p90"/>
          <p:cNvSpPr/>
          <p:nvPr/>
        </p:nvSpPr>
        <p:spPr>
          <a:xfrm>
            <a:off x="1775487" y="2834342"/>
            <a:ext cx="361730" cy="354614"/>
          </a:xfrm>
          <a:custGeom>
            <a:rect b="b" l="l" r="r" t="t"/>
            <a:pathLst>
              <a:path extrusionOk="0" h="11861" w="12099">
                <a:moveTo>
                  <a:pt x="6573" y="429"/>
                </a:moveTo>
                <a:cubicBezTo>
                  <a:pt x="7931" y="524"/>
                  <a:pt x="9145" y="1072"/>
                  <a:pt x="10098" y="2025"/>
                </a:cubicBezTo>
                <a:cubicBezTo>
                  <a:pt x="11027" y="2954"/>
                  <a:pt x="11574" y="4168"/>
                  <a:pt x="11693" y="5478"/>
                </a:cubicBezTo>
                <a:cubicBezTo>
                  <a:pt x="11693" y="5525"/>
                  <a:pt x="11741" y="5811"/>
                  <a:pt x="11741" y="5811"/>
                </a:cubicBezTo>
                <a:lnTo>
                  <a:pt x="10455" y="5811"/>
                </a:lnTo>
                <a:lnTo>
                  <a:pt x="10455" y="5645"/>
                </a:lnTo>
                <a:cubicBezTo>
                  <a:pt x="10431" y="5216"/>
                  <a:pt x="10336" y="4811"/>
                  <a:pt x="10145" y="4406"/>
                </a:cubicBezTo>
                <a:cubicBezTo>
                  <a:pt x="9669" y="3192"/>
                  <a:pt x="8693" y="2287"/>
                  <a:pt x="7407" y="1882"/>
                </a:cubicBezTo>
                <a:cubicBezTo>
                  <a:pt x="7097" y="1787"/>
                  <a:pt x="6764" y="1739"/>
                  <a:pt x="6430" y="1715"/>
                </a:cubicBezTo>
                <a:lnTo>
                  <a:pt x="6311" y="1715"/>
                </a:lnTo>
                <a:lnTo>
                  <a:pt x="6311" y="429"/>
                </a:lnTo>
                <a:close/>
                <a:moveTo>
                  <a:pt x="6145" y="1"/>
                </a:moveTo>
                <a:cubicBezTo>
                  <a:pt x="3954" y="1"/>
                  <a:pt x="1929" y="1191"/>
                  <a:pt x="905" y="3144"/>
                </a:cubicBezTo>
                <a:cubicBezTo>
                  <a:pt x="834" y="3215"/>
                  <a:pt x="905" y="3311"/>
                  <a:pt x="953" y="3382"/>
                </a:cubicBezTo>
                <a:cubicBezTo>
                  <a:pt x="980" y="3395"/>
                  <a:pt x="1004" y="3401"/>
                  <a:pt x="1028" y="3401"/>
                </a:cubicBezTo>
                <a:cubicBezTo>
                  <a:pt x="1088" y="3401"/>
                  <a:pt x="1140" y="3362"/>
                  <a:pt x="1191" y="3311"/>
                </a:cubicBezTo>
                <a:cubicBezTo>
                  <a:pt x="2144" y="1572"/>
                  <a:pt x="3954" y="453"/>
                  <a:pt x="5930" y="405"/>
                </a:cubicBezTo>
                <a:lnTo>
                  <a:pt x="5930" y="1691"/>
                </a:lnTo>
                <a:cubicBezTo>
                  <a:pt x="3644" y="1763"/>
                  <a:pt x="1787" y="3668"/>
                  <a:pt x="1787" y="6002"/>
                </a:cubicBezTo>
                <a:cubicBezTo>
                  <a:pt x="1787" y="8383"/>
                  <a:pt x="3715" y="10312"/>
                  <a:pt x="6097" y="10312"/>
                </a:cubicBezTo>
                <a:cubicBezTo>
                  <a:pt x="6764" y="10312"/>
                  <a:pt x="7407" y="10169"/>
                  <a:pt x="7978" y="9860"/>
                </a:cubicBezTo>
                <a:lnTo>
                  <a:pt x="8002" y="9836"/>
                </a:lnTo>
                <a:cubicBezTo>
                  <a:pt x="8079" y="9664"/>
                  <a:pt x="7986" y="9553"/>
                  <a:pt x="7861" y="9553"/>
                </a:cubicBezTo>
                <a:cubicBezTo>
                  <a:pt x="7830" y="9553"/>
                  <a:pt x="7797" y="9560"/>
                  <a:pt x="7764" y="9574"/>
                </a:cubicBezTo>
                <a:cubicBezTo>
                  <a:pt x="7240" y="9812"/>
                  <a:pt x="6668" y="9931"/>
                  <a:pt x="6097" y="9931"/>
                </a:cubicBezTo>
                <a:cubicBezTo>
                  <a:pt x="3930" y="9931"/>
                  <a:pt x="2144" y="8145"/>
                  <a:pt x="2144" y="5954"/>
                </a:cubicBezTo>
                <a:cubicBezTo>
                  <a:pt x="2144" y="3787"/>
                  <a:pt x="3930" y="2001"/>
                  <a:pt x="6097" y="2001"/>
                </a:cubicBezTo>
                <a:cubicBezTo>
                  <a:pt x="6907" y="2001"/>
                  <a:pt x="7716" y="2239"/>
                  <a:pt x="8359" y="2715"/>
                </a:cubicBezTo>
                <a:cubicBezTo>
                  <a:pt x="9026" y="3168"/>
                  <a:pt x="9526" y="3811"/>
                  <a:pt x="9788" y="4525"/>
                </a:cubicBezTo>
                <a:cubicBezTo>
                  <a:pt x="9907" y="4859"/>
                  <a:pt x="10002" y="5216"/>
                  <a:pt x="10026" y="5573"/>
                </a:cubicBezTo>
                <a:cubicBezTo>
                  <a:pt x="10098" y="6311"/>
                  <a:pt x="9931" y="7097"/>
                  <a:pt x="9621" y="7788"/>
                </a:cubicBezTo>
                <a:cubicBezTo>
                  <a:pt x="9312" y="8336"/>
                  <a:pt x="8907" y="8812"/>
                  <a:pt x="8359" y="9217"/>
                </a:cubicBezTo>
                <a:lnTo>
                  <a:pt x="8359" y="9241"/>
                </a:lnTo>
                <a:cubicBezTo>
                  <a:pt x="8342" y="9398"/>
                  <a:pt x="8441" y="9492"/>
                  <a:pt x="8542" y="9492"/>
                </a:cubicBezTo>
                <a:cubicBezTo>
                  <a:pt x="8578" y="9492"/>
                  <a:pt x="8614" y="9480"/>
                  <a:pt x="8645" y="9455"/>
                </a:cubicBezTo>
                <a:cubicBezTo>
                  <a:pt x="9169" y="9050"/>
                  <a:pt x="9621" y="8526"/>
                  <a:pt x="9907" y="7955"/>
                </a:cubicBezTo>
                <a:cubicBezTo>
                  <a:pt x="10217" y="7383"/>
                  <a:pt x="10360" y="6764"/>
                  <a:pt x="10384" y="6145"/>
                </a:cubicBezTo>
                <a:lnTo>
                  <a:pt x="11670" y="6145"/>
                </a:lnTo>
                <a:cubicBezTo>
                  <a:pt x="11622" y="8264"/>
                  <a:pt x="10360" y="10193"/>
                  <a:pt x="8288" y="11146"/>
                </a:cubicBezTo>
                <a:cubicBezTo>
                  <a:pt x="8240" y="11146"/>
                  <a:pt x="8216" y="11169"/>
                  <a:pt x="8193" y="11169"/>
                </a:cubicBezTo>
                <a:cubicBezTo>
                  <a:pt x="7477" y="11436"/>
                  <a:pt x="6757" y="11564"/>
                  <a:pt x="6058" y="11564"/>
                </a:cubicBezTo>
                <a:cubicBezTo>
                  <a:pt x="4568" y="11564"/>
                  <a:pt x="3173" y="10984"/>
                  <a:pt x="2120" y="9931"/>
                </a:cubicBezTo>
                <a:cubicBezTo>
                  <a:pt x="1072" y="8883"/>
                  <a:pt x="477" y="7454"/>
                  <a:pt x="477" y="5954"/>
                </a:cubicBezTo>
                <a:cubicBezTo>
                  <a:pt x="477" y="5311"/>
                  <a:pt x="596" y="4692"/>
                  <a:pt x="810" y="4073"/>
                </a:cubicBezTo>
                <a:lnTo>
                  <a:pt x="834" y="4001"/>
                </a:lnTo>
                <a:cubicBezTo>
                  <a:pt x="858" y="3906"/>
                  <a:pt x="834" y="3811"/>
                  <a:pt x="739" y="3763"/>
                </a:cubicBezTo>
                <a:cubicBezTo>
                  <a:pt x="716" y="3758"/>
                  <a:pt x="695" y="3755"/>
                  <a:pt x="675" y="3755"/>
                </a:cubicBezTo>
                <a:cubicBezTo>
                  <a:pt x="610" y="3755"/>
                  <a:pt x="555" y="3786"/>
                  <a:pt x="501" y="3858"/>
                </a:cubicBezTo>
                <a:lnTo>
                  <a:pt x="477" y="3906"/>
                </a:lnTo>
                <a:cubicBezTo>
                  <a:pt x="0" y="5216"/>
                  <a:pt x="0" y="6692"/>
                  <a:pt x="524" y="8145"/>
                </a:cubicBezTo>
                <a:cubicBezTo>
                  <a:pt x="524" y="8169"/>
                  <a:pt x="572" y="8193"/>
                  <a:pt x="572" y="8240"/>
                </a:cubicBezTo>
                <a:cubicBezTo>
                  <a:pt x="1596" y="10550"/>
                  <a:pt x="3739" y="11860"/>
                  <a:pt x="6073" y="11860"/>
                </a:cubicBezTo>
                <a:cubicBezTo>
                  <a:pt x="7645" y="11860"/>
                  <a:pt x="9145" y="11241"/>
                  <a:pt x="10264" y="10145"/>
                </a:cubicBezTo>
                <a:cubicBezTo>
                  <a:pt x="10431" y="9979"/>
                  <a:pt x="10574" y="9812"/>
                  <a:pt x="10717" y="9622"/>
                </a:cubicBezTo>
                <a:cubicBezTo>
                  <a:pt x="11169" y="9098"/>
                  <a:pt x="11503" y="8478"/>
                  <a:pt x="11693" y="7812"/>
                </a:cubicBezTo>
                <a:cubicBezTo>
                  <a:pt x="12003" y="7240"/>
                  <a:pt x="12098" y="6526"/>
                  <a:pt x="12098" y="5859"/>
                </a:cubicBezTo>
                <a:cubicBezTo>
                  <a:pt x="12098" y="5740"/>
                  <a:pt x="12098" y="5645"/>
                  <a:pt x="12051" y="5525"/>
                </a:cubicBezTo>
                <a:cubicBezTo>
                  <a:pt x="11931" y="4097"/>
                  <a:pt x="11336" y="2787"/>
                  <a:pt x="10336" y="1763"/>
                </a:cubicBezTo>
                <a:cubicBezTo>
                  <a:pt x="10217" y="1644"/>
                  <a:pt x="10074" y="1525"/>
                  <a:pt x="9931" y="1406"/>
                </a:cubicBezTo>
                <a:cubicBezTo>
                  <a:pt x="9407" y="953"/>
                  <a:pt x="8812" y="596"/>
                  <a:pt x="8121" y="358"/>
                </a:cubicBezTo>
                <a:cubicBezTo>
                  <a:pt x="7478" y="120"/>
                  <a:pt x="6788" y="1"/>
                  <a:pt x="61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40" name="Google Shape;14240;p90"/>
          <p:cNvGrpSpPr/>
          <p:nvPr/>
        </p:nvGrpSpPr>
        <p:grpSpPr>
          <a:xfrm>
            <a:off x="2543093" y="2836502"/>
            <a:ext cx="356019" cy="356737"/>
            <a:chOff x="3194038" y="2824908"/>
            <a:chExt cx="297700" cy="298300"/>
          </a:xfrm>
        </p:grpSpPr>
        <p:sp>
          <p:nvSpPr>
            <p:cNvPr id="14241" name="Google Shape;14241;p90"/>
            <p:cNvSpPr/>
            <p:nvPr/>
          </p:nvSpPr>
          <p:spPr>
            <a:xfrm>
              <a:off x="3194038" y="2824908"/>
              <a:ext cx="297700" cy="298300"/>
            </a:xfrm>
            <a:custGeom>
              <a:rect b="b" l="l" r="r" t="t"/>
              <a:pathLst>
                <a:path extrusionOk="0" h="11932" w="11908">
                  <a:moveTo>
                    <a:pt x="10812" y="1287"/>
                  </a:moveTo>
                  <a:lnTo>
                    <a:pt x="10812" y="2240"/>
                  </a:lnTo>
                  <a:lnTo>
                    <a:pt x="5954" y="3287"/>
                  </a:lnTo>
                  <a:cubicBezTo>
                    <a:pt x="5882" y="3287"/>
                    <a:pt x="5835" y="3335"/>
                    <a:pt x="5811" y="3359"/>
                  </a:cubicBezTo>
                  <a:lnTo>
                    <a:pt x="3906" y="5955"/>
                  </a:lnTo>
                  <a:lnTo>
                    <a:pt x="3191" y="5955"/>
                  </a:lnTo>
                  <a:cubicBezTo>
                    <a:pt x="3191" y="5955"/>
                    <a:pt x="3001" y="6050"/>
                    <a:pt x="3001" y="6145"/>
                  </a:cubicBezTo>
                  <a:cubicBezTo>
                    <a:pt x="3001" y="6217"/>
                    <a:pt x="3096" y="6312"/>
                    <a:pt x="3191" y="6312"/>
                  </a:cubicBezTo>
                  <a:lnTo>
                    <a:pt x="3930" y="6312"/>
                  </a:lnTo>
                  <a:cubicBezTo>
                    <a:pt x="4025" y="6312"/>
                    <a:pt x="4072" y="6264"/>
                    <a:pt x="4144" y="6193"/>
                  </a:cubicBezTo>
                  <a:lnTo>
                    <a:pt x="6025" y="3597"/>
                  </a:lnTo>
                  <a:lnTo>
                    <a:pt x="10550" y="2621"/>
                  </a:lnTo>
                  <a:lnTo>
                    <a:pt x="8359" y="5859"/>
                  </a:lnTo>
                  <a:lnTo>
                    <a:pt x="6668" y="4740"/>
                  </a:lnTo>
                  <a:cubicBezTo>
                    <a:pt x="6616" y="4709"/>
                    <a:pt x="6560" y="4691"/>
                    <a:pt x="6507" y="4691"/>
                  </a:cubicBezTo>
                  <a:cubicBezTo>
                    <a:pt x="6438" y="4691"/>
                    <a:pt x="6375" y="4721"/>
                    <a:pt x="6335" y="4788"/>
                  </a:cubicBezTo>
                  <a:lnTo>
                    <a:pt x="3858" y="8360"/>
                  </a:lnTo>
                  <a:lnTo>
                    <a:pt x="1810" y="7169"/>
                  </a:lnTo>
                  <a:lnTo>
                    <a:pt x="1810" y="6288"/>
                  </a:lnTo>
                  <a:lnTo>
                    <a:pt x="2382" y="6288"/>
                  </a:lnTo>
                  <a:cubicBezTo>
                    <a:pt x="2453" y="6288"/>
                    <a:pt x="2548" y="6193"/>
                    <a:pt x="2548" y="6097"/>
                  </a:cubicBezTo>
                  <a:cubicBezTo>
                    <a:pt x="2548" y="6026"/>
                    <a:pt x="2382" y="5931"/>
                    <a:pt x="2382" y="5931"/>
                  </a:cubicBezTo>
                  <a:lnTo>
                    <a:pt x="1810" y="5931"/>
                  </a:lnTo>
                  <a:lnTo>
                    <a:pt x="1810" y="4002"/>
                  </a:lnTo>
                  <a:lnTo>
                    <a:pt x="3215" y="4430"/>
                  </a:lnTo>
                  <a:cubicBezTo>
                    <a:pt x="3247" y="4443"/>
                    <a:pt x="3275" y="4449"/>
                    <a:pt x="3301" y="4449"/>
                  </a:cubicBezTo>
                  <a:cubicBezTo>
                    <a:pt x="3372" y="4449"/>
                    <a:pt x="3425" y="4405"/>
                    <a:pt x="3477" y="4335"/>
                  </a:cubicBezTo>
                  <a:lnTo>
                    <a:pt x="4168" y="3311"/>
                  </a:lnTo>
                  <a:lnTo>
                    <a:pt x="5501" y="2049"/>
                  </a:lnTo>
                  <a:lnTo>
                    <a:pt x="10812" y="1287"/>
                  </a:lnTo>
                  <a:close/>
                  <a:moveTo>
                    <a:pt x="10764" y="2978"/>
                  </a:moveTo>
                  <a:lnTo>
                    <a:pt x="10812" y="10694"/>
                  </a:lnTo>
                  <a:lnTo>
                    <a:pt x="1810" y="10694"/>
                  </a:lnTo>
                  <a:lnTo>
                    <a:pt x="1810" y="7622"/>
                  </a:lnTo>
                  <a:lnTo>
                    <a:pt x="3787" y="8765"/>
                  </a:lnTo>
                  <a:cubicBezTo>
                    <a:pt x="3826" y="8781"/>
                    <a:pt x="3866" y="8788"/>
                    <a:pt x="3904" y="8788"/>
                  </a:cubicBezTo>
                  <a:cubicBezTo>
                    <a:pt x="3980" y="8788"/>
                    <a:pt x="4049" y="8757"/>
                    <a:pt x="4096" y="8693"/>
                  </a:cubicBezTo>
                  <a:lnTo>
                    <a:pt x="6573" y="5121"/>
                  </a:lnTo>
                  <a:lnTo>
                    <a:pt x="8264" y="6264"/>
                  </a:lnTo>
                  <a:cubicBezTo>
                    <a:pt x="8303" y="6280"/>
                    <a:pt x="8348" y="6288"/>
                    <a:pt x="8393" y="6288"/>
                  </a:cubicBezTo>
                  <a:cubicBezTo>
                    <a:pt x="8481" y="6288"/>
                    <a:pt x="8565" y="6256"/>
                    <a:pt x="8597" y="6193"/>
                  </a:cubicBezTo>
                  <a:lnTo>
                    <a:pt x="10764" y="2978"/>
                  </a:lnTo>
                  <a:close/>
                  <a:moveTo>
                    <a:pt x="881" y="1"/>
                  </a:moveTo>
                  <a:cubicBezTo>
                    <a:pt x="762" y="1"/>
                    <a:pt x="667" y="49"/>
                    <a:pt x="667" y="168"/>
                  </a:cubicBezTo>
                  <a:lnTo>
                    <a:pt x="667" y="977"/>
                  </a:lnTo>
                  <a:lnTo>
                    <a:pt x="500" y="977"/>
                  </a:lnTo>
                  <a:cubicBezTo>
                    <a:pt x="405" y="977"/>
                    <a:pt x="310" y="1049"/>
                    <a:pt x="310" y="1120"/>
                  </a:cubicBezTo>
                  <a:cubicBezTo>
                    <a:pt x="310" y="1239"/>
                    <a:pt x="381" y="1335"/>
                    <a:pt x="500" y="1335"/>
                  </a:cubicBezTo>
                  <a:lnTo>
                    <a:pt x="715" y="1335"/>
                  </a:lnTo>
                  <a:lnTo>
                    <a:pt x="715" y="2240"/>
                  </a:lnTo>
                  <a:lnTo>
                    <a:pt x="500" y="2240"/>
                  </a:lnTo>
                  <a:cubicBezTo>
                    <a:pt x="405" y="2240"/>
                    <a:pt x="310" y="2287"/>
                    <a:pt x="310" y="2382"/>
                  </a:cubicBezTo>
                  <a:cubicBezTo>
                    <a:pt x="310" y="2502"/>
                    <a:pt x="381" y="2597"/>
                    <a:pt x="500" y="2597"/>
                  </a:cubicBezTo>
                  <a:lnTo>
                    <a:pt x="715" y="2597"/>
                  </a:lnTo>
                  <a:lnTo>
                    <a:pt x="715" y="3478"/>
                  </a:lnTo>
                  <a:lnTo>
                    <a:pt x="500" y="3478"/>
                  </a:lnTo>
                  <a:cubicBezTo>
                    <a:pt x="405" y="3478"/>
                    <a:pt x="310" y="3549"/>
                    <a:pt x="310" y="3621"/>
                  </a:cubicBezTo>
                  <a:cubicBezTo>
                    <a:pt x="310" y="3740"/>
                    <a:pt x="381" y="3835"/>
                    <a:pt x="500" y="3835"/>
                  </a:cubicBezTo>
                  <a:lnTo>
                    <a:pt x="715" y="3835"/>
                  </a:lnTo>
                  <a:lnTo>
                    <a:pt x="715" y="4740"/>
                  </a:lnTo>
                  <a:lnTo>
                    <a:pt x="500" y="4740"/>
                  </a:lnTo>
                  <a:cubicBezTo>
                    <a:pt x="405" y="4740"/>
                    <a:pt x="310" y="4788"/>
                    <a:pt x="310" y="4883"/>
                  </a:cubicBezTo>
                  <a:cubicBezTo>
                    <a:pt x="310" y="5002"/>
                    <a:pt x="381" y="5097"/>
                    <a:pt x="500" y="5097"/>
                  </a:cubicBezTo>
                  <a:lnTo>
                    <a:pt x="715" y="5097"/>
                  </a:lnTo>
                  <a:lnTo>
                    <a:pt x="715" y="5978"/>
                  </a:lnTo>
                  <a:lnTo>
                    <a:pt x="500" y="5978"/>
                  </a:lnTo>
                  <a:cubicBezTo>
                    <a:pt x="405" y="5978"/>
                    <a:pt x="310" y="6050"/>
                    <a:pt x="310" y="6121"/>
                  </a:cubicBezTo>
                  <a:cubicBezTo>
                    <a:pt x="310" y="6240"/>
                    <a:pt x="381" y="6336"/>
                    <a:pt x="500" y="6336"/>
                  </a:cubicBezTo>
                  <a:lnTo>
                    <a:pt x="715" y="6336"/>
                  </a:lnTo>
                  <a:lnTo>
                    <a:pt x="715" y="7241"/>
                  </a:lnTo>
                  <a:lnTo>
                    <a:pt x="500" y="7241"/>
                  </a:lnTo>
                  <a:cubicBezTo>
                    <a:pt x="405" y="7241"/>
                    <a:pt x="310" y="7288"/>
                    <a:pt x="310" y="7383"/>
                  </a:cubicBezTo>
                  <a:cubicBezTo>
                    <a:pt x="310" y="7503"/>
                    <a:pt x="381" y="7598"/>
                    <a:pt x="500" y="7598"/>
                  </a:cubicBezTo>
                  <a:lnTo>
                    <a:pt x="715" y="7598"/>
                  </a:lnTo>
                  <a:lnTo>
                    <a:pt x="715" y="8479"/>
                  </a:lnTo>
                  <a:lnTo>
                    <a:pt x="500" y="8479"/>
                  </a:lnTo>
                  <a:cubicBezTo>
                    <a:pt x="405" y="8479"/>
                    <a:pt x="310" y="8550"/>
                    <a:pt x="310" y="8622"/>
                  </a:cubicBezTo>
                  <a:cubicBezTo>
                    <a:pt x="310" y="8741"/>
                    <a:pt x="381" y="8836"/>
                    <a:pt x="500" y="8836"/>
                  </a:cubicBezTo>
                  <a:lnTo>
                    <a:pt x="715" y="8836"/>
                  </a:lnTo>
                  <a:lnTo>
                    <a:pt x="715" y="9741"/>
                  </a:lnTo>
                  <a:lnTo>
                    <a:pt x="476" y="9741"/>
                  </a:lnTo>
                  <a:cubicBezTo>
                    <a:pt x="405" y="9741"/>
                    <a:pt x="310" y="9765"/>
                    <a:pt x="286" y="9860"/>
                  </a:cubicBezTo>
                  <a:cubicBezTo>
                    <a:pt x="238" y="10003"/>
                    <a:pt x="310" y="10122"/>
                    <a:pt x="476" y="10122"/>
                  </a:cubicBezTo>
                  <a:lnTo>
                    <a:pt x="715" y="10122"/>
                  </a:lnTo>
                  <a:lnTo>
                    <a:pt x="715" y="10741"/>
                  </a:lnTo>
                  <a:lnTo>
                    <a:pt x="286" y="10741"/>
                  </a:lnTo>
                  <a:cubicBezTo>
                    <a:pt x="143" y="10741"/>
                    <a:pt x="0" y="10860"/>
                    <a:pt x="0" y="11051"/>
                  </a:cubicBezTo>
                  <a:lnTo>
                    <a:pt x="0" y="11718"/>
                  </a:lnTo>
                  <a:cubicBezTo>
                    <a:pt x="0" y="11813"/>
                    <a:pt x="95" y="11908"/>
                    <a:pt x="167" y="11908"/>
                  </a:cubicBezTo>
                  <a:lnTo>
                    <a:pt x="8716" y="11908"/>
                  </a:lnTo>
                  <a:cubicBezTo>
                    <a:pt x="8740" y="11908"/>
                    <a:pt x="8788" y="11908"/>
                    <a:pt x="8811" y="11884"/>
                  </a:cubicBezTo>
                  <a:cubicBezTo>
                    <a:pt x="8931" y="11718"/>
                    <a:pt x="8835" y="11575"/>
                    <a:pt x="8692" y="11575"/>
                  </a:cubicBezTo>
                  <a:lnTo>
                    <a:pt x="357" y="11575"/>
                  </a:lnTo>
                  <a:lnTo>
                    <a:pt x="357" y="11098"/>
                  </a:lnTo>
                  <a:lnTo>
                    <a:pt x="11550" y="11098"/>
                  </a:lnTo>
                  <a:lnTo>
                    <a:pt x="11550" y="11575"/>
                  </a:lnTo>
                  <a:lnTo>
                    <a:pt x="9502" y="11575"/>
                  </a:lnTo>
                  <a:cubicBezTo>
                    <a:pt x="9407" y="11575"/>
                    <a:pt x="9312" y="11646"/>
                    <a:pt x="9312" y="11718"/>
                  </a:cubicBezTo>
                  <a:cubicBezTo>
                    <a:pt x="9312" y="11837"/>
                    <a:pt x="9383" y="11932"/>
                    <a:pt x="9502" y="11932"/>
                  </a:cubicBezTo>
                  <a:lnTo>
                    <a:pt x="11598" y="11932"/>
                  </a:lnTo>
                  <a:cubicBezTo>
                    <a:pt x="11764" y="11932"/>
                    <a:pt x="11907" y="11813"/>
                    <a:pt x="11907" y="11646"/>
                  </a:cubicBezTo>
                  <a:lnTo>
                    <a:pt x="11907" y="11051"/>
                  </a:lnTo>
                  <a:cubicBezTo>
                    <a:pt x="11884" y="10837"/>
                    <a:pt x="11764" y="10694"/>
                    <a:pt x="11574" y="10694"/>
                  </a:cubicBezTo>
                  <a:lnTo>
                    <a:pt x="11121" y="10694"/>
                  </a:lnTo>
                  <a:lnTo>
                    <a:pt x="11121" y="1120"/>
                  </a:lnTo>
                  <a:lnTo>
                    <a:pt x="11121" y="1073"/>
                  </a:lnTo>
                  <a:cubicBezTo>
                    <a:pt x="11101" y="1032"/>
                    <a:pt x="11027" y="973"/>
                    <a:pt x="10977" y="973"/>
                  </a:cubicBezTo>
                  <a:cubicBezTo>
                    <a:pt x="10969" y="973"/>
                    <a:pt x="10961" y="974"/>
                    <a:pt x="10955" y="977"/>
                  </a:cubicBezTo>
                  <a:lnTo>
                    <a:pt x="5406" y="1787"/>
                  </a:lnTo>
                  <a:cubicBezTo>
                    <a:pt x="5358" y="1787"/>
                    <a:pt x="5311" y="1811"/>
                    <a:pt x="5287" y="1835"/>
                  </a:cubicBezTo>
                  <a:lnTo>
                    <a:pt x="3930" y="3121"/>
                  </a:lnTo>
                  <a:lnTo>
                    <a:pt x="3882" y="3144"/>
                  </a:lnTo>
                  <a:lnTo>
                    <a:pt x="3239" y="4145"/>
                  </a:lnTo>
                  <a:lnTo>
                    <a:pt x="1786" y="3668"/>
                  </a:lnTo>
                  <a:cubicBezTo>
                    <a:pt x="1756" y="3657"/>
                    <a:pt x="1727" y="3651"/>
                    <a:pt x="1698" y="3651"/>
                  </a:cubicBezTo>
                  <a:cubicBezTo>
                    <a:pt x="1611" y="3651"/>
                    <a:pt x="1530" y="3704"/>
                    <a:pt x="1477" y="3811"/>
                  </a:cubicBezTo>
                  <a:cubicBezTo>
                    <a:pt x="1477" y="3835"/>
                    <a:pt x="1453" y="3859"/>
                    <a:pt x="1453" y="3907"/>
                  </a:cubicBezTo>
                  <a:lnTo>
                    <a:pt x="1453" y="10717"/>
                  </a:lnTo>
                  <a:lnTo>
                    <a:pt x="1024" y="10717"/>
                  </a:lnTo>
                  <a:lnTo>
                    <a:pt x="1024" y="168"/>
                  </a:lnTo>
                  <a:cubicBezTo>
                    <a:pt x="1024" y="96"/>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2" name="Google Shape;14242;p90"/>
            <p:cNvSpPr/>
            <p:nvPr/>
          </p:nvSpPr>
          <p:spPr>
            <a:xfrm>
              <a:off x="3233913" y="2848733"/>
              <a:ext cx="11925" cy="8950"/>
            </a:xfrm>
            <a:custGeom>
              <a:rect b="b" l="l" r="r" t="t"/>
              <a:pathLst>
                <a:path extrusionOk="0" h="358" w="477">
                  <a:moveTo>
                    <a:pt x="191" y="1"/>
                  </a:moveTo>
                  <a:cubicBezTo>
                    <a:pt x="96" y="1"/>
                    <a:pt x="1" y="72"/>
                    <a:pt x="1" y="143"/>
                  </a:cubicBezTo>
                  <a:cubicBezTo>
                    <a:pt x="1" y="263"/>
                    <a:pt x="96" y="358"/>
                    <a:pt x="191" y="358"/>
                  </a:cubicBezTo>
                  <a:lnTo>
                    <a:pt x="310" y="358"/>
                  </a:lnTo>
                  <a:cubicBezTo>
                    <a:pt x="406" y="358"/>
                    <a:pt x="477" y="310"/>
                    <a:pt x="477" y="215"/>
                  </a:cubicBezTo>
                  <a:cubicBezTo>
                    <a:pt x="477" y="96"/>
                    <a:pt x="429" y="1"/>
                    <a:pt x="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3" name="Google Shape;14243;p90"/>
            <p:cNvSpPr/>
            <p:nvPr/>
          </p:nvSpPr>
          <p:spPr>
            <a:xfrm>
              <a:off x="3320238" y="2848733"/>
              <a:ext cx="14325" cy="8950"/>
            </a:xfrm>
            <a:custGeom>
              <a:rect b="b" l="l" r="r" t="t"/>
              <a:pathLst>
                <a:path extrusionOk="0" h="358" w="573">
                  <a:moveTo>
                    <a:pt x="215" y="1"/>
                  </a:moveTo>
                  <a:cubicBezTo>
                    <a:pt x="120" y="1"/>
                    <a:pt x="25" y="72"/>
                    <a:pt x="25" y="143"/>
                  </a:cubicBezTo>
                  <a:cubicBezTo>
                    <a:pt x="1" y="263"/>
                    <a:pt x="96" y="358"/>
                    <a:pt x="191" y="358"/>
                  </a:cubicBezTo>
                  <a:lnTo>
                    <a:pt x="382" y="358"/>
                  </a:lnTo>
                  <a:cubicBezTo>
                    <a:pt x="477" y="358"/>
                    <a:pt x="572" y="310"/>
                    <a:pt x="572" y="215"/>
                  </a:cubicBezTo>
                  <a:cubicBezTo>
                    <a:pt x="572" y="96"/>
                    <a:pt x="525"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4" name="Google Shape;14244;p90"/>
            <p:cNvSpPr/>
            <p:nvPr/>
          </p:nvSpPr>
          <p:spPr>
            <a:xfrm>
              <a:off x="3342863" y="2848733"/>
              <a:ext cx="14325" cy="8950"/>
            </a:xfrm>
            <a:custGeom>
              <a:rect b="b" l="l" r="r" t="t"/>
              <a:pathLst>
                <a:path extrusionOk="0" h="358" w="573">
                  <a:moveTo>
                    <a:pt x="215" y="1"/>
                  </a:moveTo>
                  <a:cubicBezTo>
                    <a:pt x="120" y="1"/>
                    <a:pt x="25" y="72"/>
                    <a:pt x="25" y="143"/>
                  </a:cubicBezTo>
                  <a:cubicBezTo>
                    <a:pt x="1" y="263"/>
                    <a:pt x="96" y="358"/>
                    <a:pt x="167" y="358"/>
                  </a:cubicBezTo>
                  <a:lnTo>
                    <a:pt x="382" y="358"/>
                  </a:lnTo>
                  <a:cubicBezTo>
                    <a:pt x="477" y="358"/>
                    <a:pt x="572" y="310"/>
                    <a:pt x="572" y="215"/>
                  </a:cubicBezTo>
                  <a:cubicBezTo>
                    <a:pt x="572" y="96"/>
                    <a:pt x="501"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5" name="Google Shape;14245;p90"/>
            <p:cNvSpPr/>
            <p:nvPr/>
          </p:nvSpPr>
          <p:spPr>
            <a:xfrm>
              <a:off x="3275588" y="2848733"/>
              <a:ext cx="14325" cy="8950"/>
            </a:xfrm>
            <a:custGeom>
              <a:rect b="b" l="l" r="r" t="t"/>
              <a:pathLst>
                <a:path extrusionOk="0" h="358" w="573">
                  <a:moveTo>
                    <a:pt x="215" y="1"/>
                  </a:moveTo>
                  <a:cubicBezTo>
                    <a:pt x="120" y="1"/>
                    <a:pt x="25" y="72"/>
                    <a:pt x="25" y="143"/>
                  </a:cubicBezTo>
                  <a:cubicBezTo>
                    <a:pt x="1" y="263"/>
                    <a:pt x="96" y="358"/>
                    <a:pt x="191" y="358"/>
                  </a:cubicBezTo>
                  <a:lnTo>
                    <a:pt x="382" y="358"/>
                  </a:lnTo>
                  <a:cubicBezTo>
                    <a:pt x="477" y="358"/>
                    <a:pt x="572" y="310"/>
                    <a:pt x="572" y="215"/>
                  </a:cubicBezTo>
                  <a:cubicBezTo>
                    <a:pt x="572" y="96"/>
                    <a:pt x="525"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6" name="Google Shape;14246;p90"/>
            <p:cNvSpPr/>
            <p:nvPr/>
          </p:nvSpPr>
          <p:spPr>
            <a:xfrm>
              <a:off x="3298213" y="2848733"/>
              <a:ext cx="14325" cy="8950"/>
            </a:xfrm>
            <a:custGeom>
              <a:rect b="b" l="l" r="r" t="t"/>
              <a:pathLst>
                <a:path extrusionOk="0" h="358" w="573">
                  <a:moveTo>
                    <a:pt x="215" y="1"/>
                  </a:moveTo>
                  <a:cubicBezTo>
                    <a:pt x="120" y="1"/>
                    <a:pt x="24" y="72"/>
                    <a:pt x="24" y="143"/>
                  </a:cubicBezTo>
                  <a:cubicBezTo>
                    <a:pt x="1" y="263"/>
                    <a:pt x="96" y="358"/>
                    <a:pt x="167" y="358"/>
                  </a:cubicBezTo>
                  <a:lnTo>
                    <a:pt x="382" y="358"/>
                  </a:lnTo>
                  <a:cubicBezTo>
                    <a:pt x="477" y="358"/>
                    <a:pt x="572" y="310"/>
                    <a:pt x="572" y="215"/>
                  </a:cubicBezTo>
                  <a:cubicBezTo>
                    <a:pt x="572" y="96"/>
                    <a:pt x="501"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7" name="Google Shape;14247;p90"/>
            <p:cNvSpPr/>
            <p:nvPr/>
          </p:nvSpPr>
          <p:spPr>
            <a:xfrm>
              <a:off x="3253563" y="2848733"/>
              <a:ext cx="14325" cy="8950"/>
            </a:xfrm>
            <a:custGeom>
              <a:rect b="b" l="l" r="r" t="t"/>
              <a:pathLst>
                <a:path extrusionOk="0" h="358" w="573">
                  <a:moveTo>
                    <a:pt x="215" y="1"/>
                  </a:moveTo>
                  <a:cubicBezTo>
                    <a:pt x="120" y="1"/>
                    <a:pt x="24" y="72"/>
                    <a:pt x="24" y="143"/>
                  </a:cubicBezTo>
                  <a:cubicBezTo>
                    <a:pt x="1" y="263"/>
                    <a:pt x="96" y="358"/>
                    <a:pt x="167" y="358"/>
                  </a:cubicBezTo>
                  <a:lnTo>
                    <a:pt x="382" y="358"/>
                  </a:lnTo>
                  <a:cubicBezTo>
                    <a:pt x="477" y="358"/>
                    <a:pt x="572" y="310"/>
                    <a:pt x="572" y="215"/>
                  </a:cubicBezTo>
                  <a:cubicBezTo>
                    <a:pt x="572" y="96"/>
                    <a:pt x="501"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8" name="Google Shape;14248;p90"/>
            <p:cNvSpPr/>
            <p:nvPr/>
          </p:nvSpPr>
          <p:spPr>
            <a:xfrm>
              <a:off x="3364888" y="2848733"/>
              <a:ext cx="11950" cy="8950"/>
            </a:xfrm>
            <a:custGeom>
              <a:rect b="b" l="l" r="r" t="t"/>
              <a:pathLst>
                <a:path extrusionOk="0" h="358" w="478">
                  <a:moveTo>
                    <a:pt x="215" y="1"/>
                  </a:moveTo>
                  <a:cubicBezTo>
                    <a:pt x="120" y="1"/>
                    <a:pt x="25" y="72"/>
                    <a:pt x="25" y="143"/>
                  </a:cubicBezTo>
                  <a:cubicBezTo>
                    <a:pt x="1" y="263"/>
                    <a:pt x="96" y="358"/>
                    <a:pt x="191" y="358"/>
                  </a:cubicBezTo>
                  <a:lnTo>
                    <a:pt x="310" y="358"/>
                  </a:lnTo>
                  <a:cubicBezTo>
                    <a:pt x="382" y="358"/>
                    <a:pt x="477" y="310"/>
                    <a:pt x="477" y="215"/>
                  </a:cubicBezTo>
                  <a:cubicBezTo>
                    <a:pt x="477" y="96"/>
                    <a:pt x="430" y="1"/>
                    <a:pt x="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49" name="Google Shape;14249;p90"/>
          <p:cNvGrpSpPr/>
          <p:nvPr/>
        </p:nvGrpSpPr>
        <p:grpSpPr>
          <a:xfrm>
            <a:off x="3233738" y="2836323"/>
            <a:ext cx="370281" cy="356946"/>
            <a:chOff x="3644113" y="2824758"/>
            <a:chExt cx="309625" cy="298475"/>
          </a:xfrm>
        </p:grpSpPr>
        <p:sp>
          <p:nvSpPr>
            <p:cNvPr id="14250" name="Google Shape;14250;p90"/>
            <p:cNvSpPr/>
            <p:nvPr/>
          </p:nvSpPr>
          <p:spPr>
            <a:xfrm>
              <a:off x="3780463" y="2959483"/>
              <a:ext cx="50625" cy="8950"/>
            </a:xfrm>
            <a:custGeom>
              <a:rect b="b" l="l" r="r" t="t"/>
              <a:pathLst>
                <a:path extrusionOk="0" h="358" w="2025">
                  <a:moveTo>
                    <a:pt x="215" y="0"/>
                  </a:moveTo>
                  <a:cubicBezTo>
                    <a:pt x="119" y="0"/>
                    <a:pt x="48" y="71"/>
                    <a:pt x="24" y="143"/>
                  </a:cubicBezTo>
                  <a:cubicBezTo>
                    <a:pt x="0" y="262"/>
                    <a:pt x="96" y="357"/>
                    <a:pt x="215" y="357"/>
                  </a:cubicBezTo>
                  <a:lnTo>
                    <a:pt x="1810" y="357"/>
                  </a:lnTo>
                  <a:cubicBezTo>
                    <a:pt x="1929" y="357"/>
                    <a:pt x="2025" y="262"/>
                    <a:pt x="2001" y="143"/>
                  </a:cubicBezTo>
                  <a:cubicBezTo>
                    <a:pt x="1929" y="71"/>
                    <a:pt x="1882" y="0"/>
                    <a:pt x="1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1" name="Google Shape;14251;p90"/>
            <p:cNvSpPr/>
            <p:nvPr/>
          </p:nvSpPr>
          <p:spPr>
            <a:xfrm>
              <a:off x="3789988" y="2977333"/>
              <a:ext cx="30375" cy="8950"/>
            </a:xfrm>
            <a:custGeom>
              <a:rect b="b" l="l" r="r" t="t"/>
              <a:pathLst>
                <a:path extrusionOk="0" h="358" w="1215">
                  <a:moveTo>
                    <a:pt x="215" y="0"/>
                  </a:moveTo>
                  <a:cubicBezTo>
                    <a:pt x="96" y="0"/>
                    <a:pt x="0" y="96"/>
                    <a:pt x="24" y="215"/>
                  </a:cubicBezTo>
                  <a:cubicBezTo>
                    <a:pt x="72" y="310"/>
                    <a:pt x="120" y="358"/>
                    <a:pt x="215" y="358"/>
                  </a:cubicBezTo>
                  <a:lnTo>
                    <a:pt x="1024" y="358"/>
                  </a:lnTo>
                  <a:cubicBezTo>
                    <a:pt x="1096" y="358"/>
                    <a:pt x="1167" y="310"/>
                    <a:pt x="1191" y="215"/>
                  </a:cubicBezTo>
                  <a:cubicBezTo>
                    <a:pt x="1215" y="96"/>
                    <a:pt x="1144"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2" name="Google Shape;14252;p90"/>
            <p:cNvSpPr/>
            <p:nvPr/>
          </p:nvSpPr>
          <p:spPr>
            <a:xfrm>
              <a:off x="3644113" y="2824758"/>
              <a:ext cx="309625" cy="298475"/>
            </a:xfrm>
            <a:custGeom>
              <a:rect b="b" l="l" r="r" t="t"/>
              <a:pathLst>
                <a:path extrusionOk="0" h="11939" w="12385">
                  <a:moveTo>
                    <a:pt x="6455" y="340"/>
                  </a:moveTo>
                  <a:cubicBezTo>
                    <a:pt x="6931" y="340"/>
                    <a:pt x="7336" y="721"/>
                    <a:pt x="7336" y="1198"/>
                  </a:cubicBezTo>
                  <a:cubicBezTo>
                    <a:pt x="7336" y="1674"/>
                    <a:pt x="6931" y="2055"/>
                    <a:pt x="6455" y="2055"/>
                  </a:cubicBezTo>
                  <a:cubicBezTo>
                    <a:pt x="5955" y="2031"/>
                    <a:pt x="5597" y="1650"/>
                    <a:pt x="5597" y="1198"/>
                  </a:cubicBezTo>
                  <a:cubicBezTo>
                    <a:pt x="5597" y="721"/>
                    <a:pt x="5978" y="340"/>
                    <a:pt x="6455" y="340"/>
                  </a:cubicBezTo>
                  <a:close/>
                  <a:moveTo>
                    <a:pt x="9789" y="1722"/>
                  </a:moveTo>
                  <a:cubicBezTo>
                    <a:pt x="10003" y="1722"/>
                    <a:pt x="10241" y="1817"/>
                    <a:pt x="10384" y="1960"/>
                  </a:cubicBezTo>
                  <a:cubicBezTo>
                    <a:pt x="10551" y="2126"/>
                    <a:pt x="10622" y="2365"/>
                    <a:pt x="10622" y="2555"/>
                  </a:cubicBezTo>
                  <a:cubicBezTo>
                    <a:pt x="10622" y="2769"/>
                    <a:pt x="10551" y="3008"/>
                    <a:pt x="10384" y="3150"/>
                  </a:cubicBezTo>
                  <a:cubicBezTo>
                    <a:pt x="10229" y="3317"/>
                    <a:pt x="10015" y="3401"/>
                    <a:pt x="9795" y="3401"/>
                  </a:cubicBezTo>
                  <a:cubicBezTo>
                    <a:pt x="9574" y="3401"/>
                    <a:pt x="9348" y="3317"/>
                    <a:pt x="9169" y="3150"/>
                  </a:cubicBezTo>
                  <a:cubicBezTo>
                    <a:pt x="9027" y="3008"/>
                    <a:pt x="8931" y="2769"/>
                    <a:pt x="8931" y="2555"/>
                  </a:cubicBezTo>
                  <a:cubicBezTo>
                    <a:pt x="8931" y="2365"/>
                    <a:pt x="9027" y="2126"/>
                    <a:pt x="9193" y="1960"/>
                  </a:cubicBezTo>
                  <a:cubicBezTo>
                    <a:pt x="9384" y="1793"/>
                    <a:pt x="9598" y="1722"/>
                    <a:pt x="9789" y="1722"/>
                  </a:cubicBezTo>
                  <a:close/>
                  <a:moveTo>
                    <a:pt x="3073" y="1769"/>
                  </a:moveTo>
                  <a:cubicBezTo>
                    <a:pt x="3263" y="1769"/>
                    <a:pt x="3525" y="1865"/>
                    <a:pt x="3668" y="2007"/>
                  </a:cubicBezTo>
                  <a:cubicBezTo>
                    <a:pt x="3811" y="2150"/>
                    <a:pt x="3906" y="2388"/>
                    <a:pt x="3906" y="2603"/>
                  </a:cubicBezTo>
                  <a:cubicBezTo>
                    <a:pt x="3930" y="2817"/>
                    <a:pt x="3835" y="3008"/>
                    <a:pt x="3692" y="3198"/>
                  </a:cubicBezTo>
                  <a:cubicBezTo>
                    <a:pt x="3525" y="3365"/>
                    <a:pt x="3311" y="3448"/>
                    <a:pt x="3094" y="3448"/>
                  </a:cubicBezTo>
                  <a:cubicBezTo>
                    <a:pt x="2876" y="3448"/>
                    <a:pt x="2656" y="3365"/>
                    <a:pt x="2478" y="3198"/>
                  </a:cubicBezTo>
                  <a:cubicBezTo>
                    <a:pt x="2335" y="3055"/>
                    <a:pt x="2239" y="2817"/>
                    <a:pt x="2239" y="2603"/>
                  </a:cubicBezTo>
                  <a:cubicBezTo>
                    <a:pt x="2239" y="2365"/>
                    <a:pt x="2335" y="2150"/>
                    <a:pt x="2478" y="2007"/>
                  </a:cubicBezTo>
                  <a:cubicBezTo>
                    <a:pt x="2644" y="1817"/>
                    <a:pt x="2859" y="1769"/>
                    <a:pt x="3073" y="1769"/>
                  </a:cubicBezTo>
                  <a:close/>
                  <a:moveTo>
                    <a:pt x="1692" y="5079"/>
                  </a:moveTo>
                  <a:cubicBezTo>
                    <a:pt x="2168" y="5079"/>
                    <a:pt x="2573" y="5460"/>
                    <a:pt x="2573" y="5937"/>
                  </a:cubicBezTo>
                  <a:cubicBezTo>
                    <a:pt x="2573" y="6413"/>
                    <a:pt x="2168" y="6794"/>
                    <a:pt x="1692" y="6794"/>
                  </a:cubicBezTo>
                  <a:cubicBezTo>
                    <a:pt x="1215" y="6794"/>
                    <a:pt x="834" y="6413"/>
                    <a:pt x="834" y="5937"/>
                  </a:cubicBezTo>
                  <a:cubicBezTo>
                    <a:pt x="834" y="5460"/>
                    <a:pt x="1215" y="5079"/>
                    <a:pt x="1692" y="5079"/>
                  </a:cubicBezTo>
                  <a:close/>
                  <a:moveTo>
                    <a:pt x="11170" y="5079"/>
                  </a:moveTo>
                  <a:cubicBezTo>
                    <a:pt x="11646" y="5079"/>
                    <a:pt x="12027" y="5460"/>
                    <a:pt x="12027" y="5937"/>
                  </a:cubicBezTo>
                  <a:cubicBezTo>
                    <a:pt x="12027" y="6413"/>
                    <a:pt x="11646" y="6794"/>
                    <a:pt x="11170" y="6794"/>
                  </a:cubicBezTo>
                  <a:cubicBezTo>
                    <a:pt x="10694" y="6794"/>
                    <a:pt x="10313" y="6413"/>
                    <a:pt x="10313" y="5937"/>
                  </a:cubicBezTo>
                  <a:cubicBezTo>
                    <a:pt x="10313" y="5460"/>
                    <a:pt x="10694" y="5079"/>
                    <a:pt x="11170" y="5079"/>
                  </a:cubicBezTo>
                  <a:close/>
                  <a:moveTo>
                    <a:pt x="3073" y="8461"/>
                  </a:moveTo>
                  <a:cubicBezTo>
                    <a:pt x="3263" y="8461"/>
                    <a:pt x="3525" y="8556"/>
                    <a:pt x="3668" y="8699"/>
                  </a:cubicBezTo>
                  <a:cubicBezTo>
                    <a:pt x="3811" y="8842"/>
                    <a:pt x="3906" y="9080"/>
                    <a:pt x="3906" y="9295"/>
                  </a:cubicBezTo>
                  <a:cubicBezTo>
                    <a:pt x="3906" y="9509"/>
                    <a:pt x="3835" y="9723"/>
                    <a:pt x="3692" y="9890"/>
                  </a:cubicBezTo>
                  <a:cubicBezTo>
                    <a:pt x="3525" y="10057"/>
                    <a:pt x="3311" y="10140"/>
                    <a:pt x="3094" y="10140"/>
                  </a:cubicBezTo>
                  <a:cubicBezTo>
                    <a:pt x="2876" y="10140"/>
                    <a:pt x="2656" y="10057"/>
                    <a:pt x="2478" y="9890"/>
                  </a:cubicBezTo>
                  <a:cubicBezTo>
                    <a:pt x="2335" y="9747"/>
                    <a:pt x="2239" y="9509"/>
                    <a:pt x="2239" y="9295"/>
                  </a:cubicBezTo>
                  <a:cubicBezTo>
                    <a:pt x="2239" y="9080"/>
                    <a:pt x="2335" y="8842"/>
                    <a:pt x="2478" y="8699"/>
                  </a:cubicBezTo>
                  <a:cubicBezTo>
                    <a:pt x="2644" y="8533"/>
                    <a:pt x="2859" y="8461"/>
                    <a:pt x="3073" y="8461"/>
                  </a:cubicBezTo>
                  <a:close/>
                  <a:moveTo>
                    <a:pt x="6431" y="9795"/>
                  </a:moveTo>
                  <a:cubicBezTo>
                    <a:pt x="6907" y="9795"/>
                    <a:pt x="7288" y="10200"/>
                    <a:pt x="7288" y="10676"/>
                  </a:cubicBezTo>
                  <a:cubicBezTo>
                    <a:pt x="7288" y="11152"/>
                    <a:pt x="6907" y="11533"/>
                    <a:pt x="6431" y="11533"/>
                  </a:cubicBezTo>
                  <a:cubicBezTo>
                    <a:pt x="5955" y="11533"/>
                    <a:pt x="5573" y="11152"/>
                    <a:pt x="5573" y="10676"/>
                  </a:cubicBezTo>
                  <a:cubicBezTo>
                    <a:pt x="5573" y="10200"/>
                    <a:pt x="5955" y="9795"/>
                    <a:pt x="6431" y="9795"/>
                  </a:cubicBezTo>
                  <a:close/>
                  <a:moveTo>
                    <a:pt x="6382" y="1"/>
                  </a:moveTo>
                  <a:cubicBezTo>
                    <a:pt x="5722" y="1"/>
                    <a:pt x="5192" y="546"/>
                    <a:pt x="5192" y="1198"/>
                  </a:cubicBezTo>
                  <a:cubicBezTo>
                    <a:pt x="5192" y="1793"/>
                    <a:pt x="5621" y="2293"/>
                    <a:pt x="6216" y="2388"/>
                  </a:cubicBezTo>
                  <a:lnTo>
                    <a:pt x="6216" y="3436"/>
                  </a:lnTo>
                  <a:cubicBezTo>
                    <a:pt x="5669" y="3460"/>
                    <a:pt x="5145" y="3698"/>
                    <a:pt x="4740" y="4055"/>
                  </a:cubicBezTo>
                  <a:lnTo>
                    <a:pt x="4002" y="3317"/>
                  </a:lnTo>
                  <a:cubicBezTo>
                    <a:pt x="4240" y="2984"/>
                    <a:pt x="4287" y="2555"/>
                    <a:pt x="4145" y="2150"/>
                  </a:cubicBezTo>
                  <a:cubicBezTo>
                    <a:pt x="3919" y="1657"/>
                    <a:pt x="3469" y="1406"/>
                    <a:pt x="3021" y="1406"/>
                  </a:cubicBezTo>
                  <a:cubicBezTo>
                    <a:pt x="2711" y="1406"/>
                    <a:pt x="2402" y="1526"/>
                    <a:pt x="2168" y="1769"/>
                  </a:cubicBezTo>
                  <a:cubicBezTo>
                    <a:pt x="1835" y="2103"/>
                    <a:pt x="1739" y="2603"/>
                    <a:pt x="1906" y="3079"/>
                  </a:cubicBezTo>
                  <a:cubicBezTo>
                    <a:pt x="2120" y="3579"/>
                    <a:pt x="2597" y="3817"/>
                    <a:pt x="3049" y="3817"/>
                  </a:cubicBezTo>
                  <a:cubicBezTo>
                    <a:pt x="3311" y="3817"/>
                    <a:pt x="3549" y="3722"/>
                    <a:pt x="3764" y="3579"/>
                  </a:cubicBezTo>
                  <a:lnTo>
                    <a:pt x="4502" y="4317"/>
                  </a:lnTo>
                  <a:cubicBezTo>
                    <a:pt x="4407" y="4413"/>
                    <a:pt x="4311" y="4532"/>
                    <a:pt x="4264" y="4651"/>
                  </a:cubicBezTo>
                  <a:cubicBezTo>
                    <a:pt x="4278" y="4781"/>
                    <a:pt x="4372" y="4841"/>
                    <a:pt x="4460" y="4841"/>
                  </a:cubicBezTo>
                  <a:cubicBezTo>
                    <a:pt x="4516" y="4841"/>
                    <a:pt x="4569" y="4816"/>
                    <a:pt x="4597" y="4770"/>
                  </a:cubicBezTo>
                  <a:cubicBezTo>
                    <a:pt x="4669" y="4651"/>
                    <a:pt x="4764" y="4532"/>
                    <a:pt x="4859" y="4436"/>
                  </a:cubicBezTo>
                  <a:cubicBezTo>
                    <a:pt x="5264" y="4032"/>
                    <a:pt x="5812" y="3817"/>
                    <a:pt x="6383" y="3817"/>
                  </a:cubicBezTo>
                  <a:cubicBezTo>
                    <a:pt x="8074" y="3817"/>
                    <a:pt x="9312" y="5770"/>
                    <a:pt x="7979" y="7532"/>
                  </a:cubicBezTo>
                  <a:lnTo>
                    <a:pt x="7955" y="7556"/>
                  </a:lnTo>
                  <a:cubicBezTo>
                    <a:pt x="7427" y="7957"/>
                    <a:pt x="6884" y="8130"/>
                    <a:pt x="6382" y="8130"/>
                  </a:cubicBezTo>
                  <a:cubicBezTo>
                    <a:pt x="5185" y="8130"/>
                    <a:pt x="4216" y="7152"/>
                    <a:pt x="4216" y="5961"/>
                  </a:cubicBezTo>
                  <a:cubicBezTo>
                    <a:pt x="4216" y="5770"/>
                    <a:pt x="4264" y="5580"/>
                    <a:pt x="4287" y="5389"/>
                  </a:cubicBezTo>
                  <a:cubicBezTo>
                    <a:pt x="4232" y="5300"/>
                    <a:pt x="4156" y="5263"/>
                    <a:pt x="4088" y="5263"/>
                  </a:cubicBezTo>
                  <a:cubicBezTo>
                    <a:pt x="4010" y="5263"/>
                    <a:pt x="3943" y="5313"/>
                    <a:pt x="3930" y="5389"/>
                  </a:cubicBezTo>
                  <a:cubicBezTo>
                    <a:pt x="3906" y="5508"/>
                    <a:pt x="3859" y="5651"/>
                    <a:pt x="3859" y="5794"/>
                  </a:cubicBezTo>
                  <a:lnTo>
                    <a:pt x="2835" y="5794"/>
                  </a:lnTo>
                  <a:cubicBezTo>
                    <a:pt x="2740" y="5199"/>
                    <a:pt x="2239" y="4746"/>
                    <a:pt x="1644" y="4746"/>
                  </a:cubicBezTo>
                  <a:cubicBezTo>
                    <a:pt x="692" y="4746"/>
                    <a:pt x="1" y="5842"/>
                    <a:pt x="739" y="6818"/>
                  </a:cubicBezTo>
                  <a:lnTo>
                    <a:pt x="787" y="6866"/>
                  </a:lnTo>
                  <a:cubicBezTo>
                    <a:pt x="1069" y="7073"/>
                    <a:pt x="1362" y="7163"/>
                    <a:pt x="1637" y="7163"/>
                  </a:cubicBezTo>
                  <a:cubicBezTo>
                    <a:pt x="2242" y="7163"/>
                    <a:pt x="2753" y="6725"/>
                    <a:pt x="2835" y="6151"/>
                  </a:cubicBezTo>
                  <a:lnTo>
                    <a:pt x="3859" y="6151"/>
                  </a:lnTo>
                  <a:cubicBezTo>
                    <a:pt x="3906" y="6699"/>
                    <a:pt x="4145" y="7223"/>
                    <a:pt x="4502" y="7628"/>
                  </a:cubicBezTo>
                  <a:lnTo>
                    <a:pt x="3764" y="8366"/>
                  </a:lnTo>
                  <a:cubicBezTo>
                    <a:pt x="3540" y="8206"/>
                    <a:pt x="3288" y="8127"/>
                    <a:pt x="3037" y="8127"/>
                  </a:cubicBezTo>
                  <a:cubicBezTo>
                    <a:pt x="2727" y="8127"/>
                    <a:pt x="2418" y="8248"/>
                    <a:pt x="2168" y="8485"/>
                  </a:cubicBezTo>
                  <a:cubicBezTo>
                    <a:pt x="1835" y="8818"/>
                    <a:pt x="1739" y="9318"/>
                    <a:pt x="1906" y="9795"/>
                  </a:cubicBezTo>
                  <a:cubicBezTo>
                    <a:pt x="2120" y="10319"/>
                    <a:pt x="2597" y="10557"/>
                    <a:pt x="3049" y="10557"/>
                  </a:cubicBezTo>
                  <a:cubicBezTo>
                    <a:pt x="3335" y="10557"/>
                    <a:pt x="3668" y="10438"/>
                    <a:pt x="3906" y="10200"/>
                  </a:cubicBezTo>
                  <a:cubicBezTo>
                    <a:pt x="4145" y="9961"/>
                    <a:pt x="4264" y="9652"/>
                    <a:pt x="4264" y="9318"/>
                  </a:cubicBezTo>
                  <a:cubicBezTo>
                    <a:pt x="4264" y="9056"/>
                    <a:pt x="4168" y="8818"/>
                    <a:pt x="4026" y="8604"/>
                  </a:cubicBezTo>
                  <a:lnTo>
                    <a:pt x="4764" y="7866"/>
                  </a:lnTo>
                  <a:cubicBezTo>
                    <a:pt x="5145" y="8223"/>
                    <a:pt x="5693" y="8437"/>
                    <a:pt x="6240" y="8485"/>
                  </a:cubicBezTo>
                  <a:lnTo>
                    <a:pt x="6240" y="9533"/>
                  </a:lnTo>
                  <a:cubicBezTo>
                    <a:pt x="5383" y="9652"/>
                    <a:pt x="4859" y="10676"/>
                    <a:pt x="5550" y="11581"/>
                  </a:cubicBezTo>
                  <a:lnTo>
                    <a:pt x="5573" y="11628"/>
                  </a:lnTo>
                  <a:cubicBezTo>
                    <a:pt x="5860" y="11845"/>
                    <a:pt x="6157" y="11939"/>
                    <a:pt x="6433" y="11939"/>
                  </a:cubicBezTo>
                  <a:cubicBezTo>
                    <a:pt x="7099" y="11939"/>
                    <a:pt x="7645" y="11396"/>
                    <a:pt x="7645" y="10723"/>
                  </a:cubicBezTo>
                  <a:cubicBezTo>
                    <a:pt x="7645" y="10128"/>
                    <a:pt x="7217" y="9628"/>
                    <a:pt x="6621" y="9533"/>
                  </a:cubicBezTo>
                  <a:lnTo>
                    <a:pt x="6621" y="8485"/>
                  </a:lnTo>
                  <a:cubicBezTo>
                    <a:pt x="7169" y="8461"/>
                    <a:pt x="7693" y="8223"/>
                    <a:pt x="8098" y="7866"/>
                  </a:cubicBezTo>
                  <a:lnTo>
                    <a:pt x="8836" y="8604"/>
                  </a:lnTo>
                  <a:cubicBezTo>
                    <a:pt x="8693" y="8818"/>
                    <a:pt x="8598" y="9056"/>
                    <a:pt x="8598" y="9318"/>
                  </a:cubicBezTo>
                  <a:cubicBezTo>
                    <a:pt x="8598" y="9795"/>
                    <a:pt x="8907" y="10247"/>
                    <a:pt x="9384" y="10462"/>
                  </a:cubicBezTo>
                  <a:cubicBezTo>
                    <a:pt x="9503" y="10485"/>
                    <a:pt x="9646" y="10509"/>
                    <a:pt x="9789" y="10509"/>
                  </a:cubicBezTo>
                  <a:cubicBezTo>
                    <a:pt x="10098" y="10509"/>
                    <a:pt x="10384" y="10390"/>
                    <a:pt x="10622" y="10200"/>
                  </a:cubicBezTo>
                  <a:cubicBezTo>
                    <a:pt x="10657" y="10042"/>
                    <a:pt x="10550" y="9948"/>
                    <a:pt x="10444" y="9948"/>
                  </a:cubicBezTo>
                  <a:cubicBezTo>
                    <a:pt x="10406" y="9948"/>
                    <a:pt x="10368" y="9960"/>
                    <a:pt x="10336" y="9985"/>
                  </a:cubicBezTo>
                  <a:cubicBezTo>
                    <a:pt x="10182" y="10117"/>
                    <a:pt x="9993" y="10183"/>
                    <a:pt x="9801" y="10183"/>
                  </a:cubicBezTo>
                  <a:cubicBezTo>
                    <a:pt x="9577" y="10183"/>
                    <a:pt x="9349" y="10093"/>
                    <a:pt x="9169" y="9914"/>
                  </a:cubicBezTo>
                  <a:cubicBezTo>
                    <a:pt x="9027" y="9771"/>
                    <a:pt x="8931" y="9533"/>
                    <a:pt x="8931" y="9318"/>
                  </a:cubicBezTo>
                  <a:cubicBezTo>
                    <a:pt x="8931" y="9128"/>
                    <a:pt x="9027" y="8890"/>
                    <a:pt x="9169" y="8723"/>
                  </a:cubicBezTo>
                  <a:cubicBezTo>
                    <a:pt x="9336" y="8568"/>
                    <a:pt x="9550" y="8491"/>
                    <a:pt x="9768" y="8491"/>
                  </a:cubicBezTo>
                  <a:cubicBezTo>
                    <a:pt x="9985" y="8491"/>
                    <a:pt x="10205" y="8568"/>
                    <a:pt x="10384" y="8723"/>
                  </a:cubicBezTo>
                  <a:cubicBezTo>
                    <a:pt x="10598" y="8937"/>
                    <a:pt x="10694" y="9199"/>
                    <a:pt x="10622" y="9509"/>
                  </a:cubicBezTo>
                  <a:cubicBezTo>
                    <a:pt x="10669" y="9575"/>
                    <a:pt x="10732" y="9604"/>
                    <a:pt x="10791" y="9604"/>
                  </a:cubicBezTo>
                  <a:cubicBezTo>
                    <a:pt x="10881" y="9604"/>
                    <a:pt x="10965" y="9538"/>
                    <a:pt x="10979" y="9437"/>
                  </a:cubicBezTo>
                  <a:cubicBezTo>
                    <a:pt x="11027" y="9080"/>
                    <a:pt x="10908" y="8723"/>
                    <a:pt x="10622" y="8461"/>
                  </a:cubicBezTo>
                  <a:cubicBezTo>
                    <a:pt x="10395" y="8234"/>
                    <a:pt x="10077" y="8111"/>
                    <a:pt x="9758" y="8111"/>
                  </a:cubicBezTo>
                  <a:cubicBezTo>
                    <a:pt x="9509" y="8111"/>
                    <a:pt x="9259" y="8186"/>
                    <a:pt x="9050" y="8342"/>
                  </a:cubicBezTo>
                  <a:lnTo>
                    <a:pt x="8312" y="7604"/>
                  </a:lnTo>
                  <a:cubicBezTo>
                    <a:pt x="8669" y="7223"/>
                    <a:pt x="8884" y="6675"/>
                    <a:pt x="8931" y="6103"/>
                  </a:cubicBezTo>
                  <a:lnTo>
                    <a:pt x="9979" y="6103"/>
                  </a:lnTo>
                  <a:cubicBezTo>
                    <a:pt x="10074" y="6699"/>
                    <a:pt x="10575" y="7151"/>
                    <a:pt x="11170" y="7151"/>
                  </a:cubicBezTo>
                  <a:cubicBezTo>
                    <a:pt x="11813" y="7151"/>
                    <a:pt x="12361" y="6627"/>
                    <a:pt x="12361" y="5961"/>
                  </a:cubicBezTo>
                  <a:cubicBezTo>
                    <a:pt x="12384" y="5270"/>
                    <a:pt x="11860" y="4746"/>
                    <a:pt x="11194" y="4746"/>
                  </a:cubicBezTo>
                  <a:cubicBezTo>
                    <a:pt x="10598" y="4746"/>
                    <a:pt x="10098" y="5199"/>
                    <a:pt x="10003" y="5794"/>
                  </a:cubicBezTo>
                  <a:lnTo>
                    <a:pt x="8955" y="5794"/>
                  </a:lnTo>
                  <a:cubicBezTo>
                    <a:pt x="8931" y="5222"/>
                    <a:pt x="8693" y="4698"/>
                    <a:pt x="8336" y="4294"/>
                  </a:cubicBezTo>
                  <a:lnTo>
                    <a:pt x="9074" y="3555"/>
                  </a:lnTo>
                  <a:cubicBezTo>
                    <a:pt x="9289" y="3698"/>
                    <a:pt x="9550" y="3793"/>
                    <a:pt x="9789" y="3793"/>
                  </a:cubicBezTo>
                  <a:cubicBezTo>
                    <a:pt x="10098" y="3793"/>
                    <a:pt x="10408" y="3674"/>
                    <a:pt x="10646" y="3436"/>
                  </a:cubicBezTo>
                  <a:cubicBezTo>
                    <a:pt x="10932" y="3174"/>
                    <a:pt x="11051" y="2769"/>
                    <a:pt x="10979" y="2388"/>
                  </a:cubicBezTo>
                  <a:cubicBezTo>
                    <a:pt x="10956" y="2222"/>
                    <a:pt x="10884" y="2031"/>
                    <a:pt x="10765" y="1888"/>
                  </a:cubicBezTo>
                  <a:cubicBezTo>
                    <a:pt x="10531" y="1550"/>
                    <a:pt x="10169" y="1376"/>
                    <a:pt x="9800" y="1376"/>
                  </a:cubicBezTo>
                  <a:cubicBezTo>
                    <a:pt x="9493" y="1376"/>
                    <a:pt x="9180" y="1497"/>
                    <a:pt x="8931" y="1745"/>
                  </a:cubicBezTo>
                  <a:cubicBezTo>
                    <a:pt x="8693" y="1984"/>
                    <a:pt x="8574" y="2269"/>
                    <a:pt x="8574" y="2603"/>
                  </a:cubicBezTo>
                  <a:cubicBezTo>
                    <a:pt x="8574" y="2865"/>
                    <a:pt x="8669" y="3103"/>
                    <a:pt x="8812" y="3317"/>
                  </a:cubicBezTo>
                  <a:lnTo>
                    <a:pt x="8074" y="4055"/>
                  </a:lnTo>
                  <a:cubicBezTo>
                    <a:pt x="7693" y="3698"/>
                    <a:pt x="7145" y="3484"/>
                    <a:pt x="6574" y="3436"/>
                  </a:cubicBezTo>
                  <a:lnTo>
                    <a:pt x="6574" y="2388"/>
                  </a:lnTo>
                  <a:cubicBezTo>
                    <a:pt x="7217" y="2293"/>
                    <a:pt x="7645" y="1722"/>
                    <a:pt x="7598" y="1102"/>
                  </a:cubicBezTo>
                  <a:cubicBezTo>
                    <a:pt x="7526" y="507"/>
                    <a:pt x="7098" y="55"/>
                    <a:pt x="6502" y="7"/>
                  </a:cubicBezTo>
                  <a:cubicBezTo>
                    <a:pt x="6462" y="3"/>
                    <a:pt x="6421" y="1"/>
                    <a:pt x="6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53" name="Google Shape;14253;p90"/>
          <p:cNvGrpSpPr/>
          <p:nvPr/>
        </p:nvGrpSpPr>
        <p:grpSpPr>
          <a:xfrm>
            <a:off x="4022685" y="2836502"/>
            <a:ext cx="356019" cy="352492"/>
            <a:chOff x="4176388" y="2824908"/>
            <a:chExt cx="297700" cy="294750"/>
          </a:xfrm>
        </p:grpSpPr>
        <p:sp>
          <p:nvSpPr>
            <p:cNvPr id="14254" name="Google Shape;14254;p90"/>
            <p:cNvSpPr/>
            <p:nvPr/>
          </p:nvSpPr>
          <p:spPr>
            <a:xfrm>
              <a:off x="4176388" y="2824908"/>
              <a:ext cx="297700" cy="294750"/>
            </a:xfrm>
            <a:custGeom>
              <a:rect b="b" l="l" r="r" t="t"/>
              <a:pathLst>
                <a:path extrusionOk="0" h="11790" w="11908">
                  <a:moveTo>
                    <a:pt x="11240" y="358"/>
                  </a:moveTo>
                  <a:cubicBezTo>
                    <a:pt x="11407" y="358"/>
                    <a:pt x="11550" y="477"/>
                    <a:pt x="11550" y="668"/>
                  </a:cubicBezTo>
                  <a:lnTo>
                    <a:pt x="11550" y="5740"/>
                  </a:lnTo>
                  <a:lnTo>
                    <a:pt x="10050" y="5740"/>
                  </a:lnTo>
                  <a:lnTo>
                    <a:pt x="9573" y="5073"/>
                  </a:lnTo>
                  <a:cubicBezTo>
                    <a:pt x="9526" y="5002"/>
                    <a:pt x="9454" y="4978"/>
                    <a:pt x="9383" y="4978"/>
                  </a:cubicBezTo>
                  <a:cubicBezTo>
                    <a:pt x="9288" y="4978"/>
                    <a:pt x="9216" y="5002"/>
                    <a:pt x="9169" y="5073"/>
                  </a:cubicBezTo>
                  <a:lnTo>
                    <a:pt x="8692" y="5740"/>
                  </a:lnTo>
                  <a:lnTo>
                    <a:pt x="7883" y="5740"/>
                  </a:lnTo>
                  <a:cubicBezTo>
                    <a:pt x="7787" y="4788"/>
                    <a:pt x="7049" y="4049"/>
                    <a:pt x="6097" y="3954"/>
                  </a:cubicBezTo>
                  <a:lnTo>
                    <a:pt x="6097" y="3073"/>
                  </a:lnTo>
                  <a:cubicBezTo>
                    <a:pt x="6097" y="3002"/>
                    <a:pt x="6073" y="2954"/>
                    <a:pt x="6049" y="2930"/>
                  </a:cubicBezTo>
                  <a:lnTo>
                    <a:pt x="5406" y="2478"/>
                  </a:lnTo>
                  <a:lnTo>
                    <a:pt x="6049" y="2025"/>
                  </a:lnTo>
                  <a:cubicBezTo>
                    <a:pt x="6097" y="2001"/>
                    <a:pt x="6097" y="1930"/>
                    <a:pt x="6097" y="1882"/>
                  </a:cubicBezTo>
                  <a:lnTo>
                    <a:pt x="6097" y="358"/>
                  </a:lnTo>
                  <a:close/>
                  <a:moveTo>
                    <a:pt x="5739" y="358"/>
                  </a:moveTo>
                  <a:lnTo>
                    <a:pt x="5739" y="1787"/>
                  </a:lnTo>
                  <a:lnTo>
                    <a:pt x="5049" y="2263"/>
                  </a:lnTo>
                  <a:cubicBezTo>
                    <a:pt x="5001" y="2335"/>
                    <a:pt x="4953" y="2382"/>
                    <a:pt x="4953" y="2478"/>
                  </a:cubicBezTo>
                  <a:cubicBezTo>
                    <a:pt x="4953" y="2573"/>
                    <a:pt x="5001" y="2621"/>
                    <a:pt x="5049" y="2692"/>
                  </a:cubicBezTo>
                  <a:lnTo>
                    <a:pt x="5739" y="3168"/>
                  </a:lnTo>
                  <a:lnTo>
                    <a:pt x="5739" y="3954"/>
                  </a:lnTo>
                  <a:cubicBezTo>
                    <a:pt x="5454" y="4002"/>
                    <a:pt x="5168" y="4073"/>
                    <a:pt x="4930" y="4240"/>
                  </a:cubicBezTo>
                  <a:cubicBezTo>
                    <a:pt x="4882" y="4264"/>
                    <a:pt x="4811" y="4335"/>
                    <a:pt x="4858" y="4430"/>
                  </a:cubicBezTo>
                  <a:cubicBezTo>
                    <a:pt x="4874" y="4511"/>
                    <a:pt x="4935" y="4559"/>
                    <a:pt x="5009" y="4559"/>
                  </a:cubicBezTo>
                  <a:cubicBezTo>
                    <a:pt x="5044" y="4559"/>
                    <a:pt x="5082" y="4549"/>
                    <a:pt x="5120" y="4526"/>
                  </a:cubicBezTo>
                  <a:cubicBezTo>
                    <a:pt x="5358" y="4383"/>
                    <a:pt x="5644" y="4311"/>
                    <a:pt x="5906" y="4311"/>
                  </a:cubicBezTo>
                  <a:cubicBezTo>
                    <a:pt x="6811" y="4311"/>
                    <a:pt x="7549" y="5026"/>
                    <a:pt x="7549" y="5931"/>
                  </a:cubicBezTo>
                  <a:cubicBezTo>
                    <a:pt x="7597" y="6812"/>
                    <a:pt x="6835" y="7526"/>
                    <a:pt x="5954" y="7526"/>
                  </a:cubicBezTo>
                  <a:cubicBezTo>
                    <a:pt x="5049" y="7526"/>
                    <a:pt x="4310" y="6812"/>
                    <a:pt x="4310" y="5931"/>
                  </a:cubicBezTo>
                  <a:cubicBezTo>
                    <a:pt x="4310" y="5597"/>
                    <a:pt x="4406" y="5312"/>
                    <a:pt x="4572" y="5026"/>
                  </a:cubicBezTo>
                  <a:cubicBezTo>
                    <a:pt x="4644" y="4978"/>
                    <a:pt x="4620" y="4859"/>
                    <a:pt x="4549" y="4788"/>
                  </a:cubicBezTo>
                  <a:cubicBezTo>
                    <a:pt x="4509" y="4768"/>
                    <a:pt x="4466" y="4756"/>
                    <a:pt x="4425" y="4756"/>
                  </a:cubicBezTo>
                  <a:cubicBezTo>
                    <a:pt x="4367" y="4756"/>
                    <a:pt x="4315" y="4780"/>
                    <a:pt x="4287" y="4835"/>
                  </a:cubicBezTo>
                  <a:cubicBezTo>
                    <a:pt x="4096" y="5097"/>
                    <a:pt x="3977" y="5431"/>
                    <a:pt x="3953" y="5740"/>
                  </a:cubicBezTo>
                  <a:lnTo>
                    <a:pt x="3072" y="5740"/>
                  </a:lnTo>
                  <a:cubicBezTo>
                    <a:pt x="3001" y="5740"/>
                    <a:pt x="2953" y="5788"/>
                    <a:pt x="2905" y="5812"/>
                  </a:cubicBezTo>
                  <a:lnTo>
                    <a:pt x="2477" y="6431"/>
                  </a:lnTo>
                  <a:lnTo>
                    <a:pt x="2024" y="5812"/>
                  </a:lnTo>
                  <a:cubicBezTo>
                    <a:pt x="1977" y="5740"/>
                    <a:pt x="1929" y="5740"/>
                    <a:pt x="1881" y="5740"/>
                  </a:cubicBezTo>
                  <a:lnTo>
                    <a:pt x="286" y="5740"/>
                  </a:lnTo>
                  <a:lnTo>
                    <a:pt x="286" y="668"/>
                  </a:lnTo>
                  <a:cubicBezTo>
                    <a:pt x="286" y="501"/>
                    <a:pt x="405" y="358"/>
                    <a:pt x="595" y="358"/>
                  </a:cubicBezTo>
                  <a:close/>
                  <a:moveTo>
                    <a:pt x="4025" y="6074"/>
                  </a:moveTo>
                  <a:cubicBezTo>
                    <a:pt x="4096" y="7026"/>
                    <a:pt x="4858" y="7764"/>
                    <a:pt x="5811" y="7860"/>
                  </a:cubicBezTo>
                  <a:lnTo>
                    <a:pt x="5811" y="8765"/>
                  </a:lnTo>
                  <a:cubicBezTo>
                    <a:pt x="5811" y="8812"/>
                    <a:pt x="5835" y="8884"/>
                    <a:pt x="5858" y="8908"/>
                  </a:cubicBezTo>
                  <a:lnTo>
                    <a:pt x="6478" y="9360"/>
                  </a:lnTo>
                  <a:lnTo>
                    <a:pt x="5858" y="9789"/>
                  </a:lnTo>
                  <a:cubicBezTo>
                    <a:pt x="5811" y="9836"/>
                    <a:pt x="5811" y="9884"/>
                    <a:pt x="5811" y="9955"/>
                  </a:cubicBezTo>
                  <a:lnTo>
                    <a:pt x="5811" y="11456"/>
                  </a:lnTo>
                  <a:lnTo>
                    <a:pt x="643" y="11456"/>
                  </a:lnTo>
                  <a:cubicBezTo>
                    <a:pt x="500" y="11456"/>
                    <a:pt x="357" y="11337"/>
                    <a:pt x="357" y="11170"/>
                  </a:cubicBezTo>
                  <a:lnTo>
                    <a:pt x="357" y="6074"/>
                  </a:lnTo>
                  <a:lnTo>
                    <a:pt x="1834" y="6074"/>
                  </a:lnTo>
                  <a:lnTo>
                    <a:pt x="2310" y="6764"/>
                  </a:lnTo>
                  <a:cubicBezTo>
                    <a:pt x="2381" y="6812"/>
                    <a:pt x="2429" y="6860"/>
                    <a:pt x="2524" y="6860"/>
                  </a:cubicBezTo>
                  <a:cubicBezTo>
                    <a:pt x="2620" y="6860"/>
                    <a:pt x="2667" y="6812"/>
                    <a:pt x="2739" y="6764"/>
                  </a:cubicBezTo>
                  <a:lnTo>
                    <a:pt x="3215" y="6074"/>
                  </a:lnTo>
                  <a:close/>
                  <a:moveTo>
                    <a:pt x="619" y="1"/>
                  </a:moveTo>
                  <a:cubicBezTo>
                    <a:pt x="262" y="1"/>
                    <a:pt x="0" y="311"/>
                    <a:pt x="0" y="620"/>
                  </a:cubicBezTo>
                  <a:lnTo>
                    <a:pt x="0" y="11622"/>
                  </a:lnTo>
                  <a:cubicBezTo>
                    <a:pt x="0" y="11694"/>
                    <a:pt x="95" y="11789"/>
                    <a:pt x="167" y="11789"/>
                  </a:cubicBezTo>
                  <a:lnTo>
                    <a:pt x="9335" y="11789"/>
                  </a:lnTo>
                  <a:cubicBezTo>
                    <a:pt x="9502" y="11646"/>
                    <a:pt x="9407" y="11456"/>
                    <a:pt x="9264" y="11456"/>
                  </a:cubicBezTo>
                  <a:lnTo>
                    <a:pt x="6097" y="11456"/>
                  </a:lnTo>
                  <a:lnTo>
                    <a:pt x="6097" y="10027"/>
                  </a:lnTo>
                  <a:lnTo>
                    <a:pt x="6787" y="9551"/>
                  </a:lnTo>
                  <a:cubicBezTo>
                    <a:pt x="6835" y="9503"/>
                    <a:pt x="6882" y="9431"/>
                    <a:pt x="6882" y="9360"/>
                  </a:cubicBezTo>
                  <a:cubicBezTo>
                    <a:pt x="6882" y="9265"/>
                    <a:pt x="6835" y="9193"/>
                    <a:pt x="6787" y="9146"/>
                  </a:cubicBezTo>
                  <a:lnTo>
                    <a:pt x="6097" y="8669"/>
                  </a:lnTo>
                  <a:lnTo>
                    <a:pt x="6097" y="7860"/>
                  </a:lnTo>
                  <a:cubicBezTo>
                    <a:pt x="7049" y="7764"/>
                    <a:pt x="7787" y="7026"/>
                    <a:pt x="7883" y="6074"/>
                  </a:cubicBezTo>
                  <a:lnTo>
                    <a:pt x="8788" y="6074"/>
                  </a:lnTo>
                  <a:cubicBezTo>
                    <a:pt x="8835" y="6074"/>
                    <a:pt x="8907" y="6050"/>
                    <a:pt x="8930" y="6026"/>
                  </a:cubicBezTo>
                  <a:lnTo>
                    <a:pt x="9383" y="5383"/>
                  </a:lnTo>
                  <a:lnTo>
                    <a:pt x="9812" y="6026"/>
                  </a:lnTo>
                  <a:cubicBezTo>
                    <a:pt x="9859" y="6074"/>
                    <a:pt x="9907" y="6074"/>
                    <a:pt x="9978" y="6074"/>
                  </a:cubicBezTo>
                  <a:lnTo>
                    <a:pt x="11550" y="6074"/>
                  </a:lnTo>
                  <a:lnTo>
                    <a:pt x="11550" y="11289"/>
                  </a:lnTo>
                  <a:cubicBezTo>
                    <a:pt x="11550" y="11384"/>
                    <a:pt x="11455" y="11456"/>
                    <a:pt x="11360" y="11456"/>
                  </a:cubicBezTo>
                  <a:lnTo>
                    <a:pt x="10026" y="11456"/>
                  </a:lnTo>
                  <a:cubicBezTo>
                    <a:pt x="10002" y="11456"/>
                    <a:pt x="9978" y="11456"/>
                    <a:pt x="9931" y="11503"/>
                  </a:cubicBezTo>
                  <a:cubicBezTo>
                    <a:pt x="9812" y="11646"/>
                    <a:pt x="9931" y="11789"/>
                    <a:pt x="10050" y="11789"/>
                  </a:cubicBezTo>
                  <a:lnTo>
                    <a:pt x="11240" y="11789"/>
                  </a:lnTo>
                  <a:cubicBezTo>
                    <a:pt x="11598" y="11789"/>
                    <a:pt x="11883" y="11503"/>
                    <a:pt x="11883" y="11170"/>
                  </a:cubicBezTo>
                  <a:lnTo>
                    <a:pt x="11883" y="668"/>
                  </a:lnTo>
                  <a:cubicBezTo>
                    <a:pt x="11907" y="311"/>
                    <a:pt x="11598" y="1"/>
                    <a:pt x="112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5" name="Google Shape;14255;p90"/>
            <p:cNvSpPr/>
            <p:nvPr/>
          </p:nvSpPr>
          <p:spPr>
            <a:xfrm>
              <a:off x="4300213" y="2959483"/>
              <a:ext cx="49450" cy="8950"/>
            </a:xfrm>
            <a:custGeom>
              <a:rect b="b" l="l" r="r" t="t"/>
              <a:pathLst>
                <a:path extrusionOk="0" h="358" w="1978">
                  <a:moveTo>
                    <a:pt x="215" y="0"/>
                  </a:moveTo>
                  <a:cubicBezTo>
                    <a:pt x="143" y="0"/>
                    <a:pt x="72" y="71"/>
                    <a:pt x="48" y="143"/>
                  </a:cubicBezTo>
                  <a:cubicBezTo>
                    <a:pt x="0" y="262"/>
                    <a:pt x="96" y="357"/>
                    <a:pt x="215" y="357"/>
                  </a:cubicBezTo>
                  <a:lnTo>
                    <a:pt x="1810" y="357"/>
                  </a:lnTo>
                  <a:cubicBezTo>
                    <a:pt x="1882" y="357"/>
                    <a:pt x="1953" y="310"/>
                    <a:pt x="1977" y="214"/>
                  </a:cubicBezTo>
                  <a:cubicBezTo>
                    <a:pt x="1977" y="119"/>
                    <a:pt x="1882"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6" name="Google Shape;14256;p90"/>
            <p:cNvSpPr/>
            <p:nvPr/>
          </p:nvSpPr>
          <p:spPr>
            <a:xfrm>
              <a:off x="4310338" y="2977333"/>
              <a:ext cx="29800" cy="8950"/>
            </a:xfrm>
            <a:custGeom>
              <a:rect b="b" l="l" r="r" t="t"/>
              <a:pathLst>
                <a:path extrusionOk="0" h="358" w="1192">
                  <a:moveTo>
                    <a:pt x="215" y="0"/>
                  </a:moveTo>
                  <a:cubicBezTo>
                    <a:pt x="119" y="0"/>
                    <a:pt x="48" y="72"/>
                    <a:pt x="24" y="167"/>
                  </a:cubicBezTo>
                  <a:cubicBezTo>
                    <a:pt x="0" y="286"/>
                    <a:pt x="96" y="358"/>
                    <a:pt x="215" y="358"/>
                  </a:cubicBezTo>
                  <a:lnTo>
                    <a:pt x="1001" y="358"/>
                  </a:lnTo>
                  <a:cubicBezTo>
                    <a:pt x="1096" y="358"/>
                    <a:pt x="1167" y="310"/>
                    <a:pt x="1191" y="215"/>
                  </a:cubicBezTo>
                  <a:cubicBezTo>
                    <a:pt x="1191" y="120"/>
                    <a:pt x="109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7" name="Google Shape;14257;p90"/>
            <p:cNvSpPr/>
            <p:nvPr/>
          </p:nvSpPr>
          <p:spPr>
            <a:xfrm>
              <a:off x="4213888" y="3021983"/>
              <a:ext cx="76225" cy="8950"/>
            </a:xfrm>
            <a:custGeom>
              <a:rect b="b" l="l" r="r" t="t"/>
              <a:pathLst>
                <a:path extrusionOk="0" h="358" w="3049">
                  <a:moveTo>
                    <a:pt x="215" y="1"/>
                  </a:moveTo>
                  <a:cubicBezTo>
                    <a:pt x="119" y="1"/>
                    <a:pt x="72" y="72"/>
                    <a:pt x="48" y="167"/>
                  </a:cubicBezTo>
                  <a:cubicBezTo>
                    <a:pt x="0" y="286"/>
                    <a:pt x="96" y="358"/>
                    <a:pt x="215" y="358"/>
                  </a:cubicBezTo>
                  <a:lnTo>
                    <a:pt x="2834" y="358"/>
                  </a:lnTo>
                  <a:cubicBezTo>
                    <a:pt x="2930" y="358"/>
                    <a:pt x="3001" y="310"/>
                    <a:pt x="3025" y="215"/>
                  </a:cubicBezTo>
                  <a:cubicBezTo>
                    <a:pt x="3049" y="96"/>
                    <a:pt x="2953" y="1"/>
                    <a:pt x="2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8" name="Google Shape;14258;p90"/>
            <p:cNvSpPr/>
            <p:nvPr/>
          </p:nvSpPr>
          <p:spPr>
            <a:xfrm>
              <a:off x="4213888" y="3041033"/>
              <a:ext cx="76225" cy="8950"/>
            </a:xfrm>
            <a:custGeom>
              <a:rect b="b" l="l" r="r" t="t"/>
              <a:pathLst>
                <a:path extrusionOk="0" h="358" w="3049">
                  <a:moveTo>
                    <a:pt x="215" y="1"/>
                  </a:moveTo>
                  <a:cubicBezTo>
                    <a:pt x="119" y="1"/>
                    <a:pt x="72" y="48"/>
                    <a:pt x="48" y="143"/>
                  </a:cubicBezTo>
                  <a:cubicBezTo>
                    <a:pt x="0" y="263"/>
                    <a:pt x="96" y="358"/>
                    <a:pt x="215" y="358"/>
                  </a:cubicBezTo>
                  <a:lnTo>
                    <a:pt x="2834" y="358"/>
                  </a:lnTo>
                  <a:cubicBezTo>
                    <a:pt x="2930" y="358"/>
                    <a:pt x="3001" y="286"/>
                    <a:pt x="3025" y="191"/>
                  </a:cubicBezTo>
                  <a:cubicBezTo>
                    <a:pt x="3049" y="72"/>
                    <a:pt x="2953" y="1"/>
                    <a:pt x="2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9" name="Google Shape;14259;p90"/>
            <p:cNvSpPr/>
            <p:nvPr/>
          </p:nvSpPr>
          <p:spPr>
            <a:xfrm>
              <a:off x="4230563" y="3059483"/>
              <a:ext cx="43475" cy="8975"/>
            </a:xfrm>
            <a:custGeom>
              <a:rect b="b" l="l" r="r" t="t"/>
              <a:pathLst>
                <a:path extrusionOk="0" h="359" w="1739">
                  <a:moveTo>
                    <a:pt x="214" y="1"/>
                  </a:moveTo>
                  <a:cubicBezTo>
                    <a:pt x="119" y="1"/>
                    <a:pt x="72" y="48"/>
                    <a:pt x="24" y="144"/>
                  </a:cubicBezTo>
                  <a:cubicBezTo>
                    <a:pt x="0" y="263"/>
                    <a:pt x="95" y="358"/>
                    <a:pt x="214" y="358"/>
                  </a:cubicBezTo>
                  <a:lnTo>
                    <a:pt x="1524" y="358"/>
                  </a:lnTo>
                  <a:cubicBezTo>
                    <a:pt x="1620" y="358"/>
                    <a:pt x="1667" y="287"/>
                    <a:pt x="1691" y="215"/>
                  </a:cubicBezTo>
                  <a:cubicBezTo>
                    <a:pt x="1739" y="96"/>
                    <a:pt x="1643"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0" name="Google Shape;14260;p90"/>
            <p:cNvSpPr/>
            <p:nvPr/>
          </p:nvSpPr>
          <p:spPr>
            <a:xfrm>
              <a:off x="4360338" y="3021383"/>
              <a:ext cx="75050" cy="8950"/>
            </a:xfrm>
            <a:custGeom>
              <a:rect b="b" l="l" r="r" t="t"/>
              <a:pathLst>
                <a:path extrusionOk="0" h="358" w="3002">
                  <a:moveTo>
                    <a:pt x="167" y="1"/>
                  </a:moveTo>
                  <a:cubicBezTo>
                    <a:pt x="72" y="1"/>
                    <a:pt x="25" y="48"/>
                    <a:pt x="1" y="144"/>
                  </a:cubicBezTo>
                  <a:cubicBezTo>
                    <a:pt x="1" y="263"/>
                    <a:pt x="72" y="358"/>
                    <a:pt x="167" y="358"/>
                  </a:cubicBezTo>
                  <a:lnTo>
                    <a:pt x="2787" y="358"/>
                  </a:lnTo>
                  <a:cubicBezTo>
                    <a:pt x="2882" y="358"/>
                    <a:pt x="2930" y="310"/>
                    <a:pt x="2978" y="215"/>
                  </a:cubicBezTo>
                  <a:cubicBezTo>
                    <a:pt x="3001" y="96"/>
                    <a:pt x="2906"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1" name="Google Shape;14261;p90"/>
            <p:cNvSpPr/>
            <p:nvPr/>
          </p:nvSpPr>
          <p:spPr>
            <a:xfrm>
              <a:off x="4360338" y="3039833"/>
              <a:ext cx="75050" cy="8975"/>
            </a:xfrm>
            <a:custGeom>
              <a:rect b="b" l="l" r="r" t="t"/>
              <a:pathLst>
                <a:path extrusionOk="0" h="359" w="3002">
                  <a:moveTo>
                    <a:pt x="167" y="1"/>
                  </a:moveTo>
                  <a:cubicBezTo>
                    <a:pt x="72" y="1"/>
                    <a:pt x="25" y="72"/>
                    <a:pt x="1" y="168"/>
                  </a:cubicBezTo>
                  <a:cubicBezTo>
                    <a:pt x="1" y="287"/>
                    <a:pt x="72" y="358"/>
                    <a:pt x="167" y="358"/>
                  </a:cubicBezTo>
                  <a:lnTo>
                    <a:pt x="2787" y="358"/>
                  </a:lnTo>
                  <a:cubicBezTo>
                    <a:pt x="2882" y="358"/>
                    <a:pt x="2930" y="311"/>
                    <a:pt x="2978" y="215"/>
                  </a:cubicBezTo>
                  <a:cubicBezTo>
                    <a:pt x="3001" y="96"/>
                    <a:pt x="2906"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2" name="Google Shape;14262;p90"/>
            <p:cNvSpPr/>
            <p:nvPr/>
          </p:nvSpPr>
          <p:spPr>
            <a:xfrm>
              <a:off x="4375813" y="3059483"/>
              <a:ext cx="42900" cy="8975"/>
            </a:xfrm>
            <a:custGeom>
              <a:rect b="b" l="l" r="r" t="t"/>
              <a:pathLst>
                <a:path extrusionOk="0" h="359" w="1716">
                  <a:moveTo>
                    <a:pt x="215" y="1"/>
                  </a:moveTo>
                  <a:cubicBezTo>
                    <a:pt x="120" y="1"/>
                    <a:pt x="49" y="48"/>
                    <a:pt x="25" y="144"/>
                  </a:cubicBezTo>
                  <a:cubicBezTo>
                    <a:pt x="1" y="263"/>
                    <a:pt x="96" y="358"/>
                    <a:pt x="215" y="358"/>
                  </a:cubicBezTo>
                  <a:lnTo>
                    <a:pt x="1525" y="358"/>
                  </a:lnTo>
                  <a:cubicBezTo>
                    <a:pt x="1596" y="358"/>
                    <a:pt x="1668" y="287"/>
                    <a:pt x="1692" y="215"/>
                  </a:cubicBezTo>
                  <a:cubicBezTo>
                    <a:pt x="1716" y="96"/>
                    <a:pt x="1644"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3" name="Google Shape;14263;p90"/>
            <p:cNvSpPr/>
            <p:nvPr/>
          </p:nvSpPr>
          <p:spPr>
            <a:xfrm>
              <a:off x="4359738" y="2878508"/>
              <a:ext cx="75650" cy="8950"/>
            </a:xfrm>
            <a:custGeom>
              <a:rect b="b" l="l" r="r" t="t"/>
              <a:pathLst>
                <a:path extrusionOk="0" h="358" w="3026">
                  <a:moveTo>
                    <a:pt x="215" y="0"/>
                  </a:moveTo>
                  <a:cubicBezTo>
                    <a:pt x="144" y="0"/>
                    <a:pt x="72" y="72"/>
                    <a:pt x="49" y="143"/>
                  </a:cubicBezTo>
                  <a:cubicBezTo>
                    <a:pt x="1" y="262"/>
                    <a:pt x="96" y="358"/>
                    <a:pt x="215" y="358"/>
                  </a:cubicBezTo>
                  <a:lnTo>
                    <a:pt x="2835" y="358"/>
                  </a:lnTo>
                  <a:cubicBezTo>
                    <a:pt x="2930" y="358"/>
                    <a:pt x="3002" y="310"/>
                    <a:pt x="3025" y="215"/>
                  </a:cubicBezTo>
                  <a:cubicBezTo>
                    <a:pt x="3025" y="96"/>
                    <a:pt x="2930" y="0"/>
                    <a:pt x="2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4" name="Google Shape;14264;p90"/>
            <p:cNvSpPr/>
            <p:nvPr/>
          </p:nvSpPr>
          <p:spPr>
            <a:xfrm>
              <a:off x="4359738" y="2896958"/>
              <a:ext cx="75650" cy="8950"/>
            </a:xfrm>
            <a:custGeom>
              <a:rect b="b" l="l" r="r" t="t"/>
              <a:pathLst>
                <a:path extrusionOk="0" h="358" w="3026">
                  <a:moveTo>
                    <a:pt x="215" y="1"/>
                  </a:moveTo>
                  <a:cubicBezTo>
                    <a:pt x="144" y="1"/>
                    <a:pt x="72" y="72"/>
                    <a:pt x="49" y="167"/>
                  </a:cubicBezTo>
                  <a:cubicBezTo>
                    <a:pt x="1" y="262"/>
                    <a:pt x="96" y="358"/>
                    <a:pt x="215" y="358"/>
                  </a:cubicBezTo>
                  <a:lnTo>
                    <a:pt x="2835" y="358"/>
                  </a:lnTo>
                  <a:cubicBezTo>
                    <a:pt x="2930" y="358"/>
                    <a:pt x="3002" y="310"/>
                    <a:pt x="3025" y="215"/>
                  </a:cubicBezTo>
                  <a:cubicBezTo>
                    <a:pt x="3025" y="96"/>
                    <a:pt x="2930" y="1"/>
                    <a:pt x="2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5" name="Google Shape;14265;p90"/>
            <p:cNvSpPr/>
            <p:nvPr/>
          </p:nvSpPr>
          <p:spPr>
            <a:xfrm>
              <a:off x="4375813" y="2916008"/>
              <a:ext cx="42900" cy="8950"/>
            </a:xfrm>
            <a:custGeom>
              <a:rect b="b" l="l" r="r" t="t"/>
              <a:pathLst>
                <a:path extrusionOk="0" h="358" w="1716">
                  <a:moveTo>
                    <a:pt x="215" y="1"/>
                  </a:moveTo>
                  <a:cubicBezTo>
                    <a:pt x="120" y="1"/>
                    <a:pt x="49" y="48"/>
                    <a:pt x="25" y="143"/>
                  </a:cubicBezTo>
                  <a:cubicBezTo>
                    <a:pt x="1" y="263"/>
                    <a:pt x="96" y="358"/>
                    <a:pt x="215" y="358"/>
                  </a:cubicBezTo>
                  <a:lnTo>
                    <a:pt x="1525" y="358"/>
                  </a:lnTo>
                  <a:cubicBezTo>
                    <a:pt x="1596" y="358"/>
                    <a:pt x="1668" y="286"/>
                    <a:pt x="1692" y="191"/>
                  </a:cubicBezTo>
                  <a:cubicBezTo>
                    <a:pt x="1716" y="72"/>
                    <a:pt x="1644"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6" name="Google Shape;14266;p90"/>
            <p:cNvSpPr/>
            <p:nvPr/>
          </p:nvSpPr>
          <p:spPr>
            <a:xfrm>
              <a:off x="4215663" y="2878508"/>
              <a:ext cx="76250" cy="8950"/>
            </a:xfrm>
            <a:custGeom>
              <a:rect b="b" l="l" r="r" t="t"/>
              <a:pathLst>
                <a:path extrusionOk="0" h="358" w="3050">
                  <a:moveTo>
                    <a:pt x="215" y="0"/>
                  </a:moveTo>
                  <a:cubicBezTo>
                    <a:pt x="120" y="0"/>
                    <a:pt x="72" y="72"/>
                    <a:pt x="25" y="143"/>
                  </a:cubicBezTo>
                  <a:cubicBezTo>
                    <a:pt x="1" y="262"/>
                    <a:pt x="96" y="358"/>
                    <a:pt x="215" y="358"/>
                  </a:cubicBezTo>
                  <a:lnTo>
                    <a:pt x="2835" y="358"/>
                  </a:lnTo>
                  <a:cubicBezTo>
                    <a:pt x="2930" y="358"/>
                    <a:pt x="2978" y="310"/>
                    <a:pt x="3001" y="215"/>
                  </a:cubicBezTo>
                  <a:cubicBezTo>
                    <a:pt x="3049" y="96"/>
                    <a:pt x="2954" y="0"/>
                    <a:pt x="2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7" name="Google Shape;14267;p90"/>
            <p:cNvSpPr/>
            <p:nvPr/>
          </p:nvSpPr>
          <p:spPr>
            <a:xfrm>
              <a:off x="4215663" y="2896958"/>
              <a:ext cx="76250" cy="8950"/>
            </a:xfrm>
            <a:custGeom>
              <a:rect b="b" l="l" r="r" t="t"/>
              <a:pathLst>
                <a:path extrusionOk="0" h="358" w="3050">
                  <a:moveTo>
                    <a:pt x="215" y="1"/>
                  </a:moveTo>
                  <a:cubicBezTo>
                    <a:pt x="120" y="1"/>
                    <a:pt x="72" y="72"/>
                    <a:pt x="25" y="167"/>
                  </a:cubicBezTo>
                  <a:cubicBezTo>
                    <a:pt x="1" y="262"/>
                    <a:pt x="96" y="358"/>
                    <a:pt x="215" y="358"/>
                  </a:cubicBezTo>
                  <a:lnTo>
                    <a:pt x="2835" y="358"/>
                  </a:lnTo>
                  <a:cubicBezTo>
                    <a:pt x="2930" y="358"/>
                    <a:pt x="2978" y="310"/>
                    <a:pt x="3001" y="215"/>
                  </a:cubicBezTo>
                  <a:cubicBezTo>
                    <a:pt x="3049" y="96"/>
                    <a:pt x="2954" y="1"/>
                    <a:pt x="2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8" name="Google Shape;14268;p90"/>
            <p:cNvSpPr/>
            <p:nvPr/>
          </p:nvSpPr>
          <p:spPr>
            <a:xfrm>
              <a:off x="4231738" y="2916008"/>
              <a:ext cx="43500" cy="8950"/>
            </a:xfrm>
            <a:custGeom>
              <a:rect b="b" l="l" r="r" t="t"/>
              <a:pathLst>
                <a:path extrusionOk="0" h="358" w="1740">
                  <a:moveTo>
                    <a:pt x="215" y="1"/>
                  </a:moveTo>
                  <a:cubicBezTo>
                    <a:pt x="144" y="1"/>
                    <a:pt x="72" y="48"/>
                    <a:pt x="48" y="143"/>
                  </a:cubicBezTo>
                  <a:cubicBezTo>
                    <a:pt x="1" y="263"/>
                    <a:pt x="96" y="358"/>
                    <a:pt x="215" y="358"/>
                  </a:cubicBezTo>
                  <a:lnTo>
                    <a:pt x="1525" y="358"/>
                  </a:lnTo>
                  <a:cubicBezTo>
                    <a:pt x="1620" y="358"/>
                    <a:pt x="1692" y="286"/>
                    <a:pt x="1715" y="191"/>
                  </a:cubicBezTo>
                  <a:cubicBezTo>
                    <a:pt x="1739" y="72"/>
                    <a:pt x="1644"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69" name="Google Shape;14269;p90"/>
          <p:cNvGrpSpPr/>
          <p:nvPr/>
        </p:nvGrpSpPr>
        <p:grpSpPr>
          <a:xfrm>
            <a:off x="4769597" y="2833722"/>
            <a:ext cx="356019" cy="358112"/>
            <a:chOff x="4673513" y="2822583"/>
            <a:chExt cx="297700" cy="299450"/>
          </a:xfrm>
        </p:grpSpPr>
        <p:sp>
          <p:nvSpPr>
            <p:cNvPr id="14270" name="Google Shape;14270;p90"/>
            <p:cNvSpPr/>
            <p:nvPr/>
          </p:nvSpPr>
          <p:spPr>
            <a:xfrm>
              <a:off x="4673513" y="2824333"/>
              <a:ext cx="297700" cy="297700"/>
            </a:xfrm>
            <a:custGeom>
              <a:rect b="b" l="l" r="r" t="t"/>
              <a:pathLst>
                <a:path extrusionOk="0" h="11908" w="11908">
                  <a:moveTo>
                    <a:pt x="3834" y="1310"/>
                  </a:moveTo>
                  <a:lnTo>
                    <a:pt x="3834" y="10717"/>
                  </a:lnTo>
                  <a:lnTo>
                    <a:pt x="1881" y="10717"/>
                  </a:lnTo>
                  <a:lnTo>
                    <a:pt x="1881" y="1310"/>
                  </a:lnTo>
                  <a:close/>
                  <a:moveTo>
                    <a:pt x="7287" y="5096"/>
                  </a:moveTo>
                  <a:lnTo>
                    <a:pt x="7287" y="10717"/>
                  </a:lnTo>
                  <a:lnTo>
                    <a:pt x="5335" y="10717"/>
                  </a:lnTo>
                  <a:lnTo>
                    <a:pt x="5335" y="5096"/>
                  </a:lnTo>
                  <a:close/>
                  <a:moveTo>
                    <a:pt x="10764" y="7597"/>
                  </a:moveTo>
                  <a:lnTo>
                    <a:pt x="10764" y="10717"/>
                  </a:lnTo>
                  <a:lnTo>
                    <a:pt x="8811" y="10717"/>
                  </a:lnTo>
                  <a:lnTo>
                    <a:pt x="8811" y="7597"/>
                  </a:lnTo>
                  <a:close/>
                  <a:moveTo>
                    <a:pt x="929" y="0"/>
                  </a:moveTo>
                  <a:cubicBezTo>
                    <a:pt x="810" y="0"/>
                    <a:pt x="715" y="48"/>
                    <a:pt x="715" y="167"/>
                  </a:cubicBezTo>
                  <a:lnTo>
                    <a:pt x="715" y="977"/>
                  </a:lnTo>
                  <a:lnTo>
                    <a:pt x="500" y="977"/>
                  </a:lnTo>
                  <a:cubicBezTo>
                    <a:pt x="405" y="977"/>
                    <a:pt x="334" y="1048"/>
                    <a:pt x="334" y="1119"/>
                  </a:cubicBezTo>
                  <a:cubicBezTo>
                    <a:pt x="334" y="1239"/>
                    <a:pt x="381" y="1334"/>
                    <a:pt x="500" y="1334"/>
                  </a:cubicBezTo>
                  <a:lnTo>
                    <a:pt x="715" y="1334"/>
                  </a:lnTo>
                  <a:lnTo>
                    <a:pt x="715" y="2239"/>
                  </a:lnTo>
                  <a:lnTo>
                    <a:pt x="500" y="2239"/>
                  </a:lnTo>
                  <a:cubicBezTo>
                    <a:pt x="405" y="2239"/>
                    <a:pt x="334" y="2286"/>
                    <a:pt x="334" y="2382"/>
                  </a:cubicBezTo>
                  <a:cubicBezTo>
                    <a:pt x="334" y="2501"/>
                    <a:pt x="381" y="2572"/>
                    <a:pt x="500" y="2572"/>
                  </a:cubicBezTo>
                  <a:lnTo>
                    <a:pt x="715" y="2572"/>
                  </a:lnTo>
                  <a:lnTo>
                    <a:pt x="715" y="3477"/>
                  </a:lnTo>
                  <a:lnTo>
                    <a:pt x="500" y="3477"/>
                  </a:lnTo>
                  <a:cubicBezTo>
                    <a:pt x="405" y="3477"/>
                    <a:pt x="334" y="3525"/>
                    <a:pt x="334" y="3620"/>
                  </a:cubicBezTo>
                  <a:cubicBezTo>
                    <a:pt x="334" y="3739"/>
                    <a:pt x="381" y="3834"/>
                    <a:pt x="500" y="3834"/>
                  </a:cubicBezTo>
                  <a:lnTo>
                    <a:pt x="715" y="3834"/>
                  </a:lnTo>
                  <a:lnTo>
                    <a:pt x="715" y="4715"/>
                  </a:lnTo>
                  <a:lnTo>
                    <a:pt x="500" y="4715"/>
                  </a:lnTo>
                  <a:cubicBezTo>
                    <a:pt x="405" y="4715"/>
                    <a:pt x="334" y="4787"/>
                    <a:pt x="334" y="4882"/>
                  </a:cubicBezTo>
                  <a:cubicBezTo>
                    <a:pt x="334" y="5001"/>
                    <a:pt x="381" y="5073"/>
                    <a:pt x="500" y="5073"/>
                  </a:cubicBezTo>
                  <a:lnTo>
                    <a:pt x="715" y="5073"/>
                  </a:lnTo>
                  <a:lnTo>
                    <a:pt x="715" y="5978"/>
                  </a:lnTo>
                  <a:lnTo>
                    <a:pt x="500" y="5978"/>
                  </a:lnTo>
                  <a:cubicBezTo>
                    <a:pt x="405" y="5978"/>
                    <a:pt x="334" y="6025"/>
                    <a:pt x="334" y="6120"/>
                  </a:cubicBezTo>
                  <a:cubicBezTo>
                    <a:pt x="334" y="6240"/>
                    <a:pt x="381" y="6335"/>
                    <a:pt x="500" y="6335"/>
                  </a:cubicBezTo>
                  <a:lnTo>
                    <a:pt x="715" y="6335"/>
                  </a:lnTo>
                  <a:lnTo>
                    <a:pt x="715" y="7216"/>
                  </a:lnTo>
                  <a:lnTo>
                    <a:pt x="500" y="7216"/>
                  </a:lnTo>
                  <a:cubicBezTo>
                    <a:pt x="405" y="7216"/>
                    <a:pt x="334" y="7287"/>
                    <a:pt x="334" y="7383"/>
                  </a:cubicBezTo>
                  <a:cubicBezTo>
                    <a:pt x="334" y="7502"/>
                    <a:pt x="381" y="7573"/>
                    <a:pt x="500" y="7573"/>
                  </a:cubicBezTo>
                  <a:lnTo>
                    <a:pt x="715" y="7573"/>
                  </a:lnTo>
                  <a:lnTo>
                    <a:pt x="715" y="8478"/>
                  </a:lnTo>
                  <a:lnTo>
                    <a:pt x="500" y="8478"/>
                  </a:lnTo>
                  <a:cubicBezTo>
                    <a:pt x="405" y="8478"/>
                    <a:pt x="334" y="8526"/>
                    <a:pt x="334" y="8621"/>
                  </a:cubicBezTo>
                  <a:cubicBezTo>
                    <a:pt x="334" y="8740"/>
                    <a:pt x="381" y="8835"/>
                    <a:pt x="500" y="8835"/>
                  </a:cubicBezTo>
                  <a:lnTo>
                    <a:pt x="715" y="8835"/>
                  </a:lnTo>
                  <a:lnTo>
                    <a:pt x="715" y="9716"/>
                  </a:lnTo>
                  <a:lnTo>
                    <a:pt x="500" y="9716"/>
                  </a:lnTo>
                  <a:cubicBezTo>
                    <a:pt x="405" y="9716"/>
                    <a:pt x="334" y="9788"/>
                    <a:pt x="334" y="9883"/>
                  </a:cubicBezTo>
                  <a:cubicBezTo>
                    <a:pt x="334" y="10002"/>
                    <a:pt x="381" y="10074"/>
                    <a:pt x="500" y="10074"/>
                  </a:cubicBezTo>
                  <a:lnTo>
                    <a:pt x="715" y="10074"/>
                  </a:lnTo>
                  <a:lnTo>
                    <a:pt x="715" y="10717"/>
                  </a:lnTo>
                  <a:lnTo>
                    <a:pt x="286" y="10717"/>
                  </a:lnTo>
                  <a:cubicBezTo>
                    <a:pt x="143" y="10717"/>
                    <a:pt x="0" y="10836"/>
                    <a:pt x="0" y="11002"/>
                  </a:cubicBezTo>
                  <a:lnTo>
                    <a:pt x="0" y="11693"/>
                  </a:lnTo>
                  <a:cubicBezTo>
                    <a:pt x="0" y="11788"/>
                    <a:pt x="95" y="11884"/>
                    <a:pt x="167" y="11884"/>
                  </a:cubicBezTo>
                  <a:lnTo>
                    <a:pt x="2001" y="11884"/>
                  </a:lnTo>
                  <a:cubicBezTo>
                    <a:pt x="2024" y="11884"/>
                    <a:pt x="2048" y="11884"/>
                    <a:pt x="2072" y="11836"/>
                  </a:cubicBezTo>
                  <a:cubicBezTo>
                    <a:pt x="2191" y="11693"/>
                    <a:pt x="2120" y="11550"/>
                    <a:pt x="1953" y="11550"/>
                  </a:cubicBezTo>
                  <a:lnTo>
                    <a:pt x="334" y="11550"/>
                  </a:lnTo>
                  <a:lnTo>
                    <a:pt x="334" y="11074"/>
                  </a:lnTo>
                  <a:lnTo>
                    <a:pt x="11526" y="11074"/>
                  </a:lnTo>
                  <a:lnTo>
                    <a:pt x="11526" y="11550"/>
                  </a:lnTo>
                  <a:lnTo>
                    <a:pt x="2763" y="11550"/>
                  </a:lnTo>
                  <a:cubicBezTo>
                    <a:pt x="2667" y="11550"/>
                    <a:pt x="2596" y="11598"/>
                    <a:pt x="2596" y="11693"/>
                  </a:cubicBezTo>
                  <a:cubicBezTo>
                    <a:pt x="2596" y="11812"/>
                    <a:pt x="2644" y="11907"/>
                    <a:pt x="2763" y="11907"/>
                  </a:cubicBezTo>
                  <a:lnTo>
                    <a:pt x="11574" y="11907"/>
                  </a:lnTo>
                  <a:cubicBezTo>
                    <a:pt x="11717" y="11907"/>
                    <a:pt x="11884" y="11788"/>
                    <a:pt x="11884" y="11598"/>
                  </a:cubicBezTo>
                  <a:lnTo>
                    <a:pt x="11884" y="11002"/>
                  </a:lnTo>
                  <a:cubicBezTo>
                    <a:pt x="11907" y="10860"/>
                    <a:pt x="11788" y="10717"/>
                    <a:pt x="11598" y="10717"/>
                  </a:cubicBezTo>
                  <a:lnTo>
                    <a:pt x="11098" y="10717"/>
                  </a:lnTo>
                  <a:lnTo>
                    <a:pt x="11098" y="7478"/>
                  </a:lnTo>
                  <a:cubicBezTo>
                    <a:pt x="11098" y="7311"/>
                    <a:pt x="10979" y="7240"/>
                    <a:pt x="10860" y="7240"/>
                  </a:cubicBezTo>
                  <a:lnTo>
                    <a:pt x="8692" y="7240"/>
                  </a:lnTo>
                  <a:cubicBezTo>
                    <a:pt x="8550" y="7240"/>
                    <a:pt x="8454" y="7335"/>
                    <a:pt x="8454" y="7478"/>
                  </a:cubicBezTo>
                  <a:lnTo>
                    <a:pt x="8454" y="10717"/>
                  </a:lnTo>
                  <a:lnTo>
                    <a:pt x="7645" y="10717"/>
                  </a:lnTo>
                  <a:lnTo>
                    <a:pt x="7645" y="4954"/>
                  </a:lnTo>
                  <a:cubicBezTo>
                    <a:pt x="7645" y="4811"/>
                    <a:pt x="7526" y="4715"/>
                    <a:pt x="7406" y="4715"/>
                  </a:cubicBezTo>
                  <a:lnTo>
                    <a:pt x="5239" y="4715"/>
                  </a:lnTo>
                  <a:cubicBezTo>
                    <a:pt x="5096" y="4715"/>
                    <a:pt x="5001" y="4834"/>
                    <a:pt x="5001" y="4954"/>
                  </a:cubicBezTo>
                  <a:lnTo>
                    <a:pt x="5001" y="10717"/>
                  </a:lnTo>
                  <a:lnTo>
                    <a:pt x="4191" y="10717"/>
                  </a:lnTo>
                  <a:lnTo>
                    <a:pt x="4191" y="1215"/>
                  </a:lnTo>
                  <a:cubicBezTo>
                    <a:pt x="4191" y="1072"/>
                    <a:pt x="4072" y="977"/>
                    <a:pt x="3953" y="977"/>
                  </a:cubicBezTo>
                  <a:lnTo>
                    <a:pt x="1762" y="977"/>
                  </a:lnTo>
                  <a:cubicBezTo>
                    <a:pt x="1596" y="977"/>
                    <a:pt x="1524" y="1096"/>
                    <a:pt x="1524" y="1215"/>
                  </a:cubicBezTo>
                  <a:lnTo>
                    <a:pt x="1524" y="10717"/>
                  </a:lnTo>
                  <a:lnTo>
                    <a:pt x="1072" y="10717"/>
                  </a:lnTo>
                  <a:lnTo>
                    <a:pt x="1072" y="167"/>
                  </a:lnTo>
                  <a:cubicBezTo>
                    <a:pt x="1072" y="95"/>
                    <a:pt x="1000"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1" name="Google Shape;14271;p90"/>
            <p:cNvSpPr/>
            <p:nvPr/>
          </p:nvSpPr>
          <p:spPr>
            <a:xfrm>
              <a:off x="4782463" y="2822583"/>
              <a:ext cx="169700" cy="141675"/>
            </a:xfrm>
            <a:custGeom>
              <a:rect b="b" l="l" r="r" t="t"/>
              <a:pathLst>
                <a:path extrusionOk="0" h="5667" w="6788">
                  <a:moveTo>
                    <a:pt x="606" y="0"/>
                  </a:moveTo>
                  <a:cubicBezTo>
                    <a:pt x="434" y="0"/>
                    <a:pt x="264" y="74"/>
                    <a:pt x="167" y="213"/>
                  </a:cubicBezTo>
                  <a:cubicBezTo>
                    <a:pt x="72" y="332"/>
                    <a:pt x="0" y="475"/>
                    <a:pt x="48" y="618"/>
                  </a:cubicBezTo>
                  <a:cubicBezTo>
                    <a:pt x="48" y="856"/>
                    <a:pt x="143" y="1023"/>
                    <a:pt x="262" y="1118"/>
                  </a:cubicBezTo>
                  <a:lnTo>
                    <a:pt x="4668" y="4571"/>
                  </a:lnTo>
                  <a:cubicBezTo>
                    <a:pt x="4573" y="4643"/>
                    <a:pt x="4501" y="4762"/>
                    <a:pt x="4477" y="4881"/>
                  </a:cubicBezTo>
                  <a:cubicBezTo>
                    <a:pt x="4453" y="5047"/>
                    <a:pt x="4501" y="5190"/>
                    <a:pt x="4596" y="5309"/>
                  </a:cubicBezTo>
                  <a:cubicBezTo>
                    <a:pt x="4692" y="5428"/>
                    <a:pt x="4835" y="5524"/>
                    <a:pt x="4977" y="5524"/>
                  </a:cubicBezTo>
                  <a:lnTo>
                    <a:pt x="6121" y="5667"/>
                  </a:lnTo>
                  <a:cubicBezTo>
                    <a:pt x="6240" y="5667"/>
                    <a:pt x="6311" y="5667"/>
                    <a:pt x="6406" y="5595"/>
                  </a:cubicBezTo>
                  <a:cubicBezTo>
                    <a:pt x="6478" y="5571"/>
                    <a:pt x="6549" y="5524"/>
                    <a:pt x="6621" y="5452"/>
                  </a:cubicBezTo>
                  <a:cubicBezTo>
                    <a:pt x="6740" y="5309"/>
                    <a:pt x="6787" y="5119"/>
                    <a:pt x="6763" y="4952"/>
                  </a:cubicBezTo>
                  <a:lnTo>
                    <a:pt x="6525" y="3809"/>
                  </a:lnTo>
                  <a:cubicBezTo>
                    <a:pt x="6484" y="3561"/>
                    <a:pt x="6227" y="3367"/>
                    <a:pt x="5973" y="3367"/>
                  </a:cubicBezTo>
                  <a:cubicBezTo>
                    <a:pt x="5935" y="3367"/>
                    <a:pt x="5896" y="3371"/>
                    <a:pt x="5859" y="3380"/>
                  </a:cubicBezTo>
                  <a:cubicBezTo>
                    <a:pt x="5668" y="3404"/>
                    <a:pt x="5549" y="3523"/>
                    <a:pt x="5454" y="3642"/>
                  </a:cubicBezTo>
                  <a:lnTo>
                    <a:pt x="3191" y="1856"/>
                  </a:lnTo>
                  <a:cubicBezTo>
                    <a:pt x="3158" y="1823"/>
                    <a:pt x="3120" y="1805"/>
                    <a:pt x="3081" y="1805"/>
                  </a:cubicBezTo>
                  <a:cubicBezTo>
                    <a:pt x="3037" y="1805"/>
                    <a:pt x="2991" y="1829"/>
                    <a:pt x="2953" y="1880"/>
                  </a:cubicBezTo>
                  <a:cubicBezTo>
                    <a:pt x="2906" y="1975"/>
                    <a:pt x="2906" y="2071"/>
                    <a:pt x="3001" y="2118"/>
                  </a:cubicBezTo>
                  <a:lnTo>
                    <a:pt x="5454" y="4095"/>
                  </a:lnTo>
                  <a:cubicBezTo>
                    <a:pt x="5504" y="4112"/>
                    <a:pt x="5543" y="4128"/>
                    <a:pt x="5586" y="4128"/>
                  </a:cubicBezTo>
                  <a:cubicBezTo>
                    <a:pt x="5604" y="4128"/>
                    <a:pt x="5623" y="4126"/>
                    <a:pt x="5644" y="4119"/>
                  </a:cubicBezTo>
                  <a:cubicBezTo>
                    <a:pt x="5692" y="4095"/>
                    <a:pt x="5739" y="4023"/>
                    <a:pt x="5739" y="3976"/>
                  </a:cubicBezTo>
                  <a:cubicBezTo>
                    <a:pt x="5739" y="3857"/>
                    <a:pt x="5787" y="3761"/>
                    <a:pt x="5906" y="3738"/>
                  </a:cubicBezTo>
                  <a:cubicBezTo>
                    <a:pt x="5928" y="3729"/>
                    <a:pt x="5949" y="3725"/>
                    <a:pt x="5970" y="3725"/>
                  </a:cubicBezTo>
                  <a:cubicBezTo>
                    <a:pt x="6065" y="3725"/>
                    <a:pt x="6149" y="3807"/>
                    <a:pt x="6168" y="3904"/>
                  </a:cubicBezTo>
                  <a:lnTo>
                    <a:pt x="6406" y="5047"/>
                  </a:lnTo>
                  <a:cubicBezTo>
                    <a:pt x="6454" y="5095"/>
                    <a:pt x="6406" y="5190"/>
                    <a:pt x="6359" y="5238"/>
                  </a:cubicBezTo>
                  <a:cubicBezTo>
                    <a:pt x="6305" y="5291"/>
                    <a:pt x="6265" y="5318"/>
                    <a:pt x="6208" y="5318"/>
                  </a:cubicBezTo>
                  <a:cubicBezTo>
                    <a:pt x="6189" y="5318"/>
                    <a:pt x="6168" y="5315"/>
                    <a:pt x="6144" y="5309"/>
                  </a:cubicBezTo>
                  <a:lnTo>
                    <a:pt x="5001" y="5166"/>
                  </a:lnTo>
                  <a:cubicBezTo>
                    <a:pt x="4954" y="5166"/>
                    <a:pt x="4882" y="5119"/>
                    <a:pt x="4858" y="5071"/>
                  </a:cubicBezTo>
                  <a:cubicBezTo>
                    <a:pt x="4835" y="5000"/>
                    <a:pt x="4811" y="4952"/>
                    <a:pt x="4811" y="4881"/>
                  </a:cubicBezTo>
                  <a:cubicBezTo>
                    <a:pt x="4811" y="4809"/>
                    <a:pt x="4882" y="4714"/>
                    <a:pt x="4977" y="4690"/>
                  </a:cubicBezTo>
                  <a:cubicBezTo>
                    <a:pt x="5049" y="4643"/>
                    <a:pt x="5096" y="4619"/>
                    <a:pt x="5096" y="4571"/>
                  </a:cubicBezTo>
                  <a:cubicBezTo>
                    <a:pt x="5096" y="4500"/>
                    <a:pt x="5096" y="4452"/>
                    <a:pt x="5049" y="4381"/>
                  </a:cubicBezTo>
                  <a:lnTo>
                    <a:pt x="453" y="761"/>
                  </a:lnTo>
                  <a:cubicBezTo>
                    <a:pt x="405" y="713"/>
                    <a:pt x="357" y="666"/>
                    <a:pt x="357" y="594"/>
                  </a:cubicBezTo>
                  <a:cubicBezTo>
                    <a:pt x="357" y="546"/>
                    <a:pt x="357" y="475"/>
                    <a:pt x="429" y="427"/>
                  </a:cubicBezTo>
                  <a:cubicBezTo>
                    <a:pt x="453" y="356"/>
                    <a:pt x="524" y="332"/>
                    <a:pt x="572" y="332"/>
                  </a:cubicBezTo>
                  <a:cubicBezTo>
                    <a:pt x="643" y="332"/>
                    <a:pt x="691" y="332"/>
                    <a:pt x="762" y="404"/>
                  </a:cubicBezTo>
                  <a:lnTo>
                    <a:pt x="2334" y="1618"/>
                  </a:lnTo>
                  <a:cubicBezTo>
                    <a:pt x="2377" y="1640"/>
                    <a:pt x="2415" y="1651"/>
                    <a:pt x="2450" y="1651"/>
                  </a:cubicBezTo>
                  <a:cubicBezTo>
                    <a:pt x="2493" y="1651"/>
                    <a:pt x="2533" y="1634"/>
                    <a:pt x="2572" y="1594"/>
                  </a:cubicBezTo>
                  <a:cubicBezTo>
                    <a:pt x="2620" y="1499"/>
                    <a:pt x="2620" y="1404"/>
                    <a:pt x="2548" y="1356"/>
                  </a:cubicBezTo>
                  <a:lnTo>
                    <a:pt x="953" y="118"/>
                  </a:lnTo>
                  <a:cubicBezTo>
                    <a:pt x="853" y="38"/>
                    <a:pt x="729" y="0"/>
                    <a:pt x="6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72" name="Google Shape;14272;p90"/>
          <p:cNvGrpSpPr/>
          <p:nvPr/>
        </p:nvGrpSpPr>
        <p:grpSpPr>
          <a:xfrm>
            <a:off x="5512951" y="2843648"/>
            <a:ext cx="357455" cy="338201"/>
            <a:chOff x="5167663" y="2830883"/>
            <a:chExt cx="298900" cy="282800"/>
          </a:xfrm>
        </p:grpSpPr>
        <p:sp>
          <p:nvSpPr>
            <p:cNvPr id="14273" name="Google Shape;14273;p90"/>
            <p:cNvSpPr/>
            <p:nvPr/>
          </p:nvSpPr>
          <p:spPr>
            <a:xfrm>
              <a:off x="5299813" y="2873133"/>
              <a:ext cx="36350" cy="42425"/>
            </a:xfrm>
            <a:custGeom>
              <a:rect b="b" l="l" r="r" t="t"/>
              <a:pathLst>
                <a:path extrusionOk="0" h="1697" w="1454">
                  <a:moveTo>
                    <a:pt x="692" y="596"/>
                  </a:moveTo>
                  <a:lnTo>
                    <a:pt x="834" y="1025"/>
                  </a:lnTo>
                  <a:lnTo>
                    <a:pt x="549" y="1025"/>
                  </a:lnTo>
                  <a:lnTo>
                    <a:pt x="692" y="596"/>
                  </a:lnTo>
                  <a:close/>
                  <a:moveTo>
                    <a:pt x="715" y="1"/>
                  </a:moveTo>
                  <a:cubicBezTo>
                    <a:pt x="644" y="1"/>
                    <a:pt x="573" y="72"/>
                    <a:pt x="549" y="120"/>
                  </a:cubicBezTo>
                  <a:lnTo>
                    <a:pt x="25" y="1477"/>
                  </a:lnTo>
                  <a:cubicBezTo>
                    <a:pt x="1" y="1549"/>
                    <a:pt x="25" y="1644"/>
                    <a:pt x="120" y="1668"/>
                  </a:cubicBezTo>
                  <a:cubicBezTo>
                    <a:pt x="147" y="1688"/>
                    <a:pt x="176" y="1697"/>
                    <a:pt x="204" y="1697"/>
                  </a:cubicBezTo>
                  <a:cubicBezTo>
                    <a:pt x="275" y="1697"/>
                    <a:pt x="341" y="1641"/>
                    <a:pt x="358" y="1573"/>
                  </a:cubicBezTo>
                  <a:lnTo>
                    <a:pt x="453" y="1382"/>
                  </a:lnTo>
                  <a:lnTo>
                    <a:pt x="1025" y="1382"/>
                  </a:lnTo>
                  <a:lnTo>
                    <a:pt x="1096" y="1573"/>
                  </a:lnTo>
                  <a:cubicBezTo>
                    <a:pt x="1144" y="1644"/>
                    <a:pt x="1192" y="1692"/>
                    <a:pt x="1263" y="1692"/>
                  </a:cubicBezTo>
                  <a:lnTo>
                    <a:pt x="1311" y="1692"/>
                  </a:lnTo>
                  <a:cubicBezTo>
                    <a:pt x="1406" y="1668"/>
                    <a:pt x="1454" y="1573"/>
                    <a:pt x="1406" y="1454"/>
                  </a:cubicBezTo>
                  <a:lnTo>
                    <a:pt x="906" y="120"/>
                  </a:lnTo>
                  <a:cubicBezTo>
                    <a:pt x="858" y="25"/>
                    <a:pt x="787"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4" name="Google Shape;14274;p90"/>
            <p:cNvSpPr/>
            <p:nvPr/>
          </p:nvSpPr>
          <p:spPr>
            <a:xfrm>
              <a:off x="5221838" y="3006508"/>
              <a:ext cx="29775" cy="43475"/>
            </a:xfrm>
            <a:custGeom>
              <a:rect b="b" l="l" r="r" t="t"/>
              <a:pathLst>
                <a:path extrusionOk="0" h="1739" w="1191">
                  <a:moveTo>
                    <a:pt x="572" y="358"/>
                  </a:moveTo>
                  <a:cubicBezTo>
                    <a:pt x="619" y="358"/>
                    <a:pt x="691" y="381"/>
                    <a:pt x="715" y="477"/>
                  </a:cubicBezTo>
                  <a:cubicBezTo>
                    <a:pt x="739" y="572"/>
                    <a:pt x="667" y="643"/>
                    <a:pt x="572" y="643"/>
                  </a:cubicBezTo>
                  <a:lnTo>
                    <a:pt x="357" y="643"/>
                  </a:lnTo>
                  <a:lnTo>
                    <a:pt x="357" y="358"/>
                  </a:lnTo>
                  <a:close/>
                  <a:moveTo>
                    <a:pt x="667" y="977"/>
                  </a:moveTo>
                  <a:cubicBezTo>
                    <a:pt x="786" y="977"/>
                    <a:pt x="834" y="1072"/>
                    <a:pt x="834" y="1167"/>
                  </a:cubicBezTo>
                  <a:cubicBezTo>
                    <a:pt x="834" y="1286"/>
                    <a:pt x="739" y="1382"/>
                    <a:pt x="667" y="1382"/>
                  </a:cubicBezTo>
                  <a:lnTo>
                    <a:pt x="357" y="1382"/>
                  </a:lnTo>
                  <a:lnTo>
                    <a:pt x="357" y="977"/>
                  </a:lnTo>
                  <a:close/>
                  <a:moveTo>
                    <a:pt x="191" y="0"/>
                  </a:moveTo>
                  <a:cubicBezTo>
                    <a:pt x="96" y="0"/>
                    <a:pt x="0" y="96"/>
                    <a:pt x="0" y="191"/>
                  </a:cubicBezTo>
                  <a:lnTo>
                    <a:pt x="0" y="1548"/>
                  </a:lnTo>
                  <a:lnTo>
                    <a:pt x="0" y="1620"/>
                  </a:lnTo>
                  <a:cubicBezTo>
                    <a:pt x="24" y="1691"/>
                    <a:pt x="96" y="1739"/>
                    <a:pt x="191" y="1739"/>
                  </a:cubicBezTo>
                  <a:lnTo>
                    <a:pt x="667" y="1739"/>
                  </a:lnTo>
                  <a:cubicBezTo>
                    <a:pt x="953" y="1739"/>
                    <a:pt x="1191" y="1501"/>
                    <a:pt x="1191" y="1191"/>
                  </a:cubicBezTo>
                  <a:cubicBezTo>
                    <a:pt x="1191" y="1024"/>
                    <a:pt x="1096" y="858"/>
                    <a:pt x="977" y="786"/>
                  </a:cubicBezTo>
                  <a:cubicBezTo>
                    <a:pt x="1048" y="691"/>
                    <a:pt x="1072" y="572"/>
                    <a:pt x="1048" y="429"/>
                  </a:cubicBezTo>
                  <a:cubicBezTo>
                    <a:pt x="1024" y="191"/>
                    <a:pt x="810"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5" name="Google Shape;14275;p90"/>
            <p:cNvSpPr/>
            <p:nvPr/>
          </p:nvSpPr>
          <p:spPr>
            <a:xfrm>
              <a:off x="5375438" y="3006508"/>
              <a:ext cx="37525" cy="43475"/>
            </a:xfrm>
            <a:custGeom>
              <a:rect b="b" l="l" r="r" t="t"/>
              <a:pathLst>
                <a:path extrusionOk="0" h="1739" w="1501">
                  <a:moveTo>
                    <a:pt x="858" y="0"/>
                  </a:moveTo>
                  <a:cubicBezTo>
                    <a:pt x="381" y="0"/>
                    <a:pt x="0" y="381"/>
                    <a:pt x="0" y="858"/>
                  </a:cubicBezTo>
                  <a:cubicBezTo>
                    <a:pt x="0" y="1334"/>
                    <a:pt x="381" y="1739"/>
                    <a:pt x="858" y="1739"/>
                  </a:cubicBezTo>
                  <a:cubicBezTo>
                    <a:pt x="1024" y="1739"/>
                    <a:pt x="1215" y="1667"/>
                    <a:pt x="1334" y="1548"/>
                  </a:cubicBezTo>
                  <a:cubicBezTo>
                    <a:pt x="1358" y="1524"/>
                    <a:pt x="1382" y="1501"/>
                    <a:pt x="1382" y="1453"/>
                  </a:cubicBezTo>
                  <a:cubicBezTo>
                    <a:pt x="1501" y="1405"/>
                    <a:pt x="1477" y="1286"/>
                    <a:pt x="1429" y="1215"/>
                  </a:cubicBezTo>
                  <a:cubicBezTo>
                    <a:pt x="1400" y="1195"/>
                    <a:pt x="1362" y="1184"/>
                    <a:pt x="1324" y="1184"/>
                  </a:cubicBezTo>
                  <a:cubicBezTo>
                    <a:pt x="1271" y="1184"/>
                    <a:pt x="1219" y="1207"/>
                    <a:pt x="1191" y="1263"/>
                  </a:cubicBezTo>
                  <a:lnTo>
                    <a:pt x="1144" y="1286"/>
                  </a:lnTo>
                  <a:cubicBezTo>
                    <a:pt x="1096" y="1334"/>
                    <a:pt x="1001" y="1382"/>
                    <a:pt x="882" y="1382"/>
                  </a:cubicBezTo>
                  <a:cubicBezTo>
                    <a:pt x="620" y="1382"/>
                    <a:pt x="381" y="1143"/>
                    <a:pt x="381" y="858"/>
                  </a:cubicBezTo>
                  <a:cubicBezTo>
                    <a:pt x="381" y="596"/>
                    <a:pt x="620" y="358"/>
                    <a:pt x="882" y="358"/>
                  </a:cubicBezTo>
                  <a:cubicBezTo>
                    <a:pt x="977" y="358"/>
                    <a:pt x="1096" y="381"/>
                    <a:pt x="1144" y="453"/>
                  </a:cubicBezTo>
                  <a:cubicBezTo>
                    <a:pt x="1175" y="469"/>
                    <a:pt x="1207" y="477"/>
                    <a:pt x="1237" y="477"/>
                  </a:cubicBezTo>
                  <a:cubicBezTo>
                    <a:pt x="1297" y="477"/>
                    <a:pt x="1350" y="445"/>
                    <a:pt x="1382" y="381"/>
                  </a:cubicBezTo>
                  <a:cubicBezTo>
                    <a:pt x="1453" y="310"/>
                    <a:pt x="1429" y="215"/>
                    <a:pt x="1334" y="143"/>
                  </a:cubicBezTo>
                  <a:cubicBezTo>
                    <a:pt x="1191" y="72"/>
                    <a:pt x="1024"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6" name="Google Shape;14276;p90"/>
            <p:cNvSpPr/>
            <p:nvPr/>
          </p:nvSpPr>
          <p:spPr>
            <a:xfrm>
              <a:off x="5167663" y="2830883"/>
              <a:ext cx="298900" cy="282800"/>
            </a:xfrm>
            <a:custGeom>
              <a:rect b="b" l="l" r="r" t="t"/>
              <a:pathLst>
                <a:path extrusionOk="0" h="11312" w="11956">
                  <a:moveTo>
                    <a:pt x="3620" y="4525"/>
                  </a:moveTo>
                  <a:cubicBezTo>
                    <a:pt x="4430" y="4525"/>
                    <a:pt x="5168" y="4834"/>
                    <a:pt x="5739" y="5335"/>
                  </a:cubicBezTo>
                  <a:cubicBezTo>
                    <a:pt x="5382" y="5716"/>
                    <a:pt x="5120" y="6168"/>
                    <a:pt x="4954" y="6644"/>
                  </a:cubicBezTo>
                  <a:cubicBezTo>
                    <a:pt x="4025" y="6311"/>
                    <a:pt x="3263" y="5573"/>
                    <a:pt x="2953" y="4620"/>
                  </a:cubicBezTo>
                  <a:cubicBezTo>
                    <a:pt x="3144" y="4549"/>
                    <a:pt x="3382" y="4525"/>
                    <a:pt x="3620" y="4525"/>
                  </a:cubicBezTo>
                  <a:close/>
                  <a:moveTo>
                    <a:pt x="8359" y="4549"/>
                  </a:moveTo>
                  <a:cubicBezTo>
                    <a:pt x="8597" y="4549"/>
                    <a:pt x="8835" y="4596"/>
                    <a:pt x="9050" y="4620"/>
                  </a:cubicBezTo>
                  <a:cubicBezTo>
                    <a:pt x="8716" y="5573"/>
                    <a:pt x="7978" y="6311"/>
                    <a:pt x="7025" y="6644"/>
                  </a:cubicBezTo>
                  <a:cubicBezTo>
                    <a:pt x="6883" y="6168"/>
                    <a:pt x="6597" y="5716"/>
                    <a:pt x="6240" y="5335"/>
                  </a:cubicBezTo>
                  <a:cubicBezTo>
                    <a:pt x="6811" y="4858"/>
                    <a:pt x="7549" y="4549"/>
                    <a:pt x="8359" y="4549"/>
                  </a:cubicBezTo>
                  <a:close/>
                  <a:moveTo>
                    <a:pt x="5978" y="5597"/>
                  </a:moveTo>
                  <a:cubicBezTo>
                    <a:pt x="6287" y="5930"/>
                    <a:pt x="6525" y="6311"/>
                    <a:pt x="6668" y="6763"/>
                  </a:cubicBezTo>
                  <a:cubicBezTo>
                    <a:pt x="6454" y="6811"/>
                    <a:pt x="6216" y="6835"/>
                    <a:pt x="5978" y="6835"/>
                  </a:cubicBezTo>
                  <a:cubicBezTo>
                    <a:pt x="5739" y="6835"/>
                    <a:pt x="5501" y="6811"/>
                    <a:pt x="5287" y="6787"/>
                  </a:cubicBezTo>
                  <a:cubicBezTo>
                    <a:pt x="5430" y="6311"/>
                    <a:pt x="5692" y="5930"/>
                    <a:pt x="5978" y="5597"/>
                  </a:cubicBezTo>
                  <a:close/>
                  <a:moveTo>
                    <a:pt x="6716" y="7049"/>
                  </a:moveTo>
                  <a:cubicBezTo>
                    <a:pt x="6763" y="7240"/>
                    <a:pt x="6787" y="7406"/>
                    <a:pt x="6787" y="7597"/>
                  </a:cubicBezTo>
                  <a:cubicBezTo>
                    <a:pt x="6811" y="8311"/>
                    <a:pt x="6597" y="9026"/>
                    <a:pt x="6216" y="9621"/>
                  </a:cubicBezTo>
                  <a:cubicBezTo>
                    <a:pt x="6192" y="9645"/>
                    <a:pt x="6192" y="9669"/>
                    <a:pt x="6168" y="9669"/>
                  </a:cubicBezTo>
                  <a:cubicBezTo>
                    <a:pt x="6192" y="9740"/>
                    <a:pt x="5978" y="9978"/>
                    <a:pt x="5978" y="9978"/>
                  </a:cubicBezTo>
                  <a:cubicBezTo>
                    <a:pt x="5501" y="9478"/>
                    <a:pt x="5168" y="8788"/>
                    <a:pt x="5120" y="8049"/>
                  </a:cubicBezTo>
                  <a:lnTo>
                    <a:pt x="5120" y="7454"/>
                  </a:lnTo>
                  <a:cubicBezTo>
                    <a:pt x="5120" y="7335"/>
                    <a:pt x="5144" y="7216"/>
                    <a:pt x="5168" y="7049"/>
                  </a:cubicBezTo>
                  <a:cubicBezTo>
                    <a:pt x="5406" y="7121"/>
                    <a:pt x="5692" y="7144"/>
                    <a:pt x="5954" y="7144"/>
                  </a:cubicBezTo>
                  <a:cubicBezTo>
                    <a:pt x="6216" y="7144"/>
                    <a:pt x="6478" y="7121"/>
                    <a:pt x="6716" y="7049"/>
                  </a:cubicBezTo>
                  <a:close/>
                  <a:moveTo>
                    <a:pt x="9383" y="4715"/>
                  </a:moveTo>
                  <a:cubicBezTo>
                    <a:pt x="10645" y="5120"/>
                    <a:pt x="11574" y="6335"/>
                    <a:pt x="11574" y="7764"/>
                  </a:cubicBezTo>
                  <a:cubicBezTo>
                    <a:pt x="11574" y="9550"/>
                    <a:pt x="10145" y="11026"/>
                    <a:pt x="8359" y="11026"/>
                  </a:cubicBezTo>
                  <a:cubicBezTo>
                    <a:pt x="7549" y="11026"/>
                    <a:pt x="6811" y="10717"/>
                    <a:pt x="6240" y="10217"/>
                  </a:cubicBezTo>
                  <a:cubicBezTo>
                    <a:pt x="6883" y="9550"/>
                    <a:pt x="7192" y="8692"/>
                    <a:pt x="7192" y="7764"/>
                  </a:cubicBezTo>
                  <a:lnTo>
                    <a:pt x="7240" y="7764"/>
                  </a:lnTo>
                  <a:cubicBezTo>
                    <a:pt x="7192" y="7502"/>
                    <a:pt x="7168" y="7240"/>
                    <a:pt x="7121" y="6978"/>
                  </a:cubicBezTo>
                  <a:cubicBezTo>
                    <a:pt x="8192" y="6621"/>
                    <a:pt x="9026" y="5787"/>
                    <a:pt x="9383" y="4715"/>
                  </a:cubicBezTo>
                  <a:close/>
                  <a:moveTo>
                    <a:pt x="5906" y="0"/>
                  </a:moveTo>
                  <a:cubicBezTo>
                    <a:pt x="3953" y="0"/>
                    <a:pt x="2334" y="1596"/>
                    <a:pt x="2334" y="3572"/>
                  </a:cubicBezTo>
                  <a:cubicBezTo>
                    <a:pt x="2334" y="3834"/>
                    <a:pt x="2382" y="4096"/>
                    <a:pt x="2429" y="4382"/>
                  </a:cubicBezTo>
                  <a:cubicBezTo>
                    <a:pt x="1000" y="4858"/>
                    <a:pt x="0" y="6192"/>
                    <a:pt x="0" y="7764"/>
                  </a:cubicBezTo>
                  <a:cubicBezTo>
                    <a:pt x="0" y="8240"/>
                    <a:pt x="72" y="8692"/>
                    <a:pt x="262" y="9097"/>
                  </a:cubicBezTo>
                  <a:cubicBezTo>
                    <a:pt x="280" y="9170"/>
                    <a:pt x="354" y="9201"/>
                    <a:pt x="430" y="9201"/>
                  </a:cubicBezTo>
                  <a:cubicBezTo>
                    <a:pt x="454" y="9201"/>
                    <a:pt x="478" y="9198"/>
                    <a:pt x="500" y="9192"/>
                  </a:cubicBezTo>
                  <a:cubicBezTo>
                    <a:pt x="596" y="9169"/>
                    <a:pt x="619" y="9050"/>
                    <a:pt x="596" y="8954"/>
                  </a:cubicBezTo>
                  <a:cubicBezTo>
                    <a:pt x="429" y="8573"/>
                    <a:pt x="357" y="8145"/>
                    <a:pt x="357" y="7740"/>
                  </a:cubicBezTo>
                  <a:cubicBezTo>
                    <a:pt x="357" y="6311"/>
                    <a:pt x="1262" y="5120"/>
                    <a:pt x="2548" y="4668"/>
                  </a:cubicBezTo>
                  <a:cubicBezTo>
                    <a:pt x="2906" y="5739"/>
                    <a:pt x="3763" y="6573"/>
                    <a:pt x="4811" y="6930"/>
                  </a:cubicBezTo>
                  <a:cubicBezTo>
                    <a:pt x="4787" y="7073"/>
                    <a:pt x="4763" y="7240"/>
                    <a:pt x="4763" y="7383"/>
                  </a:cubicBezTo>
                  <a:cubicBezTo>
                    <a:pt x="4715" y="7549"/>
                    <a:pt x="4715" y="7740"/>
                    <a:pt x="4763" y="7907"/>
                  </a:cubicBezTo>
                  <a:cubicBezTo>
                    <a:pt x="4787" y="8740"/>
                    <a:pt x="5144" y="9550"/>
                    <a:pt x="5716" y="10145"/>
                  </a:cubicBezTo>
                  <a:cubicBezTo>
                    <a:pt x="5144" y="10645"/>
                    <a:pt x="4406" y="10955"/>
                    <a:pt x="3596" y="10955"/>
                  </a:cubicBezTo>
                  <a:cubicBezTo>
                    <a:pt x="2548" y="10955"/>
                    <a:pt x="1572" y="10455"/>
                    <a:pt x="977" y="9621"/>
                  </a:cubicBezTo>
                  <a:cubicBezTo>
                    <a:pt x="935" y="9565"/>
                    <a:pt x="876" y="9542"/>
                    <a:pt x="826" y="9542"/>
                  </a:cubicBezTo>
                  <a:cubicBezTo>
                    <a:pt x="790" y="9542"/>
                    <a:pt x="758" y="9554"/>
                    <a:pt x="738" y="9574"/>
                  </a:cubicBezTo>
                  <a:cubicBezTo>
                    <a:pt x="643" y="9645"/>
                    <a:pt x="643" y="9764"/>
                    <a:pt x="715" y="9812"/>
                  </a:cubicBezTo>
                  <a:cubicBezTo>
                    <a:pt x="1381" y="10740"/>
                    <a:pt x="2453" y="11312"/>
                    <a:pt x="3620" y="11312"/>
                  </a:cubicBezTo>
                  <a:cubicBezTo>
                    <a:pt x="4525" y="11312"/>
                    <a:pt x="5358" y="10979"/>
                    <a:pt x="6001" y="10407"/>
                  </a:cubicBezTo>
                  <a:cubicBezTo>
                    <a:pt x="6621" y="10979"/>
                    <a:pt x="7454" y="11312"/>
                    <a:pt x="8383" y="11312"/>
                  </a:cubicBezTo>
                  <a:cubicBezTo>
                    <a:pt x="10359" y="11312"/>
                    <a:pt x="11955" y="9693"/>
                    <a:pt x="11955" y="7740"/>
                  </a:cubicBezTo>
                  <a:cubicBezTo>
                    <a:pt x="11931" y="6192"/>
                    <a:pt x="10883" y="4858"/>
                    <a:pt x="9455" y="4382"/>
                  </a:cubicBezTo>
                  <a:cubicBezTo>
                    <a:pt x="9526" y="4120"/>
                    <a:pt x="9550" y="3834"/>
                    <a:pt x="9550" y="3572"/>
                  </a:cubicBezTo>
                  <a:cubicBezTo>
                    <a:pt x="9550" y="2763"/>
                    <a:pt x="9288" y="2001"/>
                    <a:pt x="8764" y="1381"/>
                  </a:cubicBezTo>
                  <a:cubicBezTo>
                    <a:pt x="8736" y="1326"/>
                    <a:pt x="8684" y="1302"/>
                    <a:pt x="8631" y="1302"/>
                  </a:cubicBezTo>
                  <a:cubicBezTo>
                    <a:pt x="8593" y="1302"/>
                    <a:pt x="8555" y="1314"/>
                    <a:pt x="8526" y="1334"/>
                  </a:cubicBezTo>
                  <a:cubicBezTo>
                    <a:pt x="8454" y="1405"/>
                    <a:pt x="8454" y="1524"/>
                    <a:pt x="8502" y="1572"/>
                  </a:cubicBezTo>
                  <a:cubicBezTo>
                    <a:pt x="8954" y="2143"/>
                    <a:pt x="9193" y="2834"/>
                    <a:pt x="9193" y="3572"/>
                  </a:cubicBezTo>
                  <a:cubicBezTo>
                    <a:pt x="9193" y="3810"/>
                    <a:pt x="9169" y="4049"/>
                    <a:pt x="9097" y="4287"/>
                  </a:cubicBezTo>
                  <a:cubicBezTo>
                    <a:pt x="8859" y="4239"/>
                    <a:pt x="8597" y="4191"/>
                    <a:pt x="8335" y="4191"/>
                  </a:cubicBezTo>
                  <a:cubicBezTo>
                    <a:pt x="7430" y="4191"/>
                    <a:pt x="6597" y="4525"/>
                    <a:pt x="5954" y="5096"/>
                  </a:cubicBezTo>
                  <a:cubicBezTo>
                    <a:pt x="5311" y="4525"/>
                    <a:pt x="4477" y="4191"/>
                    <a:pt x="3572" y="4191"/>
                  </a:cubicBezTo>
                  <a:cubicBezTo>
                    <a:pt x="3287" y="4191"/>
                    <a:pt x="3025" y="4239"/>
                    <a:pt x="2786" y="4287"/>
                  </a:cubicBezTo>
                  <a:cubicBezTo>
                    <a:pt x="2739" y="4049"/>
                    <a:pt x="2691" y="3810"/>
                    <a:pt x="2691" y="3572"/>
                  </a:cubicBezTo>
                  <a:cubicBezTo>
                    <a:pt x="2691" y="1786"/>
                    <a:pt x="4168" y="357"/>
                    <a:pt x="5906" y="357"/>
                  </a:cubicBezTo>
                  <a:cubicBezTo>
                    <a:pt x="6668" y="357"/>
                    <a:pt x="7335" y="595"/>
                    <a:pt x="7907" y="1048"/>
                  </a:cubicBezTo>
                  <a:cubicBezTo>
                    <a:pt x="7949" y="1069"/>
                    <a:pt x="7992" y="1081"/>
                    <a:pt x="8031" y="1081"/>
                  </a:cubicBezTo>
                  <a:cubicBezTo>
                    <a:pt x="8078" y="1081"/>
                    <a:pt x="8118" y="1063"/>
                    <a:pt x="8145" y="1024"/>
                  </a:cubicBezTo>
                  <a:cubicBezTo>
                    <a:pt x="8216" y="929"/>
                    <a:pt x="8216" y="834"/>
                    <a:pt x="8121" y="786"/>
                  </a:cubicBezTo>
                  <a:cubicBezTo>
                    <a:pt x="7502" y="262"/>
                    <a:pt x="6716" y="0"/>
                    <a:pt x="5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77" name="Google Shape;14277;p90"/>
          <p:cNvGrpSpPr/>
          <p:nvPr/>
        </p:nvGrpSpPr>
        <p:grpSpPr>
          <a:xfrm>
            <a:off x="6296159" y="2835994"/>
            <a:ext cx="309768" cy="355123"/>
            <a:chOff x="5695138" y="2824483"/>
            <a:chExt cx="259025" cy="296950"/>
          </a:xfrm>
        </p:grpSpPr>
        <p:sp>
          <p:nvSpPr>
            <p:cNvPr id="14278" name="Google Shape;14278;p90"/>
            <p:cNvSpPr/>
            <p:nvPr/>
          </p:nvSpPr>
          <p:spPr>
            <a:xfrm>
              <a:off x="5787438" y="2947558"/>
              <a:ext cx="75025" cy="8950"/>
            </a:xfrm>
            <a:custGeom>
              <a:rect b="b" l="l" r="r" t="t"/>
              <a:pathLst>
                <a:path extrusionOk="0" h="358" w="3001">
                  <a:moveTo>
                    <a:pt x="214" y="1"/>
                  </a:moveTo>
                  <a:cubicBezTo>
                    <a:pt x="119" y="1"/>
                    <a:pt x="71" y="72"/>
                    <a:pt x="24" y="167"/>
                  </a:cubicBezTo>
                  <a:cubicBezTo>
                    <a:pt x="0" y="287"/>
                    <a:pt x="95" y="358"/>
                    <a:pt x="214" y="358"/>
                  </a:cubicBezTo>
                  <a:lnTo>
                    <a:pt x="2834" y="358"/>
                  </a:lnTo>
                  <a:cubicBezTo>
                    <a:pt x="2905" y="358"/>
                    <a:pt x="2977" y="310"/>
                    <a:pt x="3001" y="215"/>
                  </a:cubicBezTo>
                  <a:cubicBezTo>
                    <a:pt x="3001" y="96"/>
                    <a:pt x="2929" y="1"/>
                    <a:pt x="2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9" name="Google Shape;14279;p90"/>
            <p:cNvSpPr/>
            <p:nvPr/>
          </p:nvSpPr>
          <p:spPr>
            <a:xfrm>
              <a:off x="5787438" y="2968408"/>
              <a:ext cx="75025" cy="8950"/>
            </a:xfrm>
            <a:custGeom>
              <a:rect b="b" l="l" r="r" t="t"/>
              <a:pathLst>
                <a:path extrusionOk="0" h="358" w="3001">
                  <a:moveTo>
                    <a:pt x="214" y="0"/>
                  </a:moveTo>
                  <a:cubicBezTo>
                    <a:pt x="119" y="0"/>
                    <a:pt x="71" y="72"/>
                    <a:pt x="24" y="167"/>
                  </a:cubicBezTo>
                  <a:cubicBezTo>
                    <a:pt x="0" y="286"/>
                    <a:pt x="95" y="357"/>
                    <a:pt x="214" y="357"/>
                  </a:cubicBezTo>
                  <a:lnTo>
                    <a:pt x="2834" y="357"/>
                  </a:lnTo>
                  <a:cubicBezTo>
                    <a:pt x="2905" y="357"/>
                    <a:pt x="2977" y="310"/>
                    <a:pt x="3001" y="215"/>
                  </a:cubicBezTo>
                  <a:cubicBezTo>
                    <a:pt x="3001" y="96"/>
                    <a:pt x="2929" y="0"/>
                    <a:pt x="2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0" name="Google Shape;14280;p90"/>
            <p:cNvSpPr/>
            <p:nvPr/>
          </p:nvSpPr>
          <p:spPr>
            <a:xfrm>
              <a:off x="5804088" y="2989233"/>
              <a:ext cx="42300" cy="8950"/>
            </a:xfrm>
            <a:custGeom>
              <a:rect b="b" l="l" r="r" t="t"/>
              <a:pathLst>
                <a:path extrusionOk="0" h="358" w="1692">
                  <a:moveTo>
                    <a:pt x="191" y="1"/>
                  </a:moveTo>
                  <a:cubicBezTo>
                    <a:pt x="120" y="1"/>
                    <a:pt x="48" y="72"/>
                    <a:pt x="25" y="144"/>
                  </a:cubicBezTo>
                  <a:cubicBezTo>
                    <a:pt x="1" y="263"/>
                    <a:pt x="72" y="358"/>
                    <a:pt x="191" y="358"/>
                  </a:cubicBezTo>
                  <a:lnTo>
                    <a:pt x="1501" y="358"/>
                  </a:lnTo>
                  <a:cubicBezTo>
                    <a:pt x="1596" y="358"/>
                    <a:pt x="1668" y="310"/>
                    <a:pt x="1692" y="215"/>
                  </a:cubicBezTo>
                  <a:cubicBezTo>
                    <a:pt x="1692" y="96"/>
                    <a:pt x="1596" y="1"/>
                    <a:pt x="1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1" name="Google Shape;14281;p90"/>
            <p:cNvSpPr/>
            <p:nvPr/>
          </p:nvSpPr>
          <p:spPr>
            <a:xfrm>
              <a:off x="5695138" y="2824483"/>
              <a:ext cx="259025" cy="296950"/>
            </a:xfrm>
            <a:custGeom>
              <a:rect b="b" l="l" r="r" t="t"/>
              <a:pathLst>
                <a:path extrusionOk="0" h="11878" w="10361">
                  <a:moveTo>
                    <a:pt x="5073" y="470"/>
                  </a:moveTo>
                  <a:lnTo>
                    <a:pt x="5073" y="1709"/>
                  </a:lnTo>
                  <a:lnTo>
                    <a:pt x="1668" y="3685"/>
                  </a:lnTo>
                  <a:lnTo>
                    <a:pt x="572" y="3066"/>
                  </a:lnTo>
                  <a:lnTo>
                    <a:pt x="1049" y="2780"/>
                  </a:lnTo>
                  <a:lnTo>
                    <a:pt x="5073" y="470"/>
                  </a:lnTo>
                  <a:close/>
                  <a:moveTo>
                    <a:pt x="10003" y="3352"/>
                  </a:moveTo>
                  <a:lnTo>
                    <a:pt x="10003" y="8496"/>
                  </a:lnTo>
                  <a:lnTo>
                    <a:pt x="8907" y="7877"/>
                  </a:lnTo>
                  <a:lnTo>
                    <a:pt x="8907" y="3971"/>
                  </a:lnTo>
                  <a:lnTo>
                    <a:pt x="10003" y="3352"/>
                  </a:lnTo>
                  <a:close/>
                  <a:moveTo>
                    <a:pt x="5383" y="494"/>
                  </a:moveTo>
                  <a:lnTo>
                    <a:pt x="9860" y="3090"/>
                  </a:lnTo>
                  <a:lnTo>
                    <a:pt x="8741" y="3709"/>
                  </a:lnTo>
                  <a:lnTo>
                    <a:pt x="6764" y="2542"/>
                  </a:lnTo>
                  <a:cubicBezTo>
                    <a:pt x="6732" y="2526"/>
                    <a:pt x="6701" y="2519"/>
                    <a:pt x="6671" y="2519"/>
                  </a:cubicBezTo>
                  <a:cubicBezTo>
                    <a:pt x="6611" y="2519"/>
                    <a:pt x="6558" y="2550"/>
                    <a:pt x="6526" y="2614"/>
                  </a:cubicBezTo>
                  <a:cubicBezTo>
                    <a:pt x="6455" y="2709"/>
                    <a:pt x="6478" y="2780"/>
                    <a:pt x="6574" y="2852"/>
                  </a:cubicBezTo>
                  <a:lnTo>
                    <a:pt x="8574" y="4019"/>
                  </a:lnTo>
                  <a:lnTo>
                    <a:pt x="8574" y="7901"/>
                  </a:lnTo>
                  <a:lnTo>
                    <a:pt x="5216" y="9853"/>
                  </a:lnTo>
                  <a:lnTo>
                    <a:pt x="1858" y="7901"/>
                  </a:lnTo>
                  <a:lnTo>
                    <a:pt x="1858" y="4019"/>
                  </a:lnTo>
                  <a:lnTo>
                    <a:pt x="5216" y="2042"/>
                  </a:lnTo>
                  <a:lnTo>
                    <a:pt x="5883" y="2423"/>
                  </a:lnTo>
                  <a:cubicBezTo>
                    <a:pt x="5921" y="2451"/>
                    <a:pt x="5958" y="2465"/>
                    <a:pt x="5993" y="2465"/>
                  </a:cubicBezTo>
                  <a:cubicBezTo>
                    <a:pt x="6046" y="2465"/>
                    <a:pt x="6092" y="2433"/>
                    <a:pt x="6121" y="2376"/>
                  </a:cubicBezTo>
                  <a:cubicBezTo>
                    <a:pt x="6193" y="2280"/>
                    <a:pt x="6169" y="2185"/>
                    <a:pt x="6073" y="2137"/>
                  </a:cubicBezTo>
                  <a:lnTo>
                    <a:pt x="5383" y="1733"/>
                  </a:lnTo>
                  <a:lnTo>
                    <a:pt x="5383" y="494"/>
                  </a:lnTo>
                  <a:close/>
                  <a:moveTo>
                    <a:pt x="1668" y="8210"/>
                  </a:moveTo>
                  <a:lnTo>
                    <a:pt x="5073" y="10163"/>
                  </a:lnTo>
                  <a:lnTo>
                    <a:pt x="5073" y="11401"/>
                  </a:lnTo>
                  <a:lnTo>
                    <a:pt x="5026" y="11401"/>
                  </a:lnTo>
                  <a:lnTo>
                    <a:pt x="2787" y="10115"/>
                  </a:lnTo>
                  <a:lnTo>
                    <a:pt x="572" y="8829"/>
                  </a:lnTo>
                  <a:lnTo>
                    <a:pt x="1668" y="8210"/>
                  </a:lnTo>
                  <a:close/>
                  <a:moveTo>
                    <a:pt x="8788" y="8186"/>
                  </a:moveTo>
                  <a:lnTo>
                    <a:pt x="9884" y="8805"/>
                  </a:lnTo>
                  <a:lnTo>
                    <a:pt x="7621" y="10115"/>
                  </a:lnTo>
                  <a:lnTo>
                    <a:pt x="5383" y="11401"/>
                  </a:lnTo>
                  <a:lnTo>
                    <a:pt x="5383" y="10139"/>
                  </a:lnTo>
                  <a:lnTo>
                    <a:pt x="8788" y="8186"/>
                  </a:lnTo>
                  <a:close/>
                  <a:moveTo>
                    <a:pt x="5180" y="0"/>
                  </a:moveTo>
                  <a:cubicBezTo>
                    <a:pt x="5151" y="0"/>
                    <a:pt x="5121" y="6"/>
                    <a:pt x="5097" y="18"/>
                  </a:cubicBezTo>
                  <a:lnTo>
                    <a:pt x="96" y="2900"/>
                  </a:lnTo>
                  <a:cubicBezTo>
                    <a:pt x="25" y="2947"/>
                    <a:pt x="1" y="2995"/>
                    <a:pt x="1" y="3066"/>
                  </a:cubicBezTo>
                  <a:lnTo>
                    <a:pt x="1" y="6519"/>
                  </a:lnTo>
                  <a:cubicBezTo>
                    <a:pt x="1" y="6591"/>
                    <a:pt x="72" y="6662"/>
                    <a:pt x="144" y="6686"/>
                  </a:cubicBezTo>
                  <a:cubicBezTo>
                    <a:pt x="159" y="6689"/>
                    <a:pt x="174" y="6691"/>
                    <a:pt x="188" y="6691"/>
                  </a:cubicBezTo>
                  <a:cubicBezTo>
                    <a:pt x="286" y="6691"/>
                    <a:pt x="358" y="6623"/>
                    <a:pt x="358" y="6519"/>
                  </a:cubicBezTo>
                  <a:lnTo>
                    <a:pt x="358" y="3352"/>
                  </a:lnTo>
                  <a:lnTo>
                    <a:pt x="1453" y="3971"/>
                  </a:lnTo>
                  <a:lnTo>
                    <a:pt x="1453" y="7877"/>
                  </a:lnTo>
                  <a:lnTo>
                    <a:pt x="358" y="8496"/>
                  </a:lnTo>
                  <a:lnTo>
                    <a:pt x="358" y="7305"/>
                  </a:lnTo>
                  <a:cubicBezTo>
                    <a:pt x="358" y="7234"/>
                    <a:pt x="310" y="7162"/>
                    <a:pt x="215" y="7138"/>
                  </a:cubicBezTo>
                  <a:cubicBezTo>
                    <a:pt x="200" y="7135"/>
                    <a:pt x="185" y="7134"/>
                    <a:pt x="170" y="7134"/>
                  </a:cubicBezTo>
                  <a:cubicBezTo>
                    <a:pt x="73" y="7134"/>
                    <a:pt x="1" y="7201"/>
                    <a:pt x="1" y="7305"/>
                  </a:cubicBezTo>
                  <a:lnTo>
                    <a:pt x="1" y="8805"/>
                  </a:lnTo>
                  <a:cubicBezTo>
                    <a:pt x="1" y="8853"/>
                    <a:pt x="25" y="8925"/>
                    <a:pt x="96" y="8948"/>
                  </a:cubicBezTo>
                  <a:lnTo>
                    <a:pt x="5097" y="11830"/>
                  </a:lnTo>
                  <a:cubicBezTo>
                    <a:pt x="5121" y="11878"/>
                    <a:pt x="5145" y="11878"/>
                    <a:pt x="5169" y="11878"/>
                  </a:cubicBezTo>
                  <a:cubicBezTo>
                    <a:pt x="5216" y="11878"/>
                    <a:pt x="5240" y="11878"/>
                    <a:pt x="5264" y="11830"/>
                  </a:cubicBezTo>
                  <a:lnTo>
                    <a:pt x="10265" y="8948"/>
                  </a:lnTo>
                  <a:cubicBezTo>
                    <a:pt x="10336" y="8925"/>
                    <a:pt x="10360" y="8853"/>
                    <a:pt x="10360" y="8805"/>
                  </a:cubicBezTo>
                  <a:lnTo>
                    <a:pt x="10360" y="3066"/>
                  </a:lnTo>
                  <a:cubicBezTo>
                    <a:pt x="10360" y="2995"/>
                    <a:pt x="10336" y="2947"/>
                    <a:pt x="10265" y="2900"/>
                  </a:cubicBezTo>
                  <a:lnTo>
                    <a:pt x="5264" y="18"/>
                  </a:lnTo>
                  <a:cubicBezTo>
                    <a:pt x="5240" y="6"/>
                    <a:pt x="5210" y="0"/>
                    <a:pt x="5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82" name="Google Shape;14282;p90"/>
          <p:cNvSpPr/>
          <p:nvPr/>
        </p:nvSpPr>
        <p:spPr>
          <a:xfrm>
            <a:off x="6997425" y="2836465"/>
            <a:ext cx="356019" cy="355332"/>
          </a:xfrm>
          <a:custGeom>
            <a:rect b="b" l="l" r="r" t="t"/>
            <a:pathLst>
              <a:path extrusionOk="0" h="11885" w="11908">
                <a:moveTo>
                  <a:pt x="6312" y="1335"/>
                </a:moveTo>
                <a:lnTo>
                  <a:pt x="7097" y="1811"/>
                </a:lnTo>
                <a:lnTo>
                  <a:pt x="6312" y="2287"/>
                </a:lnTo>
                <a:lnTo>
                  <a:pt x="5550" y="1811"/>
                </a:lnTo>
                <a:lnTo>
                  <a:pt x="6312" y="1335"/>
                </a:lnTo>
                <a:close/>
                <a:moveTo>
                  <a:pt x="9479" y="3454"/>
                </a:moveTo>
                <a:lnTo>
                  <a:pt x="10241" y="3930"/>
                </a:lnTo>
                <a:lnTo>
                  <a:pt x="10003" y="4073"/>
                </a:lnTo>
                <a:lnTo>
                  <a:pt x="9479" y="4407"/>
                </a:lnTo>
                <a:lnTo>
                  <a:pt x="8693" y="3930"/>
                </a:lnTo>
                <a:lnTo>
                  <a:pt x="9479" y="3454"/>
                </a:lnTo>
                <a:close/>
                <a:moveTo>
                  <a:pt x="3168" y="5026"/>
                </a:moveTo>
                <a:lnTo>
                  <a:pt x="3930" y="5502"/>
                </a:lnTo>
                <a:lnTo>
                  <a:pt x="3168" y="5978"/>
                </a:lnTo>
                <a:lnTo>
                  <a:pt x="2382" y="5502"/>
                </a:lnTo>
                <a:lnTo>
                  <a:pt x="3168" y="5026"/>
                </a:lnTo>
                <a:close/>
                <a:moveTo>
                  <a:pt x="5359" y="2120"/>
                </a:moveTo>
                <a:lnTo>
                  <a:pt x="6169" y="2549"/>
                </a:lnTo>
                <a:lnTo>
                  <a:pt x="6169" y="10694"/>
                </a:lnTo>
                <a:lnTo>
                  <a:pt x="5359" y="10694"/>
                </a:lnTo>
                <a:lnTo>
                  <a:pt x="5359" y="2120"/>
                </a:lnTo>
                <a:close/>
                <a:moveTo>
                  <a:pt x="8503" y="4240"/>
                </a:moveTo>
                <a:lnTo>
                  <a:pt x="9288" y="4669"/>
                </a:lnTo>
                <a:lnTo>
                  <a:pt x="9288" y="10694"/>
                </a:lnTo>
                <a:lnTo>
                  <a:pt x="8503" y="10694"/>
                </a:lnTo>
                <a:lnTo>
                  <a:pt x="8503" y="4240"/>
                </a:lnTo>
                <a:close/>
                <a:moveTo>
                  <a:pt x="4144" y="5836"/>
                </a:moveTo>
                <a:lnTo>
                  <a:pt x="4144" y="10717"/>
                </a:lnTo>
                <a:lnTo>
                  <a:pt x="3335" y="10717"/>
                </a:lnTo>
                <a:lnTo>
                  <a:pt x="3335" y="6312"/>
                </a:lnTo>
                <a:lnTo>
                  <a:pt x="4144" y="5836"/>
                </a:lnTo>
                <a:close/>
                <a:moveTo>
                  <a:pt x="7264" y="2120"/>
                </a:moveTo>
                <a:lnTo>
                  <a:pt x="7264" y="10717"/>
                </a:lnTo>
                <a:lnTo>
                  <a:pt x="6478" y="10717"/>
                </a:lnTo>
                <a:lnTo>
                  <a:pt x="6478" y="2597"/>
                </a:lnTo>
                <a:lnTo>
                  <a:pt x="7264" y="2120"/>
                </a:lnTo>
                <a:close/>
                <a:moveTo>
                  <a:pt x="11551" y="11051"/>
                </a:moveTo>
                <a:lnTo>
                  <a:pt x="11551" y="11527"/>
                </a:lnTo>
                <a:lnTo>
                  <a:pt x="358" y="11527"/>
                </a:lnTo>
                <a:lnTo>
                  <a:pt x="358" y="11051"/>
                </a:lnTo>
                <a:close/>
                <a:moveTo>
                  <a:pt x="930" y="1"/>
                </a:moveTo>
                <a:cubicBezTo>
                  <a:pt x="810" y="1"/>
                  <a:pt x="715" y="72"/>
                  <a:pt x="715" y="192"/>
                </a:cubicBezTo>
                <a:lnTo>
                  <a:pt x="715" y="977"/>
                </a:lnTo>
                <a:lnTo>
                  <a:pt x="501" y="977"/>
                </a:lnTo>
                <a:cubicBezTo>
                  <a:pt x="429" y="977"/>
                  <a:pt x="334" y="1049"/>
                  <a:pt x="334" y="1144"/>
                </a:cubicBezTo>
                <a:cubicBezTo>
                  <a:pt x="334" y="1263"/>
                  <a:pt x="382" y="1335"/>
                  <a:pt x="501" y="1335"/>
                </a:cubicBezTo>
                <a:lnTo>
                  <a:pt x="715" y="1335"/>
                </a:lnTo>
                <a:lnTo>
                  <a:pt x="715" y="2240"/>
                </a:lnTo>
                <a:lnTo>
                  <a:pt x="501" y="2240"/>
                </a:lnTo>
                <a:cubicBezTo>
                  <a:pt x="429" y="2240"/>
                  <a:pt x="334" y="2287"/>
                  <a:pt x="334" y="2382"/>
                </a:cubicBezTo>
                <a:cubicBezTo>
                  <a:pt x="334" y="2502"/>
                  <a:pt x="382" y="2597"/>
                  <a:pt x="501" y="2597"/>
                </a:cubicBezTo>
                <a:lnTo>
                  <a:pt x="715" y="2597"/>
                </a:lnTo>
                <a:lnTo>
                  <a:pt x="715" y="3478"/>
                </a:lnTo>
                <a:lnTo>
                  <a:pt x="501" y="3478"/>
                </a:lnTo>
                <a:cubicBezTo>
                  <a:pt x="429" y="3478"/>
                  <a:pt x="334" y="3549"/>
                  <a:pt x="334" y="3645"/>
                </a:cubicBezTo>
                <a:cubicBezTo>
                  <a:pt x="334" y="3740"/>
                  <a:pt x="382" y="3835"/>
                  <a:pt x="501" y="3835"/>
                </a:cubicBezTo>
                <a:lnTo>
                  <a:pt x="715" y="3835"/>
                </a:lnTo>
                <a:lnTo>
                  <a:pt x="715" y="4740"/>
                </a:lnTo>
                <a:lnTo>
                  <a:pt x="501" y="4740"/>
                </a:lnTo>
                <a:cubicBezTo>
                  <a:pt x="429" y="4740"/>
                  <a:pt x="334" y="4788"/>
                  <a:pt x="334" y="4883"/>
                </a:cubicBezTo>
                <a:cubicBezTo>
                  <a:pt x="334" y="5002"/>
                  <a:pt x="382" y="5097"/>
                  <a:pt x="501" y="5097"/>
                </a:cubicBezTo>
                <a:lnTo>
                  <a:pt x="715" y="5097"/>
                </a:lnTo>
                <a:lnTo>
                  <a:pt x="715" y="5978"/>
                </a:lnTo>
                <a:lnTo>
                  <a:pt x="501" y="5978"/>
                </a:lnTo>
                <a:cubicBezTo>
                  <a:pt x="429" y="5978"/>
                  <a:pt x="334" y="6050"/>
                  <a:pt x="334" y="6121"/>
                </a:cubicBezTo>
                <a:cubicBezTo>
                  <a:pt x="334" y="6240"/>
                  <a:pt x="382" y="6336"/>
                  <a:pt x="501" y="6336"/>
                </a:cubicBezTo>
                <a:lnTo>
                  <a:pt x="715" y="6336"/>
                </a:lnTo>
                <a:lnTo>
                  <a:pt x="715" y="7241"/>
                </a:lnTo>
                <a:lnTo>
                  <a:pt x="501" y="7241"/>
                </a:lnTo>
                <a:cubicBezTo>
                  <a:pt x="429" y="7241"/>
                  <a:pt x="334" y="7288"/>
                  <a:pt x="334" y="7383"/>
                </a:cubicBezTo>
                <a:cubicBezTo>
                  <a:pt x="334" y="7503"/>
                  <a:pt x="382" y="7598"/>
                  <a:pt x="501" y="7598"/>
                </a:cubicBezTo>
                <a:lnTo>
                  <a:pt x="715" y="7598"/>
                </a:lnTo>
                <a:lnTo>
                  <a:pt x="715" y="8479"/>
                </a:lnTo>
                <a:lnTo>
                  <a:pt x="501" y="8479"/>
                </a:lnTo>
                <a:cubicBezTo>
                  <a:pt x="429" y="8479"/>
                  <a:pt x="334" y="8550"/>
                  <a:pt x="334" y="8622"/>
                </a:cubicBezTo>
                <a:cubicBezTo>
                  <a:pt x="334" y="8741"/>
                  <a:pt x="382" y="8836"/>
                  <a:pt x="501" y="8836"/>
                </a:cubicBezTo>
                <a:lnTo>
                  <a:pt x="715" y="8836"/>
                </a:lnTo>
                <a:lnTo>
                  <a:pt x="715" y="9741"/>
                </a:lnTo>
                <a:lnTo>
                  <a:pt x="501" y="9741"/>
                </a:lnTo>
                <a:cubicBezTo>
                  <a:pt x="429" y="9741"/>
                  <a:pt x="334" y="9789"/>
                  <a:pt x="334" y="9884"/>
                </a:cubicBezTo>
                <a:cubicBezTo>
                  <a:pt x="334" y="10003"/>
                  <a:pt x="382" y="10098"/>
                  <a:pt x="501" y="10098"/>
                </a:cubicBezTo>
                <a:lnTo>
                  <a:pt x="715" y="10098"/>
                </a:lnTo>
                <a:lnTo>
                  <a:pt x="715" y="10717"/>
                </a:lnTo>
                <a:lnTo>
                  <a:pt x="310" y="10717"/>
                </a:lnTo>
                <a:cubicBezTo>
                  <a:pt x="144" y="10717"/>
                  <a:pt x="1" y="10837"/>
                  <a:pt x="1" y="11003"/>
                </a:cubicBezTo>
                <a:lnTo>
                  <a:pt x="1" y="11575"/>
                </a:lnTo>
                <a:cubicBezTo>
                  <a:pt x="1" y="11718"/>
                  <a:pt x="120" y="11884"/>
                  <a:pt x="310" y="11884"/>
                </a:cubicBezTo>
                <a:lnTo>
                  <a:pt x="11622" y="11884"/>
                </a:lnTo>
                <a:cubicBezTo>
                  <a:pt x="11765" y="11884"/>
                  <a:pt x="11908" y="11765"/>
                  <a:pt x="11908" y="11575"/>
                </a:cubicBezTo>
                <a:lnTo>
                  <a:pt x="11908" y="10979"/>
                </a:lnTo>
                <a:cubicBezTo>
                  <a:pt x="11908" y="10837"/>
                  <a:pt x="11789" y="10694"/>
                  <a:pt x="11622" y="10694"/>
                </a:cubicBezTo>
                <a:lnTo>
                  <a:pt x="10789" y="10694"/>
                </a:lnTo>
                <a:lnTo>
                  <a:pt x="10789" y="6193"/>
                </a:lnTo>
                <a:cubicBezTo>
                  <a:pt x="10789" y="6097"/>
                  <a:pt x="10717" y="6002"/>
                  <a:pt x="10646" y="6002"/>
                </a:cubicBezTo>
                <a:cubicBezTo>
                  <a:pt x="10527" y="6002"/>
                  <a:pt x="10431" y="6074"/>
                  <a:pt x="10431" y="6193"/>
                </a:cubicBezTo>
                <a:lnTo>
                  <a:pt x="10431" y="10694"/>
                </a:lnTo>
                <a:lnTo>
                  <a:pt x="9622" y="10694"/>
                </a:lnTo>
                <a:lnTo>
                  <a:pt x="9622" y="4669"/>
                </a:lnTo>
                <a:lnTo>
                  <a:pt x="10431" y="4240"/>
                </a:lnTo>
                <a:lnTo>
                  <a:pt x="10431" y="5383"/>
                </a:lnTo>
                <a:cubicBezTo>
                  <a:pt x="10431" y="5478"/>
                  <a:pt x="10479" y="5574"/>
                  <a:pt x="10574" y="5574"/>
                </a:cubicBezTo>
                <a:cubicBezTo>
                  <a:pt x="10693" y="5574"/>
                  <a:pt x="10789" y="5502"/>
                  <a:pt x="10789" y="5383"/>
                </a:cubicBezTo>
                <a:lnTo>
                  <a:pt x="10789" y="3930"/>
                </a:lnTo>
                <a:cubicBezTo>
                  <a:pt x="10789" y="3883"/>
                  <a:pt x="10765" y="3811"/>
                  <a:pt x="10693" y="3787"/>
                </a:cubicBezTo>
                <a:lnTo>
                  <a:pt x="9646" y="3144"/>
                </a:lnTo>
                <a:cubicBezTo>
                  <a:pt x="9586" y="3121"/>
                  <a:pt x="9527" y="3109"/>
                  <a:pt x="9473" y="3109"/>
                </a:cubicBezTo>
                <a:cubicBezTo>
                  <a:pt x="9419" y="3109"/>
                  <a:pt x="9372" y="3121"/>
                  <a:pt x="9336" y="3144"/>
                </a:cubicBezTo>
                <a:lnTo>
                  <a:pt x="8288" y="3787"/>
                </a:lnTo>
                <a:cubicBezTo>
                  <a:pt x="8217" y="3811"/>
                  <a:pt x="8193" y="3883"/>
                  <a:pt x="8193" y="3930"/>
                </a:cubicBezTo>
                <a:lnTo>
                  <a:pt x="8193" y="10717"/>
                </a:lnTo>
                <a:lnTo>
                  <a:pt x="7621" y="10717"/>
                </a:lnTo>
                <a:lnTo>
                  <a:pt x="7621" y="1811"/>
                </a:lnTo>
                <a:lnTo>
                  <a:pt x="7621" y="1787"/>
                </a:lnTo>
                <a:cubicBezTo>
                  <a:pt x="7621" y="1739"/>
                  <a:pt x="7598" y="1692"/>
                  <a:pt x="7550" y="1668"/>
                </a:cubicBezTo>
                <a:lnTo>
                  <a:pt x="6502" y="1049"/>
                </a:lnTo>
                <a:cubicBezTo>
                  <a:pt x="6443" y="1013"/>
                  <a:pt x="6383" y="995"/>
                  <a:pt x="6326" y="995"/>
                </a:cubicBezTo>
                <a:cubicBezTo>
                  <a:pt x="6270" y="995"/>
                  <a:pt x="6216" y="1013"/>
                  <a:pt x="6169" y="1049"/>
                </a:cubicBezTo>
                <a:lnTo>
                  <a:pt x="5121" y="1668"/>
                </a:lnTo>
                <a:cubicBezTo>
                  <a:pt x="5097" y="1668"/>
                  <a:pt x="5097" y="1692"/>
                  <a:pt x="5097" y="1692"/>
                </a:cubicBezTo>
                <a:cubicBezTo>
                  <a:pt x="5073" y="1739"/>
                  <a:pt x="5073" y="1763"/>
                  <a:pt x="5073" y="1811"/>
                </a:cubicBezTo>
                <a:lnTo>
                  <a:pt x="5073" y="10717"/>
                </a:lnTo>
                <a:lnTo>
                  <a:pt x="4502" y="10717"/>
                </a:lnTo>
                <a:lnTo>
                  <a:pt x="4502" y="5502"/>
                </a:lnTo>
                <a:cubicBezTo>
                  <a:pt x="4502" y="5478"/>
                  <a:pt x="4478" y="5454"/>
                  <a:pt x="4454" y="5431"/>
                </a:cubicBezTo>
                <a:cubicBezTo>
                  <a:pt x="4406" y="5431"/>
                  <a:pt x="4406" y="5383"/>
                  <a:pt x="4383" y="5383"/>
                </a:cubicBezTo>
                <a:cubicBezTo>
                  <a:pt x="4359" y="5359"/>
                  <a:pt x="3382" y="4788"/>
                  <a:pt x="3382" y="4788"/>
                </a:cubicBezTo>
                <a:cubicBezTo>
                  <a:pt x="3323" y="4764"/>
                  <a:pt x="3263" y="4752"/>
                  <a:pt x="3204" y="4752"/>
                </a:cubicBezTo>
                <a:cubicBezTo>
                  <a:pt x="3144" y="4752"/>
                  <a:pt x="3085" y="4764"/>
                  <a:pt x="3025" y="4788"/>
                </a:cubicBezTo>
                <a:lnTo>
                  <a:pt x="1977" y="5431"/>
                </a:lnTo>
                <a:lnTo>
                  <a:pt x="1954" y="5454"/>
                </a:lnTo>
                <a:cubicBezTo>
                  <a:pt x="1906" y="5478"/>
                  <a:pt x="1882" y="5550"/>
                  <a:pt x="1882" y="5574"/>
                </a:cubicBezTo>
                <a:lnTo>
                  <a:pt x="1882" y="8598"/>
                </a:lnTo>
                <a:cubicBezTo>
                  <a:pt x="1882" y="8693"/>
                  <a:pt x="1954" y="8788"/>
                  <a:pt x="2025" y="8788"/>
                </a:cubicBezTo>
                <a:cubicBezTo>
                  <a:pt x="2144" y="8788"/>
                  <a:pt x="2239" y="8717"/>
                  <a:pt x="2239" y="8598"/>
                </a:cubicBezTo>
                <a:lnTo>
                  <a:pt x="2239" y="5859"/>
                </a:lnTo>
                <a:lnTo>
                  <a:pt x="3049" y="6312"/>
                </a:lnTo>
                <a:lnTo>
                  <a:pt x="3049" y="10717"/>
                </a:lnTo>
                <a:lnTo>
                  <a:pt x="2239" y="10717"/>
                </a:lnTo>
                <a:lnTo>
                  <a:pt x="2239" y="9408"/>
                </a:lnTo>
                <a:cubicBezTo>
                  <a:pt x="2239" y="9312"/>
                  <a:pt x="2192" y="9241"/>
                  <a:pt x="2096" y="9241"/>
                </a:cubicBezTo>
                <a:cubicBezTo>
                  <a:pt x="1977" y="9241"/>
                  <a:pt x="1882" y="9289"/>
                  <a:pt x="1882" y="9408"/>
                </a:cubicBezTo>
                <a:lnTo>
                  <a:pt x="1882" y="10717"/>
                </a:lnTo>
                <a:lnTo>
                  <a:pt x="1072" y="10717"/>
                </a:lnTo>
                <a:lnTo>
                  <a:pt x="1072" y="192"/>
                </a:lnTo>
                <a:cubicBezTo>
                  <a:pt x="1072" y="96"/>
                  <a:pt x="1025"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3" name="Google Shape;14283;p90"/>
          <p:cNvSpPr/>
          <p:nvPr/>
        </p:nvSpPr>
        <p:spPr>
          <a:xfrm>
            <a:off x="7749323" y="2835777"/>
            <a:ext cx="341071" cy="356019"/>
          </a:xfrm>
          <a:custGeom>
            <a:rect b="b" l="l" r="r" t="t"/>
            <a:pathLst>
              <a:path extrusionOk="0" h="11908" w="11408">
                <a:moveTo>
                  <a:pt x="5502" y="762"/>
                </a:moveTo>
                <a:lnTo>
                  <a:pt x="5502" y="3572"/>
                </a:lnTo>
                <a:lnTo>
                  <a:pt x="4168" y="2882"/>
                </a:lnTo>
                <a:lnTo>
                  <a:pt x="5502" y="762"/>
                </a:lnTo>
                <a:close/>
                <a:moveTo>
                  <a:pt x="3954" y="3167"/>
                </a:moveTo>
                <a:lnTo>
                  <a:pt x="5478" y="3953"/>
                </a:lnTo>
                <a:lnTo>
                  <a:pt x="5478" y="7430"/>
                </a:lnTo>
                <a:lnTo>
                  <a:pt x="2215" y="5906"/>
                </a:lnTo>
                <a:lnTo>
                  <a:pt x="3954" y="3167"/>
                </a:lnTo>
                <a:close/>
                <a:moveTo>
                  <a:pt x="7383" y="3167"/>
                </a:moveTo>
                <a:lnTo>
                  <a:pt x="9098" y="5906"/>
                </a:lnTo>
                <a:lnTo>
                  <a:pt x="5859" y="7478"/>
                </a:lnTo>
                <a:lnTo>
                  <a:pt x="5859" y="3953"/>
                </a:lnTo>
                <a:lnTo>
                  <a:pt x="7383" y="3167"/>
                </a:lnTo>
                <a:close/>
                <a:moveTo>
                  <a:pt x="9288" y="6240"/>
                </a:moveTo>
                <a:lnTo>
                  <a:pt x="10979" y="8954"/>
                </a:lnTo>
                <a:lnTo>
                  <a:pt x="5859" y="11431"/>
                </a:lnTo>
                <a:lnTo>
                  <a:pt x="5859" y="7859"/>
                </a:lnTo>
                <a:lnTo>
                  <a:pt x="9288" y="6240"/>
                </a:lnTo>
                <a:close/>
                <a:moveTo>
                  <a:pt x="5668" y="0"/>
                </a:moveTo>
                <a:cubicBezTo>
                  <a:pt x="5645" y="0"/>
                  <a:pt x="5621" y="24"/>
                  <a:pt x="5597" y="48"/>
                </a:cubicBezTo>
                <a:lnTo>
                  <a:pt x="5549" y="95"/>
                </a:lnTo>
                <a:lnTo>
                  <a:pt x="48" y="8859"/>
                </a:lnTo>
                <a:cubicBezTo>
                  <a:pt x="24" y="8931"/>
                  <a:pt x="1" y="8978"/>
                  <a:pt x="24" y="9073"/>
                </a:cubicBezTo>
                <a:cubicBezTo>
                  <a:pt x="48" y="9145"/>
                  <a:pt x="72" y="9193"/>
                  <a:pt x="143" y="9216"/>
                </a:cubicBezTo>
                <a:lnTo>
                  <a:pt x="1477" y="9883"/>
                </a:lnTo>
                <a:cubicBezTo>
                  <a:pt x="1509" y="9891"/>
                  <a:pt x="1541" y="9896"/>
                  <a:pt x="1571" y="9896"/>
                </a:cubicBezTo>
                <a:cubicBezTo>
                  <a:pt x="1631" y="9896"/>
                  <a:pt x="1683" y="9875"/>
                  <a:pt x="1715" y="9812"/>
                </a:cubicBezTo>
                <a:cubicBezTo>
                  <a:pt x="1787" y="9740"/>
                  <a:pt x="1739" y="9621"/>
                  <a:pt x="1644" y="9574"/>
                </a:cubicBezTo>
                <a:lnTo>
                  <a:pt x="429" y="8978"/>
                </a:lnTo>
                <a:lnTo>
                  <a:pt x="2120" y="6287"/>
                </a:lnTo>
                <a:lnTo>
                  <a:pt x="5549" y="7883"/>
                </a:lnTo>
                <a:lnTo>
                  <a:pt x="5549" y="11455"/>
                </a:lnTo>
                <a:lnTo>
                  <a:pt x="2406" y="9931"/>
                </a:lnTo>
                <a:cubicBezTo>
                  <a:pt x="2383" y="9925"/>
                  <a:pt x="2361" y="9922"/>
                  <a:pt x="2339" y="9922"/>
                </a:cubicBezTo>
                <a:cubicBezTo>
                  <a:pt x="2268" y="9922"/>
                  <a:pt x="2204" y="9953"/>
                  <a:pt x="2168" y="10026"/>
                </a:cubicBezTo>
                <a:cubicBezTo>
                  <a:pt x="2120" y="10121"/>
                  <a:pt x="2168" y="10217"/>
                  <a:pt x="2239" y="10264"/>
                </a:cubicBezTo>
                <a:lnTo>
                  <a:pt x="5645" y="11907"/>
                </a:lnTo>
                <a:lnTo>
                  <a:pt x="5811" y="11907"/>
                </a:lnTo>
                <a:lnTo>
                  <a:pt x="11289" y="9264"/>
                </a:lnTo>
                <a:cubicBezTo>
                  <a:pt x="11360" y="9216"/>
                  <a:pt x="11408" y="9169"/>
                  <a:pt x="11408" y="9097"/>
                </a:cubicBezTo>
                <a:cubicBezTo>
                  <a:pt x="11360" y="9026"/>
                  <a:pt x="11360" y="8931"/>
                  <a:pt x="11336" y="8859"/>
                </a:cubicBezTo>
                <a:lnTo>
                  <a:pt x="7073" y="2048"/>
                </a:lnTo>
                <a:cubicBezTo>
                  <a:pt x="7045" y="1991"/>
                  <a:pt x="6998" y="1959"/>
                  <a:pt x="6945" y="1959"/>
                </a:cubicBezTo>
                <a:cubicBezTo>
                  <a:pt x="6910" y="1959"/>
                  <a:pt x="6873" y="1972"/>
                  <a:pt x="6835" y="2001"/>
                </a:cubicBezTo>
                <a:cubicBezTo>
                  <a:pt x="6740" y="2048"/>
                  <a:pt x="6716" y="2143"/>
                  <a:pt x="6788" y="2239"/>
                </a:cubicBezTo>
                <a:lnTo>
                  <a:pt x="7193" y="2882"/>
                </a:lnTo>
                <a:lnTo>
                  <a:pt x="5859" y="3572"/>
                </a:lnTo>
                <a:lnTo>
                  <a:pt x="5859" y="762"/>
                </a:lnTo>
                <a:lnTo>
                  <a:pt x="6359" y="1548"/>
                </a:lnTo>
                <a:cubicBezTo>
                  <a:pt x="6402" y="1606"/>
                  <a:pt x="6446" y="1637"/>
                  <a:pt x="6494" y="1637"/>
                </a:cubicBezTo>
                <a:cubicBezTo>
                  <a:pt x="6526" y="1637"/>
                  <a:pt x="6560" y="1624"/>
                  <a:pt x="6597" y="1596"/>
                </a:cubicBezTo>
                <a:cubicBezTo>
                  <a:pt x="6692" y="1548"/>
                  <a:pt x="6716" y="1453"/>
                  <a:pt x="6669" y="1358"/>
                </a:cubicBezTo>
                <a:lnTo>
                  <a:pt x="5859" y="95"/>
                </a:lnTo>
                <a:cubicBezTo>
                  <a:pt x="5835" y="24"/>
                  <a:pt x="5740" y="0"/>
                  <a:pt x="5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84" name="Google Shape;14284;p90"/>
          <p:cNvGrpSpPr/>
          <p:nvPr/>
        </p:nvGrpSpPr>
        <p:grpSpPr>
          <a:xfrm>
            <a:off x="7751534" y="3421058"/>
            <a:ext cx="351056" cy="355302"/>
            <a:chOff x="6657238" y="3313708"/>
            <a:chExt cx="293550" cy="297100"/>
          </a:xfrm>
        </p:grpSpPr>
        <p:sp>
          <p:nvSpPr>
            <p:cNvPr id="14285" name="Google Shape;14285;p90"/>
            <p:cNvSpPr/>
            <p:nvPr/>
          </p:nvSpPr>
          <p:spPr>
            <a:xfrm>
              <a:off x="6657238" y="3508983"/>
              <a:ext cx="70300" cy="101825"/>
            </a:xfrm>
            <a:custGeom>
              <a:rect b="b" l="l" r="r" t="t"/>
              <a:pathLst>
                <a:path extrusionOk="0" h="4073" w="2812">
                  <a:moveTo>
                    <a:pt x="1287" y="2835"/>
                  </a:moveTo>
                  <a:lnTo>
                    <a:pt x="1287" y="3501"/>
                  </a:lnTo>
                  <a:lnTo>
                    <a:pt x="1287" y="3597"/>
                  </a:lnTo>
                  <a:cubicBezTo>
                    <a:pt x="1263" y="3692"/>
                    <a:pt x="1168" y="3716"/>
                    <a:pt x="1120" y="3716"/>
                  </a:cubicBezTo>
                  <a:cubicBezTo>
                    <a:pt x="1025" y="3716"/>
                    <a:pt x="930" y="3620"/>
                    <a:pt x="930" y="3549"/>
                  </a:cubicBezTo>
                  <a:lnTo>
                    <a:pt x="930" y="2835"/>
                  </a:lnTo>
                  <a:close/>
                  <a:moveTo>
                    <a:pt x="2001" y="2835"/>
                  </a:moveTo>
                  <a:lnTo>
                    <a:pt x="2001" y="3549"/>
                  </a:lnTo>
                  <a:cubicBezTo>
                    <a:pt x="2001" y="3620"/>
                    <a:pt x="1906" y="3716"/>
                    <a:pt x="1835" y="3716"/>
                  </a:cubicBezTo>
                  <a:cubicBezTo>
                    <a:pt x="1739" y="3716"/>
                    <a:pt x="1668" y="3692"/>
                    <a:pt x="1644" y="3597"/>
                  </a:cubicBezTo>
                  <a:lnTo>
                    <a:pt x="1644" y="3549"/>
                  </a:lnTo>
                  <a:lnTo>
                    <a:pt x="1644" y="3501"/>
                  </a:lnTo>
                  <a:lnTo>
                    <a:pt x="1644" y="2835"/>
                  </a:lnTo>
                  <a:close/>
                  <a:moveTo>
                    <a:pt x="1358" y="1"/>
                  </a:moveTo>
                  <a:cubicBezTo>
                    <a:pt x="954" y="1"/>
                    <a:pt x="644" y="120"/>
                    <a:pt x="358" y="406"/>
                  </a:cubicBezTo>
                  <a:cubicBezTo>
                    <a:pt x="1" y="810"/>
                    <a:pt x="1" y="1310"/>
                    <a:pt x="1" y="1787"/>
                  </a:cubicBezTo>
                  <a:lnTo>
                    <a:pt x="1" y="2025"/>
                  </a:lnTo>
                  <a:lnTo>
                    <a:pt x="1" y="2049"/>
                  </a:lnTo>
                  <a:cubicBezTo>
                    <a:pt x="1" y="2120"/>
                    <a:pt x="49" y="2168"/>
                    <a:pt x="72" y="2239"/>
                  </a:cubicBezTo>
                  <a:cubicBezTo>
                    <a:pt x="72" y="2263"/>
                    <a:pt x="96" y="2263"/>
                    <a:pt x="96" y="2287"/>
                  </a:cubicBezTo>
                  <a:lnTo>
                    <a:pt x="120" y="2311"/>
                  </a:lnTo>
                  <a:lnTo>
                    <a:pt x="96" y="2501"/>
                  </a:lnTo>
                  <a:lnTo>
                    <a:pt x="96" y="2525"/>
                  </a:lnTo>
                  <a:cubicBezTo>
                    <a:pt x="120" y="2716"/>
                    <a:pt x="239" y="2835"/>
                    <a:pt x="430" y="2835"/>
                  </a:cubicBezTo>
                  <a:lnTo>
                    <a:pt x="477" y="2835"/>
                  </a:lnTo>
                  <a:lnTo>
                    <a:pt x="477" y="3549"/>
                  </a:lnTo>
                  <a:cubicBezTo>
                    <a:pt x="477" y="3835"/>
                    <a:pt x="692" y="4073"/>
                    <a:pt x="1001" y="4073"/>
                  </a:cubicBezTo>
                  <a:cubicBezTo>
                    <a:pt x="1144" y="4073"/>
                    <a:pt x="1263" y="4049"/>
                    <a:pt x="1382" y="3930"/>
                  </a:cubicBezTo>
                  <a:cubicBezTo>
                    <a:pt x="1477" y="4025"/>
                    <a:pt x="1597" y="4073"/>
                    <a:pt x="1739" y="4073"/>
                  </a:cubicBezTo>
                  <a:lnTo>
                    <a:pt x="1763" y="4073"/>
                  </a:lnTo>
                  <a:cubicBezTo>
                    <a:pt x="2025" y="4073"/>
                    <a:pt x="2263" y="3835"/>
                    <a:pt x="2263" y="3549"/>
                  </a:cubicBezTo>
                  <a:lnTo>
                    <a:pt x="2263" y="2835"/>
                  </a:lnTo>
                  <a:lnTo>
                    <a:pt x="2359" y="2835"/>
                  </a:lnTo>
                  <a:cubicBezTo>
                    <a:pt x="2549" y="2763"/>
                    <a:pt x="2621" y="2620"/>
                    <a:pt x="2621" y="2430"/>
                  </a:cubicBezTo>
                  <a:lnTo>
                    <a:pt x="2597" y="2287"/>
                  </a:lnTo>
                  <a:lnTo>
                    <a:pt x="2621" y="2263"/>
                  </a:lnTo>
                  <a:cubicBezTo>
                    <a:pt x="2716" y="2168"/>
                    <a:pt x="2740" y="2073"/>
                    <a:pt x="2740" y="1953"/>
                  </a:cubicBezTo>
                  <a:lnTo>
                    <a:pt x="2740" y="1287"/>
                  </a:lnTo>
                  <a:cubicBezTo>
                    <a:pt x="2811" y="1072"/>
                    <a:pt x="2740" y="834"/>
                    <a:pt x="2621" y="620"/>
                  </a:cubicBezTo>
                  <a:cubicBezTo>
                    <a:pt x="2590" y="569"/>
                    <a:pt x="2534" y="540"/>
                    <a:pt x="2477" y="540"/>
                  </a:cubicBezTo>
                  <a:cubicBezTo>
                    <a:pt x="2401" y="540"/>
                    <a:pt x="2325" y="592"/>
                    <a:pt x="2311" y="715"/>
                  </a:cubicBezTo>
                  <a:lnTo>
                    <a:pt x="2311" y="739"/>
                  </a:lnTo>
                  <a:cubicBezTo>
                    <a:pt x="2430" y="929"/>
                    <a:pt x="2478" y="1096"/>
                    <a:pt x="2478" y="1310"/>
                  </a:cubicBezTo>
                  <a:lnTo>
                    <a:pt x="2478" y="1953"/>
                  </a:lnTo>
                  <a:cubicBezTo>
                    <a:pt x="2478" y="2001"/>
                    <a:pt x="2430" y="2025"/>
                    <a:pt x="2382" y="2025"/>
                  </a:cubicBezTo>
                  <a:cubicBezTo>
                    <a:pt x="2359" y="2025"/>
                    <a:pt x="2359" y="2001"/>
                    <a:pt x="2359" y="1953"/>
                  </a:cubicBezTo>
                  <a:lnTo>
                    <a:pt x="2359" y="1930"/>
                  </a:lnTo>
                  <a:lnTo>
                    <a:pt x="2359" y="1287"/>
                  </a:lnTo>
                  <a:cubicBezTo>
                    <a:pt x="2359" y="1191"/>
                    <a:pt x="2311" y="1120"/>
                    <a:pt x="2216" y="1096"/>
                  </a:cubicBezTo>
                  <a:cubicBezTo>
                    <a:pt x="2203" y="1094"/>
                    <a:pt x="2191" y="1092"/>
                    <a:pt x="2179" y="1092"/>
                  </a:cubicBezTo>
                  <a:cubicBezTo>
                    <a:pt x="2078" y="1092"/>
                    <a:pt x="2001" y="1180"/>
                    <a:pt x="2001" y="1287"/>
                  </a:cubicBezTo>
                  <a:lnTo>
                    <a:pt x="2001" y="2025"/>
                  </a:lnTo>
                  <a:lnTo>
                    <a:pt x="2001" y="2049"/>
                  </a:lnTo>
                  <a:cubicBezTo>
                    <a:pt x="2025" y="2239"/>
                    <a:pt x="2144" y="2382"/>
                    <a:pt x="2335" y="2406"/>
                  </a:cubicBezTo>
                  <a:lnTo>
                    <a:pt x="2335" y="2501"/>
                  </a:lnTo>
                  <a:lnTo>
                    <a:pt x="573" y="2501"/>
                  </a:lnTo>
                  <a:lnTo>
                    <a:pt x="573" y="2406"/>
                  </a:lnTo>
                  <a:cubicBezTo>
                    <a:pt x="763" y="2382"/>
                    <a:pt x="906" y="2239"/>
                    <a:pt x="906" y="2025"/>
                  </a:cubicBezTo>
                  <a:lnTo>
                    <a:pt x="906" y="2001"/>
                  </a:lnTo>
                  <a:lnTo>
                    <a:pt x="906" y="1287"/>
                  </a:lnTo>
                  <a:cubicBezTo>
                    <a:pt x="906" y="1191"/>
                    <a:pt x="834" y="1120"/>
                    <a:pt x="763" y="1096"/>
                  </a:cubicBezTo>
                  <a:cubicBezTo>
                    <a:pt x="751" y="1094"/>
                    <a:pt x="738" y="1092"/>
                    <a:pt x="727" y="1092"/>
                  </a:cubicBezTo>
                  <a:cubicBezTo>
                    <a:pt x="625" y="1092"/>
                    <a:pt x="549" y="1180"/>
                    <a:pt x="549" y="1287"/>
                  </a:cubicBezTo>
                  <a:lnTo>
                    <a:pt x="549" y="2025"/>
                  </a:lnTo>
                  <a:cubicBezTo>
                    <a:pt x="549" y="2025"/>
                    <a:pt x="525" y="2073"/>
                    <a:pt x="477" y="2073"/>
                  </a:cubicBezTo>
                  <a:cubicBezTo>
                    <a:pt x="453" y="2073"/>
                    <a:pt x="430" y="2049"/>
                    <a:pt x="430" y="2025"/>
                  </a:cubicBezTo>
                  <a:lnTo>
                    <a:pt x="430" y="1334"/>
                  </a:lnTo>
                  <a:cubicBezTo>
                    <a:pt x="430" y="763"/>
                    <a:pt x="858" y="334"/>
                    <a:pt x="1430" y="334"/>
                  </a:cubicBezTo>
                  <a:cubicBezTo>
                    <a:pt x="1549" y="334"/>
                    <a:pt x="1668" y="358"/>
                    <a:pt x="1763" y="382"/>
                  </a:cubicBezTo>
                  <a:cubicBezTo>
                    <a:pt x="1780" y="386"/>
                    <a:pt x="1796" y="388"/>
                    <a:pt x="1812" y="388"/>
                  </a:cubicBezTo>
                  <a:cubicBezTo>
                    <a:pt x="1889" y="388"/>
                    <a:pt x="1958" y="342"/>
                    <a:pt x="1978" y="263"/>
                  </a:cubicBezTo>
                  <a:cubicBezTo>
                    <a:pt x="2001" y="167"/>
                    <a:pt x="1954" y="96"/>
                    <a:pt x="1859" y="48"/>
                  </a:cubicBezTo>
                  <a:cubicBezTo>
                    <a:pt x="1716" y="1"/>
                    <a:pt x="1406" y="1"/>
                    <a:pt x="1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6" name="Google Shape;14286;p90"/>
            <p:cNvSpPr/>
            <p:nvPr/>
          </p:nvSpPr>
          <p:spPr>
            <a:xfrm>
              <a:off x="6676888" y="3468508"/>
              <a:ext cx="33975" cy="34550"/>
            </a:xfrm>
            <a:custGeom>
              <a:rect b="b" l="l" r="r" t="t"/>
              <a:pathLst>
                <a:path extrusionOk="0" h="1382" w="1359">
                  <a:moveTo>
                    <a:pt x="691" y="334"/>
                  </a:moveTo>
                  <a:cubicBezTo>
                    <a:pt x="858" y="334"/>
                    <a:pt x="1049" y="477"/>
                    <a:pt x="1049" y="691"/>
                  </a:cubicBezTo>
                  <a:cubicBezTo>
                    <a:pt x="1049" y="881"/>
                    <a:pt x="882" y="1048"/>
                    <a:pt x="691" y="1048"/>
                  </a:cubicBezTo>
                  <a:cubicBezTo>
                    <a:pt x="501" y="1048"/>
                    <a:pt x="334" y="905"/>
                    <a:pt x="334" y="691"/>
                  </a:cubicBezTo>
                  <a:cubicBezTo>
                    <a:pt x="334" y="524"/>
                    <a:pt x="477" y="334"/>
                    <a:pt x="691" y="334"/>
                  </a:cubicBezTo>
                  <a:close/>
                  <a:moveTo>
                    <a:pt x="691" y="0"/>
                  </a:moveTo>
                  <a:cubicBezTo>
                    <a:pt x="287" y="0"/>
                    <a:pt x="1" y="310"/>
                    <a:pt x="1" y="691"/>
                  </a:cubicBezTo>
                  <a:cubicBezTo>
                    <a:pt x="1" y="1072"/>
                    <a:pt x="287" y="1382"/>
                    <a:pt x="691" y="1382"/>
                  </a:cubicBezTo>
                  <a:cubicBezTo>
                    <a:pt x="1073" y="1382"/>
                    <a:pt x="1358" y="1072"/>
                    <a:pt x="1358" y="691"/>
                  </a:cubicBezTo>
                  <a:cubicBezTo>
                    <a:pt x="1358" y="310"/>
                    <a:pt x="1073"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7" name="Google Shape;14287;p90"/>
            <p:cNvSpPr/>
            <p:nvPr/>
          </p:nvSpPr>
          <p:spPr>
            <a:xfrm>
              <a:off x="6676313" y="3313708"/>
              <a:ext cx="34550" cy="34550"/>
            </a:xfrm>
            <a:custGeom>
              <a:rect b="b" l="l" r="r" t="t"/>
              <a:pathLst>
                <a:path extrusionOk="0" h="1382" w="1382">
                  <a:moveTo>
                    <a:pt x="667" y="334"/>
                  </a:moveTo>
                  <a:cubicBezTo>
                    <a:pt x="881" y="334"/>
                    <a:pt x="1024" y="477"/>
                    <a:pt x="1024" y="691"/>
                  </a:cubicBezTo>
                  <a:cubicBezTo>
                    <a:pt x="1024" y="906"/>
                    <a:pt x="857" y="1048"/>
                    <a:pt x="667" y="1048"/>
                  </a:cubicBezTo>
                  <a:cubicBezTo>
                    <a:pt x="476" y="1048"/>
                    <a:pt x="310" y="906"/>
                    <a:pt x="310" y="691"/>
                  </a:cubicBezTo>
                  <a:cubicBezTo>
                    <a:pt x="310" y="477"/>
                    <a:pt x="500" y="334"/>
                    <a:pt x="667" y="334"/>
                  </a:cubicBezTo>
                  <a:close/>
                  <a:moveTo>
                    <a:pt x="667" y="1"/>
                  </a:moveTo>
                  <a:cubicBezTo>
                    <a:pt x="286" y="1"/>
                    <a:pt x="0" y="310"/>
                    <a:pt x="0" y="691"/>
                  </a:cubicBezTo>
                  <a:cubicBezTo>
                    <a:pt x="0" y="1072"/>
                    <a:pt x="286" y="1382"/>
                    <a:pt x="667" y="1382"/>
                  </a:cubicBezTo>
                  <a:cubicBezTo>
                    <a:pt x="1072" y="1382"/>
                    <a:pt x="1381" y="1072"/>
                    <a:pt x="1357" y="691"/>
                  </a:cubicBezTo>
                  <a:cubicBezTo>
                    <a:pt x="1357" y="310"/>
                    <a:pt x="1072"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8" name="Google Shape;14288;p90"/>
            <p:cNvSpPr/>
            <p:nvPr/>
          </p:nvSpPr>
          <p:spPr>
            <a:xfrm>
              <a:off x="6658438" y="3354783"/>
              <a:ext cx="69100" cy="103625"/>
            </a:xfrm>
            <a:custGeom>
              <a:rect b="b" l="l" r="r" t="t"/>
              <a:pathLst>
                <a:path extrusionOk="0" h="4145" w="2764">
                  <a:moveTo>
                    <a:pt x="1334" y="1"/>
                  </a:moveTo>
                  <a:cubicBezTo>
                    <a:pt x="953" y="1"/>
                    <a:pt x="620" y="120"/>
                    <a:pt x="358" y="429"/>
                  </a:cubicBezTo>
                  <a:cubicBezTo>
                    <a:pt x="167" y="620"/>
                    <a:pt x="72" y="906"/>
                    <a:pt x="24" y="1168"/>
                  </a:cubicBezTo>
                  <a:cubicBezTo>
                    <a:pt x="1" y="1382"/>
                    <a:pt x="1" y="1573"/>
                    <a:pt x="1" y="1787"/>
                  </a:cubicBezTo>
                  <a:lnTo>
                    <a:pt x="1" y="2001"/>
                  </a:lnTo>
                  <a:lnTo>
                    <a:pt x="1" y="2477"/>
                  </a:lnTo>
                  <a:cubicBezTo>
                    <a:pt x="1" y="2501"/>
                    <a:pt x="24" y="2573"/>
                    <a:pt x="48" y="2573"/>
                  </a:cubicBezTo>
                  <a:cubicBezTo>
                    <a:pt x="191" y="2692"/>
                    <a:pt x="358" y="2716"/>
                    <a:pt x="477" y="2716"/>
                  </a:cubicBezTo>
                  <a:lnTo>
                    <a:pt x="477" y="3597"/>
                  </a:lnTo>
                  <a:cubicBezTo>
                    <a:pt x="477" y="3906"/>
                    <a:pt x="667" y="4144"/>
                    <a:pt x="977" y="4144"/>
                  </a:cubicBezTo>
                  <a:cubicBezTo>
                    <a:pt x="1120" y="4144"/>
                    <a:pt x="1239" y="4073"/>
                    <a:pt x="1358" y="4002"/>
                  </a:cubicBezTo>
                  <a:cubicBezTo>
                    <a:pt x="1453" y="4073"/>
                    <a:pt x="1596" y="4144"/>
                    <a:pt x="1739" y="4144"/>
                  </a:cubicBezTo>
                  <a:cubicBezTo>
                    <a:pt x="2049" y="4144"/>
                    <a:pt x="2263" y="3883"/>
                    <a:pt x="2263" y="3597"/>
                  </a:cubicBezTo>
                  <a:lnTo>
                    <a:pt x="2263" y="2716"/>
                  </a:lnTo>
                  <a:lnTo>
                    <a:pt x="2406" y="2716"/>
                  </a:lnTo>
                  <a:cubicBezTo>
                    <a:pt x="2573" y="2692"/>
                    <a:pt x="2739" y="2477"/>
                    <a:pt x="2739" y="2287"/>
                  </a:cubicBezTo>
                  <a:lnTo>
                    <a:pt x="2739" y="1644"/>
                  </a:lnTo>
                  <a:lnTo>
                    <a:pt x="2763" y="1311"/>
                  </a:lnTo>
                  <a:cubicBezTo>
                    <a:pt x="2763" y="1096"/>
                    <a:pt x="2739" y="953"/>
                    <a:pt x="2668" y="810"/>
                  </a:cubicBezTo>
                  <a:lnTo>
                    <a:pt x="2573" y="620"/>
                  </a:lnTo>
                  <a:cubicBezTo>
                    <a:pt x="2542" y="569"/>
                    <a:pt x="2486" y="540"/>
                    <a:pt x="2429" y="540"/>
                  </a:cubicBezTo>
                  <a:cubicBezTo>
                    <a:pt x="2353" y="540"/>
                    <a:pt x="2277" y="592"/>
                    <a:pt x="2263" y="715"/>
                  </a:cubicBezTo>
                  <a:lnTo>
                    <a:pt x="2263" y="739"/>
                  </a:lnTo>
                  <a:cubicBezTo>
                    <a:pt x="2311" y="834"/>
                    <a:pt x="2334" y="906"/>
                    <a:pt x="2382" y="977"/>
                  </a:cubicBezTo>
                  <a:cubicBezTo>
                    <a:pt x="2430" y="1144"/>
                    <a:pt x="2430" y="1263"/>
                    <a:pt x="2430" y="1406"/>
                  </a:cubicBezTo>
                  <a:lnTo>
                    <a:pt x="2430" y="1882"/>
                  </a:lnTo>
                  <a:lnTo>
                    <a:pt x="2430" y="2263"/>
                  </a:lnTo>
                  <a:cubicBezTo>
                    <a:pt x="2430" y="2287"/>
                    <a:pt x="2406" y="2335"/>
                    <a:pt x="2334" y="2335"/>
                  </a:cubicBezTo>
                  <a:cubicBezTo>
                    <a:pt x="2311" y="2335"/>
                    <a:pt x="2311" y="2287"/>
                    <a:pt x="2311" y="2263"/>
                  </a:cubicBezTo>
                  <a:lnTo>
                    <a:pt x="2311" y="2239"/>
                  </a:lnTo>
                  <a:lnTo>
                    <a:pt x="2311" y="1215"/>
                  </a:lnTo>
                  <a:cubicBezTo>
                    <a:pt x="2311" y="1144"/>
                    <a:pt x="2263" y="1072"/>
                    <a:pt x="2168" y="1049"/>
                  </a:cubicBezTo>
                  <a:cubicBezTo>
                    <a:pt x="2152" y="1046"/>
                    <a:pt x="2137" y="1044"/>
                    <a:pt x="2123" y="1044"/>
                  </a:cubicBezTo>
                  <a:cubicBezTo>
                    <a:pt x="2026" y="1044"/>
                    <a:pt x="1953" y="1112"/>
                    <a:pt x="1953" y="1215"/>
                  </a:cubicBezTo>
                  <a:lnTo>
                    <a:pt x="1953" y="3549"/>
                  </a:lnTo>
                  <a:cubicBezTo>
                    <a:pt x="1953" y="3647"/>
                    <a:pt x="1873" y="3728"/>
                    <a:pt x="1779" y="3728"/>
                  </a:cubicBezTo>
                  <a:cubicBezTo>
                    <a:pt x="1758" y="3728"/>
                    <a:pt x="1737" y="3724"/>
                    <a:pt x="1715" y="3716"/>
                  </a:cubicBezTo>
                  <a:cubicBezTo>
                    <a:pt x="1620" y="3692"/>
                    <a:pt x="1596" y="3644"/>
                    <a:pt x="1596" y="3549"/>
                  </a:cubicBezTo>
                  <a:lnTo>
                    <a:pt x="1596" y="3525"/>
                  </a:lnTo>
                  <a:lnTo>
                    <a:pt x="1596" y="2025"/>
                  </a:lnTo>
                  <a:cubicBezTo>
                    <a:pt x="1596" y="1930"/>
                    <a:pt x="1549" y="1882"/>
                    <a:pt x="1453" y="1858"/>
                  </a:cubicBezTo>
                  <a:cubicBezTo>
                    <a:pt x="1432" y="1850"/>
                    <a:pt x="1411" y="1846"/>
                    <a:pt x="1392" y="1846"/>
                  </a:cubicBezTo>
                  <a:cubicBezTo>
                    <a:pt x="1303" y="1846"/>
                    <a:pt x="1239" y="1927"/>
                    <a:pt x="1239" y="2025"/>
                  </a:cubicBezTo>
                  <a:lnTo>
                    <a:pt x="1239" y="3525"/>
                  </a:lnTo>
                  <a:lnTo>
                    <a:pt x="1239" y="3549"/>
                  </a:lnTo>
                  <a:cubicBezTo>
                    <a:pt x="1239" y="3644"/>
                    <a:pt x="1191" y="3692"/>
                    <a:pt x="1120" y="3716"/>
                  </a:cubicBezTo>
                  <a:cubicBezTo>
                    <a:pt x="1098" y="3724"/>
                    <a:pt x="1077" y="3728"/>
                    <a:pt x="1056" y="3728"/>
                  </a:cubicBezTo>
                  <a:cubicBezTo>
                    <a:pt x="962" y="3728"/>
                    <a:pt x="882" y="3647"/>
                    <a:pt x="882" y="3549"/>
                  </a:cubicBezTo>
                  <a:lnTo>
                    <a:pt x="882" y="1215"/>
                  </a:lnTo>
                  <a:cubicBezTo>
                    <a:pt x="882" y="1144"/>
                    <a:pt x="834" y="1072"/>
                    <a:pt x="739" y="1049"/>
                  </a:cubicBezTo>
                  <a:cubicBezTo>
                    <a:pt x="723" y="1046"/>
                    <a:pt x="709" y="1044"/>
                    <a:pt x="694" y="1044"/>
                  </a:cubicBezTo>
                  <a:cubicBezTo>
                    <a:pt x="597" y="1044"/>
                    <a:pt x="525" y="1112"/>
                    <a:pt x="525" y="1215"/>
                  </a:cubicBezTo>
                  <a:lnTo>
                    <a:pt x="525" y="2263"/>
                  </a:lnTo>
                  <a:cubicBezTo>
                    <a:pt x="525" y="2287"/>
                    <a:pt x="501" y="2335"/>
                    <a:pt x="477" y="2335"/>
                  </a:cubicBezTo>
                  <a:cubicBezTo>
                    <a:pt x="429" y="2335"/>
                    <a:pt x="405" y="2287"/>
                    <a:pt x="405" y="2263"/>
                  </a:cubicBezTo>
                  <a:lnTo>
                    <a:pt x="405" y="1906"/>
                  </a:lnTo>
                  <a:lnTo>
                    <a:pt x="405" y="1430"/>
                  </a:lnTo>
                  <a:cubicBezTo>
                    <a:pt x="405" y="1311"/>
                    <a:pt x="405" y="1168"/>
                    <a:pt x="429" y="1049"/>
                  </a:cubicBezTo>
                  <a:cubicBezTo>
                    <a:pt x="477" y="930"/>
                    <a:pt x="525" y="834"/>
                    <a:pt x="596" y="739"/>
                  </a:cubicBezTo>
                  <a:cubicBezTo>
                    <a:pt x="715" y="572"/>
                    <a:pt x="906" y="429"/>
                    <a:pt x="1120" y="358"/>
                  </a:cubicBezTo>
                  <a:cubicBezTo>
                    <a:pt x="1215" y="334"/>
                    <a:pt x="1334" y="334"/>
                    <a:pt x="1429" y="334"/>
                  </a:cubicBezTo>
                  <a:cubicBezTo>
                    <a:pt x="1549" y="334"/>
                    <a:pt x="1668" y="358"/>
                    <a:pt x="1739" y="382"/>
                  </a:cubicBezTo>
                  <a:cubicBezTo>
                    <a:pt x="1760" y="392"/>
                    <a:pt x="1781" y="397"/>
                    <a:pt x="1801" y="397"/>
                  </a:cubicBezTo>
                  <a:cubicBezTo>
                    <a:pt x="1873" y="397"/>
                    <a:pt x="1935" y="337"/>
                    <a:pt x="1953" y="263"/>
                  </a:cubicBezTo>
                  <a:cubicBezTo>
                    <a:pt x="1977" y="191"/>
                    <a:pt x="1930" y="96"/>
                    <a:pt x="1834" y="72"/>
                  </a:cubicBezTo>
                  <a:cubicBezTo>
                    <a:pt x="1691" y="1"/>
                    <a:pt x="1382"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9" name="Google Shape;14289;p90"/>
            <p:cNvSpPr/>
            <p:nvPr/>
          </p:nvSpPr>
          <p:spPr>
            <a:xfrm>
              <a:off x="6731663" y="3508983"/>
              <a:ext cx="70275" cy="101825"/>
            </a:xfrm>
            <a:custGeom>
              <a:rect b="b" l="l" r="r" t="t"/>
              <a:pathLst>
                <a:path extrusionOk="0" h="4073" w="2811">
                  <a:moveTo>
                    <a:pt x="1287" y="2835"/>
                  </a:moveTo>
                  <a:lnTo>
                    <a:pt x="1287" y="3501"/>
                  </a:lnTo>
                  <a:lnTo>
                    <a:pt x="1287" y="3597"/>
                  </a:lnTo>
                  <a:cubicBezTo>
                    <a:pt x="1263" y="3692"/>
                    <a:pt x="1168" y="3716"/>
                    <a:pt x="1120" y="3716"/>
                  </a:cubicBezTo>
                  <a:cubicBezTo>
                    <a:pt x="1025" y="3716"/>
                    <a:pt x="930" y="3620"/>
                    <a:pt x="930" y="3549"/>
                  </a:cubicBezTo>
                  <a:lnTo>
                    <a:pt x="930" y="2835"/>
                  </a:lnTo>
                  <a:close/>
                  <a:moveTo>
                    <a:pt x="2001" y="2835"/>
                  </a:moveTo>
                  <a:lnTo>
                    <a:pt x="2001" y="3549"/>
                  </a:lnTo>
                  <a:cubicBezTo>
                    <a:pt x="2001" y="3620"/>
                    <a:pt x="1906" y="3716"/>
                    <a:pt x="1835" y="3716"/>
                  </a:cubicBezTo>
                  <a:cubicBezTo>
                    <a:pt x="1739" y="3716"/>
                    <a:pt x="1668" y="3692"/>
                    <a:pt x="1644" y="3597"/>
                  </a:cubicBezTo>
                  <a:lnTo>
                    <a:pt x="1644" y="3549"/>
                  </a:lnTo>
                  <a:lnTo>
                    <a:pt x="1644" y="3501"/>
                  </a:lnTo>
                  <a:lnTo>
                    <a:pt x="1644" y="2835"/>
                  </a:lnTo>
                  <a:close/>
                  <a:moveTo>
                    <a:pt x="1358" y="1"/>
                  </a:moveTo>
                  <a:cubicBezTo>
                    <a:pt x="953" y="1"/>
                    <a:pt x="644" y="120"/>
                    <a:pt x="358" y="406"/>
                  </a:cubicBezTo>
                  <a:cubicBezTo>
                    <a:pt x="1" y="810"/>
                    <a:pt x="1" y="1310"/>
                    <a:pt x="1" y="1787"/>
                  </a:cubicBezTo>
                  <a:lnTo>
                    <a:pt x="1" y="2025"/>
                  </a:lnTo>
                  <a:lnTo>
                    <a:pt x="1" y="2049"/>
                  </a:lnTo>
                  <a:cubicBezTo>
                    <a:pt x="1" y="2120"/>
                    <a:pt x="48" y="2168"/>
                    <a:pt x="72" y="2239"/>
                  </a:cubicBezTo>
                  <a:cubicBezTo>
                    <a:pt x="72" y="2263"/>
                    <a:pt x="96" y="2263"/>
                    <a:pt x="96" y="2287"/>
                  </a:cubicBezTo>
                  <a:lnTo>
                    <a:pt x="120" y="2311"/>
                  </a:lnTo>
                  <a:lnTo>
                    <a:pt x="96" y="2501"/>
                  </a:lnTo>
                  <a:lnTo>
                    <a:pt x="96" y="2525"/>
                  </a:lnTo>
                  <a:cubicBezTo>
                    <a:pt x="120" y="2716"/>
                    <a:pt x="239" y="2835"/>
                    <a:pt x="429" y="2835"/>
                  </a:cubicBezTo>
                  <a:lnTo>
                    <a:pt x="477" y="2835"/>
                  </a:lnTo>
                  <a:lnTo>
                    <a:pt x="477" y="3549"/>
                  </a:lnTo>
                  <a:cubicBezTo>
                    <a:pt x="477" y="3835"/>
                    <a:pt x="691" y="4073"/>
                    <a:pt x="1001" y="4073"/>
                  </a:cubicBezTo>
                  <a:cubicBezTo>
                    <a:pt x="1144" y="4073"/>
                    <a:pt x="1263" y="4049"/>
                    <a:pt x="1382" y="3930"/>
                  </a:cubicBezTo>
                  <a:cubicBezTo>
                    <a:pt x="1477" y="4025"/>
                    <a:pt x="1596" y="4073"/>
                    <a:pt x="1739" y="4073"/>
                  </a:cubicBezTo>
                  <a:lnTo>
                    <a:pt x="1763" y="4073"/>
                  </a:lnTo>
                  <a:cubicBezTo>
                    <a:pt x="2025" y="4073"/>
                    <a:pt x="2263" y="3835"/>
                    <a:pt x="2263" y="3549"/>
                  </a:cubicBezTo>
                  <a:lnTo>
                    <a:pt x="2263" y="2835"/>
                  </a:lnTo>
                  <a:lnTo>
                    <a:pt x="2358" y="2835"/>
                  </a:lnTo>
                  <a:cubicBezTo>
                    <a:pt x="2549" y="2763"/>
                    <a:pt x="2620" y="2620"/>
                    <a:pt x="2620" y="2430"/>
                  </a:cubicBezTo>
                  <a:lnTo>
                    <a:pt x="2597" y="2287"/>
                  </a:lnTo>
                  <a:lnTo>
                    <a:pt x="2620" y="2263"/>
                  </a:lnTo>
                  <a:cubicBezTo>
                    <a:pt x="2716" y="2168"/>
                    <a:pt x="2739" y="2073"/>
                    <a:pt x="2739" y="1953"/>
                  </a:cubicBezTo>
                  <a:lnTo>
                    <a:pt x="2739" y="1287"/>
                  </a:lnTo>
                  <a:cubicBezTo>
                    <a:pt x="2811" y="1072"/>
                    <a:pt x="2739" y="834"/>
                    <a:pt x="2620" y="620"/>
                  </a:cubicBezTo>
                  <a:cubicBezTo>
                    <a:pt x="2590" y="569"/>
                    <a:pt x="2533" y="540"/>
                    <a:pt x="2477" y="540"/>
                  </a:cubicBezTo>
                  <a:cubicBezTo>
                    <a:pt x="2401" y="540"/>
                    <a:pt x="2324" y="592"/>
                    <a:pt x="2311" y="715"/>
                  </a:cubicBezTo>
                  <a:lnTo>
                    <a:pt x="2311" y="739"/>
                  </a:lnTo>
                  <a:cubicBezTo>
                    <a:pt x="2430" y="929"/>
                    <a:pt x="2478" y="1096"/>
                    <a:pt x="2478" y="1310"/>
                  </a:cubicBezTo>
                  <a:lnTo>
                    <a:pt x="2478" y="1953"/>
                  </a:lnTo>
                  <a:cubicBezTo>
                    <a:pt x="2478" y="2001"/>
                    <a:pt x="2430" y="2025"/>
                    <a:pt x="2382" y="2025"/>
                  </a:cubicBezTo>
                  <a:cubicBezTo>
                    <a:pt x="2358" y="2025"/>
                    <a:pt x="2358" y="2001"/>
                    <a:pt x="2358" y="1953"/>
                  </a:cubicBezTo>
                  <a:lnTo>
                    <a:pt x="2358" y="1930"/>
                  </a:lnTo>
                  <a:lnTo>
                    <a:pt x="2358" y="1287"/>
                  </a:lnTo>
                  <a:cubicBezTo>
                    <a:pt x="2358" y="1191"/>
                    <a:pt x="2311" y="1120"/>
                    <a:pt x="2216" y="1096"/>
                  </a:cubicBezTo>
                  <a:cubicBezTo>
                    <a:pt x="2203" y="1094"/>
                    <a:pt x="2191" y="1092"/>
                    <a:pt x="2179" y="1092"/>
                  </a:cubicBezTo>
                  <a:cubicBezTo>
                    <a:pt x="2078" y="1092"/>
                    <a:pt x="2001" y="1180"/>
                    <a:pt x="2001" y="1287"/>
                  </a:cubicBezTo>
                  <a:lnTo>
                    <a:pt x="2001" y="2025"/>
                  </a:lnTo>
                  <a:lnTo>
                    <a:pt x="2001" y="2049"/>
                  </a:lnTo>
                  <a:cubicBezTo>
                    <a:pt x="2025" y="2239"/>
                    <a:pt x="2144" y="2382"/>
                    <a:pt x="2335" y="2406"/>
                  </a:cubicBezTo>
                  <a:lnTo>
                    <a:pt x="2335" y="2501"/>
                  </a:lnTo>
                  <a:lnTo>
                    <a:pt x="572" y="2501"/>
                  </a:lnTo>
                  <a:lnTo>
                    <a:pt x="572" y="2406"/>
                  </a:lnTo>
                  <a:cubicBezTo>
                    <a:pt x="763" y="2382"/>
                    <a:pt x="906" y="2239"/>
                    <a:pt x="906" y="2025"/>
                  </a:cubicBezTo>
                  <a:lnTo>
                    <a:pt x="906" y="2001"/>
                  </a:lnTo>
                  <a:lnTo>
                    <a:pt x="906" y="1287"/>
                  </a:lnTo>
                  <a:cubicBezTo>
                    <a:pt x="906" y="1191"/>
                    <a:pt x="834" y="1120"/>
                    <a:pt x="763" y="1096"/>
                  </a:cubicBezTo>
                  <a:cubicBezTo>
                    <a:pt x="750" y="1094"/>
                    <a:pt x="738" y="1092"/>
                    <a:pt x="726" y="1092"/>
                  </a:cubicBezTo>
                  <a:cubicBezTo>
                    <a:pt x="625" y="1092"/>
                    <a:pt x="549" y="1180"/>
                    <a:pt x="549" y="1287"/>
                  </a:cubicBezTo>
                  <a:lnTo>
                    <a:pt x="549" y="2025"/>
                  </a:lnTo>
                  <a:cubicBezTo>
                    <a:pt x="549" y="2025"/>
                    <a:pt x="525" y="2073"/>
                    <a:pt x="477" y="2073"/>
                  </a:cubicBezTo>
                  <a:cubicBezTo>
                    <a:pt x="453" y="2073"/>
                    <a:pt x="429" y="2049"/>
                    <a:pt x="429" y="2025"/>
                  </a:cubicBezTo>
                  <a:lnTo>
                    <a:pt x="429" y="1334"/>
                  </a:lnTo>
                  <a:cubicBezTo>
                    <a:pt x="429" y="763"/>
                    <a:pt x="858" y="334"/>
                    <a:pt x="1430" y="334"/>
                  </a:cubicBezTo>
                  <a:cubicBezTo>
                    <a:pt x="1549" y="334"/>
                    <a:pt x="1668" y="358"/>
                    <a:pt x="1763" y="382"/>
                  </a:cubicBezTo>
                  <a:cubicBezTo>
                    <a:pt x="1779" y="386"/>
                    <a:pt x="1796" y="388"/>
                    <a:pt x="1812" y="388"/>
                  </a:cubicBezTo>
                  <a:cubicBezTo>
                    <a:pt x="1889" y="388"/>
                    <a:pt x="1958" y="342"/>
                    <a:pt x="1977" y="263"/>
                  </a:cubicBezTo>
                  <a:cubicBezTo>
                    <a:pt x="2001" y="167"/>
                    <a:pt x="1954" y="96"/>
                    <a:pt x="1858" y="48"/>
                  </a:cubicBezTo>
                  <a:cubicBezTo>
                    <a:pt x="1715" y="1"/>
                    <a:pt x="1406" y="1"/>
                    <a:pt x="1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0" name="Google Shape;14290;p90"/>
            <p:cNvSpPr/>
            <p:nvPr/>
          </p:nvSpPr>
          <p:spPr>
            <a:xfrm>
              <a:off x="6751313" y="3468508"/>
              <a:ext cx="33975" cy="34550"/>
            </a:xfrm>
            <a:custGeom>
              <a:rect b="b" l="l" r="r" t="t"/>
              <a:pathLst>
                <a:path extrusionOk="0" h="1382" w="1359">
                  <a:moveTo>
                    <a:pt x="691" y="334"/>
                  </a:moveTo>
                  <a:cubicBezTo>
                    <a:pt x="858" y="334"/>
                    <a:pt x="1049" y="477"/>
                    <a:pt x="1049" y="691"/>
                  </a:cubicBezTo>
                  <a:cubicBezTo>
                    <a:pt x="1049" y="881"/>
                    <a:pt x="882" y="1048"/>
                    <a:pt x="691" y="1048"/>
                  </a:cubicBezTo>
                  <a:cubicBezTo>
                    <a:pt x="501" y="1048"/>
                    <a:pt x="334" y="905"/>
                    <a:pt x="334" y="691"/>
                  </a:cubicBezTo>
                  <a:cubicBezTo>
                    <a:pt x="334" y="524"/>
                    <a:pt x="477" y="334"/>
                    <a:pt x="691" y="334"/>
                  </a:cubicBezTo>
                  <a:close/>
                  <a:moveTo>
                    <a:pt x="691" y="0"/>
                  </a:moveTo>
                  <a:cubicBezTo>
                    <a:pt x="286" y="0"/>
                    <a:pt x="1" y="310"/>
                    <a:pt x="1" y="691"/>
                  </a:cubicBezTo>
                  <a:cubicBezTo>
                    <a:pt x="1" y="1072"/>
                    <a:pt x="286" y="1382"/>
                    <a:pt x="691" y="1382"/>
                  </a:cubicBezTo>
                  <a:cubicBezTo>
                    <a:pt x="1072" y="1382"/>
                    <a:pt x="1358" y="1072"/>
                    <a:pt x="1358" y="691"/>
                  </a:cubicBezTo>
                  <a:cubicBezTo>
                    <a:pt x="1358" y="310"/>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1" name="Google Shape;14291;p90"/>
            <p:cNvSpPr/>
            <p:nvPr/>
          </p:nvSpPr>
          <p:spPr>
            <a:xfrm>
              <a:off x="6751313" y="3313708"/>
              <a:ext cx="33975" cy="34550"/>
            </a:xfrm>
            <a:custGeom>
              <a:rect b="b" l="l" r="r" t="t"/>
              <a:pathLst>
                <a:path extrusionOk="0" h="1382" w="1359">
                  <a:moveTo>
                    <a:pt x="691" y="334"/>
                  </a:moveTo>
                  <a:cubicBezTo>
                    <a:pt x="858" y="334"/>
                    <a:pt x="1049" y="477"/>
                    <a:pt x="1049" y="691"/>
                  </a:cubicBezTo>
                  <a:cubicBezTo>
                    <a:pt x="1049" y="906"/>
                    <a:pt x="858" y="1048"/>
                    <a:pt x="691" y="1048"/>
                  </a:cubicBezTo>
                  <a:cubicBezTo>
                    <a:pt x="477" y="1048"/>
                    <a:pt x="334" y="906"/>
                    <a:pt x="334" y="691"/>
                  </a:cubicBezTo>
                  <a:cubicBezTo>
                    <a:pt x="334" y="477"/>
                    <a:pt x="501" y="334"/>
                    <a:pt x="691" y="334"/>
                  </a:cubicBezTo>
                  <a:close/>
                  <a:moveTo>
                    <a:pt x="691" y="1"/>
                  </a:moveTo>
                  <a:cubicBezTo>
                    <a:pt x="286" y="1"/>
                    <a:pt x="1" y="310"/>
                    <a:pt x="1" y="691"/>
                  </a:cubicBezTo>
                  <a:cubicBezTo>
                    <a:pt x="1" y="1072"/>
                    <a:pt x="286" y="1382"/>
                    <a:pt x="691" y="1382"/>
                  </a:cubicBezTo>
                  <a:cubicBezTo>
                    <a:pt x="1049" y="1382"/>
                    <a:pt x="1358" y="1072"/>
                    <a:pt x="1358" y="691"/>
                  </a:cubicBezTo>
                  <a:cubicBezTo>
                    <a:pt x="1358"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2" name="Google Shape;14292;p90"/>
            <p:cNvSpPr/>
            <p:nvPr/>
          </p:nvSpPr>
          <p:spPr>
            <a:xfrm>
              <a:off x="6732863" y="3354783"/>
              <a:ext cx="69075" cy="103625"/>
            </a:xfrm>
            <a:custGeom>
              <a:rect b="b" l="l" r="r" t="t"/>
              <a:pathLst>
                <a:path extrusionOk="0" h="4145" w="2763">
                  <a:moveTo>
                    <a:pt x="1334" y="1"/>
                  </a:moveTo>
                  <a:cubicBezTo>
                    <a:pt x="953" y="1"/>
                    <a:pt x="620" y="120"/>
                    <a:pt x="358" y="429"/>
                  </a:cubicBezTo>
                  <a:cubicBezTo>
                    <a:pt x="167" y="620"/>
                    <a:pt x="72" y="906"/>
                    <a:pt x="24" y="1168"/>
                  </a:cubicBezTo>
                  <a:cubicBezTo>
                    <a:pt x="0" y="1382"/>
                    <a:pt x="0" y="1573"/>
                    <a:pt x="0" y="1787"/>
                  </a:cubicBezTo>
                  <a:lnTo>
                    <a:pt x="0" y="2001"/>
                  </a:lnTo>
                  <a:lnTo>
                    <a:pt x="0" y="2477"/>
                  </a:lnTo>
                  <a:cubicBezTo>
                    <a:pt x="0" y="2501"/>
                    <a:pt x="24" y="2573"/>
                    <a:pt x="48" y="2573"/>
                  </a:cubicBezTo>
                  <a:cubicBezTo>
                    <a:pt x="191" y="2692"/>
                    <a:pt x="358" y="2716"/>
                    <a:pt x="477" y="2716"/>
                  </a:cubicBezTo>
                  <a:lnTo>
                    <a:pt x="477" y="3597"/>
                  </a:lnTo>
                  <a:cubicBezTo>
                    <a:pt x="477" y="3906"/>
                    <a:pt x="667" y="4144"/>
                    <a:pt x="977" y="4144"/>
                  </a:cubicBezTo>
                  <a:cubicBezTo>
                    <a:pt x="1120" y="4144"/>
                    <a:pt x="1239" y="4073"/>
                    <a:pt x="1358" y="4002"/>
                  </a:cubicBezTo>
                  <a:cubicBezTo>
                    <a:pt x="1453" y="4073"/>
                    <a:pt x="1596" y="4144"/>
                    <a:pt x="1739" y="4144"/>
                  </a:cubicBezTo>
                  <a:cubicBezTo>
                    <a:pt x="2048" y="4144"/>
                    <a:pt x="2263" y="3883"/>
                    <a:pt x="2263" y="3597"/>
                  </a:cubicBezTo>
                  <a:lnTo>
                    <a:pt x="2263" y="2716"/>
                  </a:lnTo>
                  <a:lnTo>
                    <a:pt x="2406" y="2716"/>
                  </a:lnTo>
                  <a:cubicBezTo>
                    <a:pt x="2572" y="2692"/>
                    <a:pt x="2739" y="2477"/>
                    <a:pt x="2739" y="2287"/>
                  </a:cubicBezTo>
                  <a:lnTo>
                    <a:pt x="2739" y="1644"/>
                  </a:lnTo>
                  <a:lnTo>
                    <a:pt x="2763" y="1311"/>
                  </a:lnTo>
                  <a:cubicBezTo>
                    <a:pt x="2763" y="1096"/>
                    <a:pt x="2739" y="953"/>
                    <a:pt x="2668" y="810"/>
                  </a:cubicBezTo>
                  <a:lnTo>
                    <a:pt x="2572" y="620"/>
                  </a:lnTo>
                  <a:cubicBezTo>
                    <a:pt x="2542" y="569"/>
                    <a:pt x="2485" y="540"/>
                    <a:pt x="2429" y="540"/>
                  </a:cubicBezTo>
                  <a:cubicBezTo>
                    <a:pt x="2353" y="540"/>
                    <a:pt x="2276" y="592"/>
                    <a:pt x="2263" y="715"/>
                  </a:cubicBezTo>
                  <a:lnTo>
                    <a:pt x="2263" y="739"/>
                  </a:lnTo>
                  <a:cubicBezTo>
                    <a:pt x="2310" y="834"/>
                    <a:pt x="2334" y="906"/>
                    <a:pt x="2382" y="977"/>
                  </a:cubicBezTo>
                  <a:cubicBezTo>
                    <a:pt x="2430" y="1144"/>
                    <a:pt x="2430" y="1263"/>
                    <a:pt x="2430" y="1406"/>
                  </a:cubicBezTo>
                  <a:lnTo>
                    <a:pt x="2430" y="1882"/>
                  </a:lnTo>
                  <a:lnTo>
                    <a:pt x="2430" y="2263"/>
                  </a:lnTo>
                  <a:cubicBezTo>
                    <a:pt x="2430" y="2287"/>
                    <a:pt x="2406" y="2335"/>
                    <a:pt x="2334" y="2335"/>
                  </a:cubicBezTo>
                  <a:cubicBezTo>
                    <a:pt x="2310" y="2335"/>
                    <a:pt x="2310" y="2287"/>
                    <a:pt x="2310" y="2263"/>
                  </a:cubicBezTo>
                  <a:lnTo>
                    <a:pt x="2310" y="2239"/>
                  </a:lnTo>
                  <a:lnTo>
                    <a:pt x="2310" y="1215"/>
                  </a:lnTo>
                  <a:cubicBezTo>
                    <a:pt x="2310" y="1144"/>
                    <a:pt x="2263" y="1072"/>
                    <a:pt x="2168" y="1049"/>
                  </a:cubicBezTo>
                  <a:cubicBezTo>
                    <a:pt x="2152" y="1046"/>
                    <a:pt x="2137" y="1044"/>
                    <a:pt x="2123" y="1044"/>
                  </a:cubicBezTo>
                  <a:cubicBezTo>
                    <a:pt x="2025" y="1044"/>
                    <a:pt x="1953" y="1112"/>
                    <a:pt x="1953" y="1215"/>
                  </a:cubicBezTo>
                  <a:lnTo>
                    <a:pt x="1953" y="3549"/>
                  </a:lnTo>
                  <a:cubicBezTo>
                    <a:pt x="1953" y="3647"/>
                    <a:pt x="1873" y="3728"/>
                    <a:pt x="1779" y="3728"/>
                  </a:cubicBezTo>
                  <a:cubicBezTo>
                    <a:pt x="1758" y="3728"/>
                    <a:pt x="1737" y="3724"/>
                    <a:pt x="1715" y="3716"/>
                  </a:cubicBezTo>
                  <a:cubicBezTo>
                    <a:pt x="1620" y="3692"/>
                    <a:pt x="1596" y="3644"/>
                    <a:pt x="1596" y="3549"/>
                  </a:cubicBezTo>
                  <a:lnTo>
                    <a:pt x="1596" y="3525"/>
                  </a:lnTo>
                  <a:lnTo>
                    <a:pt x="1596" y="2025"/>
                  </a:lnTo>
                  <a:cubicBezTo>
                    <a:pt x="1596" y="1930"/>
                    <a:pt x="1548" y="1882"/>
                    <a:pt x="1453" y="1858"/>
                  </a:cubicBezTo>
                  <a:cubicBezTo>
                    <a:pt x="1432" y="1850"/>
                    <a:pt x="1411" y="1846"/>
                    <a:pt x="1391" y="1846"/>
                  </a:cubicBezTo>
                  <a:cubicBezTo>
                    <a:pt x="1303" y="1846"/>
                    <a:pt x="1239" y="1927"/>
                    <a:pt x="1239" y="2025"/>
                  </a:cubicBezTo>
                  <a:lnTo>
                    <a:pt x="1239" y="3525"/>
                  </a:lnTo>
                  <a:lnTo>
                    <a:pt x="1239" y="3549"/>
                  </a:lnTo>
                  <a:cubicBezTo>
                    <a:pt x="1239" y="3644"/>
                    <a:pt x="1191" y="3692"/>
                    <a:pt x="1120" y="3716"/>
                  </a:cubicBezTo>
                  <a:cubicBezTo>
                    <a:pt x="1098" y="3724"/>
                    <a:pt x="1077" y="3728"/>
                    <a:pt x="1056" y="3728"/>
                  </a:cubicBezTo>
                  <a:cubicBezTo>
                    <a:pt x="962" y="3728"/>
                    <a:pt x="882" y="3647"/>
                    <a:pt x="882" y="3549"/>
                  </a:cubicBezTo>
                  <a:lnTo>
                    <a:pt x="882" y="1215"/>
                  </a:lnTo>
                  <a:cubicBezTo>
                    <a:pt x="882" y="1144"/>
                    <a:pt x="834" y="1072"/>
                    <a:pt x="739" y="1049"/>
                  </a:cubicBezTo>
                  <a:cubicBezTo>
                    <a:pt x="723" y="1046"/>
                    <a:pt x="708" y="1044"/>
                    <a:pt x="694" y="1044"/>
                  </a:cubicBezTo>
                  <a:cubicBezTo>
                    <a:pt x="597" y="1044"/>
                    <a:pt x="524" y="1112"/>
                    <a:pt x="524" y="1215"/>
                  </a:cubicBezTo>
                  <a:lnTo>
                    <a:pt x="524" y="2263"/>
                  </a:lnTo>
                  <a:cubicBezTo>
                    <a:pt x="524" y="2287"/>
                    <a:pt x="501" y="2335"/>
                    <a:pt x="477" y="2335"/>
                  </a:cubicBezTo>
                  <a:cubicBezTo>
                    <a:pt x="429" y="2335"/>
                    <a:pt x="405" y="2287"/>
                    <a:pt x="405" y="2263"/>
                  </a:cubicBezTo>
                  <a:lnTo>
                    <a:pt x="405" y="1906"/>
                  </a:lnTo>
                  <a:lnTo>
                    <a:pt x="405" y="1430"/>
                  </a:lnTo>
                  <a:cubicBezTo>
                    <a:pt x="405" y="1311"/>
                    <a:pt x="405" y="1168"/>
                    <a:pt x="429" y="1049"/>
                  </a:cubicBezTo>
                  <a:cubicBezTo>
                    <a:pt x="477" y="930"/>
                    <a:pt x="524" y="834"/>
                    <a:pt x="596" y="739"/>
                  </a:cubicBezTo>
                  <a:cubicBezTo>
                    <a:pt x="715" y="572"/>
                    <a:pt x="905" y="429"/>
                    <a:pt x="1120" y="358"/>
                  </a:cubicBezTo>
                  <a:cubicBezTo>
                    <a:pt x="1215" y="334"/>
                    <a:pt x="1334" y="334"/>
                    <a:pt x="1429" y="334"/>
                  </a:cubicBezTo>
                  <a:cubicBezTo>
                    <a:pt x="1548" y="334"/>
                    <a:pt x="1667" y="358"/>
                    <a:pt x="1739" y="382"/>
                  </a:cubicBezTo>
                  <a:cubicBezTo>
                    <a:pt x="1760" y="392"/>
                    <a:pt x="1781" y="397"/>
                    <a:pt x="1801" y="397"/>
                  </a:cubicBezTo>
                  <a:cubicBezTo>
                    <a:pt x="1872" y="397"/>
                    <a:pt x="1935" y="337"/>
                    <a:pt x="1953" y="263"/>
                  </a:cubicBezTo>
                  <a:cubicBezTo>
                    <a:pt x="1977" y="191"/>
                    <a:pt x="1929" y="96"/>
                    <a:pt x="1834" y="72"/>
                  </a:cubicBezTo>
                  <a:cubicBezTo>
                    <a:pt x="1691" y="1"/>
                    <a:pt x="1382"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3" name="Google Shape;14293;p90"/>
            <p:cNvSpPr/>
            <p:nvPr/>
          </p:nvSpPr>
          <p:spPr>
            <a:xfrm>
              <a:off x="6806088" y="3508983"/>
              <a:ext cx="70275" cy="101825"/>
            </a:xfrm>
            <a:custGeom>
              <a:rect b="b" l="l" r="r" t="t"/>
              <a:pathLst>
                <a:path extrusionOk="0" h="4073" w="2811">
                  <a:moveTo>
                    <a:pt x="1287" y="2835"/>
                  </a:moveTo>
                  <a:lnTo>
                    <a:pt x="1287" y="3501"/>
                  </a:lnTo>
                  <a:lnTo>
                    <a:pt x="1287" y="3597"/>
                  </a:lnTo>
                  <a:cubicBezTo>
                    <a:pt x="1263" y="3692"/>
                    <a:pt x="1168" y="3716"/>
                    <a:pt x="1120" y="3716"/>
                  </a:cubicBezTo>
                  <a:cubicBezTo>
                    <a:pt x="1025" y="3716"/>
                    <a:pt x="929" y="3620"/>
                    <a:pt x="929" y="3549"/>
                  </a:cubicBezTo>
                  <a:lnTo>
                    <a:pt x="929" y="2835"/>
                  </a:lnTo>
                  <a:close/>
                  <a:moveTo>
                    <a:pt x="2001" y="2835"/>
                  </a:moveTo>
                  <a:lnTo>
                    <a:pt x="2001" y="3549"/>
                  </a:lnTo>
                  <a:cubicBezTo>
                    <a:pt x="2001" y="3620"/>
                    <a:pt x="1906" y="3716"/>
                    <a:pt x="1834" y="3716"/>
                  </a:cubicBezTo>
                  <a:cubicBezTo>
                    <a:pt x="1739" y="3716"/>
                    <a:pt x="1668" y="3692"/>
                    <a:pt x="1644" y="3597"/>
                  </a:cubicBezTo>
                  <a:lnTo>
                    <a:pt x="1644" y="3549"/>
                  </a:lnTo>
                  <a:lnTo>
                    <a:pt x="1644" y="3501"/>
                  </a:lnTo>
                  <a:lnTo>
                    <a:pt x="1644" y="2835"/>
                  </a:lnTo>
                  <a:close/>
                  <a:moveTo>
                    <a:pt x="1358" y="1"/>
                  </a:moveTo>
                  <a:cubicBezTo>
                    <a:pt x="953" y="1"/>
                    <a:pt x="644" y="120"/>
                    <a:pt x="358" y="406"/>
                  </a:cubicBezTo>
                  <a:cubicBezTo>
                    <a:pt x="1" y="810"/>
                    <a:pt x="1" y="1310"/>
                    <a:pt x="1" y="1787"/>
                  </a:cubicBezTo>
                  <a:lnTo>
                    <a:pt x="1" y="2025"/>
                  </a:lnTo>
                  <a:lnTo>
                    <a:pt x="1" y="2049"/>
                  </a:lnTo>
                  <a:cubicBezTo>
                    <a:pt x="1" y="2120"/>
                    <a:pt x="48" y="2168"/>
                    <a:pt x="72" y="2239"/>
                  </a:cubicBezTo>
                  <a:cubicBezTo>
                    <a:pt x="72" y="2263"/>
                    <a:pt x="96" y="2263"/>
                    <a:pt x="96" y="2287"/>
                  </a:cubicBezTo>
                  <a:lnTo>
                    <a:pt x="120" y="2311"/>
                  </a:lnTo>
                  <a:lnTo>
                    <a:pt x="96" y="2501"/>
                  </a:lnTo>
                  <a:lnTo>
                    <a:pt x="96" y="2525"/>
                  </a:lnTo>
                  <a:cubicBezTo>
                    <a:pt x="120" y="2716"/>
                    <a:pt x="239" y="2835"/>
                    <a:pt x="429" y="2835"/>
                  </a:cubicBezTo>
                  <a:lnTo>
                    <a:pt x="477" y="2835"/>
                  </a:lnTo>
                  <a:lnTo>
                    <a:pt x="477" y="3549"/>
                  </a:lnTo>
                  <a:cubicBezTo>
                    <a:pt x="477" y="3835"/>
                    <a:pt x="691" y="4073"/>
                    <a:pt x="1001" y="4073"/>
                  </a:cubicBezTo>
                  <a:cubicBezTo>
                    <a:pt x="1144" y="4073"/>
                    <a:pt x="1263" y="4049"/>
                    <a:pt x="1382" y="3930"/>
                  </a:cubicBezTo>
                  <a:cubicBezTo>
                    <a:pt x="1477" y="4025"/>
                    <a:pt x="1596" y="4073"/>
                    <a:pt x="1739" y="4073"/>
                  </a:cubicBezTo>
                  <a:lnTo>
                    <a:pt x="1763" y="4073"/>
                  </a:lnTo>
                  <a:cubicBezTo>
                    <a:pt x="2025" y="4073"/>
                    <a:pt x="2263" y="3835"/>
                    <a:pt x="2263" y="3549"/>
                  </a:cubicBezTo>
                  <a:lnTo>
                    <a:pt x="2263" y="2835"/>
                  </a:lnTo>
                  <a:lnTo>
                    <a:pt x="2358" y="2835"/>
                  </a:lnTo>
                  <a:cubicBezTo>
                    <a:pt x="2549" y="2763"/>
                    <a:pt x="2620" y="2620"/>
                    <a:pt x="2620" y="2430"/>
                  </a:cubicBezTo>
                  <a:lnTo>
                    <a:pt x="2596" y="2287"/>
                  </a:lnTo>
                  <a:lnTo>
                    <a:pt x="2620" y="2263"/>
                  </a:lnTo>
                  <a:cubicBezTo>
                    <a:pt x="2715" y="2168"/>
                    <a:pt x="2739" y="2073"/>
                    <a:pt x="2739" y="1953"/>
                  </a:cubicBezTo>
                  <a:lnTo>
                    <a:pt x="2739" y="1287"/>
                  </a:lnTo>
                  <a:cubicBezTo>
                    <a:pt x="2811" y="1072"/>
                    <a:pt x="2739" y="834"/>
                    <a:pt x="2620" y="620"/>
                  </a:cubicBezTo>
                  <a:cubicBezTo>
                    <a:pt x="2590" y="569"/>
                    <a:pt x="2533" y="540"/>
                    <a:pt x="2476" y="540"/>
                  </a:cubicBezTo>
                  <a:cubicBezTo>
                    <a:pt x="2400" y="540"/>
                    <a:pt x="2324" y="592"/>
                    <a:pt x="2311" y="715"/>
                  </a:cubicBezTo>
                  <a:lnTo>
                    <a:pt x="2311" y="739"/>
                  </a:lnTo>
                  <a:cubicBezTo>
                    <a:pt x="2430" y="929"/>
                    <a:pt x="2477" y="1096"/>
                    <a:pt x="2477" y="1310"/>
                  </a:cubicBezTo>
                  <a:lnTo>
                    <a:pt x="2477" y="1953"/>
                  </a:lnTo>
                  <a:cubicBezTo>
                    <a:pt x="2477" y="2001"/>
                    <a:pt x="2430" y="2025"/>
                    <a:pt x="2382" y="2025"/>
                  </a:cubicBezTo>
                  <a:cubicBezTo>
                    <a:pt x="2358" y="2025"/>
                    <a:pt x="2358" y="2001"/>
                    <a:pt x="2358" y="1953"/>
                  </a:cubicBezTo>
                  <a:lnTo>
                    <a:pt x="2358" y="1930"/>
                  </a:lnTo>
                  <a:lnTo>
                    <a:pt x="2358" y="1287"/>
                  </a:lnTo>
                  <a:cubicBezTo>
                    <a:pt x="2358" y="1191"/>
                    <a:pt x="2311" y="1120"/>
                    <a:pt x="2215" y="1096"/>
                  </a:cubicBezTo>
                  <a:cubicBezTo>
                    <a:pt x="2203" y="1094"/>
                    <a:pt x="2191" y="1092"/>
                    <a:pt x="2179" y="1092"/>
                  </a:cubicBezTo>
                  <a:cubicBezTo>
                    <a:pt x="2077" y="1092"/>
                    <a:pt x="2001" y="1180"/>
                    <a:pt x="2001" y="1287"/>
                  </a:cubicBezTo>
                  <a:lnTo>
                    <a:pt x="2001" y="2025"/>
                  </a:lnTo>
                  <a:lnTo>
                    <a:pt x="2001" y="2049"/>
                  </a:lnTo>
                  <a:cubicBezTo>
                    <a:pt x="2025" y="2239"/>
                    <a:pt x="2144" y="2382"/>
                    <a:pt x="2334" y="2406"/>
                  </a:cubicBezTo>
                  <a:lnTo>
                    <a:pt x="2334" y="2501"/>
                  </a:lnTo>
                  <a:lnTo>
                    <a:pt x="572" y="2501"/>
                  </a:lnTo>
                  <a:lnTo>
                    <a:pt x="572" y="2406"/>
                  </a:lnTo>
                  <a:cubicBezTo>
                    <a:pt x="763" y="2382"/>
                    <a:pt x="906" y="2239"/>
                    <a:pt x="906" y="2025"/>
                  </a:cubicBezTo>
                  <a:lnTo>
                    <a:pt x="906" y="2001"/>
                  </a:lnTo>
                  <a:lnTo>
                    <a:pt x="906" y="1287"/>
                  </a:lnTo>
                  <a:cubicBezTo>
                    <a:pt x="906" y="1191"/>
                    <a:pt x="834" y="1120"/>
                    <a:pt x="763" y="1096"/>
                  </a:cubicBezTo>
                  <a:cubicBezTo>
                    <a:pt x="750" y="1094"/>
                    <a:pt x="738" y="1092"/>
                    <a:pt x="726" y="1092"/>
                  </a:cubicBezTo>
                  <a:cubicBezTo>
                    <a:pt x="625" y="1092"/>
                    <a:pt x="548" y="1180"/>
                    <a:pt x="548" y="1287"/>
                  </a:cubicBezTo>
                  <a:lnTo>
                    <a:pt x="548" y="2025"/>
                  </a:lnTo>
                  <a:cubicBezTo>
                    <a:pt x="548" y="2025"/>
                    <a:pt x="525" y="2073"/>
                    <a:pt x="477" y="2073"/>
                  </a:cubicBezTo>
                  <a:cubicBezTo>
                    <a:pt x="453" y="2073"/>
                    <a:pt x="429" y="2049"/>
                    <a:pt x="429" y="2025"/>
                  </a:cubicBezTo>
                  <a:lnTo>
                    <a:pt x="429" y="1334"/>
                  </a:lnTo>
                  <a:cubicBezTo>
                    <a:pt x="429" y="763"/>
                    <a:pt x="858" y="334"/>
                    <a:pt x="1429" y="334"/>
                  </a:cubicBezTo>
                  <a:cubicBezTo>
                    <a:pt x="1549" y="334"/>
                    <a:pt x="1668" y="358"/>
                    <a:pt x="1763" y="382"/>
                  </a:cubicBezTo>
                  <a:cubicBezTo>
                    <a:pt x="1779" y="386"/>
                    <a:pt x="1796" y="388"/>
                    <a:pt x="1812" y="388"/>
                  </a:cubicBezTo>
                  <a:cubicBezTo>
                    <a:pt x="1889" y="388"/>
                    <a:pt x="1957" y="342"/>
                    <a:pt x="1977" y="263"/>
                  </a:cubicBezTo>
                  <a:cubicBezTo>
                    <a:pt x="2001" y="167"/>
                    <a:pt x="1953" y="96"/>
                    <a:pt x="1858" y="48"/>
                  </a:cubicBezTo>
                  <a:cubicBezTo>
                    <a:pt x="1715" y="1"/>
                    <a:pt x="1406" y="1"/>
                    <a:pt x="1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4" name="Google Shape;14294;p90"/>
            <p:cNvSpPr/>
            <p:nvPr/>
          </p:nvSpPr>
          <p:spPr>
            <a:xfrm>
              <a:off x="6825738" y="3468508"/>
              <a:ext cx="33950" cy="34550"/>
            </a:xfrm>
            <a:custGeom>
              <a:rect b="b" l="l" r="r" t="t"/>
              <a:pathLst>
                <a:path extrusionOk="0" h="1382" w="1358">
                  <a:moveTo>
                    <a:pt x="691" y="334"/>
                  </a:moveTo>
                  <a:cubicBezTo>
                    <a:pt x="858" y="334"/>
                    <a:pt x="1048" y="477"/>
                    <a:pt x="1048" y="691"/>
                  </a:cubicBezTo>
                  <a:cubicBezTo>
                    <a:pt x="1048" y="881"/>
                    <a:pt x="882" y="1048"/>
                    <a:pt x="691" y="1048"/>
                  </a:cubicBezTo>
                  <a:cubicBezTo>
                    <a:pt x="501" y="1048"/>
                    <a:pt x="334" y="905"/>
                    <a:pt x="334" y="691"/>
                  </a:cubicBezTo>
                  <a:cubicBezTo>
                    <a:pt x="334" y="524"/>
                    <a:pt x="477" y="334"/>
                    <a:pt x="691" y="334"/>
                  </a:cubicBezTo>
                  <a:close/>
                  <a:moveTo>
                    <a:pt x="691" y="0"/>
                  </a:moveTo>
                  <a:cubicBezTo>
                    <a:pt x="286" y="0"/>
                    <a:pt x="0" y="310"/>
                    <a:pt x="0" y="691"/>
                  </a:cubicBezTo>
                  <a:cubicBezTo>
                    <a:pt x="0" y="1072"/>
                    <a:pt x="286" y="1382"/>
                    <a:pt x="691" y="1382"/>
                  </a:cubicBezTo>
                  <a:cubicBezTo>
                    <a:pt x="1072" y="1382"/>
                    <a:pt x="1358" y="1072"/>
                    <a:pt x="1358" y="691"/>
                  </a:cubicBezTo>
                  <a:cubicBezTo>
                    <a:pt x="1358" y="310"/>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5" name="Google Shape;14295;p90"/>
            <p:cNvSpPr/>
            <p:nvPr/>
          </p:nvSpPr>
          <p:spPr>
            <a:xfrm>
              <a:off x="6825738" y="3313708"/>
              <a:ext cx="33950" cy="34550"/>
            </a:xfrm>
            <a:custGeom>
              <a:rect b="b" l="l" r="r" t="t"/>
              <a:pathLst>
                <a:path extrusionOk="0" h="1382" w="1358">
                  <a:moveTo>
                    <a:pt x="691" y="334"/>
                  </a:moveTo>
                  <a:cubicBezTo>
                    <a:pt x="858" y="334"/>
                    <a:pt x="1048" y="477"/>
                    <a:pt x="1048" y="691"/>
                  </a:cubicBezTo>
                  <a:cubicBezTo>
                    <a:pt x="1048" y="906"/>
                    <a:pt x="858" y="1048"/>
                    <a:pt x="691" y="1048"/>
                  </a:cubicBezTo>
                  <a:cubicBezTo>
                    <a:pt x="477" y="1048"/>
                    <a:pt x="334" y="906"/>
                    <a:pt x="334" y="691"/>
                  </a:cubicBezTo>
                  <a:cubicBezTo>
                    <a:pt x="334" y="477"/>
                    <a:pt x="501" y="334"/>
                    <a:pt x="691" y="334"/>
                  </a:cubicBezTo>
                  <a:close/>
                  <a:moveTo>
                    <a:pt x="691" y="1"/>
                  </a:moveTo>
                  <a:cubicBezTo>
                    <a:pt x="286" y="1"/>
                    <a:pt x="0" y="310"/>
                    <a:pt x="0" y="691"/>
                  </a:cubicBezTo>
                  <a:cubicBezTo>
                    <a:pt x="0" y="1072"/>
                    <a:pt x="286" y="1382"/>
                    <a:pt x="691" y="1382"/>
                  </a:cubicBezTo>
                  <a:cubicBezTo>
                    <a:pt x="1048" y="1382"/>
                    <a:pt x="1358" y="1072"/>
                    <a:pt x="1358" y="691"/>
                  </a:cubicBezTo>
                  <a:cubicBezTo>
                    <a:pt x="1358"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6" name="Google Shape;14296;p90"/>
            <p:cNvSpPr/>
            <p:nvPr/>
          </p:nvSpPr>
          <p:spPr>
            <a:xfrm>
              <a:off x="6807288" y="3354783"/>
              <a:ext cx="69075" cy="103625"/>
            </a:xfrm>
            <a:custGeom>
              <a:rect b="b" l="l" r="r" t="t"/>
              <a:pathLst>
                <a:path extrusionOk="0" h="4145" w="2763">
                  <a:moveTo>
                    <a:pt x="1334" y="1"/>
                  </a:moveTo>
                  <a:cubicBezTo>
                    <a:pt x="953" y="1"/>
                    <a:pt x="619" y="120"/>
                    <a:pt x="357" y="429"/>
                  </a:cubicBezTo>
                  <a:cubicBezTo>
                    <a:pt x="167" y="620"/>
                    <a:pt x="72" y="906"/>
                    <a:pt x="24" y="1168"/>
                  </a:cubicBezTo>
                  <a:cubicBezTo>
                    <a:pt x="0" y="1382"/>
                    <a:pt x="0" y="1573"/>
                    <a:pt x="0" y="1787"/>
                  </a:cubicBezTo>
                  <a:lnTo>
                    <a:pt x="0" y="2001"/>
                  </a:lnTo>
                  <a:lnTo>
                    <a:pt x="0" y="2477"/>
                  </a:lnTo>
                  <a:cubicBezTo>
                    <a:pt x="0" y="2501"/>
                    <a:pt x="24" y="2573"/>
                    <a:pt x="48" y="2573"/>
                  </a:cubicBezTo>
                  <a:cubicBezTo>
                    <a:pt x="191" y="2692"/>
                    <a:pt x="357" y="2716"/>
                    <a:pt x="477" y="2716"/>
                  </a:cubicBezTo>
                  <a:lnTo>
                    <a:pt x="477" y="3597"/>
                  </a:lnTo>
                  <a:cubicBezTo>
                    <a:pt x="477" y="3906"/>
                    <a:pt x="667" y="4144"/>
                    <a:pt x="977" y="4144"/>
                  </a:cubicBezTo>
                  <a:cubicBezTo>
                    <a:pt x="1120" y="4144"/>
                    <a:pt x="1239" y="4073"/>
                    <a:pt x="1358" y="4002"/>
                  </a:cubicBezTo>
                  <a:cubicBezTo>
                    <a:pt x="1453" y="4073"/>
                    <a:pt x="1596" y="4144"/>
                    <a:pt x="1739" y="4144"/>
                  </a:cubicBezTo>
                  <a:cubicBezTo>
                    <a:pt x="2048" y="4144"/>
                    <a:pt x="2263" y="3883"/>
                    <a:pt x="2263" y="3597"/>
                  </a:cubicBezTo>
                  <a:lnTo>
                    <a:pt x="2263" y="2716"/>
                  </a:lnTo>
                  <a:lnTo>
                    <a:pt x="2406" y="2716"/>
                  </a:lnTo>
                  <a:cubicBezTo>
                    <a:pt x="2572" y="2692"/>
                    <a:pt x="2739" y="2477"/>
                    <a:pt x="2739" y="2287"/>
                  </a:cubicBezTo>
                  <a:lnTo>
                    <a:pt x="2739" y="1644"/>
                  </a:lnTo>
                  <a:lnTo>
                    <a:pt x="2763" y="1311"/>
                  </a:lnTo>
                  <a:cubicBezTo>
                    <a:pt x="2763" y="1096"/>
                    <a:pt x="2739" y="953"/>
                    <a:pt x="2667" y="810"/>
                  </a:cubicBezTo>
                  <a:lnTo>
                    <a:pt x="2572" y="620"/>
                  </a:lnTo>
                  <a:cubicBezTo>
                    <a:pt x="2542" y="569"/>
                    <a:pt x="2485" y="540"/>
                    <a:pt x="2428" y="540"/>
                  </a:cubicBezTo>
                  <a:cubicBezTo>
                    <a:pt x="2352" y="540"/>
                    <a:pt x="2276" y="592"/>
                    <a:pt x="2263" y="715"/>
                  </a:cubicBezTo>
                  <a:lnTo>
                    <a:pt x="2263" y="739"/>
                  </a:lnTo>
                  <a:cubicBezTo>
                    <a:pt x="2310" y="834"/>
                    <a:pt x="2334" y="906"/>
                    <a:pt x="2382" y="977"/>
                  </a:cubicBezTo>
                  <a:cubicBezTo>
                    <a:pt x="2429" y="1144"/>
                    <a:pt x="2429" y="1263"/>
                    <a:pt x="2429" y="1406"/>
                  </a:cubicBezTo>
                  <a:lnTo>
                    <a:pt x="2429" y="1882"/>
                  </a:lnTo>
                  <a:lnTo>
                    <a:pt x="2429" y="2263"/>
                  </a:lnTo>
                  <a:cubicBezTo>
                    <a:pt x="2429" y="2287"/>
                    <a:pt x="2406" y="2335"/>
                    <a:pt x="2334" y="2335"/>
                  </a:cubicBezTo>
                  <a:cubicBezTo>
                    <a:pt x="2310" y="2335"/>
                    <a:pt x="2310" y="2287"/>
                    <a:pt x="2310" y="2263"/>
                  </a:cubicBezTo>
                  <a:lnTo>
                    <a:pt x="2310" y="2239"/>
                  </a:lnTo>
                  <a:lnTo>
                    <a:pt x="2310" y="1215"/>
                  </a:lnTo>
                  <a:cubicBezTo>
                    <a:pt x="2310" y="1144"/>
                    <a:pt x="2263" y="1072"/>
                    <a:pt x="2167" y="1049"/>
                  </a:cubicBezTo>
                  <a:cubicBezTo>
                    <a:pt x="2152" y="1046"/>
                    <a:pt x="2137" y="1044"/>
                    <a:pt x="2123" y="1044"/>
                  </a:cubicBezTo>
                  <a:cubicBezTo>
                    <a:pt x="2025" y="1044"/>
                    <a:pt x="1953" y="1112"/>
                    <a:pt x="1953" y="1215"/>
                  </a:cubicBezTo>
                  <a:lnTo>
                    <a:pt x="1953" y="3549"/>
                  </a:lnTo>
                  <a:cubicBezTo>
                    <a:pt x="1953" y="3647"/>
                    <a:pt x="1873" y="3728"/>
                    <a:pt x="1779" y="3728"/>
                  </a:cubicBezTo>
                  <a:cubicBezTo>
                    <a:pt x="1758" y="3728"/>
                    <a:pt x="1736" y="3724"/>
                    <a:pt x="1715" y="3716"/>
                  </a:cubicBezTo>
                  <a:cubicBezTo>
                    <a:pt x="1620" y="3692"/>
                    <a:pt x="1596" y="3644"/>
                    <a:pt x="1596" y="3549"/>
                  </a:cubicBezTo>
                  <a:lnTo>
                    <a:pt x="1596" y="3525"/>
                  </a:lnTo>
                  <a:lnTo>
                    <a:pt x="1596" y="2025"/>
                  </a:lnTo>
                  <a:cubicBezTo>
                    <a:pt x="1596" y="1930"/>
                    <a:pt x="1548" y="1882"/>
                    <a:pt x="1453" y="1858"/>
                  </a:cubicBezTo>
                  <a:cubicBezTo>
                    <a:pt x="1431" y="1850"/>
                    <a:pt x="1411" y="1846"/>
                    <a:pt x="1391" y="1846"/>
                  </a:cubicBezTo>
                  <a:cubicBezTo>
                    <a:pt x="1303" y="1846"/>
                    <a:pt x="1239" y="1927"/>
                    <a:pt x="1239" y="2025"/>
                  </a:cubicBezTo>
                  <a:lnTo>
                    <a:pt x="1239" y="3525"/>
                  </a:lnTo>
                  <a:lnTo>
                    <a:pt x="1239" y="3549"/>
                  </a:lnTo>
                  <a:cubicBezTo>
                    <a:pt x="1239" y="3644"/>
                    <a:pt x="1191" y="3692"/>
                    <a:pt x="1120" y="3716"/>
                  </a:cubicBezTo>
                  <a:cubicBezTo>
                    <a:pt x="1098" y="3724"/>
                    <a:pt x="1077" y="3728"/>
                    <a:pt x="1056" y="3728"/>
                  </a:cubicBezTo>
                  <a:cubicBezTo>
                    <a:pt x="961" y="3728"/>
                    <a:pt x="881" y="3647"/>
                    <a:pt x="881" y="3549"/>
                  </a:cubicBezTo>
                  <a:lnTo>
                    <a:pt x="881" y="1215"/>
                  </a:lnTo>
                  <a:cubicBezTo>
                    <a:pt x="881" y="1144"/>
                    <a:pt x="834" y="1072"/>
                    <a:pt x="738" y="1049"/>
                  </a:cubicBezTo>
                  <a:cubicBezTo>
                    <a:pt x="723" y="1046"/>
                    <a:pt x="708" y="1044"/>
                    <a:pt x="694" y="1044"/>
                  </a:cubicBezTo>
                  <a:cubicBezTo>
                    <a:pt x="596" y="1044"/>
                    <a:pt x="524" y="1112"/>
                    <a:pt x="524" y="1215"/>
                  </a:cubicBezTo>
                  <a:lnTo>
                    <a:pt x="524" y="2263"/>
                  </a:lnTo>
                  <a:cubicBezTo>
                    <a:pt x="524" y="2287"/>
                    <a:pt x="500" y="2335"/>
                    <a:pt x="477" y="2335"/>
                  </a:cubicBezTo>
                  <a:cubicBezTo>
                    <a:pt x="429" y="2335"/>
                    <a:pt x="405" y="2287"/>
                    <a:pt x="405" y="2263"/>
                  </a:cubicBezTo>
                  <a:lnTo>
                    <a:pt x="405" y="1906"/>
                  </a:lnTo>
                  <a:lnTo>
                    <a:pt x="405" y="1430"/>
                  </a:lnTo>
                  <a:cubicBezTo>
                    <a:pt x="405" y="1311"/>
                    <a:pt x="405" y="1168"/>
                    <a:pt x="429" y="1049"/>
                  </a:cubicBezTo>
                  <a:cubicBezTo>
                    <a:pt x="477" y="930"/>
                    <a:pt x="524" y="834"/>
                    <a:pt x="596" y="739"/>
                  </a:cubicBezTo>
                  <a:cubicBezTo>
                    <a:pt x="715" y="572"/>
                    <a:pt x="905" y="429"/>
                    <a:pt x="1120" y="358"/>
                  </a:cubicBezTo>
                  <a:cubicBezTo>
                    <a:pt x="1215" y="334"/>
                    <a:pt x="1334" y="334"/>
                    <a:pt x="1429" y="334"/>
                  </a:cubicBezTo>
                  <a:cubicBezTo>
                    <a:pt x="1548" y="334"/>
                    <a:pt x="1667" y="358"/>
                    <a:pt x="1739" y="382"/>
                  </a:cubicBezTo>
                  <a:cubicBezTo>
                    <a:pt x="1760" y="392"/>
                    <a:pt x="1780" y="397"/>
                    <a:pt x="1801" y="397"/>
                  </a:cubicBezTo>
                  <a:cubicBezTo>
                    <a:pt x="1872" y="397"/>
                    <a:pt x="1934" y="337"/>
                    <a:pt x="1953" y="263"/>
                  </a:cubicBezTo>
                  <a:cubicBezTo>
                    <a:pt x="1977" y="191"/>
                    <a:pt x="1929" y="96"/>
                    <a:pt x="1834" y="72"/>
                  </a:cubicBezTo>
                  <a:cubicBezTo>
                    <a:pt x="1691" y="1"/>
                    <a:pt x="1381"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7" name="Google Shape;14297;p90"/>
            <p:cNvSpPr/>
            <p:nvPr/>
          </p:nvSpPr>
          <p:spPr>
            <a:xfrm>
              <a:off x="6880513" y="3508983"/>
              <a:ext cx="70275" cy="101825"/>
            </a:xfrm>
            <a:custGeom>
              <a:rect b="b" l="l" r="r" t="t"/>
              <a:pathLst>
                <a:path extrusionOk="0" h="4073" w="2811">
                  <a:moveTo>
                    <a:pt x="1286" y="2835"/>
                  </a:moveTo>
                  <a:lnTo>
                    <a:pt x="1286" y="3501"/>
                  </a:lnTo>
                  <a:lnTo>
                    <a:pt x="1286" y="3597"/>
                  </a:lnTo>
                  <a:cubicBezTo>
                    <a:pt x="1263" y="3692"/>
                    <a:pt x="1167" y="3716"/>
                    <a:pt x="1120" y="3716"/>
                  </a:cubicBezTo>
                  <a:cubicBezTo>
                    <a:pt x="1024" y="3716"/>
                    <a:pt x="929" y="3620"/>
                    <a:pt x="929" y="3549"/>
                  </a:cubicBezTo>
                  <a:lnTo>
                    <a:pt x="929" y="2835"/>
                  </a:lnTo>
                  <a:close/>
                  <a:moveTo>
                    <a:pt x="2001" y="2835"/>
                  </a:moveTo>
                  <a:lnTo>
                    <a:pt x="2001" y="3549"/>
                  </a:lnTo>
                  <a:cubicBezTo>
                    <a:pt x="2001" y="3620"/>
                    <a:pt x="1906" y="3716"/>
                    <a:pt x="1834" y="3716"/>
                  </a:cubicBezTo>
                  <a:cubicBezTo>
                    <a:pt x="1739" y="3716"/>
                    <a:pt x="1667" y="3692"/>
                    <a:pt x="1644" y="3597"/>
                  </a:cubicBezTo>
                  <a:lnTo>
                    <a:pt x="1644" y="3549"/>
                  </a:lnTo>
                  <a:lnTo>
                    <a:pt x="1644" y="3501"/>
                  </a:lnTo>
                  <a:lnTo>
                    <a:pt x="1644" y="2835"/>
                  </a:lnTo>
                  <a:close/>
                  <a:moveTo>
                    <a:pt x="1358" y="1"/>
                  </a:moveTo>
                  <a:cubicBezTo>
                    <a:pt x="953" y="1"/>
                    <a:pt x="643" y="120"/>
                    <a:pt x="358" y="406"/>
                  </a:cubicBezTo>
                  <a:cubicBezTo>
                    <a:pt x="0" y="810"/>
                    <a:pt x="0" y="1310"/>
                    <a:pt x="0" y="1787"/>
                  </a:cubicBezTo>
                  <a:lnTo>
                    <a:pt x="0" y="2025"/>
                  </a:lnTo>
                  <a:lnTo>
                    <a:pt x="0" y="2049"/>
                  </a:lnTo>
                  <a:cubicBezTo>
                    <a:pt x="0" y="2120"/>
                    <a:pt x="48" y="2168"/>
                    <a:pt x="72" y="2239"/>
                  </a:cubicBezTo>
                  <a:cubicBezTo>
                    <a:pt x="72" y="2263"/>
                    <a:pt x="96" y="2263"/>
                    <a:pt x="96" y="2287"/>
                  </a:cubicBezTo>
                  <a:lnTo>
                    <a:pt x="119" y="2311"/>
                  </a:lnTo>
                  <a:lnTo>
                    <a:pt x="96" y="2501"/>
                  </a:lnTo>
                  <a:lnTo>
                    <a:pt x="96" y="2525"/>
                  </a:lnTo>
                  <a:cubicBezTo>
                    <a:pt x="119" y="2716"/>
                    <a:pt x="239" y="2835"/>
                    <a:pt x="429" y="2835"/>
                  </a:cubicBezTo>
                  <a:lnTo>
                    <a:pt x="477" y="2835"/>
                  </a:lnTo>
                  <a:lnTo>
                    <a:pt x="477" y="3549"/>
                  </a:lnTo>
                  <a:cubicBezTo>
                    <a:pt x="477" y="3835"/>
                    <a:pt x="691" y="4073"/>
                    <a:pt x="1001" y="4073"/>
                  </a:cubicBezTo>
                  <a:cubicBezTo>
                    <a:pt x="1144" y="4073"/>
                    <a:pt x="1263" y="4049"/>
                    <a:pt x="1382" y="3930"/>
                  </a:cubicBezTo>
                  <a:cubicBezTo>
                    <a:pt x="1477" y="4025"/>
                    <a:pt x="1596" y="4073"/>
                    <a:pt x="1739" y="4073"/>
                  </a:cubicBezTo>
                  <a:lnTo>
                    <a:pt x="1763" y="4073"/>
                  </a:lnTo>
                  <a:cubicBezTo>
                    <a:pt x="2025" y="4073"/>
                    <a:pt x="2263" y="3835"/>
                    <a:pt x="2263" y="3549"/>
                  </a:cubicBezTo>
                  <a:lnTo>
                    <a:pt x="2263" y="2835"/>
                  </a:lnTo>
                  <a:lnTo>
                    <a:pt x="2358" y="2835"/>
                  </a:lnTo>
                  <a:cubicBezTo>
                    <a:pt x="2549" y="2763"/>
                    <a:pt x="2620" y="2620"/>
                    <a:pt x="2620" y="2430"/>
                  </a:cubicBezTo>
                  <a:lnTo>
                    <a:pt x="2596" y="2287"/>
                  </a:lnTo>
                  <a:lnTo>
                    <a:pt x="2620" y="2263"/>
                  </a:lnTo>
                  <a:cubicBezTo>
                    <a:pt x="2715" y="2168"/>
                    <a:pt x="2739" y="2073"/>
                    <a:pt x="2739" y="1953"/>
                  </a:cubicBezTo>
                  <a:lnTo>
                    <a:pt x="2739" y="1287"/>
                  </a:lnTo>
                  <a:cubicBezTo>
                    <a:pt x="2811" y="1072"/>
                    <a:pt x="2739" y="834"/>
                    <a:pt x="2620" y="620"/>
                  </a:cubicBezTo>
                  <a:cubicBezTo>
                    <a:pt x="2590" y="569"/>
                    <a:pt x="2533" y="540"/>
                    <a:pt x="2476" y="540"/>
                  </a:cubicBezTo>
                  <a:cubicBezTo>
                    <a:pt x="2400" y="540"/>
                    <a:pt x="2324" y="592"/>
                    <a:pt x="2310" y="715"/>
                  </a:cubicBezTo>
                  <a:lnTo>
                    <a:pt x="2310" y="739"/>
                  </a:lnTo>
                  <a:cubicBezTo>
                    <a:pt x="2430" y="929"/>
                    <a:pt x="2477" y="1096"/>
                    <a:pt x="2477" y="1310"/>
                  </a:cubicBezTo>
                  <a:lnTo>
                    <a:pt x="2477" y="1953"/>
                  </a:lnTo>
                  <a:cubicBezTo>
                    <a:pt x="2477" y="2001"/>
                    <a:pt x="2430" y="2025"/>
                    <a:pt x="2382" y="2025"/>
                  </a:cubicBezTo>
                  <a:cubicBezTo>
                    <a:pt x="2358" y="2025"/>
                    <a:pt x="2358" y="2001"/>
                    <a:pt x="2358" y="1953"/>
                  </a:cubicBezTo>
                  <a:lnTo>
                    <a:pt x="2358" y="1930"/>
                  </a:lnTo>
                  <a:lnTo>
                    <a:pt x="2358" y="1287"/>
                  </a:lnTo>
                  <a:cubicBezTo>
                    <a:pt x="2358" y="1191"/>
                    <a:pt x="2310" y="1120"/>
                    <a:pt x="2215" y="1096"/>
                  </a:cubicBezTo>
                  <a:cubicBezTo>
                    <a:pt x="2203" y="1094"/>
                    <a:pt x="2191" y="1092"/>
                    <a:pt x="2179" y="1092"/>
                  </a:cubicBezTo>
                  <a:cubicBezTo>
                    <a:pt x="2077" y="1092"/>
                    <a:pt x="2001" y="1180"/>
                    <a:pt x="2001" y="1287"/>
                  </a:cubicBezTo>
                  <a:lnTo>
                    <a:pt x="2001" y="2025"/>
                  </a:lnTo>
                  <a:lnTo>
                    <a:pt x="2001" y="2049"/>
                  </a:lnTo>
                  <a:cubicBezTo>
                    <a:pt x="2025" y="2239"/>
                    <a:pt x="2144" y="2382"/>
                    <a:pt x="2334" y="2406"/>
                  </a:cubicBezTo>
                  <a:lnTo>
                    <a:pt x="2334" y="2501"/>
                  </a:lnTo>
                  <a:lnTo>
                    <a:pt x="572" y="2501"/>
                  </a:lnTo>
                  <a:lnTo>
                    <a:pt x="572" y="2406"/>
                  </a:lnTo>
                  <a:cubicBezTo>
                    <a:pt x="762" y="2382"/>
                    <a:pt x="905" y="2239"/>
                    <a:pt x="905" y="2025"/>
                  </a:cubicBezTo>
                  <a:lnTo>
                    <a:pt x="905" y="2001"/>
                  </a:lnTo>
                  <a:lnTo>
                    <a:pt x="905" y="1287"/>
                  </a:lnTo>
                  <a:cubicBezTo>
                    <a:pt x="905" y="1191"/>
                    <a:pt x="834" y="1120"/>
                    <a:pt x="762" y="1096"/>
                  </a:cubicBezTo>
                  <a:cubicBezTo>
                    <a:pt x="750" y="1094"/>
                    <a:pt x="738" y="1092"/>
                    <a:pt x="726" y="1092"/>
                  </a:cubicBezTo>
                  <a:cubicBezTo>
                    <a:pt x="625" y="1092"/>
                    <a:pt x="548" y="1180"/>
                    <a:pt x="548" y="1287"/>
                  </a:cubicBezTo>
                  <a:lnTo>
                    <a:pt x="548" y="2025"/>
                  </a:lnTo>
                  <a:cubicBezTo>
                    <a:pt x="548" y="2025"/>
                    <a:pt x="524" y="2073"/>
                    <a:pt x="477" y="2073"/>
                  </a:cubicBezTo>
                  <a:cubicBezTo>
                    <a:pt x="453" y="2073"/>
                    <a:pt x="429" y="2049"/>
                    <a:pt x="429" y="2025"/>
                  </a:cubicBezTo>
                  <a:lnTo>
                    <a:pt x="429" y="1334"/>
                  </a:lnTo>
                  <a:cubicBezTo>
                    <a:pt x="429" y="763"/>
                    <a:pt x="858" y="334"/>
                    <a:pt x="1429" y="334"/>
                  </a:cubicBezTo>
                  <a:cubicBezTo>
                    <a:pt x="1548" y="334"/>
                    <a:pt x="1667" y="358"/>
                    <a:pt x="1763" y="382"/>
                  </a:cubicBezTo>
                  <a:cubicBezTo>
                    <a:pt x="1779" y="386"/>
                    <a:pt x="1795" y="388"/>
                    <a:pt x="1811" y="388"/>
                  </a:cubicBezTo>
                  <a:cubicBezTo>
                    <a:pt x="1889" y="388"/>
                    <a:pt x="1957" y="342"/>
                    <a:pt x="1977" y="263"/>
                  </a:cubicBezTo>
                  <a:cubicBezTo>
                    <a:pt x="2001" y="167"/>
                    <a:pt x="1953" y="96"/>
                    <a:pt x="1858" y="48"/>
                  </a:cubicBezTo>
                  <a:cubicBezTo>
                    <a:pt x="1715" y="1"/>
                    <a:pt x="1405" y="1"/>
                    <a:pt x="14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8" name="Google Shape;14298;p90"/>
            <p:cNvSpPr/>
            <p:nvPr/>
          </p:nvSpPr>
          <p:spPr>
            <a:xfrm>
              <a:off x="6900163" y="3468508"/>
              <a:ext cx="33950" cy="34550"/>
            </a:xfrm>
            <a:custGeom>
              <a:rect b="b" l="l" r="r" t="t"/>
              <a:pathLst>
                <a:path extrusionOk="0" h="1382" w="1358">
                  <a:moveTo>
                    <a:pt x="691" y="334"/>
                  </a:moveTo>
                  <a:cubicBezTo>
                    <a:pt x="858" y="334"/>
                    <a:pt x="1048" y="477"/>
                    <a:pt x="1048" y="691"/>
                  </a:cubicBezTo>
                  <a:cubicBezTo>
                    <a:pt x="1048" y="881"/>
                    <a:pt x="881" y="1048"/>
                    <a:pt x="691" y="1048"/>
                  </a:cubicBezTo>
                  <a:cubicBezTo>
                    <a:pt x="500" y="1048"/>
                    <a:pt x="334" y="905"/>
                    <a:pt x="334" y="691"/>
                  </a:cubicBezTo>
                  <a:cubicBezTo>
                    <a:pt x="334" y="524"/>
                    <a:pt x="477" y="334"/>
                    <a:pt x="691" y="334"/>
                  </a:cubicBezTo>
                  <a:close/>
                  <a:moveTo>
                    <a:pt x="691" y="0"/>
                  </a:moveTo>
                  <a:cubicBezTo>
                    <a:pt x="286" y="0"/>
                    <a:pt x="0" y="310"/>
                    <a:pt x="0" y="691"/>
                  </a:cubicBezTo>
                  <a:cubicBezTo>
                    <a:pt x="0" y="1072"/>
                    <a:pt x="286" y="1382"/>
                    <a:pt x="691" y="1382"/>
                  </a:cubicBezTo>
                  <a:cubicBezTo>
                    <a:pt x="1072" y="1382"/>
                    <a:pt x="1358" y="1072"/>
                    <a:pt x="1358" y="691"/>
                  </a:cubicBezTo>
                  <a:cubicBezTo>
                    <a:pt x="1358" y="310"/>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9" name="Google Shape;14299;p90"/>
            <p:cNvSpPr/>
            <p:nvPr/>
          </p:nvSpPr>
          <p:spPr>
            <a:xfrm>
              <a:off x="6900163" y="3313708"/>
              <a:ext cx="33950" cy="34550"/>
            </a:xfrm>
            <a:custGeom>
              <a:rect b="b" l="l" r="r" t="t"/>
              <a:pathLst>
                <a:path extrusionOk="0" h="1382" w="1358">
                  <a:moveTo>
                    <a:pt x="691" y="334"/>
                  </a:moveTo>
                  <a:cubicBezTo>
                    <a:pt x="858" y="334"/>
                    <a:pt x="1048" y="477"/>
                    <a:pt x="1048" y="691"/>
                  </a:cubicBezTo>
                  <a:cubicBezTo>
                    <a:pt x="1048" y="906"/>
                    <a:pt x="858" y="1048"/>
                    <a:pt x="691" y="1048"/>
                  </a:cubicBezTo>
                  <a:cubicBezTo>
                    <a:pt x="477" y="1048"/>
                    <a:pt x="334" y="906"/>
                    <a:pt x="334" y="691"/>
                  </a:cubicBezTo>
                  <a:cubicBezTo>
                    <a:pt x="334" y="477"/>
                    <a:pt x="500" y="334"/>
                    <a:pt x="691" y="334"/>
                  </a:cubicBezTo>
                  <a:close/>
                  <a:moveTo>
                    <a:pt x="691" y="1"/>
                  </a:moveTo>
                  <a:cubicBezTo>
                    <a:pt x="286" y="1"/>
                    <a:pt x="0" y="310"/>
                    <a:pt x="0" y="691"/>
                  </a:cubicBezTo>
                  <a:cubicBezTo>
                    <a:pt x="0" y="1072"/>
                    <a:pt x="286" y="1382"/>
                    <a:pt x="691" y="1382"/>
                  </a:cubicBezTo>
                  <a:cubicBezTo>
                    <a:pt x="1072" y="1382"/>
                    <a:pt x="1358" y="1072"/>
                    <a:pt x="1358" y="691"/>
                  </a:cubicBezTo>
                  <a:cubicBezTo>
                    <a:pt x="1358"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0" name="Google Shape;14300;p90"/>
            <p:cNvSpPr/>
            <p:nvPr/>
          </p:nvSpPr>
          <p:spPr>
            <a:xfrm>
              <a:off x="6881713" y="3354783"/>
              <a:ext cx="69075" cy="103625"/>
            </a:xfrm>
            <a:custGeom>
              <a:rect b="b" l="l" r="r" t="t"/>
              <a:pathLst>
                <a:path extrusionOk="0" h="4145" w="2763">
                  <a:moveTo>
                    <a:pt x="1334" y="1"/>
                  </a:moveTo>
                  <a:cubicBezTo>
                    <a:pt x="953" y="1"/>
                    <a:pt x="619" y="120"/>
                    <a:pt x="357" y="429"/>
                  </a:cubicBezTo>
                  <a:cubicBezTo>
                    <a:pt x="167" y="620"/>
                    <a:pt x="71" y="906"/>
                    <a:pt x="24" y="1168"/>
                  </a:cubicBezTo>
                  <a:cubicBezTo>
                    <a:pt x="0" y="1382"/>
                    <a:pt x="0" y="1573"/>
                    <a:pt x="0" y="1787"/>
                  </a:cubicBezTo>
                  <a:lnTo>
                    <a:pt x="0" y="2001"/>
                  </a:lnTo>
                  <a:lnTo>
                    <a:pt x="0" y="2477"/>
                  </a:lnTo>
                  <a:cubicBezTo>
                    <a:pt x="0" y="2501"/>
                    <a:pt x="24" y="2573"/>
                    <a:pt x="48" y="2573"/>
                  </a:cubicBezTo>
                  <a:cubicBezTo>
                    <a:pt x="191" y="2692"/>
                    <a:pt x="357" y="2716"/>
                    <a:pt x="476" y="2716"/>
                  </a:cubicBezTo>
                  <a:lnTo>
                    <a:pt x="476" y="3597"/>
                  </a:lnTo>
                  <a:cubicBezTo>
                    <a:pt x="476" y="3906"/>
                    <a:pt x="667" y="4144"/>
                    <a:pt x="976" y="4144"/>
                  </a:cubicBezTo>
                  <a:cubicBezTo>
                    <a:pt x="1119" y="4144"/>
                    <a:pt x="1238" y="4073"/>
                    <a:pt x="1357" y="4002"/>
                  </a:cubicBezTo>
                  <a:cubicBezTo>
                    <a:pt x="1453" y="4073"/>
                    <a:pt x="1596" y="4144"/>
                    <a:pt x="1739" y="4144"/>
                  </a:cubicBezTo>
                  <a:cubicBezTo>
                    <a:pt x="2048" y="4144"/>
                    <a:pt x="2262" y="3883"/>
                    <a:pt x="2262" y="3597"/>
                  </a:cubicBezTo>
                  <a:lnTo>
                    <a:pt x="2262" y="2716"/>
                  </a:lnTo>
                  <a:lnTo>
                    <a:pt x="2405" y="2716"/>
                  </a:lnTo>
                  <a:cubicBezTo>
                    <a:pt x="2572" y="2692"/>
                    <a:pt x="2739" y="2477"/>
                    <a:pt x="2739" y="2287"/>
                  </a:cubicBezTo>
                  <a:lnTo>
                    <a:pt x="2739" y="1644"/>
                  </a:lnTo>
                  <a:lnTo>
                    <a:pt x="2763" y="1311"/>
                  </a:lnTo>
                  <a:cubicBezTo>
                    <a:pt x="2763" y="1096"/>
                    <a:pt x="2739" y="953"/>
                    <a:pt x="2667" y="810"/>
                  </a:cubicBezTo>
                  <a:lnTo>
                    <a:pt x="2572" y="620"/>
                  </a:lnTo>
                  <a:cubicBezTo>
                    <a:pt x="2542" y="569"/>
                    <a:pt x="2485" y="540"/>
                    <a:pt x="2428" y="540"/>
                  </a:cubicBezTo>
                  <a:cubicBezTo>
                    <a:pt x="2352" y="540"/>
                    <a:pt x="2276" y="592"/>
                    <a:pt x="2262" y="715"/>
                  </a:cubicBezTo>
                  <a:lnTo>
                    <a:pt x="2262" y="739"/>
                  </a:lnTo>
                  <a:cubicBezTo>
                    <a:pt x="2310" y="834"/>
                    <a:pt x="2334" y="906"/>
                    <a:pt x="2382" y="977"/>
                  </a:cubicBezTo>
                  <a:cubicBezTo>
                    <a:pt x="2429" y="1144"/>
                    <a:pt x="2429" y="1263"/>
                    <a:pt x="2429" y="1406"/>
                  </a:cubicBezTo>
                  <a:lnTo>
                    <a:pt x="2429" y="1882"/>
                  </a:lnTo>
                  <a:lnTo>
                    <a:pt x="2429" y="2263"/>
                  </a:lnTo>
                  <a:cubicBezTo>
                    <a:pt x="2429" y="2287"/>
                    <a:pt x="2405" y="2335"/>
                    <a:pt x="2334" y="2335"/>
                  </a:cubicBezTo>
                  <a:cubicBezTo>
                    <a:pt x="2310" y="2335"/>
                    <a:pt x="2310" y="2287"/>
                    <a:pt x="2310" y="2263"/>
                  </a:cubicBezTo>
                  <a:lnTo>
                    <a:pt x="2310" y="2239"/>
                  </a:lnTo>
                  <a:lnTo>
                    <a:pt x="2310" y="1215"/>
                  </a:lnTo>
                  <a:cubicBezTo>
                    <a:pt x="2310" y="1144"/>
                    <a:pt x="2262" y="1072"/>
                    <a:pt x="2167" y="1049"/>
                  </a:cubicBezTo>
                  <a:cubicBezTo>
                    <a:pt x="2152" y="1046"/>
                    <a:pt x="2137" y="1044"/>
                    <a:pt x="2122" y="1044"/>
                  </a:cubicBezTo>
                  <a:cubicBezTo>
                    <a:pt x="2025" y="1044"/>
                    <a:pt x="1953" y="1112"/>
                    <a:pt x="1953" y="1215"/>
                  </a:cubicBezTo>
                  <a:lnTo>
                    <a:pt x="1953" y="3549"/>
                  </a:lnTo>
                  <a:cubicBezTo>
                    <a:pt x="1953" y="3647"/>
                    <a:pt x="1873" y="3728"/>
                    <a:pt x="1778" y="3728"/>
                  </a:cubicBezTo>
                  <a:cubicBezTo>
                    <a:pt x="1758" y="3728"/>
                    <a:pt x="1736" y="3724"/>
                    <a:pt x="1715" y="3716"/>
                  </a:cubicBezTo>
                  <a:cubicBezTo>
                    <a:pt x="1619" y="3692"/>
                    <a:pt x="1596" y="3644"/>
                    <a:pt x="1596" y="3549"/>
                  </a:cubicBezTo>
                  <a:lnTo>
                    <a:pt x="1596" y="3525"/>
                  </a:lnTo>
                  <a:lnTo>
                    <a:pt x="1596" y="2025"/>
                  </a:lnTo>
                  <a:cubicBezTo>
                    <a:pt x="1596" y="1930"/>
                    <a:pt x="1548" y="1882"/>
                    <a:pt x="1453" y="1858"/>
                  </a:cubicBezTo>
                  <a:cubicBezTo>
                    <a:pt x="1431" y="1850"/>
                    <a:pt x="1411" y="1846"/>
                    <a:pt x="1391" y="1846"/>
                  </a:cubicBezTo>
                  <a:cubicBezTo>
                    <a:pt x="1302" y="1846"/>
                    <a:pt x="1238" y="1927"/>
                    <a:pt x="1238" y="2025"/>
                  </a:cubicBezTo>
                  <a:lnTo>
                    <a:pt x="1238" y="3525"/>
                  </a:lnTo>
                  <a:lnTo>
                    <a:pt x="1238" y="3549"/>
                  </a:lnTo>
                  <a:cubicBezTo>
                    <a:pt x="1238" y="3644"/>
                    <a:pt x="1191" y="3692"/>
                    <a:pt x="1119" y="3716"/>
                  </a:cubicBezTo>
                  <a:cubicBezTo>
                    <a:pt x="1098" y="3724"/>
                    <a:pt x="1076" y="3728"/>
                    <a:pt x="1056" y="3728"/>
                  </a:cubicBezTo>
                  <a:cubicBezTo>
                    <a:pt x="961" y="3728"/>
                    <a:pt x="881" y="3647"/>
                    <a:pt x="881" y="3549"/>
                  </a:cubicBezTo>
                  <a:lnTo>
                    <a:pt x="881" y="1215"/>
                  </a:lnTo>
                  <a:cubicBezTo>
                    <a:pt x="881" y="1144"/>
                    <a:pt x="834" y="1072"/>
                    <a:pt x="738" y="1049"/>
                  </a:cubicBezTo>
                  <a:cubicBezTo>
                    <a:pt x="723" y="1046"/>
                    <a:pt x="708" y="1044"/>
                    <a:pt x="694" y="1044"/>
                  </a:cubicBezTo>
                  <a:cubicBezTo>
                    <a:pt x="596" y="1044"/>
                    <a:pt x="524" y="1112"/>
                    <a:pt x="524" y="1215"/>
                  </a:cubicBezTo>
                  <a:lnTo>
                    <a:pt x="524" y="2263"/>
                  </a:lnTo>
                  <a:cubicBezTo>
                    <a:pt x="524" y="2287"/>
                    <a:pt x="500" y="2335"/>
                    <a:pt x="476" y="2335"/>
                  </a:cubicBezTo>
                  <a:cubicBezTo>
                    <a:pt x="429" y="2335"/>
                    <a:pt x="405" y="2287"/>
                    <a:pt x="405" y="2263"/>
                  </a:cubicBezTo>
                  <a:lnTo>
                    <a:pt x="405" y="1906"/>
                  </a:lnTo>
                  <a:lnTo>
                    <a:pt x="405" y="1430"/>
                  </a:lnTo>
                  <a:cubicBezTo>
                    <a:pt x="405" y="1311"/>
                    <a:pt x="405" y="1168"/>
                    <a:pt x="429" y="1049"/>
                  </a:cubicBezTo>
                  <a:cubicBezTo>
                    <a:pt x="476" y="930"/>
                    <a:pt x="524" y="834"/>
                    <a:pt x="595" y="739"/>
                  </a:cubicBezTo>
                  <a:cubicBezTo>
                    <a:pt x="714" y="572"/>
                    <a:pt x="905" y="429"/>
                    <a:pt x="1119" y="358"/>
                  </a:cubicBezTo>
                  <a:cubicBezTo>
                    <a:pt x="1215" y="334"/>
                    <a:pt x="1334" y="334"/>
                    <a:pt x="1429" y="334"/>
                  </a:cubicBezTo>
                  <a:cubicBezTo>
                    <a:pt x="1548" y="334"/>
                    <a:pt x="1667" y="358"/>
                    <a:pt x="1739" y="382"/>
                  </a:cubicBezTo>
                  <a:cubicBezTo>
                    <a:pt x="1759" y="392"/>
                    <a:pt x="1780" y="397"/>
                    <a:pt x="1800" y="397"/>
                  </a:cubicBezTo>
                  <a:cubicBezTo>
                    <a:pt x="1872" y="397"/>
                    <a:pt x="1934" y="337"/>
                    <a:pt x="1953" y="263"/>
                  </a:cubicBezTo>
                  <a:cubicBezTo>
                    <a:pt x="1977" y="191"/>
                    <a:pt x="1929" y="96"/>
                    <a:pt x="1834" y="72"/>
                  </a:cubicBezTo>
                  <a:cubicBezTo>
                    <a:pt x="1691" y="1"/>
                    <a:pt x="1381"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01" name="Google Shape;14301;p90"/>
          <p:cNvSpPr/>
          <p:nvPr/>
        </p:nvSpPr>
        <p:spPr>
          <a:xfrm>
            <a:off x="7126312" y="3574088"/>
            <a:ext cx="103984" cy="10703"/>
          </a:xfrm>
          <a:custGeom>
            <a:rect b="b" l="l" r="r" t="t"/>
            <a:pathLst>
              <a:path extrusionOk="0" h="358" w="3478">
                <a:moveTo>
                  <a:pt x="215" y="1"/>
                </a:moveTo>
                <a:cubicBezTo>
                  <a:pt x="143" y="1"/>
                  <a:pt x="72" y="72"/>
                  <a:pt x="48" y="167"/>
                </a:cubicBezTo>
                <a:cubicBezTo>
                  <a:pt x="0" y="286"/>
                  <a:pt x="95" y="358"/>
                  <a:pt x="215" y="358"/>
                </a:cubicBezTo>
                <a:lnTo>
                  <a:pt x="3263" y="358"/>
                </a:lnTo>
                <a:cubicBezTo>
                  <a:pt x="3358" y="358"/>
                  <a:pt x="3406" y="310"/>
                  <a:pt x="3429" y="215"/>
                </a:cubicBezTo>
                <a:cubicBezTo>
                  <a:pt x="3477" y="120"/>
                  <a:pt x="3382"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2" name="Google Shape;14302;p90"/>
          <p:cNvSpPr/>
          <p:nvPr/>
        </p:nvSpPr>
        <p:spPr>
          <a:xfrm>
            <a:off x="7126312" y="3600427"/>
            <a:ext cx="103984" cy="10733"/>
          </a:xfrm>
          <a:custGeom>
            <a:rect b="b" l="l" r="r" t="t"/>
            <a:pathLst>
              <a:path extrusionOk="0" h="359" w="3478">
                <a:moveTo>
                  <a:pt x="215" y="1"/>
                </a:moveTo>
                <a:cubicBezTo>
                  <a:pt x="143" y="1"/>
                  <a:pt x="72" y="48"/>
                  <a:pt x="48" y="144"/>
                </a:cubicBezTo>
                <a:cubicBezTo>
                  <a:pt x="0" y="263"/>
                  <a:pt x="95" y="358"/>
                  <a:pt x="215" y="358"/>
                </a:cubicBezTo>
                <a:lnTo>
                  <a:pt x="3263" y="358"/>
                </a:lnTo>
                <a:cubicBezTo>
                  <a:pt x="3358" y="358"/>
                  <a:pt x="3406" y="287"/>
                  <a:pt x="3429" y="191"/>
                </a:cubicBezTo>
                <a:cubicBezTo>
                  <a:pt x="3477" y="120"/>
                  <a:pt x="3382"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3" name="Google Shape;14303;p90"/>
          <p:cNvSpPr/>
          <p:nvPr/>
        </p:nvSpPr>
        <p:spPr>
          <a:xfrm>
            <a:off x="7149811" y="3625362"/>
            <a:ext cx="56985" cy="10703"/>
          </a:xfrm>
          <a:custGeom>
            <a:rect b="b" l="l" r="r" t="t"/>
            <a:pathLst>
              <a:path extrusionOk="0" h="358" w="1906">
                <a:moveTo>
                  <a:pt x="214" y="0"/>
                </a:moveTo>
                <a:cubicBezTo>
                  <a:pt x="119" y="0"/>
                  <a:pt x="71" y="48"/>
                  <a:pt x="24" y="143"/>
                </a:cubicBezTo>
                <a:cubicBezTo>
                  <a:pt x="0" y="262"/>
                  <a:pt x="95" y="358"/>
                  <a:pt x="214" y="358"/>
                </a:cubicBezTo>
                <a:lnTo>
                  <a:pt x="1739" y="358"/>
                </a:lnTo>
                <a:cubicBezTo>
                  <a:pt x="1810" y="358"/>
                  <a:pt x="1881" y="286"/>
                  <a:pt x="1905" y="191"/>
                </a:cubicBezTo>
                <a:cubicBezTo>
                  <a:pt x="1905" y="119"/>
                  <a:pt x="1810"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4" name="Google Shape;14304;p90"/>
          <p:cNvSpPr/>
          <p:nvPr/>
        </p:nvSpPr>
        <p:spPr>
          <a:xfrm>
            <a:off x="7007411" y="3422450"/>
            <a:ext cx="337513" cy="355302"/>
          </a:xfrm>
          <a:custGeom>
            <a:rect b="b" l="l" r="r" t="t"/>
            <a:pathLst>
              <a:path extrusionOk="0" h="11884" w="11289">
                <a:moveTo>
                  <a:pt x="6144" y="881"/>
                </a:moveTo>
                <a:cubicBezTo>
                  <a:pt x="7359" y="905"/>
                  <a:pt x="8478" y="1381"/>
                  <a:pt x="9383" y="2215"/>
                </a:cubicBezTo>
                <a:lnTo>
                  <a:pt x="8573" y="3025"/>
                </a:lnTo>
                <a:cubicBezTo>
                  <a:pt x="7883" y="2405"/>
                  <a:pt x="7002" y="2048"/>
                  <a:pt x="6144" y="2024"/>
                </a:cubicBezTo>
                <a:lnTo>
                  <a:pt x="6144" y="881"/>
                </a:lnTo>
                <a:close/>
                <a:moveTo>
                  <a:pt x="6097" y="2405"/>
                </a:moveTo>
                <a:cubicBezTo>
                  <a:pt x="6930" y="2429"/>
                  <a:pt x="7764" y="2786"/>
                  <a:pt x="8430" y="3453"/>
                </a:cubicBezTo>
                <a:cubicBezTo>
                  <a:pt x="9121" y="4120"/>
                  <a:pt x="9478" y="5001"/>
                  <a:pt x="9478" y="5954"/>
                </a:cubicBezTo>
                <a:cubicBezTo>
                  <a:pt x="9502" y="6835"/>
                  <a:pt x="9145" y="7692"/>
                  <a:pt x="8478" y="8383"/>
                </a:cubicBezTo>
                <a:cubicBezTo>
                  <a:pt x="7859" y="9050"/>
                  <a:pt x="7025" y="9431"/>
                  <a:pt x="6097" y="9455"/>
                </a:cubicBezTo>
                <a:lnTo>
                  <a:pt x="6097" y="9050"/>
                </a:lnTo>
                <a:cubicBezTo>
                  <a:pt x="6097" y="8931"/>
                  <a:pt x="5978" y="8812"/>
                  <a:pt x="5859" y="8812"/>
                </a:cubicBezTo>
                <a:cubicBezTo>
                  <a:pt x="5096" y="8764"/>
                  <a:pt x="4382" y="8478"/>
                  <a:pt x="3834" y="7930"/>
                </a:cubicBezTo>
                <a:cubicBezTo>
                  <a:pt x="3310" y="7406"/>
                  <a:pt x="3001" y="6668"/>
                  <a:pt x="3001" y="5906"/>
                </a:cubicBezTo>
                <a:cubicBezTo>
                  <a:pt x="3001" y="5144"/>
                  <a:pt x="3310" y="4430"/>
                  <a:pt x="3834" y="3882"/>
                </a:cubicBezTo>
                <a:cubicBezTo>
                  <a:pt x="4382" y="3358"/>
                  <a:pt x="5096" y="3025"/>
                  <a:pt x="5859" y="3025"/>
                </a:cubicBezTo>
                <a:cubicBezTo>
                  <a:pt x="6025" y="3025"/>
                  <a:pt x="6097" y="2906"/>
                  <a:pt x="6097" y="2786"/>
                </a:cubicBezTo>
                <a:lnTo>
                  <a:pt x="6097" y="2405"/>
                </a:lnTo>
                <a:close/>
                <a:moveTo>
                  <a:pt x="5859" y="0"/>
                </a:moveTo>
                <a:cubicBezTo>
                  <a:pt x="4739" y="0"/>
                  <a:pt x="3620" y="357"/>
                  <a:pt x="2667" y="977"/>
                </a:cubicBezTo>
                <a:cubicBezTo>
                  <a:pt x="2620" y="1024"/>
                  <a:pt x="2596" y="1096"/>
                  <a:pt x="2620" y="1191"/>
                </a:cubicBezTo>
                <a:cubicBezTo>
                  <a:pt x="2635" y="1265"/>
                  <a:pt x="2696" y="1303"/>
                  <a:pt x="2763" y="1303"/>
                </a:cubicBezTo>
                <a:cubicBezTo>
                  <a:pt x="2804" y="1303"/>
                  <a:pt x="2846" y="1289"/>
                  <a:pt x="2882" y="1262"/>
                </a:cubicBezTo>
                <a:cubicBezTo>
                  <a:pt x="3739" y="715"/>
                  <a:pt x="4763" y="381"/>
                  <a:pt x="5763" y="357"/>
                </a:cubicBezTo>
                <a:lnTo>
                  <a:pt x="5763" y="2691"/>
                </a:lnTo>
                <a:cubicBezTo>
                  <a:pt x="4977" y="2739"/>
                  <a:pt x="4192" y="3096"/>
                  <a:pt x="3620" y="3691"/>
                </a:cubicBezTo>
                <a:cubicBezTo>
                  <a:pt x="3025" y="4311"/>
                  <a:pt x="2715" y="5120"/>
                  <a:pt x="2715" y="5978"/>
                </a:cubicBezTo>
                <a:cubicBezTo>
                  <a:pt x="2715" y="6835"/>
                  <a:pt x="3025" y="7645"/>
                  <a:pt x="3620" y="8264"/>
                </a:cubicBezTo>
                <a:cubicBezTo>
                  <a:pt x="4192" y="8859"/>
                  <a:pt x="4977" y="9193"/>
                  <a:pt x="5763" y="9240"/>
                </a:cubicBezTo>
                <a:lnTo>
                  <a:pt x="5763" y="11598"/>
                </a:lnTo>
                <a:cubicBezTo>
                  <a:pt x="4334" y="11574"/>
                  <a:pt x="2977" y="10979"/>
                  <a:pt x="1953" y="9931"/>
                </a:cubicBezTo>
                <a:cubicBezTo>
                  <a:pt x="929" y="8883"/>
                  <a:pt x="357" y="7478"/>
                  <a:pt x="334" y="6001"/>
                </a:cubicBezTo>
                <a:cubicBezTo>
                  <a:pt x="334" y="4406"/>
                  <a:pt x="1048" y="2882"/>
                  <a:pt x="2239" y="1810"/>
                </a:cubicBezTo>
                <a:cubicBezTo>
                  <a:pt x="2286" y="1739"/>
                  <a:pt x="2310" y="1620"/>
                  <a:pt x="2263" y="1572"/>
                </a:cubicBezTo>
                <a:cubicBezTo>
                  <a:pt x="2221" y="1516"/>
                  <a:pt x="2162" y="1493"/>
                  <a:pt x="2112" y="1493"/>
                </a:cubicBezTo>
                <a:cubicBezTo>
                  <a:pt x="2076" y="1493"/>
                  <a:pt x="2044" y="1505"/>
                  <a:pt x="2024" y="1524"/>
                </a:cubicBezTo>
                <a:cubicBezTo>
                  <a:pt x="738" y="2667"/>
                  <a:pt x="0" y="4263"/>
                  <a:pt x="0" y="6001"/>
                </a:cubicBezTo>
                <a:lnTo>
                  <a:pt x="24" y="6001"/>
                </a:lnTo>
                <a:cubicBezTo>
                  <a:pt x="24" y="7573"/>
                  <a:pt x="667" y="9026"/>
                  <a:pt x="1762" y="10145"/>
                </a:cubicBezTo>
                <a:cubicBezTo>
                  <a:pt x="2858" y="11241"/>
                  <a:pt x="4311" y="11860"/>
                  <a:pt x="5882" y="11884"/>
                </a:cubicBezTo>
                <a:cubicBezTo>
                  <a:pt x="5954" y="11884"/>
                  <a:pt x="6049" y="11860"/>
                  <a:pt x="6073" y="11812"/>
                </a:cubicBezTo>
                <a:cubicBezTo>
                  <a:pt x="6097" y="11765"/>
                  <a:pt x="6144" y="11717"/>
                  <a:pt x="6144" y="11645"/>
                </a:cubicBezTo>
                <a:lnTo>
                  <a:pt x="6144" y="11336"/>
                </a:lnTo>
                <a:cubicBezTo>
                  <a:pt x="7168" y="11288"/>
                  <a:pt x="8192" y="10931"/>
                  <a:pt x="9050" y="10336"/>
                </a:cubicBezTo>
                <a:cubicBezTo>
                  <a:pt x="9145" y="10288"/>
                  <a:pt x="9145" y="10169"/>
                  <a:pt x="9073" y="10098"/>
                </a:cubicBezTo>
                <a:cubicBezTo>
                  <a:pt x="9047" y="10058"/>
                  <a:pt x="8999" y="10040"/>
                  <a:pt x="8950" y="10040"/>
                </a:cubicBezTo>
                <a:cubicBezTo>
                  <a:pt x="8909" y="10040"/>
                  <a:pt x="8867" y="10052"/>
                  <a:pt x="8835" y="10074"/>
                </a:cubicBezTo>
                <a:cubicBezTo>
                  <a:pt x="8049" y="10645"/>
                  <a:pt x="7121" y="10979"/>
                  <a:pt x="6144" y="11002"/>
                </a:cubicBezTo>
                <a:lnTo>
                  <a:pt x="6144" y="9907"/>
                </a:lnTo>
                <a:cubicBezTo>
                  <a:pt x="7121" y="9859"/>
                  <a:pt x="8002" y="9455"/>
                  <a:pt x="8692" y="8764"/>
                </a:cubicBezTo>
                <a:cubicBezTo>
                  <a:pt x="9431" y="8026"/>
                  <a:pt x="9836" y="7073"/>
                  <a:pt x="9836" y="6025"/>
                </a:cubicBezTo>
                <a:cubicBezTo>
                  <a:pt x="9836" y="5049"/>
                  <a:pt x="9455" y="4120"/>
                  <a:pt x="8812" y="3406"/>
                </a:cubicBezTo>
                <a:lnTo>
                  <a:pt x="9597" y="2644"/>
                </a:lnTo>
                <a:cubicBezTo>
                  <a:pt x="10455" y="3549"/>
                  <a:pt x="10931" y="4787"/>
                  <a:pt x="10931" y="6025"/>
                </a:cubicBezTo>
                <a:cubicBezTo>
                  <a:pt x="10931" y="7359"/>
                  <a:pt x="10431" y="8621"/>
                  <a:pt x="9478" y="9574"/>
                </a:cubicBezTo>
                <a:lnTo>
                  <a:pt x="9407" y="9621"/>
                </a:lnTo>
                <a:cubicBezTo>
                  <a:pt x="9335" y="9693"/>
                  <a:pt x="9335" y="9812"/>
                  <a:pt x="9407" y="9859"/>
                </a:cubicBezTo>
                <a:cubicBezTo>
                  <a:pt x="9443" y="9895"/>
                  <a:pt x="9490" y="9913"/>
                  <a:pt x="9535" y="9913"/>
                </a:cubicBezTo>
                <a:cubicBezTo>
                  <a:pt x="9580" y="9913"/>
                  <a:pt x="9621" y="9895"/>
                  <a:pt x="9645" y="9859"/>
                </a:cubicBezTo>
                <a:lnTo>
                  <a:pt x="9716" y="9812"/>
                </a:lnTo>
                <a:cubicBezTo>
                  <a:pt x="10717" y="8788"/>
                  <a:pt x="11288" y="7454"/>
                  <a:pt x="11288" y="6025"/>
                </a:cubicBezTo>
                <a:cubicBezTo>
                  <a:pt x="11288" y="4477"/>
                  <a:pt x="10717" y="3144"/>
                  <a:pt x="9716" y="2144"/>
                </a:cubicBezTo>
                <a:cubicBezTo>
                  <a:pt x="8740" y="1191"/>
                  <a:pt x="7478" y="619"/>
                  <a:pt x="6097" y="596"/>
                </a:cubicBezTo>
                <a:lnTo>
                  <a:pt x="6097" y="238"/>
                </a:lnTo>
                <a:cubicBezTo>
                  <a:pt x="6097" y="167"/>
                  <a:pt x="6073" y="119"/>
                  <a:pt x="6049" y="72"/>
                </a:cubicBezTo>
                <a:cubicBezTo>
                  <a:pt x="5978" y="24"/>
                  <a:pt x="5930" y="0"/>
                  <a:pt x="58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05" name="Google Shape;14305;p90"/>
          <p:cNvGrpSpPr/>
          <p:nvPr/>
        </p:nvGrpSpPr>
        <p:grpSpPr>
          <a:xfrm>
            <a:off x="6273377" y="3422493"/>
            <a:ext cx="356019" cy="355302"/>
            <a:chOff x="5676088" y="3314908"/>
            <a:chExt cx="297700" cy="297100"/>
          </a:xfrm>
        </p:grpSpPr>
        <p:sp>
          <p:nvSpPr>
            <p:cNvPr id="14306" name="Google Shape;14306;p90"/>
            <p:cNvSpPr/>
            <p:nvPr/>
          </p:nvSpPr>
          <p:spPr>
            <a:xfrm>
              <a:off x="5751113" y="3426508"/>
              <a:ext cx="203050" cy="108700"/>
            </a:xfrm>
            <a:custGeom>
              <a:rect b="b" l="l" r="r" t="t"/>
              <a:pathLst>
                <a:path extrusionOk="0" h="4348" w="8122">
                  <a:moveTo>
                    <a:pt x="173" y="0"/>
                  </a:moveTo>
                  <a:cubicBezTo>
                    <a:pt x="146" y="0"/>
                    <a:pt x="119" y="5"/>
                    <a:pt x="96" y="13"/>
                  </a:cubicBezTo>
                  <a:cubicBezTo>
                    <a:pt x="0" y="85"/>
                    <a:pt x="0" y="180"/>
                    <a:pt x="24" y="251"/>
                  </a:cubicBezTo>
                  <a:lnTo>
                    <a:pt x="977" y="1680"/>
                  </a:lnTo>
                  <a:cubicBezTo>
                    <a:pt x="1022" y="1756"/>
                    <a:pt x="1105" y="1802"/>
                    <a:pt x="1185" y="1802"/>
                  </a:cubicBezTo>
                  <a:cubicBezTo>
                    <a:pt x="1231" y="1802"/>
                    <a:pt x="1275" y="1787"/>
                    <a:pt x="1310" y="1752"/>
                  </a:cubicBezTo>
                  <a:lnTo>
                    <a:pt x="3001" y="609"/>
                  </a:lnTo>
                  <a:lnTo>
                    <a:pt x="5478" y="4181"/>
                  </a:lnTo>
                  <a:cubicBezTo>
                    <a:pt x="5509" y="4244"/>
                    <a:pt x="5594" y="4297"/>
                    <a:pt x="5682" y="4297"/>
                  </a:cubicBezTo>
                  <a:cubicBezTo>
                    <a:pt x="5726" y="4297"/>
                    <a:pt x="5771" y="4284"/>
                    <a:pt x="5811" y="4252"/>
                  </a:cubicBezTo>
                  <a:lnTo>
                    <a:pt x="7764" y="3109"/>
                  </a:lnTo>
                  <a:lnTo>
                    <a:pt x="7764" y="4157"/>
                  </a:lnTo>
                  <a:cubicBezTo>
                    <a:pt x="7764" y="4252"/>
                    <a:pt x="7835" y="4348"/>
                    <a:pt x="7907" y="4348"/>
                  </a:cubicBezTo>
                  <a:cubicBezTo>
                    <a:pt x="8026" y="4348"/>
                    <a:pt x="8121" y="4276"/>
                    <a:pt x="8121" y="4157"/>
                  </a:cubicBezTo>
                  <a:lnTo>
                    <a:pt x="8121" y="2919"/>
                  </a:lnTo>
                  <a:cubicBezTo>
                    <a:pt x="8121" y="2847"/>
                    <a:pt x="8097" y="2800"/>
                    <a:pt x="8073" y="2752"/>
                  </a:cubicBezTo>
                  <a:cubicBezTo>
                    <a:pt x="8011" y="2705"/>
                    <a:pt x="7939" y="2669"/>
                    <a:pt x="7864" y="2669"/>
                  </a:cubicBezTo>
                  <a:cubicBezTo>
                    <a:pt x="7823" y="2669"/>
                    <a:pt x="7782" y="2679"/>
                    <a:pt x="7740" y="2704"/>
                  </a:cubicBezTo>
                  <a:lnTo>
                    <a:pt x="5692" y="3895"/>
                  </a:lnTo>
                  <a:lnTo>
                    <a:pt x="3215" y="323"/>
                  </a:lnTo>
                  <a:cubicBezTo>
                    <a:pt x="3156" y="248"/>
                    <a:pt x="3087" y="211"/>
                    <a:pt x="3015" y="211"/>
                  </a:cubicBezTo>
                  <a:cubicBezTo>
                    <a:pt x="2971" y="211"/>
                    <a:pt x="2927" y="225"/>
                    <a:pt x="2882" y="251"/>
                  </a:cubicBezTo>
                  <a:lnTo>
                    <a:pt x="1191" y="1395"/>
                  </a:lnTo>
                  <a:lnTo>
                    <a:pt x="334" y="85"/>
                  </a:lnTo>
                  <a:cubicBezTo>
                    <a:pt x="286" y="21"/>
                    <a:pt x="228"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7" name="Google Shape;14307;p90"/>
            <p:cNvSpPr/>
            <p:nvPr/>
          </p:nvSpPr>
          <p:spPr>
            <a:xfrm>
              <a:off x="5676088" y="3314908"/>
              <a:ext cx="297700" cy="297100"/>
            </a:xfrm>
            <a:custGeom>
              <a:rect b="b" l="l" r="r" t="t"/>
              <a:pathLst>
                <a:path extrusionOk="0" h="11884" w="11908">
                  <a:moveTo>
                    <a:pt x="11575" y="11002"/>
                  </a:moveTo>
                  <a:lnTo>
                    <a:pt x="11575" y="11479"/>
                  </a:lnTo>
                  <a:lnTo>
                    <a:pt x="382" y="11479"/>
                  </a:lnTo>
                  <a:lnTo>
                    <a:pt x="382" y="11002"/>
                  </a:lnTo>
                  <a:close/>
                  <a:moveTo>
                    <a:pt x="906" y="0"/>
                  </a:moveTo>
                  <a:cubicBezTo>
                    <a:pt x="787" y="0"/>
                    <a:pt x="715" y="48"/>
                    <a:pt x="715" y="167"/>
                  </a:cubicBezTo>
                  <a:lnTo>
                    <a:pt x="715" y="977"/>
                  </a:lnTo>
                  <a:lnTo>
                    <a:pt x="501" y="977"/>
                  </a:lnTo>
                  <a:cubicBezTo>
                    <a:pt x="406" y="977"/>
                    <a:pt x="310" y="1024"/>
                    <a:pt x="310" y="1119"/>
                  </a:cubicBezTo>
                  <a:cubicBezTo>
                    <a:pt x="310" y="1239"/>
                    <a:pt x="382" y="1334"/>
                    <a:pt x="501" y="1334"/>
                  </a:cubicBezTo>
                  <a:lnTo>
                    <a:pt x="715" y="1334"/>
                  </a:lnTo>
                  <a:lnTo>
                    <a:pt x="715" y="2215"/>
                  </a:lnTo>
                  <a:lnTo>
                    <a:pt x="501" y="2215"/>
                  </a:lnTo>
                  <a:cubicBezTo>
                    <a:pt x="406" y="2215"/>
                    <a:pt x="310" y="2286"/>
                    <a:pt x="310" y="2382"/>
                  </a:cubicBezTo>
                  <a:cubicBezTo>
                    <a:pt x="310" y="2477"/>
                    <a:pt x="382" y="2572"/>
                    <a:pt x="501" y="2572"/>
                  </a:cubicBezTo>
                  <a:lnTo>
                    <a:pt x="715" y="2572"/>
                  </a:lnTo>
                  <a:lnTo>
                    <a:pt x="715" y="3477"/>
                  </a:lnTo>
                  <a:lnTo>
                    <a:pt x="501" y="3477"/>
                  </a:lnTo>
                  <a:cubicBezTo>
                    <a:pt x="406" y="3477"/>
                    <a:pt x="310" y="3525"/>
                    <a:pt x="310" y="3620"/>
                  </a:cubicBezTo>
                  <a:cubicBezTo>
                    <a:pt x="310" y="3739"/>
                    <a:pt x="382" y="3834"/>
                    <a:pt x="501" y="3834"/>
                  </a:cubicBezTo>
                  <a:lnTo>
                    <a:pt x="715" y="3834"/>
                  </a:lnTo>
                  <a:lnTo>
                    <a:pt x="715" y="4715"/>
                  </a:lnTo>
                  <a:lnTo>
                    <a:pt x="501" y="4715"/>
                  </a:lnTo>
                  <a:cubicBezTo>
                    <a:pt x="406" y="4715"/>
                    <a:pt x="310" y="4787"/>
                    <a:pt x="310" y="4858"/>
                  </a:cubicBezTo>
                  <a:cubicBezTo>
                    <a:pt x="310" y="4977"/>
                    <a:pt x="382" y="5073"/>
                    <a:pt x="501" y="5073"/>
                  </a:cubicBezTo>
                  <a:lnTo>
                    <a:pt x="715" y="5073"/>
                  </a:lnTo>
                  <a:lnTo>
                    <a:pt x="715" y="5978"/>
                  </a:lnTo>
                  <a:lnTo>
                    <a:pt x="501" y="5978"/>
                  </a:lnTo>
                  <a:cubicBezTo>
                    <a:pt x="406" y="5978"/>
                    <a:pt x="310" y="6025"/>
                    <a:pt x="310" y="6121"/>
                  </a:cubicBezTo>
                  <a:cubicBezTo>
                    <a:pt x="310" y="6240"/>
                    <a:pt x="382" y="6335"/>
                    <a:pt x="501" y="6335"/>
                  </a:cubicBezTo>
                  <a:lnTo>
                    <a:pt x="715" y="6335"/>
                  </a:lnTo>
                  <a:lnTo>
                    <a:pt x="715" y="7216"/>
                  </a:lnTo>
                  <a:lnTo>
                    <a:pt x="501" y="7216"/>
                  </a:lnTo>
                  <a:cubicBezTo>
                    <a:pt x="406" y="7216"/>
                    <a:pt x="310" y="7287"/>
                    <a:pt x="310" y="7359"/>
                  </a:cubicBezTo>
                  <a:cubicBezTo>
                    <a:pt x="310" y="7478"/>
                    <a:pt x="382" y="7573"/>
                    <a:pt x="501" y="7573"/>
                  </a:cubicBezTo>
                  <a:lnTo>
                    <a:pt x="715" y="7573"/>
                  </a:lnTo>
                  <a:lnTo>
                    <a:pt x="715" y="8478"/>
                  </a:lnTo>
                  <a:lnTo>
                    <a:pt x="501" y="8478"/>
                  </a:lnTo>
                  <a:cubicBezTo>
                    <a:pt x="406" y="8478"/>
                    <a:pt x="310" y="8526"/>
                    <a:pt x="310" y="8621"/>
                  </a:cubicBezTo>
                  <a:cubicBezTo>
                    <a:pt x="310" y="8740"/>
                    <a:pt x="382" y="8835"/>
                    <a:pt x="501" y="8835"/>
                  </a:cubicBezTo>
                  <a:lnTo>
                    <a:pt x="715" y="8835"/>
                  </a:lnTo>
                  <a:lnTo>
                    <a:pt x="715" y="9716"/>
                  </a:lnTo>
                  <a:lnTo>
                    <a:pt x="501" y="9716"/>
                  </a:lnTo>
                  <a:cubicBezTo>
                    <a:pt x="406" y="9716"/>
                    <a:pt x="310" y="9788"/>
                    <a:pt x="310" y="9859"/>
                  </a:cubicBezTo>
                  <a:cubicBezTo>
                    <a:pt x="310" y="9978"/>
                    <a:pt x="382" y="10074"/>
                    <a:pt x="501" y="10074"/>
                  </a:cubicBezTo>
                  <a:lnTo>
                    <a:pt x="715" y="10074"/>
                  </a:lnTo>
                  <a:lnTo>
                    <a:pt x="715" y="10693"/>
                  </a:lnTo>
                  <a:lnTo>
                    <a:pt x="286" y="10693"/>
                  </a:lnTo>
                  <a:cubicBezTo>
                    <a:pt x="144" y="10693"/>
                    <a:pt x="1" y="10812"/>
                    <a:pt x="1" y="11002"/>
                  </a:cubicBezTo>
                  <a:lnTo>
                    <a:pt x="1" y="11598"/>
                  </a:lnTo>
                  <a:cubicBezTo>
                    <a:pt x="1" y="11741"/>
                    <a:pt x="120" y="11884"/>
                    <a:pt x="286" y="11884"/>
                  </a:cubicBezTo>
                  <a:lnTo>
                    <a:pt x="11598" y="11884"/>
                  </a:lnTo>
                  <a:cubicBezTo>
                    <a:pt x="11741" y="11884"/>
                    <a:pt x="11908" y="11765"/>
                    <a:pt x="11908" y="11598"/>
                  </a:cubicBezTo>
                  <a:lnTo>
                    <a:pt x="11908" y="11002"/>
                  </a:lnTo>
                  <a:cubicBezTo>
                    <a:pt x="11908" y="10788"/>
                    <a:pt x="11789" y="10669"/>
                    <a:pt x="11622" y="10669"/>
                  </a:cubicBezTo>
                  <a:lnTo>
                    <a:pt x="11146" y="10669"/>
                  </a:lnTo>
                  <a:lnTo>
                    <a:pt x="11146" y="9478"/>
                  </a:lnTo>
                  <a:cubicBezTo>
                    <a:pt x="11146" y="9407"/>
                    <a:pt x="11098" y="9312"/>
                    <a:pt x="11003" y="9312"/>
                  </a:cubicBezTo>
                  <a:cubicBezTo>
                    <a:pt x="10884" y="9312"/>
                    <a:pt x="10789" y="9359"/>
                    <a:pt x="10789" y="9478"/>
                  </a:cubicBezTo>
                  <a:lnTo>
                    <a:pt x="10789" y="10669"/>
                  </a:lnTo>
                  <a:lnTo>
                    <a:pt x="1834" y="10669"/>
                  </a:lnTo>
                  <a:lnTo>
                    <a:pt x="1834" y="2929"/>
                  </a:lnTo>
                  <a:lnTo>
                    <a:pt x="2620" y="4096"/>
                  </a:lnTo>
                  <a:cubicBezTo>
                    <a:pt x="2652" y="4160"/>
                    <a:pt x="2705" y="4181"/>
                    <a:pt x="2765" y="4181"/>
                  </a:cubicBezTo>
                  <a:cubicBezTo>
                    <a:pt x="2795" y="4181"/>
                    <a:pt x="2827" y="4176"/>
                    <a:pt x="2858" y="4168"/>
                  </a:cubicBezTo>
                  <a:cubicBezTo>
                    <a:pt x="2930" y="4096"/>
                    <a:pt x="2930" y="4001"/>
                    <a:pt x="2906" y="3906"/>
                  </a:cubicBezTo>
                  <a:lnTo>
                    <a:pt x="1930" y="2453"/>
                  </a:lnTo>
                  <a:cubicBezTo>
                    <a:pt x="1878" y="2402"/>
                    <a:pt x="1802" y="2362"/>
                    <a:pt x="1737" y="2362"/>
                  </a:cubicBezTo>
                  <a:cubicBezTo>
                    <a:pt x="1711" y="2362"/>
                    <a:pt x="1688" y="2368"/>
                    <a:pt x="1668" y="2382"/>
                  </a:cubicBezTo>
                  <a:cubicBezTo>
                    <a:pt x="1572" y="2405"/>
                    <a:pt x="1477" y="2477"/>
                    <a:pt x="1477" y="2620"/>
                  </a:cubicBezTo>
                  <a:lnTo>
                    <a:pt x="1477" y="10717"/>
                  </a:lnTo>
                  <a:lnTo>
                    <a:pt x="1072" y="10717"/>
                  </a:lnTo>
                  <a:lnTo>
                    <a:pt x="1072" y="167"/>
                  </a:lnTo>
                  <a:cubicBezTo>
                    <a:pt x="1072" y="72"/>
                    <a:pt x="1001" y="0"/>
                    <a:pt x="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08" name="Google Shape;14308;p90"/>
          <p:cNvGrpSpPr/>
          <p:nvPr/>
        </p:nvGrpSpPr>
        <p:grpSpPr>
          <a:xfrm>
            <a:off x="5513639" y="3420341"/>
            <a:ext cx="356049" cy="355332"/>
            <a:chOff x="5168238" y="3313108"/>
            <a:chExt cx="297725" cy="297125"/>
          </a:xfrm>
        </p:grpSpPr>
        <p:sp>
          <p:nvSpPr>
            <p:cNvPr id="14309" name="Google Shape;14309;p90"/>
            <p:cNvSpPr/>
            <p:nvPr/>
          </p:nvSpPr>
          <p:spPr>
            <a:xfrm>
              <a:off x="5374238" y="3513858"/>
              <a:ext cx="28600" cy="41000"/>
            </a:xfrm>
            <a:custGeom>
              <a:rect b="b" l="l" r="r" t="t"/>
              <a:pathLst>
                <a:path extrusionOk="0" h="1640" w="1144">
                  <a:moveTo>
                    <a:pt x="644" y="639"/>
                  </a:moveTo>
                  <a:lnTo>
                    <a:pt x="644" y="925"/>
                  </a:lnTo>
                  <a:lnTo>
                    <a:pt x="453" y="925"/>
                  </a:lnTo>
                  <a:cubicBezTo>
                    <a:pt x="525" y="806"/>
                    <a:pt x="572" y="734"/>
                    <a:pt x="644" y="639"/>
                  </a:cubicBezTo>
                  <a:close/>
                  <a:moveTo>
                    <a:pt x="727" y="1"/>
                  </a:moveTo>
                  <a:cubicBezTo>
                    <a:pt x="654" y="1"/>
                    <a:pt x="583" y="40"/>
                    <a:pt x="549" y="91"/>
                  </a:cubicBezTo>
                  <a:cubicBezTo>
                    <a:pt x="477" y="187"/>
                    <a:pt x="167" y="782"/>
                    <a:pt x="48" y="973"/>
                  </a:cubicBezTo>
                  <a:cubicBezTo>
                    <a:pt x="1" y="996"/>
                    <a:pt x="1" y="1044"/>
                    <a:pt x="1" y="1068"/>
                  </a:cubicBezTo>
                  <a:cubicBezTo>
                    <a:pt x="48" y="1235"/>
                    <a:pt x="96" y="1258"/>
                    <a:pt x="191" y="1258"/>
                  </a:cubicBezTo>
                  <a:lnTo>
                    <a:pt x="644" y="1258"/>
                  </a:lnTo>
                  <a:lnTo>
                    <a:pt x="644" y="1473"/>
                  </a:lnTo>
                  <a:cubicBezTo>
                    <a:pt x="644" y="1568"/>
                    <a:pt x="715" y="1639"/>
                    <a:pt x="810" y="1639"/>
                  </a:cubicBezTo>
                  <a:cubicBezTo>
                    <a:pt x="906" y="1639"/>
                    <a:pt x="1001" y="1568"/>
                    <a:pt x="1001" y="1473"/>
                  </a:cubicBezTo>
                  <a:lnTo>
                    <a:pt x="1001" y="1258"/>
                  </a:lnTo>
                  <a:cubicBezTo>
                    <a:pt x="1072" y="1258"/>
                    <a:pt x="1144" y="1163"/>
                    <a:pt x="1144" y="1092"/>
                  </a:cubicBezTo>
                  <a:cubicBezTo>
                    <a:pt x="1144" y="996"/>
                    <a:pt x="1072" y="901"/>
                    <a:pt x="1001" y="901"/>
                  </a:cubicBezTo>
                  <a:lnTo>
                    <a:pt x="1001" y="258"/>
                  </a:lnTo>
                  <a:cubicBezTo>
                    <a:pt x="1001" y="139"/>
                    <a:pt x="906" y="44"/>
                    <a:pt x="810" y="20"/>
                  </a:cubicBezTo>
                  <a:cubicBezTo>
                    <a:pt x="784" y="7"/>
                    <a:pt x="755"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0" name="Google Shape;14310;p90"/>
            <p:cNvSpPr/>
            <p:nvPr/>
          </p:nvSpPr>
          <p:spPr>
            <a:xfrm>
              <a:off x="5374238" y="3367883"/>
              <a:ext cx="26825" cy="42300"/>
            </a:xfrm>
            <a:custGeom>
              <a:rect b="b" l="l" r="r" t="t"/>
              <a:pathLst>
                <a:path extrusionOk="0" h="1692" w="1073">
                  <a:moveTo>
                    <a:pt x="501" y="1"/>
                  </a:moveTo>
                  <a:cubicBezTo>
                    <a:pt x="263" y="1"/>
                    <a:pt x="72" y="167"/>
                    <a:pt x="25" y="406"/>
                  </a:cubicBezTo>
                  <a:cubicBezTo>
                    <a:pt x="1" y="501"/>
                    <a:pt x="72" y="572"/>
                    <a:pt x="120" y="596"/>
                  </a:cubicBezTo>
                  <a:cubicBezTo>
                    <a:pt x="141" y="607"/>
                    <a:pt x="164" y="611"/>
                    <a:pt x="187" y="611"/>
                  </a:cubicBezTo>
                  <a:cubicBezTo>
                    <a:pt x="264" y="611"/>
                    <a:pt x="340" y="556"/>
                    <a:pt x="358" y="501"/>
                  </a:cubicBezTo>
                  <a:cubicBezTo>
                    <a:pt x="358" y="429"/>
                    <a:pt x="453" y="382"/>
                    <a:pt x="501" y="382"/>
                  </a:cubicBezTo>
                  <a:cubicBezTo>
                    <a:pt x="596" y="382"/>
                    <a:pt x="668" y="429"/>
                    <a:pt x="668" y="525"/>
                  </a:cubicBezTo>
                  <a:lnTo>
                    <a:pt x="668" y="548"/>
                  </a:lnTo>
                  <a:cubicBezTo>
                    <a:pt x="668" y="572"/>
                    <a:pt x="620" y="667"/>
                    <a:pt x="549" y="763"/>
                  </a:cubicBezTo>
                  <a:cubicBezTo>
                    <a:pt x="334" y="1049"/>
                    <a:pt x="215" y="1215"/>
                    <a:pt x="144" y="1287"/>
                  </a:cubicBezTo>
                  <a:cubicBezTo>
                    <a:pt x="72" y="1406"/>
                    <a:pt x="25" y="1477"/>
                    <a:pt x="72" y="1572"/>
                  </a:cubicBezTo>
                  <a:cubicBezTo>
                    <a:pt x="96" y="1620"/>
                    <a:pt x="120" y="1644"/>
                    <a:pt x="191" y="1692"/>
                  </a:cubicBezTo>
                  <a:lnTo>
                    <a:pt x="906" y="1692"/>
                  </a:lnTo>
                  <a:cubicBezTo>
                    <a:pt x="977" y="1692"/>
                    <a:pt x="1072" y="1596"/>
                    <a:pt x="1072" y="1501"/>
                  </a:cubicBezTo>
                  <a:cubicBezTo>
                    <a:pt x="1072" y="1453"/>
                    <a:pt x="1025" y="1358"/>
                    <a:pt x="930" y="1358"/>
                  </a:cubicBezTo>
                  <a:lnTo>
                    <a:pt x="596" y="1358"/>
                  </a:lnTo>
                  <a:cubicBezTo>
                    <a:pt x="668" y="1263"/>
                    <a:pt x="739" y="1144"/>
                    <a:pt x="858" y="977"/>
                  </a:cubicBezTo>
                  <a:cubicBezTo>
                    <a:pt x="953" y="858"/>
                    <a:pt x="1025" y="739"/>
                    <a:pt x="1025" y="644"/>
                  </a:cubicBezTo>
                  <a:lnTo>
                    <a:pt x="1025" y="596"/>
                  </a:lnTo>
                  <a:lnTo>
                    <a:pt x="1025" y="548"/>
                  </a:lnTo>
                  <a:lnTo>
                    <a:pt x="1025" y="525"/>
                  </a:lnTo>
                  <a:cubicBezTo>
                    <a:pt x="1025" y="263"/>
                    <a:pt x="810"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1" name="Google Shape;14311;p90"/>
            <p:cNvSpPr/>
            <p:nvPr/>
          </p:nvSpPr>
          <p:spPr>
            <a:xfrm>
              <a:off x="5234338" y="3369683"/>
              <a:ext cx="17275" cy="40775"/>
            </a:xfrm>
            <a:custGeom>
              <a:rect b="b" l="l" r="r" t="t"/>
              <a:pathLst>
                <a:path extrusionOk="0" h="1631" w="691">
                  <a:moveTo>
                    <a:pt x="215" y="0"/>
                  </a:moveTo>
                  <a:cubicBezTo>
                    <a:pt x="191" y="0"/>
                    <a:pt x="167" y="0"/>
                    <a:pt x="119" y="24"/>
                  </a:cubicBezTo>
                  <a:cubicBezTo>
                    <a:pt x="0" y="191"/>
                    <a:pt x="96" y="334"/>
                    <a:pt x="239" y="334"/>
                  </a:cubicBezTo>
                  <a:lnTo>
                    <a:pt x="334" y="334"/>
                  </a:lnTo>
                  <a:lnTo>
                    <a:pt x="334" y="1500"/>
                  </a:lnTo>
                  <a:cubicBezTo>
                    <a:pt x="334" y="1524"/>
                    <a:pt x="334" y="1548"/>
                    <a:pt x="358" y="1572"/>
                  </a:cubicBezTo>
                  <a:cubicBezTo>
                    <a:pt x="415" y="1613"/>
                    <a:pt x="472" y="1631"/>
                    <a:pt x="522" y="1631"/>
                  </a:cubicBezTo>
                  <a:cubicBezTo>
                    <a:pt x="619" y="1631"/>
                    <a:pt x="691" y="1563"/>
                    <a:pt x="691" y="1453"/>
                  </a:cubicBezTo>
                  <a:lnTo>
                    <a:pt x="691" y="95"/>
                  </a:lnTo>
                  <a:cubicBezTo>
                    <a:pt x="691" y="72"/>
                    <a:pt x="667"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2" name="Google Shape;14312;p90"/>
            <p:cNvSpPr/>
            <p:nvPr/>
          </p:nvSpPr>
          <p:spPr>
            <a:xfrm>
              <a:off x="5231363" y="3512558"/>
              <a:ext cx="25625" cy="41700"/>
            </a:xfrm>
            <a:custGeom>
              <a:rect b="b" l="l" r="r" t="t"/>
              <a:pathLst>
                <a:path extrusionOk="0" h="1668" w="1025">
                  <a:moveTo>
                    <a:pt x="500" y="1"/>
                  </a:moveTo>
                  <a:cubicBezTo>
                    <a:pt x="286" y="1"/>
                    <a:pt x="72" y="167"/>
                    <a:pt x="24" y="405"/>
                  </a:cubicBezTo>
                  <a:cubicBezTo>
                    <a:pt x="0" y="501"/>
                    <a:pt x="72" y="596"/>
                    <a:pt x="191" y="620"/>
                  </a:cubicBezTo>
                  <a:cubicBezTo>
                    <a:pt x="203" y="624"/>
                    <a:pt x="215" y="626"/>
                    <a:pt x="228" y="626"/>
                  </a:cubicBezTo>
                  <a:cubicBezTo>
                    <a:pt x="293" y="626"/>
                    <a:pt x="365" y="576"/>
                    <a:pt x="405" y="477"/>
                  </a:cubicBezTo>
                  <a:cubicBezTo>
                    <a:pt x="405" y="405"/>
                    <a:pt x="477" y="358"/>
                    <a:pt x="548" y="358"/>
                  </a:cubicBezTo>
                  <a:cubicBezTo>
                    <a:pt x="619" y="358"/>
                    <a:pt x="691" y="405"/>
                    <a:pt x="691" y="501"/>
                  </a:cubicBezTo>
                  <a:cubicBezTo>
                    <a:pt x="691" y="596"/>
                    <a:pt x="619" y="644"/>
                    <a:pt x="548" y="644"/>
                  </a:cubicBezTo>
                  <a:cubicBezTo>
                    <a:pt x="453" y="644"/>
                    <a:pt x="358" y="739"/>
                    <a:pt x="358" y="834"/>
                  </a:cubicBezTo>
                  <a:cubicBezTo>
                    <a:pt x="358" y="929"/>
                    <a:pt x="453" y="1025"/>
                    <a:pt x="548" y="1025"/>
                  </a:cubicBezTo>
                  <a:cubicBezTo>
                    <a:pt x="619" y="1025"/>
                    <a:pt x="691" y="1072"/>
                    <a:pt x="691" y="1167"/>
                  </a:cubicBezTo>
                  <a:cubicBezTo>
                    <a:pt x="667" y="1287"/>
                    <a:pt x="596" y="1334"/>
                    <a:pt x="500" y="1334"/>
                  </a:cubicBezTo>
                  <a:cubicBezTo>
                    <a:pt x="429" y="1334"/>
                    <a:pt x="358" y="1287"/>
                    <a:pt x="358" y="1215"/>
                  </a:cubicBezTo>
                  <a:lnTo>
                    <a:pt x="358" y="1191"/>
                  </a:lnTo>
                  <a:cubicBezTo>
                    <a:pt x="358" y="1096"/>
                    <a:pt x="286" y="1025"/>
                    <a:pt x="191" y="1025"/>
                  </a:cubicBezTo>
                  <a:cubicBezTo>
                    <a:pt x="96" y="1025"/>
                    <a:pt x="0" y="1096"/>
                    <a:pt x="0" y="1191"/>
                  </a:cubicBezTo>
                  <a:lnTo>
                    <a:pt x="0" y="1263"/>
                  </a:lnTo>
                  <a:cubicBezTo>
                    <a:pt x="24" y="1501"/>
                    <a:pt x="238" y="1668"/>
                    <a:pt x="500" y="1668"/>
                  </a:cubicBezTo>
                  <a:cubicBezTo>
                    <a:pt x="786" y="1668"/>
                    <a:pt x="1024" y="1429"/>
                    <a:pt x="1024" y="1167"/>
                  </a:cubicBezTo>
                  <a:cubicBezTo>
                    <a:pt x="1024" y="1048"/>
                    <a:pt x="953" y="929"/>
                    <a:pt x="905" y="834"/>
                  </a:cubicBezTo>
                  <a:cubicBezTo>
                    <a:pt x="1001" y="739"/>
                    <a:pt x="1024" y="620"/>
                    <a:pt x="1024" y="501"/>
                  </a:cubicBezTo>
                  <a:cubicBezTo>
                    <a:pt x="1024" y="239"/>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3" name="Google Shape;14313;p90"/>
            <p:cNvSpPr/>
            <p:nvPr/>
          </p:nvSpPr>
          <p:spPr>
            <a:xfrm>
              <a:off x="5168238" y="3313108"/>
              <a:ext cx="297725" cy="297125"/>
            </a:xfrm>
            <a:custGeom>
              <a:rect b="b" l="l" r="r" t="t"/>
              <a:pathLst>
                <a:path extrusionOk="0" h="11885" w="11909">
                  <a:moveTo>
                    <a:pt x="3073" y="358"/>
                  </a:moveTo>
                  <a:cubicBezTo>
                    <a:pt x="4526" y="358"/>
                    <a:pt x="5716" y="1525"/>
                    <a:pt x="5788" y="2978"/>
                  </a:cubicBezTo>
                  <a:lnTo>
                    <a:pt x="5312" y="3311"/>
                  </a:lnTo>
                  <a:lnTo>
                    <a:pt x="4859" y="2978"/>
                  </a:lnTo>
                  <a:cubicBezTo>
                    <a:pt x="4788" y="2025"/>
                    <a:pt x="4026" y="1287"/>
                    <a:pt x="3073" y="1287"/>
                  </a:cubicBezTo>
                  <a:cubicBezTo>
                    <a:pt x="2216" y="1287"/>
                    <a:pt x="1454" y="1906"/>
                    <a:pt x="1311" y="2739"/>
                  </a:cubicBezTo>
                  <a:lnTo>
                    <a:pt x="1025" y="2501"/>
                  </a:lnTo>
                  <a:cubicBezTo>
                    <a:pt x="977" y="2454"/>
                    <a:pt x="918" y="2430"/>
                    <a:pt x="852" y="2430"/>
                  </a:cubicBezTo>
                  <a:cubicBezTo>
                    <a:pt x="787" y="2430"/>
                    <a:pt x="715" y="2454"/>
                    <a:pt x="644" y="2501"/>
                  </a:cubicBezTo>
                  <a:lnTo>
                    <a:pt x="382" y="2716"/>
                  </a:lnTo>
                  <a:cubicBezTo>
                    <a:pt x="573" y="1406"/>
                    <a:pt x="1692" y="358"/>
                    <a:pt x="3073" y="358"/>
                  </a:cubicBezTo>
                  <a:close/>
                  <a:moveTo>
                    <a:pt x="8836" y="358"/>
                  </a:moveTo>
                  <a:cubicBezTo>
                    <a:pt x="10289" y="358"/>
                    <a:pt x="11480" y="1525"/>
                    <a:pt x="11551" y="2978"/>
                  </a:cubicBezTo>
                  <a:lnTo>
                    <a:pt x="11075" y="3311"/>
                  </a:lnTo>
                  <a:lnTo>
                    <a:pt x="10622" y="2978"/>
                  </a:lnTo>
                  <a:cubicBezTo>
                    <a:pt x="10575" y="2025"/>
                    <a:pt x="9789" y="1287"/>
                    <a:pt x="8836" y="1287"/>
                  </a:cubicBezTo>
                  <a:cubicBezTo>
                    <a:pt x="7979" y="1287"/>
                    <a:pt x="7241" y="1906"/>
                    <a:pt x="7098" y="2739"/>
                  </a:cubicBezTo>
                  <a:lnTo>
                    <a:pt x="6788" y="2501"/>
                  </a:lnTo>
                  <a:cubicBezTo>
                    <a:pt x="6740" y="2454"/>
                    <a:pt x="6681" y="2430"/>
                    <a:pt x="6618" y="2430"/>
                  </a:cubicBezTo>
                  <a:cubicBezTo>
                    <a:pt x="6556" y="2430"/>
                    <a:pt x="6490" y="2454"/>
                    <a:pt x="6431" y="2501"/>
                  </a:cubicBezTo>
                  <a:lnTo>
                    <a:pt x="6169" y="2716"/>
                  </a:lnTo>
                  <a:cubicBezTo>
                    <a:pt x="6336" y="1406"/>
                    <a:pt x="7479" y="358"/>
                    <a:pt x="8836" y="358"/>
                  </a:cubicBezTo>
                  <a:close/>
                  <a:moveTo>
                    <a:pt x="3073" y="1596"/>
                  </a:moveTo>
                  <a:cubicBezTo>
                    <a:pt x="3859" y="1596"/>
                    <a:pt x="4526" y="2263"/>
                    <a:pt x="4526" y="3073"/>
                  </a:cubicBezTo>
                  <a:cubicBezTo>
                    <a:pt x="4526" y="3883"/>
                    <a:pt x="3859" y="4526"/>
                    <a:pt x="3073" y="4526"/>
                  </a:cubicBezTo>
                  <a:cubicBezTo>
                    <a:pt x="2359" y="4526"/>
                    <a:pt x="1763" y="3978"/>
                    <a:pt x="1644" y="3311"/>
                  </a:cubicBezTo>
                  <a:cubicBezTo>
                    <a:pt x="1644" y="3240"/>
                    <a:pt x="1620" y="3144"/>
                    <a:pt x="1620" y="3073"/>
                  </a:cubicBezTo>
                  <a:cubicBezTo>
                    <a:pt x="1620" y="2263"/>
                    <a:pt x="2263" y="1596"/>
                    <a:pt x="3073" y="1596"/>
                  </a:cubicBezTo>
                  <a:close/>
                  <a:moveTo>
                    <a:pt x="8836" y="1620"/>
                  </a:moveTo>
                  <a:cubicBezTo>
                    <a:pt x="9646" y="1620"/>
                    <a:pt x="10289" y="2263"/>
                    <a:pt x="10289" y="3073"/>
                  </a:cubicBezTo>
                  <a:cubicBezTo>
                    <a:pt x="10289" y="3883"/>
                    <a:pt x="9646" y="4526"/>
                    <a:pt x="8836" y="4526"/>
                  </a:cubicBezTo>
                  <a:cubicBezTo>
                    <a:pt x="8550" y="4526"/>
                    <a:pt x="8241" y="4430"/>
                    <a:pt x="8003" y="4264"/>
                  </a:cubicBezTo>
                  <a:cubicBezTo>
                    <a:pt x="7622" y="4002"/>
                    <a:pt x="7383" y="3549"/>
                    <a:pt x="7383" y="3073"/>
                  </a:cubicBezTo>
                  <a:cubicBezTo>
                    <a:pt x="7383" y="2263"/>
                    <a:pt x="8050" y="1620"/>
                    <a:pt x="8836" y="1620"/>
                  </a:cubicBezTo>
                  <a:close/>
                  <a:moveTo>
                    <a:pt x="858" y="2835"/>
                  </a:moveTo>
                  <a:lnTo>
                    <a:pt x="1311" y="3168"/>
                  </a:lnTo>
                  <a:lnTo>
                    <a:pt x="1311" y="3240"/>
                  </a:lnTo>
                  <a:cubicBezTo>
                    <a:pt x="1335" y="3454"/>
                    <a:pt x="1406" y="3692"/>
                    <a:pt x="1501" y="3883"/>
                  </a:cubicBezTo>
                  <a:cubicBezTo>
                    <a:pt x="1573" y="4025"/>
                    <a:pt x="1668" y="4168"/>
                    <a:pt x="1787" y="4287"/>
                  </a:cubicBezTo>
                  <a:cubicBezTo>
                    <a:pt x="2049" y="4597"/>
                    <a:pt x="2406" y="4764"/>
                    <a:pt x="2811" y="4835"/>
                  </a:cubicBezTo>
                  <a:cubicBezTo>
                    <a:pt x="2883" y="4859"/>
                    <a:pt x="3002" y="4859"/>
                    <a:pt x="3097" y="4859"/>
                  </a:cubicBezTo>
                  <a:cubicBezTo>
                    <a:pt x="3954" y="4859"/>
                    <a:pt x="4716" y="4240"/>
                    <a:pt x="4859" y="3406"/>
                  </a:cubicBezTo>
                  <a:lnTo>
                    <a:pt x="5145" y="3644"/>
                  </a:lnTo>
                  <a:cubicBezTo>
                    <a:pt x="5216" y="3668"/>
                    <a:pt x="5264" y="3692"/>
                    <a:pt x="5335" y="3692"/>
                  </a:cubicBezTo>
                  <a:cubicBezTo>
                    <a:pt x="5383" y="3692"/>
                    <a:pt x="5454" y="3668"/>
                    <a:pt x="5502" y="3644"/>
                  </a:cubicBezTo>
                  <a:lnTo>
                    <a:pt x="5788" y="3430"/>
                  </a:lnTo>
                  <a:lnTo>
                    <a:pt x="5788" y="3430"/>
                  </a:lnTo>
                  <a:cubicBezTo>
                    <a:pt x="5597" y="4740"/>
                    <a:pt x="4478" y="5788"/>
                    <a:pt x="3097" y="5788"/>
                  </a:cubicBezTo>
                  <a:cubicBezTo>
                    <a:pt x="2859" y="5788"/>
                    <a:pt x="2644" y="5740"/>
                    <a:pt x="2406" y="5692"/>
                  </a:cubicBezTo>
                  <a:cubicBezTo>
                    <a:pt x="2025" y="5597"/>
                    <a:pt x="1692" y="5430"/>
                    <a:pt x="1406" y="5192"/>
                  </a:cubicBezTo>
                  <a:cubicBezTo>
                    <a:pt x="1096" y="4954"/>
                    <a:pt x="858" y="4645"/>
                    <a:pt x="692" y="4311"/>
                  </a:cubicBezTo>
                  <a:cubicBezTo>
                    <a:pt x="501" y="3954"/>
                    <a:pt x="382" y="3573"/>
                    <a:pt x="382" y="3168"/>
                  </a:cubicBezTo>
                  <a:lnTo>
                    <a:pt x="858" y="2835"/>
                  </a:lnTo>
                  <a:close/>
                  <a:moveTo>
                    <a:pt x="5955" y="4073"/>
                  </a:moveTo>
                  <a:cubicBezTo>
                    <a:pt x="6264" y="4978"/>
                    <a:pt x="6979" y="5669"/>
                    <a:pt x="7860" y="5954"/>
                  </a:cubicBezTo>
                  <a:cubicBezTo>
                    <a:pt x="6979" y="6264"/>
                    <a:pt x="6264" y="6955"/>
                    <a:pt x="5955" y="7836"/>
                  </a:cubicBezTo>
                  <a:cubicBezTo>
                    <a:pt x="5669" y="6978"/>
                    <a:pt x="4954" y="6264"/>
                    <a:pt x="4049" y="5954"/>
                  </a:cubicBezTo>
                  <a:cubicBezTo>
                    <a:pt x="4954" y="5669"/>
                    <a:pt x="5669" y="4954"/>
                    <a:pt x="5955" y="4073"/>
                  </a:cubicBezTo>
                  <a:close/>
                  <a:moveTo>
                    <a:pt x="8836" y="6169"/>
                  </a:moveTo>
                  <a:cubicBezTo>
                    <a:pt x="10289" y="6169"/>
                    <a:pt x="11480" y="7312"/>
                    <a:pt x="11551" y="8788"/>
                  </a:cubicBezTo>
                  <a:lnTo>
                    <a:pt x="11075" y="9122"/>
                  </a:lnTo>
                  <a:lnTo>
                    <a:pt x="10622" y="8788"/>
                  </a:lnTo>
                  <a:cubicBezTo>
                    <a:pt x="10575" y="7836"/>
                    <a:pt x="9789" y="7097"/>
                    <a:pt x="8836" y="7097"/>
                  </a:cubicBezTo>
                  <a:cubicBezTo>
                    <a:pt x="7979" y="7097"/>
                    <a:pt x="7241" y="7717"/>
                    <a:pt x="7098" y="8550"/>
                  </a:cubicBezTo>
                  <a:lnTo>
                    <a:pt x="6788" y="8312"/>
                  </a:lnTo>
                  <a:cubicBezTo>
                    <a:pt x="6740" y="8264"/>
                    <a:pt x="6681" y="8241"/>
                    <a:pt x="6618" y="8241"/>
                  </a:cubicBezTo>
                  <a:cubicBezTo>
                    <a:pt x="6556" y="8241"/>
                    <a:pt x="6490" y="8264"/>
                    <a:pt x="6431" y="8312"/>
                  </a:cubicBezTo>
                  <a:lnTo>
                    <a:pt x="6169" y="8503"/>
                  </a:lnTo>
                  <a:cubicBezTo>
                    <a:pt x="6336" y="7217"/>
                    <a:pt x="7479" y="6169"/>
                    <a:pt x="8836" y="6169"/>
                  </a:cubicBezTo>
                  <a:close/>
                  <a:moveTo>
                    <a:pt x="8884" y="7383"/>
                  </a:moveTo>
                  <a:cubicBezTo>
                    <a:pt x="9670" y="7383"/>
                    <a:pt x="10336" y="8050"/>
                    <a:pt x="10336" y="8836"/>
                  </a:cubicBezTo>
                  <a:cubicBezTo>
                    <a:pt x="10336" y="9646"/>
                    <a:pt x="9670" y="10312"/>
                    <a:pt x="8884" y="10312"/>
                  </a:cubicBezTo>
                  <a:cubicBezTo>
                    <a:pt x="8050" y="10312"/>
                    <a:pt x="7407" y="9646"/>
                    <a:pt x="7407" y="8836"/>
                  </a:cubicBezTo>
                  <a:cubicBezTo>
                    <a:pt x="7407" y="8050"/>
                    <a:pt x="8074" y="7383"/>
                    <a:pt x="8884" y="7383"/>
                  </a:cubicBezTo>
                  <a:close/>
                  <a:moveTo>
                    <a:pt x="3097" y="6169"/>
                  </a:moveTo>
                  <a:cubicBezTo>
                    <a:pt x="4550" y="6169"/>
                    <a:pt x="5740" y="7312"/>
                    <a:pt x="5812" y="8788"/>
                  </a:cubicBezTo>
                  <a:lnTo>
                    <a:pt x="5335" y="9122"/>
                  </a:lnTo>
                  <a:lnTo>
                    <a:pt x="4883" y="8788"/>
                  </a:lnTo>
                  <a:cubicBezTo>
                    <a:pt x="4811" y="7836"/>
                    <a:pt x="4049" y="7097"/>
                    <a:pt x="3097" y="7097"/>
                  </a:cubicBezTo>
                  <a:cubicBezTo>
                    <a:pt x="2883" y="7097"/>
                    <a:pt x="2692" y="7121"/>
                    <a:pt x="2478" y="7217"/>
                  </a:cubicBezTo>
                  <a:cubicBezTo>
                    <a:pt x="2382" y="7240"/>
                    <a:pt x="2335" y="7312"/>
                    <a:pt x="2382" y="7407"/>
                  </a:cubicBezTo>
                  <a:cubicBezTo>
                    <a:pt x="2400" y="7477"/>
                    <a:pt x="2456" y="7521"/>
                    <a:pt x="2522" y="7521"/>
                  </a:cubicBezTo>
                  <a:cubicBezTo>
                    <a:pt x="2546" y="7521"/>
                    <a:pt x="2571" y="7515"/>
                    <a:pt x="2597" y="7502"/>
                  </a:cubicBezTo>
                  <a:cubicBezTo>
                    <a:pt x="2740" y="7455"/>
                    <a:pt x="2930" y="7407"/>
                    <a:pt x="3097" y="7407"/>
                  </a:cubicBezTo>
                  <a:cubicBezTo>
                    <a:pt x="3907" y="7407"/>
                    <a:pt x="4550" y="8074"/>
                    <a:pt x="4550" y="8860"/>
                  </a:cubicBezTo>
                  <a:cubicBezTo>
                    <a:pt x="4550" y="9669"/>
                    <a:pt x="3907" y="10336"/>
                    <a:pt x="3097" y="10336"/>
                  </a:cubicBezTo>
                  <a:cubicBezTo>
                    <a:pt x="2287" y="10336"/>
                    <a:pt x="1644" y="9669"/>
                    <a:pt x="1644" y="8860"/>
                  </a:cubicBezTo>
                  <a:cubicBezTo>
                    <a:pt x="1644" y="8503"/>
                    <a:pt x="1787" y="8145"/>
                    <a:pt x="2025" y="7883"/>
                  </a:cubicBezTo>
                  <a:cubicBezTo>
                    <a:pt x="2097" y="7836"/>
                    <a:pt x="2097" y="7717"/>
                    <a:pt x="2025" y="7645"/>
                  </a:cubicBezTo>
                  <a:cubicBezTo>
                    <a:pt x="2001" y="7621"/>
                    <a:pt x="1960" y="7609"/>
                    <a:pt x="1915" y="7609"/>
                  </a:cubicBezTo>
                  <a:cubicBezTo>
                    <a:pt x="1870" y="7609"/>
                    <a:pt x="1823" y="7621"/>
                    <a:pt x="1787" y="7645"/>
                  </a:cubicBezTo>
                  <a:cubicBezTo>
                    <a:pt x="1549" y="7883"/>
                    <a:pt x="1406" y="8217"/>
                    <a:pt x="1335" y="8550"/>
                  </a:cubicBezTo>
                  <a:lnTo>
                    <a:pt x="1049" y="8312"/>
                  </a:lnTo>
                  <a:cubicBezTo>
                    <a:pt x="1001" y="8264"/>
                    <a:pt x="942" y="8241"/>
                    <a:pt x="879" y="8241"/>
                  </a:cubicBezTo>
                  <a:cubicBezTo>
                    <a:pt x="817" y="8241"/>
                    <a:pt x="751" y="8264"/>
                    <a:pt x="692" y="8312"/>
                  </a:cubicBezTo>
                  <a:lnTo>
                    <a:pt x="430" y="8503"/>
                  </a:lnTo>
                  <a:cubicBezTo>
                    <a:pt x="596" y="7193"/>
                    <a:pt x="1739" y="6169"/>
                    <a:pt x="3097" y="6169"/>
                  </a:cubicBezTo>
                  <a:close/>
                  <a:moveTo>
                    <a:pt x="834" y="8598"/>
                  </a:moveTo>
                  <a:lnTo>
                    <a:pt x="1287" y="8931"/>
                  </a:lnTo>
                  <a:cubicBezTo>
                    <a:pt x="1335" y="9884"/>
                    <a:pt x="2120" y="10622"/>
                    <a:pt x="3073" y="10622"/>
                  </a:cubicBezTo>
                  <a:cubicBezTo>
                    <a:pt x="3930" y="10622"/>
                    <a:pt x="4669" y="10003"/>
                    <a:pt x="4811" y="9169"/>
                  </a:cubicBezTo>
                  <a:lnTo>
                    <a:pt x="5121" y="9407"/>
                  </a:lnTo>
                  <a:cubicBezTo>
                    <a:pt x="5193" y="9431"/>
                    <a:pt x="5240" y="9479"/>
                    <a:pt x="5312" y="9479"/>
                  </a:cubicBezTo>
                  <a:cubicBezTo>
                    <a:pt x="5359" y="9479"/>
                    <a:pt x="5407" y="9431"/>
                    <a:pt x="5478" y="9407"/>
                  </a:cubicBezTo>
                  <a:lnTo>
                    <a:pt x="5740" y="9193"/>
                  </a:lnTo>
                  <a:lnTo>
                    <a:pt x="5740" y="9193"/>
                  </a:lnTo>
                  <a:cubicBezTo>
                    <a:pt x="5597" y="10551"/>
                    <a:pt x="4478" y="11551"/>
                    <a:pt x="3073" y="11551"/>
                  </a:cubicBezTo>
                  <a:cubicBezTo>
                    <a:pt x="1620" y="11551"/>
                    <a:pt x="430" y="10384"/>
                    <a:pt x="358" y="8931"/>
                  </a:cubicBezTo>
                  <a:lnTo>
                    <a:pt x="834" y="8598"/>
                  </a:lnTo>
                  <a:close/>
                  <a:moveTo>
                    <a:pt x="6598" y="8598"/>
                  </a:moveTo>
                  <a:lnTo>
                    <a:pt x="7050" y="8931"/>
                  </a:lnTo>
                  <a:cubicBezTo>
                    <a:pt x="7121" y="9884"/>
                    <a:pt x="7884" y="10622"/>
                    <a:pt x="8836" y="10622"/>
                  </a:cubicBezTo>
                  <a:cubicBezTo>
                    <a:pt x="9693" y="10622"/>
                    <a:pt x="10456" y="10003"/>
                    <a:pt x="10598" y="9169"/>
                  </a:cubicBezTo>
                  <a:lnTo>
                    <a:pt x="10884" y="9407"/>
                  </a:lnTo>
                  <a:cubicBezTo>
                    <a:pt x="10956" y="9431"/>
                    <a:pt x="11003" y="9479"/>
                    <a:pt x="11075" y="9479"/>
                  </a:cubicBezTo>
                  <a:cubicBezTo>
                    <a:pt x="11146" y="9479"/>
                    <a:pt x="11194" y="9431"/>
                    <a:pt x="11265" y="9407"/>
                  </a:cubicBezTo>
                  <a:lnTo>
                    <a:pt x="11527" y="9193"/>
                  </a:lnTo>
                  <a:lnTo>
                    <a:pt x="11527" y="9193"/>
                  </a:lnTo>
                  <a:cubicBezTo>
                    <a:pt x="11337" y="10551"/>
                    <a:pt x="10217" y="11551"/>
                    <a:pt x="8836" y="11551"/>
                  </a:cubicBezTo>
                  <a:cubicBezTo>
                    <a:pt x="7383" y="11551"/>
                    <a:pt x="6193" y="10384"/>
                    <a:pt x="6121" y="8931"/>
                  </a:cubicBezTo>
                  <a:lnTo>
                    <a:pt x="6598" y="8598"/>
                  </a:lnTo>
                  <a:close/>
                  <a:moveTo>
                    <a:pt x="3073" y="1"/>
                  </a:moveTo>
                  <a:cubicBezTo>
                    <a:pt x="1358" y="1"/>
                    <a:pt x="1" y="1382"/>
                    <a:pt x="1" y="3073"/>
                  </a:cubicBezTo>
                  <a:cubicBezTo>
                    <a:pt x="1" y="3192"/>
                    <a:pt x="1" y="3287"/>
                    <a:pt x="25" y="3406"/>
                  </a:cubicBezTo>
                  <a:cubicBezTo>
                    <a:pt x="72" y="3811"/>
                    <a:pt x="215" y="4240"/>
                    <a:pt x="430" y="4597"/>
                  </a:cubicBezTo>
                  <a:cubicBezTo>
                    <a:pt x="787" y="5192"/>
                    <a:pt x="1311" y="5669"/>
                    <a:pt x="1978" y="5907"/>
                  </a:cubicBezTo>
                  <a:cubicBezTo>
                    <a:pt x="2001" y="5907"/>
                    <a:pt x="2025" y="5931"/>
                    <a:pt x="2097" y="5931"/>
                  </a:cubicBezTo>
                  <a:cubicBezTo>
                    <a:pt x="906" y="6335"/>
                    <a:pt x="1" y="7478"/>
                    <a:pt x="1" y="8812"/>
                  </a:cubicBezTo>
                  <a:cubicBezTo>
                    <a:pt x="1" y="10503"/>
                    <a:pt x="1382" y="11884"/>
                    <a:pt x="3073" y="11884"/>
                  </a:cubicBezTo>
                  <a:cubicBezTo>
                    <a:pt x="4407" y="11884"/>
                    <a:pt x="5526" y="11027"/>
                    <a:pt x="5955" y="9836"/>
                  </a:cubicBezTo>
                  <a:cubicBezTo>
                    <a:pt x="6383" y="11027"/>
                    <a:pt x="7503" y="11884"/>
                    <a:pt x="8836" y="11884"/>
                  </a:cubicBezTo>
                  <a:cubicBezTo>
                    <a:pt x="10551" y="11884"/>
                    <a:pt x="11908" y="10503"/>
                    <a:pt x="11908" y="8812"/>
                  </a:cubicBezTo>
                  <a:cubicBezTo>
                    <a:pt x="11908" y="7502"/>
                    <a:pt x="11051" y="6383"/>
                    <a:pt x="9836" y="5954"/>
                  </a:cubicBezTo>
                  <a:cubicBezTo>
                    <a:pt x="10241" y="5811"/>
                    <a:pt x="10598" y="5597"/>
                    <a:pt x="10932" y="5311"/>
                  </a:cubicBezTo>
                  <a:cubicBezTo>
                    <a:pt x="10979" y="5240"/>
                    <a:pt x="10979" y="5121"/>
                    <a:pt x="10932" y="5073"/>
                  </a:cubicBezTo>
                  <a:cubicBezTo>
                    <a:pt x="10896" y="5038"/>
                    <a:pt x="10848" y="5020"/>
                    <a:pt x="10804" y="5020"/>
                  </a:cubicBezTo>
                  <a:cubicBezTo>
                    <a:pt x="10759" y="5020"/>
                    <a:pt x="10717" y="5038"/>
                    <a:pt x="10694" y="5073"/>
                  </a:cubicBezTo>
                  <a:cubicBezTo>
                    <a:pt x="10194" y="5550"/>
                    <a:pt x="9527" y="5764"/>
                    <a:pt x="8836" y="5764"/>
                  </a:cubicBezTo>
                  <a:cubicBezTo>
                    <a:pt x="7407" y="5764"/>
                    <a:pt x="6264" y="4668"/>
                    <a:pt x="6145" y="3311"/>
                  </a:cubicBezTo>
                  <a:lnTo>
                    <a:pt x="6145" y="3144"/>
                  </a:lnTo>
                  <a:lnTo>
                    <a:pt x="6621" y="2835"/>
                  </a:lnTo>
                  <a:lnTo>
                    <a:pt x="7050" y="3144"/>
                  </a:lnTo>
                  <a:lnTo>
                    <a:pt x="7050" y="3240"/>
                  </a:lnTo>
                  <a:cubicBezTo>
                    <a:pt x="7121" y="3883"/>
                    <a:pt x="7479" y="4406"/>
                    <a:pt x="8050" y="4668"/>
                  </a:cubicBezTo>
                  <a:cubicBezTo>
                    <a:pt x="8288" y="4787"/>
                    <a:pt x="8598" y="4859"/>
                    <a:pt x="8836" y="4859"/>
                  </a:cubicBezTo>
                  <a:cubicBezTo>
                    <a:pt x="9717" y="4859"/>
                    <a:pt x="10456" y="4240"/>
                    <a:pt x="10598" y="3406"/>
                  </a:cubicBezTo>
                  <a:lnTo>
                    <a:pt x="10908" y="3644"/>
                  </a:lnTo>
                  <a:cubicBezTo>
                    <a:pt x="10956" y="3668"/>
                    <a:pt x="11027" y="3692"/>
                    <a:pt x="11075" y="3692"/>
                  </a:cubicBezTo>
                  <a:cubicBezTo>
                    <a:pt x="11146" y="3692"/>
                    <a:pt x="11194" y="3668"/>
                    <a:pt x="11265" y="3644"/>
                  </a:cubicBezTo>
                  <a:lnTo>
                    <a:pt x="11527" y="3430"/>
                  </a:lnTo>
                  <a:lnTo>
                    <a:pt x="11527" y="3430"/>
                  </a:lnTo>
                  <a:cubicBezTo>
                    <a:pt x="11456" y="3787"/>
                    <a:pt x="11337" y="4144"/>
                    <a:pt x="11170" y="4478"/>
                  </a:cubicBezTo>
                  <a:cubicBezTo>
                    <a:pt x="11099" y="4549"/>
                    <a:pt x="11146" y="4645"/>
                    <a:pt x="11218" y="4716"/>
                  </a:cubicBezTo>
                  <a:cubicBezTo>
                    <a:pt x="11249" y="4732"/>
                    <a:pt x="11281" y="4740"/>
                    <a:pt x="11311" y="4740"/>
                  </a:cubicBezTo>
                  <a:cubicBezTo>
                    <a:pt x="11371" y="4740"/>
                    <a:pt x="11424" y="4708"/>
                    <a:pt x="11456" y="4645"/>
                  </a:cubicBezTo>
                  <a:cubicBezTo>
                    <a:pt x="11765" y="4168"/>
                    <a:pt x="11908" y="3644"/>
                    <a:pt x="11908" y="3073"/>
                  </a:cubicBezTo>
                  <a:cubicBezTo>
                    <a:pt x="11908" y="1382"/>
                    <a:pt x="10551" y="1"/>
                    <a:pt x="8836" y="1"/>
                  </a:cubicBezTo>
                  <a:cubicBezTo>
                    <a:pt x="7503" y="1"/>
                    <a:pt x="6383" y="858"/>
                    <a:pt x="5955" y="2049"/>
                  </a:cubicBezTo>
                  <a:cubicBezTo>
                    <a:pt x="5550" y="858"/>
                    <a:pt x="4407" y="1"/>
                    <a:pt x="30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14" name="Google Shape;14314;p90"/>
          <p:cNvSpPr/>
          <p:nvPr/>
        </p:nvSpPr>
        <p:spPr>
          <a:xfrm>
            <a:off x="4760267" y="3419579"/>
            <a:ext cx="366005" cy="355780"/>
          </a:xfrm>
          <a:custGeom>
            <a:rect b="b" l="l" r="r" t="t"/>
            <a:pathLst>
              <a:path extrusionOk="0" h="11900" w="12242">
                <a:moveTo>
                  <a:pt x="6073" y="382"/>
                </a:moveTo>
                <a:lnTo>
                  <a:pt x="6073" y="1668"/>
                </a:lnTo>
                <a:cubicBezTo>
                  <a:pt x="3787" y="1763"/>
                  <a:pt x="1953" y="3668"/>
                  <a:pt x="1953" y="5978"/>
                </a:cubicBezTo>
                <a:cubicBezTo>
                  <a:pt x="1953" y="6478"/>
                  <a:pt x="2025" y="7026"/>
                  <a:pt x="2215" y="7502"/>
                </a:cubicBezTo>
                <a:cubicBezTo>
                  <a:pt x="2233" y="7572"/>
                  <a:pt x="2288" y="7616"/>
                  <a:pt x="2364" y="7616"/>
                </a:cubicBezTo>
                <a:cubicBezTo>
                  <a:pt x="2391" y="7616"/>
                  <a:pt x="2422" y="7611"/>
                  <a:pt x="2453" y="7598"/>
                </a:cubicBezTo>
                <a:cubicBezTo>
                  <a:pt x="2549" y="7550"/>
                  <a:pt x="2596" y="7479"/>
                  <a:pt x="2549" y="7360"/>
                </a:cubicBezTo>
                <a:cubicBezTo>
                  <a:pt x="2382" y="6931"/>
                  <a:pt x="2311" y="6478"/>
                  <a:pt x="2311" y="6050"/>
                </a:cubicBezTo>
                <a:cubicBezTo>
                  <a:pt x="2263" y="3859"/>
                  <a:pt x="4025" y="2049"/>
                  <a:pt x="6192" y="2025"/>
                </a:cubicBezTo>
                <a:cubicBezTo>
                  <a:pt x="6207" y="2025"/>
                  <a:pt x="6222" y="2025"/>
                  <a:pt x="6236" y="2025"/>
                </a:cubicBezTo>
                <a:cubicBezTo>
                  <a:pt x="8431" y="2025"/>
                  <a:pt x="10217" y="3802"/>
                  <a:pt x="10217" y="5978"/>
                </a:cubicBezTo>
                <a:cubicBezTo>
                  <a:pt x="10217" y="8145"/>
                  <a:pt x="8431" y="9932"/>
                  <a:pt x="6264" y="9932"/>
                </a:cubicBezTo>
                <a:cubicBezTo>
                  <a:pt x="5573" y="9932"/>
                  <a:pt x="4883" y="9765"/>
                  <a:pt x="4287" y="9431"/>
                </a:cubicBezTo>
                <a:cubicBezTo>
                  <a:pt x="3739" y="9098"/>
                  <a:pt x="3215" y="8622"/>
                  <a:pt x="2858" y="8074"/>
                </a:cubicBezTo>
                <a:cubicBezTo>
                  <a:pt x="2827" y="8011"/>
                  <a:pt x="2774" y="7979"/>
                  <a:pt x="2714" y="7979"/>
                </a:cubicBezTo>
                <a:cubicBezTo>
                  <a:pt x="2684" y="7979"/>
                  <a:pt x="2652" y="7987"/>
                  <a:pt x="2620" y="8003"/>
                </a:cubicBezTo>
                <a:cubicBezTo>
                  <a:pt x="2549" y="8074"/>
                  <a:pt x="2501" y="8145"/>
                  <a:pt x="2573" y="8241"/>
                </a:cubicBezTo>
                <a:cubicBezTo>
                  <a:pt x="2954" y="8860"/>
                  <a:pt x="3501" y="9384"/>
                  <a:pt x="4120" y="9741"/>
                </a:cubicBezTo>
                <a:cubicBezTo>
                  <a:pt x="4763" y="10098"/>
                  <a:pt x="5478" y="10289"/>
                  <a:pt x="6264" y="10289"/>
                </a:cubicBezTo>
                <a:cubicBezTo>
                  <a:pt x="6788" y="10289"/>
                  <a:pt x="7335" y="10217"/>
                  <a:pt x="7812" y="10003"/>
                </a:cubicBezTo>
                <a:lnTo>
                  <a:pt x="8407" y="11122"/>
                </a:lnTo>
                <a:cubicBezTo>
                  <a:pt x="7740" y="11432"/>
                  <a:pt x="7002" y="11575"/>
                  <a:pt x="6264" y="11575"/>
                </a:cubicBezTo>
                <a:cubicBezTo>
                  <a:pt x="4763" y="11575"/>
                  <a:pt x="3382" y="10979"/>
                  <a:pt x="2311" y="9932"/>
                </a:cubicBezTo>
                <a:cubicBezTo>
                  <a:pt x="1001" y="8622"/>
                  <a:pt x="429" y="6812"/>
                  <a:pt x="763" y="4931"/>
                </a:cubicBezTo>
                <a:cubicBezTo>
                  <a:pt x="905" y="4192"/>
                  <a:pt x="1167" y="3478"/>
                  <a:pt x="1620" y="2859"/>
                </a:cubicBezTo>
                <a:cubicBezTo>
                  <a:pt x="2668" y="1335"/>
                  <a:pt x="4287" y="430"/>
                  <a:pt x="6073" y="382"/>
                </a:cubicBezTo>
                <a:close/>
                <a:moveTo>
                  <a:pt x="6311" y="1"/>
                </a:moveTo>
                <a:cubicBezTo>
                  <a:pt x="4311" y="1"/>
                  <a:pt x="2501" y="954"/>
                  <a:pt x="1334" y="2668"/>
                </a:cubicBezTo>
                <a:cubicBezTo>
                  <a:pt x="929" y="3311"/>
                  <a:pt x="620" y="4026"/>
                  <a:pt x="477" y="4764"/>
                </a:cubicBezTo>
                <a:cubicBezTo>
                  <a:pt x="1" y="7169"/>
                  <a:pt x="977" y="9551"/>
                  <a:pt x="3049" y="10932"/>
                </a:cubicBezTo>
                <a:cubicBezTo>
                  <a:pt x="3668" y="11337"/>
                  <a:pt x="4382" y="11646"/>
                  <a:pt x="5121" y="11789"/>
                </a:cubicBezTo>
                <a:cubicBezTo>
                  <a:pt x="5514" y="11863"/>
                  <a:pt x="5906" y="11899"/>
                  <a:pt x="6293" y="11899"/>
                </a:cubicBezTo>
                <a:cubicBezTo>
                  <a:pt x="7891" y="11899"/>
                  <a:pt x="9390" y="11278"/>
                  <a:pt x="10503" y="10146"/>
                </a:cubicBezTo>
                <a:cubicBezTo>
                  <a:pt x="11646" y="9027"/>
                  <a:pt x="12241" y="7526"/>
                  <a:pt x="12241" y="5955"/>
                </a:cubicBezTo>
                <a:cubicBezTo>
                  <a:pt x="12217" y="5478"/>
                  <a:pt x="12146" y="4978"/>
                  <a:pt x="12027" y="4502"/>
                </a:cubicBezTo>
                <a:cubicBezTo>
                  <a:pt x="12008" y="4428"/>
                  <a:pt x="11946" y="4368"/>
                  <a:pt x="11874" y="4368"/>
                </a:cubicBezTo>
                <a:cubicBezTo>
                  <a:pt x="11854" y="4368"/>
                  <a:pt x="11833" y="4372"/>
                  <a:pt x="11813" y="4383"/>
                </a:cubicBezTo>
                <a:cubicBezTo>
                  <a:pt x="11741" y="4407"/>
                  <a:pt x="11670" y="4502"/>
                  <a:pt x="11717" y="4573"/>
                </a:cubicBezTo>
                <a:cubicBezTo>
                  <a:pt x="11813" y="5026"/>
                  <a:pt x="11884" y="5502"/>
                  <a:pt x="11884" y="5978"/>
                </a:cubicBezTo>
                <a:cubicBezTo>
                  <a:pt x="11884" y="7479"/>
                  <a:pt x="11289" y="8860"/>
                  <a:pt x="10241" y="9932"/>
                </a:cubicBezTo>
                <a:cubicBezTo>
                  <a:pt x="9812" y="10384"/>
                  <a:pt x="9288" y="10741"/>
                  <a:pt x="8740" y="11003"/>
                </a:cubicBezTo>
                <a:lnTo>
                  <a:pt x="8145" y="9884"/>
                </a:lnTo>
                <a:cubicBezTo>
                  <a:pt x="9598" y="9193"/>
                  <a:pt x="10598" y="7717"/>
                  <a:pt x="10598" y="5978"/>
                </a:cubicBezTo>
                <a:cubicBezTo>
                  <a:pt x="10598" y="3668"/>
                  <a:pt x="8764" y="1763"/>
                  <a:pt x="6454" y="1668"/>
                </a:cubicBezTo>
                <a:lnTo>
                  <a:pt x="6454" y="382"/>
                </a:lnTo>
                <a:cubicBezTo>
                  <a:pt x="7550" y="406"/>
                  <a:pt x="8550" y="739"/>
                  <a:pt x="9431" y="1335"/>
                </a:cubicBezTo>
                <a:cubicBezTo>
                  <a:pt x="10336" y="1954"/>
                  <a:pt x="11050" y="2811"/>
                  <a:pt x="11455" y="3811"/>
                </a:cubicBezTo>
                <a:cubicBezTo>
                  <a:pt x="11492" y="3884"/>
                  <a:pt x="11570" y="3915"/>
                  <a:pt x="11636" y="3915"/>
                </a:cubicBezTo>
                <a:cubicBezTo>
                  <a:pt x="11657" y="3915"/>
                  <a:pt x="11677" y="3912"/>
                  <a:pt x="11693" y="3907"/>
                </a:cubicBezTo>
                <a:cubicBezTo>
                  <a:pt x="11789" y="3859"/>
                  <a:pt x="11813" y="3740"/>
                  <a:pt x="11789" y="3668"/>
                </a:cubicBezTo>
                <a:cubicBezTo>
                  <a:pt x="11336" y="2573"/>
                  <a:pt x="10598" y="1668"/>
                  <a:pt x="9645" y="1001"/>
                </a:cubicBezTo>
                <a:cubicBezTo>
                  <a:pt x="8669" y="334"/>
                  <a:pt x="7502"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15" name="Google Shape;14315;p90"/>
          <p:cNvGrpSpPr/>
          <p:nvPr/>
        </p:nvGrpSpPr>
        <p:grpSpPr>
          <a:xfrm>
            <a:off x="4024091" y="3421058"/>
            <a:ext cx="351056" cy="355302"/>
            <a:chOff x="4177563" y="3313708"/>
            <a:chExt cx="293550" cy="297100"/>
          </a:xfrm>
        </p:grpSpPr>
        <p:sp>
          <p:nvSpPr>
            <p:cNvPr id="14316" name="Google Shape;14316;p90"/>
            <p:cNvSpPr/>
            <p:nvPr/>
          </p:nvSpPr>
          <p:spPr>
            <a:xfrm>
              <a:off x="4281763" y="3352408"/>
              <a:ext cx="165525" cy="8950"/>
            </a:xfrm>
            <a:custGeom>
              <a:rect b="b" l="l" r="r" t="t"/>
              <a:pathLst>
                <a:path extrusionOk="0" h="358" w="6621">
                  <a:moveTo>
                    <a:pt x="191" y="1"/>
                  </a:moveTo>
                  <a:cubicBezTo>
                    <a:pt x="95" y="1"/>
                    <a:pt x="0" y="72"/>
                    <a:pt x="0" y="167"/>
                  </a:cubicBezTo>
                  <a:cubicBezTo>
                    <a:pt x="0" y="286"/>
                    <a:pt x="72" y="358"/>
                    <a:pt x="191" y="358"/>
                  </a:cubicBezTo>
                  <a:lnTo>
                    <a:pt x="6430" y="358"/>
                  </a:lnTo>
                  <a:cubicBezTo>
                    <a:pt x="6525" y="358"/>
                    <a:pt x="6621" y="310"/>
                    <a:pt x="6621" y="215"/>
                  </a:cubicBezTo>
                  <a:cubicBezTo>
                    <a:pt x="6621" y="96"/>
                    <a:pt x="6549" y="1"/>
                    <a:pt x="6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7" name="Google Shape;14317;p90"/>
            <p:cNvSpPr/>
            <p:nvPr/>
          </p:nvSpPr>
          <p:spPr>
            <a:xfrm>
              <a:off x="4281763" y="3372658"/>
              <a:ext cx="120875" cy="8950"/>
            </a:xfrm>
            <a:custGeom>
              <a:rect b="b" l="l" r="r" t="t"/>
              <a:pathLst>
                <a:path extrusionOk="0" h="358" w="4835">
                  <a:moveTo>
                    <a:pt x="191" y="0"/>
                  </a:moveTo>
                  <a:cubicBezTo>
                    <a:pt x="95" y="0"/>
                    <a:pt x="0" y="72"/>
                    <a:pt x="0" y="143"/>
                  </a:cubicBezTo>
                  <a:cubicBezTo>
                    <a:pt x="0" y="262"/>
                    <a:pt x="72" y="357"/>
                    <a:pt x="191" y="357"/>
                  </a:cubicBezTo>
                  <a:lnTo>
                    <a:pt x="4644" y="357"/>
                  </a:lnTo>
                  <a:cubicBezTo>
                    <a:pt x="4739" y="357"/>
                    <a:pt x="4835" y="310"/>
                    <a:pt x="4835" y="215"/>
                  </a:cubicBezTo>
                  <a:cubicBezTo>
                    <a:pt x="4835" y="95"/>
                    <a:pt x="4763"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8" name="Google Shape;14318;p90"/>
            <p:cNvSpPr/>
            <p:nvPr/>
          </p:nvSpPr>
          <p:spPr>
            <a:xfrm>
              <a:off x="4281763" y="3442908"/>
              <a:ext cx="165525" cy="8950"/>
            </a:xfrm>
            <a:custGeom>
              <a:rect b="b" l="l" r="r" t="t"/>
              <a:pathLst>
                <a:path extrusionOk="0" h="358" w="6621">
                  <a:moveTo>
                    <a:pt x="191" y="0"/>
                  </a:moveTo>
                  <a:cubicBezTo>
                    <a:pt x="95" y="0"/>
                    <a:pt x="0" y="48"/>
                    <a:pt x="0" y="143"/>
                  </a:cubicBezTo>
                  <a:cubicBezTo>
                    <a:pt x="0" y="262"/>
                    <a:pt x="72" y="358"/>
                    <a:pt x="191" y="358"/>
                  </a:cubicBezTo>
                  <a:lnTo>
                    <a:pt x="6430" y="358"/>
                  </a:lnTo>
                  <a:cubicBezTo>
                    <a:pt x="6525" y="358"/>
                    <a:pt x="6621" y="286"/>
                    <a:pt x="6621" y="191"/>
                  </a:cubicBezTo>
                  <a:cubicBezTo>
                    <a:pt x="6621" y="72"/>
                    <a:pt x="6549" y="0"/>
                    <a:pt x="6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9" name="Google Shape;14319;p90"/>
            <p:cNvSpPr/>
            <p:nvPr/>
          </p:nvSpPr>
          <p:spPr>
            <a:xfrm>
              <a:off x="4281763" y="3463733"/>
              <a:ext cx="120875" cy="8975"/>
            </a:xfrm>
            <a:custGeom>
              <a:rect b="b" l="l" r="r" t="t"/>
              <a:pathLst>
                <a:path extrusionOk="0" h="359" w="4835">
                  <a:moveTo>
                    <a:pt x="191" y="1"/>
                  </a:moveTo>
                  <a:cubicBezTo>
                    <a:pt x="95" y="1"/>
                    <a:pt x="0" y="48"/>
                    <a:pt x="0" y="144"/>
                  </a:cubicBezTo>
                  <a:cubicBezTo>
                    <a:pt x="0" y="263"/>
                    <a:pt x="72" y="358"/>
                    <a:pt x="191" y="358"/>
                  </a:cubicBezTo>
                  <a:lnTo>
                    <a:pt x="4644" y="358"/>
                  </a:lnTo>
                  <a:cubicBezTo>
                    <a:pt x="4739" y="358"/>
                    <a:pt x="4835" y="287"/>
                    <a:pt x="4835" y="191"/>
                  </a:cubicBezTo>
                  <a:cubicBezTo>
                    <a:pt x="4835" y="72"/>
                    <a:pt x="4763"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0" name="Google Shape;14320;p90"/>
            <p:cNvSpPr/>
            <p:nvPr/>
          </p:nvSpPr>
          <p:spPr>
            <a:xfrm>
              <a:off x="4238888" y="3339908"/>
              <a:ext cx="18475" cy="48275"/>
            </a:xfrm>
            <a:custGeom>
              <a:rect b="b" l="l" r="r" t="t"/>
              <a:pathLst>
                <a:path extrusionOk="0" h="1931" w="739">
                  <a:moveTo>
                    <a:pt x="239" y="0"/>
                  </a:moveTo>
                  <a:cubicBezTo>
                    <a:pt x="167" y="0"/>
                    <a:pt x="120" y="24"/>
                    <a:pt x="96" y="96"/>
                  </a:cubicBezTo>
                  <a:cubicBezTo>
                    <a:pt x="1" y="215"/>
                    <a:pt x="96" y="334"/>
                    <a:pt x="215" y="334"/>
                  </a:cubicBezTo>
                  <a:lnTo>
                    <a:pt x="382" y="334"/>
                  </a:lnTo>
                  <a:lnTo>
                    <a:pt x="382" y="1763"/>
                  </a:lnTo>
                  <a:cubicBezTo>
                    <a:pt x="382" y="1810"/>
                    <a:pt x="405" y="1882"/>
                    <a:pt x="477" y="1906"/>
                  </a:cubicBezTo>
                  <a:cubicBezTo>
                    <a:pt x="505" y="1923"/>
                    <a:pt x="535" y="1930"/>
                    <a:pt x="564" y="1930"/>
                  </a:cubicBezTo>
                  <a:cubicBezTo>
                    <a:pt x="656" y="1930"/>
                    <a:pt x="739" y="1853"/>
                    <a:pt x="739" y="1763"/>
                  </a:cubicBezTo>
                  <a:lnTo>
                    <a:pt x="739" y="143"/>
                  </a:lnTo>
                  <a:cubicBezTo>
                    <a:pt x="739"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1" name="Google Shape;14321;p90"/>
            <p:cNvSpPr/>
            <p:nvPr/>
          </p:nvSpPr>
          <p:spPr>
            <a:xfrm>
              <a:off x="4200188" y="3338908"/>
              <a:ext cx="32175" cy="50700"/>
            </a:xfrm>
            <a:custGeom>
              <a:rect b="b" l="l" r="r" t="t"/>
              <a:pathLst>
                <a:path extrusionOk="0" h="2028" w="1287">
                  <a:moveTo>
                    <a:pt x="624" y="357"/>
                  </a:moveTo>
                  <a:cubicBezTo>
                    <a:pt x="653" y="357"/>
                    <a:pt x="684" y="362"/>
                    <a:pt x="715" y="374"/>
                  </a:cubicBezTo>
                  <a:cubicBezTo>
                    <a:pt x="834" y="398"/>
                    <a:pt x="929" y="517"/>
                    <a:pt x="929" y="660"/>
                  </a:cubicBezTo>
                  <a:lnTo>
                    <a:pt x="929" y="1422"/>
                  </a:lnTo>
                  <a:cubicBezTo>
                    <a:pt x="929" y="1541"/>
                    <a:pt x="834" y="1660"/>
                    <a:pt x="715" y="1707"/>
                  </a:cubicBezTo>
                  <a:cubicBezTo>
                    <a:pt x="684" y="1719"/>
                    <a:pt x="653" y="1724"/>
                    <a:pt x="624" y="1724"/>
                  </a:cubicBezTo>
                  <a:cubicBezTo>
                    <a:pt x="475" y="1724"/>
                    <a:pt x="358" y="1585"/>
                    <a:pt x="358" y="1445"/>
                  </a:cubicBezTo>
                  <a:lnTo>
                    <a:pt x="358" y="636"/>
                  </a:lnTo>
                  <a:cubicBezTo>
                    <a:pt x="358" y="496"/>
                    <a:pt x="475" y="357"/>
                    <a:pt x="624" y="357"/>
                  </a:cubicBezTo>
                  <a:close/>
                  <a:moveTo>
                    <a:pt x="623" y="0"/>
                  </a:moveTo>
                  <a:cubicBezTo>
                    <a:pt x="279" y="0"/>
                    <a:pt x="1" y="299"/>
                    <a:pt x="1" y="636"/>
                  </a:cubicBezTo>
                  <a:lnTo>
                    <a:pt x="1" y="1374"/>
                  </a:lnTo>
                  <a:cubicBezTo>
                    <a:pt x="1" y="1739"/>
                    <a:pt x="292" y="2027"/>
                    <a:pt x="646" y="2027"/>
                  </a:cubicBezTo>
                  <a:cubicBezTo>
                    <a:pt x="684" y="2027"/>
                    <a:pt x="723" y="2024"/>
                    <a:pt x="763" y="2017"/>
                  </a:cubicBezTo>
                  <a:cubicBezTo>
                    <a:pt x="1072" y="1946"/>
                    <a:pt x="1287" y="1684"/>
                    <a:pt x="1287" y="1374"/>
                  </a:cubicBezTo>
                  <a:lnTo>
                    <a:pt x="1287" y="636"/>
                  </a:lnTo>
                  <a:cubicBezTo>
                    <a:pt x="1287" y="350"/>
                    <a:pt x="1072" y="64"/>
                    <a:pt x="763" y="17"/>
                  </a:cubicBezTo>
                  <a:cubicBezTo>
                    <a:pt x="715" y="5"/>
                    <a:pt x="668" y="0"/>
                    <a:pt x="6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2" name="Google Shape;14322;p90"/>
            <p:cNvSpPr/>
            <p:nvPr/>
          </p:nvSpPr>
          <p:spPr>
            <a:xfrm>
              <a:off x="4236513" y="3431583"/>
              <a:ext cx="30375" cy="47650"/>
            </a:xfrm>
            <a:custGeom>
              <a:rect b="b" l="l" r="r" t="t"/>
              <a:pathLst>
                <a:path extrusionOk="0" h="1906" w="1215">
                  <a:moveTo>
                    <a:pt x="572" y="1"/>
                  </a:moveTo>
                  <a:cubicBezTo>
                    <a:pt x="310" y="1"/>
                    <a:pt x="96" y="168"/>
                    <a:pt x="24" y="429"/>
                  </a:cubicBezTo>
                  <a:cubicBezTo>
                    <a:pt x="0" y="525"/>
                    <a:pt x="72" y="620"/>
                    <a:pt x="143" y="644"/>
                  </a:cubicBezTo>
                  <a:cubicBezTo>
                    <a:pt x="169" y="654"/>
                    <a:pt x="194" y="659"/>
                    <a:pt x="218" y="659"/>
                  </a:cubicBezTo>
                  <a:cubicBezTo>
                    <a:pt x="301" y="659"/>
                    <a:pt x="363" y="599"/>
                    <a:pt x="381" y="525"/>
                  </a:cubicBezTo>
                  <a:cubicBezTo>
                    <a:pt x="429" y="429"/>
                    <a:pt x="500" y="358"/>
                    <a:pt x="596" y="358"/>
                  </a:cubicBezTo>
                  <a:cubicBezTo>
                    <a:pt x="715" y="358"/>
                    <a:pt x="810" y="429"/>
                    <a:pt x="810" y="549"/>
                  </a:cubicBezTo>
                  <a:lnTo>
                    <a:pt x="810" y="596"/>
                  </a:lnTo>
                  <a:cubicBezTo>
                    <a:pt x="762" y="644"/>
                    <a:pt x="739" y="739"/>
                    <a:pt x="691" y="858"/>
                  </a:cubicBezTo>
                  <a:cubicBezTo>
                    <a:pt x="453" y="1192"/>
                    <a:pt x="310" y="1382"/>
                    <a:pt x="238" y="1477"/>
                  </a:cubicBezTo>
                  <a:cubicBezTo>
                    <a:pt x="143" y="1596"/>
                    <a:pt x="96" y="1668"/>
                    <a:pt x="119" y="1739"/>
                  </a:cubicBezTo>
                  <a:cubicBezTo>
                    <a:pt x="143" y="1811"/>
                    <a:pt x="191" y="1835"/>
                    <a:pt x="238" y="1858"/>
                  </a:cubicBezTo>
                  <a:cubicBezTo>
                    <a:pt x="262" y="1858"/>
                    <a:pt x="310" y="1906"/>
                    <a:pt x="572" y="1906"/>
                  </a:cubicBezTo>
                  <a:lnTo>
                    <a:pt x="1048" y="1906"/>
                  </a:lnTo>
                  <a:cubicBezTo>
                    <a:pt x="1143" y="1906"/>
                    <a:pt x="1215" y="1835"/>
                    <a:pt x="1215" y="1739"/>
                  </a:cubicBezTo>
                  <a:cubicBezTo>
                    <a:pt x="1215" y="1620"/>
                    <a:pt x="1167" y="1549"/>
                    <a:pt x="1048" y="1549"/>
                  </a:cubicBezTo>
                  <a:lnTo>
                    <a:pt x="596" y="1549"/>
                  </a:lnTo>
                  <a:cubicBezTo>
                    <a:pt x="691" y="1430"/>
                    <a:pt x="810" y="1287"/>
                    <a:pt x="953" y="1072"/>
                  </a:cubicBezTo>
                  <a:cubicBezTo>
                    <a:pt x="977" y="930"/>
                    <a:pt x="1072" y="763"/>
                    <a:pt x="1096" y="644"/>
                  </a:cubicBezTo>
                  <a:cubicBezTo>
                    <a:pt x="1143" y="572"/>
                    <a:pt x="1096" y="453"/>
                    <a:pt x="1072" y="358"/>
                  </a:cubicBezTo>
                  <a:cubicBezTo>
                    <a:pt x="1048" y="287"/>
                    <a:pt x="1024" y="239"/>
                    <a:pt x="953" y="168"/>
                  </a:cubicBezTo>
                  <a:cubicBezTo>
                    <a:pt x="858" y="48"/>
                    <a:pt x="715"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3" name="Google Shape;14323;p90"/>
            <p:cNvSpPr/>
            <p:nvPr/>
          </p:nvSpPr>
          <p:spPr>
            <a:xfrm>
              <a:off x="4200188" y="3431008"/>
              <a:ext cx="30400" cy="47675"/>
            </a:xfrm>
            <a:custGeom>
              <a:rect b="b" l="l" r="r" t="t"/>
              <a:pathLst>
                <a:path extrusionOk="0" h="1907" w="1216">
                  <a:moveTo>
                    <a:pt x="596" y="357"/>
                  </a:moveTo>
                  <a:cubicBezTo>
                    <a:pt x="739" y="357"/>
                    <a:pt x="858" y="476"/>
                    <a:pt x="858" y="619"/>
                  </a:cubicBezTo>
                  <a:lnTo>
                    <a:pt x="858" y="1310"/>
                  </a:lnTo>
                  <a:cubicBezTo>
                    <a:pt x="858" y="1429"/>
                    <a:pt x="763" y="1548"/>
                    <a:pt x="620" y="1572"/>
                  </a:cubicBezTo>
                  <a:cubicBezTo>
                    <a:pt x="477" y="1572"/>
                    <a:pt x="358" y="1453"/>
                    <a:pt x="358" y="1310"/>
                  </a:cubicBezTo>
                  <a:lnTo>
                    <a:pt x="358" y="619"/>
                  </a:lnTo>
                  <a:cubicBezTo>
                    <a:pt x="358" y="500"/>
                    <a:pt x="453" y="381"/>
                    <a:pt x="596" y="357"/>
                  </a:cubicBezTo>
                  <a:close/>
                  <a:moveTo>
                    <a:pt x="620" y="0"/>
                  </a:moveTo>
                  <a:cubicBezTo>
                    <a:pt x="286" y="0"/>
                    <a:pt x="1" y="262"/>
                    <a:pt x="1" y="595"/>
                  </a:cubicBezTo>
                  <a:lnTo>
                    <a:pt x="1" y="1262"/>
                  </a:lnTo>
                  <a:cubicBezTo>
                    <a:pt x="1" y="1596"/>
                    <a:pt x="263" y="1858"/>
                    <a:pt x="596" y="1905"/>
                  </a:cubicBezTo>
                  <a:cubicBezTo>
                    <a:pt x="608" y="1906"/>
                    <a:pt x="620" y="1906"/>
                    <a:pt x="632" y="1906"/>
                  </a:cubicBezTo>
                  <a:cubicBezTo>
                    <a:pt x="950" y="1906"/>
                    <a:pt x="1215" y="1608"/>
                    <a:pt x="1215" y="1310"/>
                  </a:cubicBezTo>
                  <a:lnTo>
                    <a:pt x="1215" y="619"/>
                  </a:lnTo>
                  <a:cubicBezTo>
                    <a:pt x="1215" y="286"/>
                    <a:pt x="953" y="24"/>
                    <a:pt x="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4" name="Google Shape;14324;p90"/>
            <p:cNvSpPr/>
            <p:nvPr/>
          </p:nvSpPr>
          <p:spPr>
            <a:xfrm>
              <a:off x="4237113" y="3522083"/>
              <a:ext cx="29200" cy="47050"/>
            </a:xfrm>
            <a:custGeom>
              <a:rect b="b" l="l" r="r" t="t"/>
              <a:pathLst>
                <a:path extrusionOk="0" h="1882" w="1168">
                  <a:moveTo>
                    <a:pt x="572" y="1"/>
                  </a:moveTo>
                  <a:cubicBezTo>
                    <a:pt x="310" y="1"/>
                    <a:pt x="72" y="191"/>
                    <a:pt x="48" y="453"/>
                  </a:cubicBezTo>
                  <a:cubicBezTo>
                    <a:pt x="0" y="548"/>
                    <a:pt x="72" y="644"/>
                    <a:pt x="191" y="667"/>
                  </a:cubicBezTo>
                  <a:cubicBezTo>
                    <a:pt x="207" y="671"/>
                    <a:pt x="222" y="673"/>
                    <a:pt x="236" y="673"/>
                  </a:cubicBezTo>
                  <a:cubicBezTo>
                    <a:pt x="308" y="673"/>
                    <a:pt x="361" y="624"/>
                    <a:pt x="381" y="525"/>
                  </a:cubicBezTo>
                  <a:cubicBezTo>
                    <a:pt x="429" y="429"/>
                    <a:pt x="500" y="334"/>
                    <a:pt x="595" y="334"/>
                  </a:cubicBezTo>
                  <a:cubicBezTo>
                    <a:pt x="715" y="334"/>
                    <a:pt x="810" y="429"/>
                    <a:pt x="810" y="548"/>
                  </a:cubicBezTo>
                  <a:cubicBezTo>
                    <a:pt x="810" y="667"/>
                    <a:pt x="715" y="739"/>
                    <a:pt x="595" y="739"/>
                  </a:cubicBezTo>
                  <a:cubicBezTo>
                    <a:pt x="500" y="739"/>
                    <a:pt x="429" y="834"/>
                    <a:pt x="429" y="929"/>
                  </a:cubicBezTo>
                  <a:cubicBezTo>
                    <a:pt x="429" y="1025"/>
                    <a:pt x="500" y="1120"/>
                    <a:pt x="595" y="1120"/>
                  </a:cubicBezTo>
                  <a:cubicBezTo>
                    <a:pt x="715" y="1120"/>
                    <a:pt x="810" y="1191"/>
                    <a:pt x="810" y="1310"/>
                  </a:cubicBezTo>
                  <a:cubicBezTo>
                    <a:pt x="810" y="1429"/>
                    <a:pt x="715" y="1525"/>
                    <a:pt x="595" y="1525"/>
                  </a:cubicBezTo>
                  <a:cubicBezTo>
                    <a:pt x="500" y="1525"/>
                    <a:pt x="429" y="1429"/>
                    <a:pt x="381" y="1334"/>
                  </a:cubicBezTo>
                  <a:lnTo>
                    <a:pt x="381" y="1310"/>
                  </a:lnTo>
                  <a:cubicBezTo>
                    <a:pt x="381" y="1215"/>
                    <a:pt x="310" y="1144"/>
                    <a:pt x="214" y="1144"/>
                  </a:cubicBezTo>
                  <a:cubicBezTo>
                    <a:pt x="119" y="1144"/>
                    <a:pt x="24" y="1215"/>
                    <a:pt x="24" y="1310"/>
                  </a:cubicBezTo>
                  <a:lnTo>
                    <a:pt x="24" y="1406"/>
                  </a:lnTo>
                  <a:cubicBezTo>
                    <a:pt x="72" y="1668"/>
                    <a:pt x="310" y="1882"/>
                    <a:pt x="595" y="1882"/>
                  </a:cubicBezTo>
                  <a:cubicBezTo>
                    <a:pt x="905" y="1882"/>
                    <a:pt x="1167" y="1644"/>
                    <a:pt x="1167" y="1310"/>
                  </a:cubicBezTo>
                  <a:cubicBezTo>
                    <a:pt x="1167" y="1168"/>
                    <a:pt x="1096" y="1048"/>
                    <a:pt x="1024" y="929"/>
                  </a:cubicBezTo>
                  <a:cubicBezTo>
                    <a:pt x="1096" y="834"/>
                    <a:pt x="1167" y="691"/>
                    <a:pt x="1167" y="548"/>
                  </a:cubicBezTo>
                  <a:cubicBezTo>
                    <a:pt x="1119" y="239"/>
                    <a:pt x="881"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5" name="Google Shape;14325;p90"/>
            <p:cNvSpPr/>
            <p:nvPr/>
          </p:nvSpPr>
          <p:spPr>
            <a:xfrm>
              <a:off x="4200188" y="3521483"/>
              <a:ext cx="30400" cy="47650"/>
            </a:xfrm>
            <a:custGeom>
              <a:rect b="b" l="l" r="r" t="t"/>
              <a:pathLst>
                <a:path extrusionOk="0" h="1906" w="1216">
                  <a:moveTo>
                    <a:pt x="596" y="358"/>
                  </a:moveTo>
                  <a:cubicBezTo>
                    <a:pt x="739" y="358"/>
                    <a:pt x="858" y="477"/>
                    <a:pt x="858" y="620"/>
                  </a:cubicBezTo>
                  <a:lnTo>
                    <a:pt x="858" y="1311"/>
                  </a:lnTo>
                  <a:cubicBezTo>
                    <a:pt x="858" y="1430"/>
                    <a:pt x="763" y="1549"/>
                    <a:pt x="620" y="1573"/>
                  </a:cubicBezTo>
                  <a:cubicBezTo>
                    <a:pt x="477" y="1573"/>
                    <a:pt x="358" y="1453"/>
                    <a:pt x="358" y="1311"/>
                  </a:cubicBezTo>
                  <a:lnTo>
                    <a:pt x="358" y="620"/>
                  </a:lnTo>
                  <a:cubicBezTo>
                    <a:pt x="358" y="501"/>
                    <a:pt x="453" y="382"/>
                    <a:pt x="596" y="358"/>
                  </a:cubicBezTo>
                  <a:close/>
                  <a:moveTo>
                    <a:pt x="620" y="1"/>
                  </a:moveTo>
                  <a:cubicBezTo>
                    <a:pt x="263" y="1"/>
                    <a:pt x="1" y="263"/>
                    <a:pt x="1" y="596"/>
                  </a:cubicBezTo>
                  <a:lnTo>
                    <a:pt x="1" y="1287"/>
                  </a:lnTo>
                  <a:cubicBezTo>
                    <a:pt x="1" y="1620"/>
                    <a:pt x="263" y="1882"/>
                    <a:pt x="596" y="1906"/>
                  </a:cubicBezTo>
                  <a:cubicBezTo>
                    <a:pt x="929" y="1906"/>
                    <a:pt x="1215" y="1644"/>
                    <a:pt x="1215" y="1311"/>
                  </a:cubicBezTo>
                  <a:lnTo>
                    <a:pt x="1215" y="620"/>
                  </a:lnTo>
                  <a:cubicBezTo>
                    <a:pt x="1215" y="310"/>
                    <a:pt x="953" y="25"/>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6" name="Google Shape;14326;p90"/>
            <p:cNvSpPr/>
            <p:nvPr/>
          </p:nvSpPr>
          <p:spPr>
            <a:xfrm>
              <a:off x="4281763" y="3533408"/>
              <a:ext cx="165525" cy="8950"/>
            </a:xfrm>
            <a:custGeom>
              <a:rect b="b" l="l" r="r" t="t"/>
              <a:pathLst>
                <a:path extrusionOk="0" h="358" w="6621">
                  <a:moveTo>
                    <a:pt x="191" y="0"/>
                  </a:moveTo>
                  <a:cubicBezTo>
                    <a:pt x="95" y="0"/>
                    <a:pt x="0" y="72"/>
                    <a:pt x="0" y="143"/>
                  </a:cubicBezTo>
                  <a:cubicBezTo>
                    <a:pt x="0" y="262"/>
                    <a:pt x="72" y="357"/>
                    <a:pt x="191" y="357"/>
                  </a:cubicBezTo>
                  <a:lnTo>
                    <a:pt x="6430" y="357"/>
                  </a:lnTo>
                  <a:cubicBezTo>
                    <a:pt x="6525" y="357"/>
                    <a:pt x="6621" y="310"/>
                    <a:pt x="6621" y="214"/>
                  </a:cubicBezTo>
                  <a:cubicBezTo>
                    <a:pt x="6621" y="95"/>
                    <a:pt x="6549" y="0"/>
                    <a:pt x="6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7" name="Google Shape;14327;p90"/>
            <p:cNvSpPr/>
            <p:nvPr/>
          </p:nvSpPr>
          <p:spPr>
            <a:xfrm>
              <a:off x="4281763" y="3554233"/>
              <a:ext cx="120875" cy="8950"/>
            </a:xfrm>
            <a:custGeom>
              <a:rect b="b" l="l" r="r" t="t"/>
              <a:pathLst>
                <a:path extrusionOk="0" h="358" w="4835">
                  <a:moveTo>
                    <a:pt x="191" y="1"/>
                  </a:moveTo>
                  <a:cubicBezTo>
                    <a:pt x="95" y="1"/>
                    <a:pt x="0" y="72"/>
                    <a:pt x="0" y="143"/>
                  </a:cubicBezTo>
                  <a:cubicBezTo>
                    <a:pt x="0" y="263"/>
                    <a:pt x="72" y="358"/>
                    <a:pt x="191" y="358"/>
                  </a:cubicBezTo>
                  <a:lnTo>
                    <a:pt x="4644" y="358"/>
                  </a:lnTo>
                  <a:cubicBezTo>
                    <a:pt x="4739" y="358"/>
                    <a:pt x="4835" y="310"/>
                    <a:pt x="4835" y="215"/>
                  </a:cubicBezTo>
                  <a:cubicBezTo>
                    <a:pt x="4835" y="96"/>
                    <a:pt x="4763"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8" name="Google Shape;14328;p90"/>
            <p:cNvSpPr/>
            <p:nvPr/>
          </p:nvSpPr>
          <p:spPr>
            <a:xfrm>
              <a:off x="4177563" y="3313708"/>
              <a:ext cx="293550" cy="297100"/>
            </a:xfrm>
            <a:custGeom>
              <a:rect b="b" l="l" r="r" t="t"/>
              <a:pathLst>
                <a:path extrusionOk="0" h="11884" w="11742">
                  <a:moveTo>
                    <a:pt x="11360" y="334"/>
                  </a:moveTo>
                  <a:lnTo>
                    <a:pt x="11384" y="3644"/>
                  </a:lnTo>
                  <a:lnTo>
                    <a:pt x="6597" y="3644"/>
                  </a:lnTo>
                  <a:cubicBezTo>
                    <a:pt x="6550" y="3644"/>
                    <a:pt x="6502" y="3668"/>
                    <a:pt x="6478" y="3692"/>
                  </a:cubicBezTo>
                  <a:lnTo>
                    <a:pt x="5883" y="4263"/>
                  </a:lnTo>
                  <a:lnTo>
                    <a:pt x="5287" y="3692"/>
                  </a:lnTo>
                  <a:cubicBezTo>
                    <a:pt x="5240" y="3668"/>
                    <a:pt x="5192" y="3644"/>
                    <a:pt x="5168" y="3644"/>
                  </a:cubicBezTo>
                  <a:lnTo>
                    <a:pt x="358" y="3644"/>
                  </a:lnTo>
                  <a:lnTo>
                    <a:pt x="358" y="334"/>
                  </a:lnTo>
                  <a:close/>
                  <a:moveTo>
                    <a:pt x="239" y="1"/>
                  </a:moveTo>
                  <a:cubicBezTo>
                    <a:pt x="167" y="1"/>
                    <a:pt x="72" y="96"/>
                    <a:pt x="72" y="191"/>
                  </a:cubicBezTo>
                  <a:lnTo>
                    <a:pt x="72" y="4644"/>
                  </a:lnTo>
                  <a:cubicBezTo>
                    <a:pt x="72" y="4692"/>
                    <a:pt x="96" y="4740"/>
                    <a:pt x="120" y="4740"/>
                  </a:cubicBezTo>
                  <a:cubicBezTo>
                    <a:pt x="167" y="4767"/>
                    <a:pt x="213" y="4779"/>
                    <a:pt x="254" y="4779"/>
                  </a:cubicBezTo>
                  <a:cubicBezTo>
                    <a:pt x="356" y="4779"/>
                    <a:pt x="429" y="4706"/>
                    <a:pt x="429" y="4621"/>
                  </a:cubicBezTo>
                  <a:lnTo>
                    <a:pt x="429" y="4001"/>
                  </a:lnTo>
                  <a:lnTo>
                    <a:pt x="5121" y="4001"/>
                  </a:lnTo>
                  <a:lnTo>
                    <a:pt x="5716" y="4573"/>
                  </a:lnTo>
                  <a:cubicBezTo>
                    <a:pt x="5788" y="4621"/>
                    <a:pt x="5835" y="4621"/>
                    <a:pt x="5907" y="4621"/>
                  </a:cubicBezTo>
                  <a:cubicBezTo>
                    <a:pt x="5954" y="4621"/>
                    <a:pt x="6026" y="4597"/>
                    <a:pt x="6073" y="4573"/>
                  </a:cubicBezTo>
                  <a:lnTo>
                    <a:pt x="6669" y="4001"/>
                  </a:lnTo>
                  <a:lnTo>
                    <a:pt x="11384" y="4001"/>
                  </a:lnTo>
                  <a:lnTo>
                    <a:pt x="11384" y="7312"/>
                  </a:lnTo>
                  <a:lnTo>
                    <a:pt x="6597" y="7312"/>
                  </a:lnTo>
                  <a:cubicBezTo>
                    <a:pt x="6526" y="7312"/>
                    <a:pt x="6502" y="7335"/>
                    <a:pt x="6478" y="7359"/>
                  </a:cubicBezTo>
                  <a:lnTo>
                    <a:pt x="5883" y="7931"/>
                  </a:lnTo>
                  <a:lnTo>
                    <a:pt x="5287" y="7359"/>
                  </a:lnTo>
                  <a:cubicBezTo>
                    <a:pt x="5240" y="7335"/>
                    <a:pt x="5192" y="7312"/>
                    <a:pt x="5168" y="7312"/>
                  </a:cubicBezTo>
                  <a:lnTo>
                    <a:pt x="358" y="7312"/>
                  </a:lnTo>
                  <a:lnTo>
                    <a:pt x="358" y="5430"/>
                  </a:lnTo>
                  <a:cubicBezTo>
                    <a:pt x="358" y="5335"/>
                    <a:pt x="310" y="5240"/>
                    <a:pt x="215" y="5240"/>
                  </a:cubicBezTo>
                  <a:cubicBezTo>
                    <a:pt x="96" y="5240"/>
                    <a:pt x="1" y="5311"/>
                    <a:pt x="1" y="5430"/>
                  </a:cubicBezTo>
                  <a:lnTo>
                    <a:pt x="1" y="11003"/>
                  </a:lnTo>
                  <a:cubicBezTo>
                    <a:pt x="1" y="11146"/>
                    <a:pt x="120" y="11265"/>
                    <a:pt x="286" y="11265"/>
                  </a:cubicBezTo>
                  <a:lnTo>
                    <a:pt x="5073" y="11265"/>
                  </a:lnTo>
                  <a:lnTo>
                    <a:pt x="5669" y="11836"/>
                  </a:lnTo>
                  <a:cubicBezTo>
                    <a:pt x="5716" y="11884"/>
                    <a:pt x="5788" y="11884"/>
                    <a:pt x="5835" y="11884"/>
                  </a:cubicBezTo>
                  <a:cubicBezTo>
                    <a:pt x="5907" y="11884"/>
                    <a:pt x="5954" y="11860"/>
                    <a:pt x="6026" y="11836"/>
                  </a:cubicBezTo>
                  <a:lnTo>
                    <a:pt x="6621" y="11265"/>
                  </a:lnTo>
                  <a:lnTo>
                    <a:pt x="7859" y="11265"/>
                  </a:lnTo>
                  <a:cubicBezTo>
                    <a:pt x="7955" y="11265"/>
                    <a:pt x="8050" y="11193"/>
                    <a:pt x="8050" y="11122"/>
                  </a:cubicBezTo>
                  <a:cubicBezTo>
                    <a:pt x="8050" y="11003"/>
                    <a:pt x="7979" y="10908"/>
                    <a:pt x="7859" y="10908"/>
                  </a:cubicBezTo>
                  <a:lnTo>
                    <a:pt x="6550" y="10908"/>
                  </a:lnTo>
                  <a:cubicBezTo>
                    <a:pt x="6526" y="10908"/>
                    <a:pt x="6478" y="10931"/>
                    <a:pt x="6431" y="10955"/>
                  </a:cubicBezTo>
                  <a:lnTo>
                    <a:pt x="5835" y="11527"/>
                  </a:lnTo>
                  <a:lnTo>
                    <a:pt x="5240" y="10955"/>
                  </a:lnTo>
                  <a:cubicBezTo>
                    <a:pt x="5216" y="10931"/>
                    <a:pt x="5168" y="10908"/>
                    <a:pt x="5121" y="10908"/>
                  </a:cubicBezTo>
                  <a:lnTo>
                    <a:pt x="334" y="10908"/>
                  </a:lnTo>
                  <a:lnTo>
                    <a:pt x="334" y="7597"/>
                  </a:lnTo>
                  <a:lnTo>
                    <a:pt x="5049" y="7597"/>
                  </a:lnTo>
                  <a:lnTo>
                    <a:pt x="5645" y="8169"/>
                  </a:lnTo>
                  <a:cubicBezTo>
                    <a:pt x="5692" y="8217"/>
                    <a:pt x="5764" y="8217"/>
                    <a:pt x="5811" y="8217"/>
                  </a:cubicBezTo>
                  <a:cubicBezTo>
                    <a:pt x="5883" y="8217"/>
                    <a:pt x="5930" y="8193"/>
                    <a:pt x="6002" y="8169"/>
                  </a:cubicBezTo>
                  <a:lnTo>
                    <a:pt x="6597" y="7597"/>
                  </a:lnTo>
                  <a:lnTo>
                    <a:pt x="11289" y="7597"/>
                  </a:lnTo>
                  <a:lnTo>
                    <a:pt x="11289" y="10908"/>
                  </a:lnTo>
                  <a:lnTo>
                    <a:pt x="8669" y="10908"/>
                  </a:lnTo>
                  <a:cubicBezTo>
                    <a:pt x="8574" y="10908"/>
                    <a:pt x="8502" y="10955"/>
                    <a:pt x="8502" y="11050"/>
                  </a:cubicBezTo>
                  <a:cubicBezTo>
                    <a:pt x="8502" y="11170"/>
                    <a:pt x="8550" y="11265"/>
                    <a:pt x="8669" y="11265"/>
                  </a:cubicBezTo>
                  <a:lnTo>
                    <a:pt x="11384" y="11265"/>
                  </a:lnTo>
                  <a:cubicBezTo>
                    <a:pt x="11527" y="11265"/>
                    <a:pt x="11646" y="11146"/>
                    <a:pt x="11646" y="11003"/>
                  </a:cubicBezTo>
                  <a:lnTo>
                    <a:pt x="11646" y="286"/>
                  </a:lnTo>
                  <a:cubicBezTo>
                    <a:pt x="11741" y="120"/>
                    <a:pt x="11622" y="1"/>
                    <a:pt x="11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29" name="Google Shape;14329;p90"/>
          <p:cNvSpPr/>
          <p:nvPr/>
        </p:nvSpPr>
        <p:spPr>
          <a:xfrm>
            <a:off x="3247951" y="3420895"/>
            <a:ext cx="356019" cy="356139"/>
          </a:xfrm>
          <a:custGeom>
            <a:rect b="b" l="l" r="r" t="t"/>
            <a:pathLst>
              <a:path extrusionOk="0" h="11912" w="11908">
                <a:moveTo>
                  <a:pt x="3358" y="6363"/>
                </a:moveTo>
                <a:lnTo>
                  <a:pt x="3358" y="10721"/>
                </a:lnTo>
                <a:lnTo>
                  <a:pt x="1858" y="10721"/>
                </a:lnTo>
                <a:lnTo>
                  <a:pt x="1858" y="6363"/>
                </a:lnTo>
                <a:close/>
                <a:moveTo>
                  <a:pt x="5216" y="1314"/>
                </a:moveTo>
                <a:lnTo>
                  <a:pt x="5216" y="10721"/>
                </a:lnTo>
                <a:lnTo>
                  <a:pt x="3691" y="10721"/>
                </a:lnTo>
                <a:lnTo>
                  <a:pt x="3691" y="1314"/>
                </a:lnTo>
                <a:close/>
                <a:moveTo>
                  <a:pt x="7097" y="2577"/>
                </a:moveTo>
                <a:lnTo>
                  <a:pt x="7097" y="10721"/>
                </a:lnTo>
                <a:lnTo>
                  <a:pt x="5573" y="10721"/>
                </a:lnTo>
                <a:lnTo>
                  <a:pt x="5573" y="2577"/>
                </a:lnTo>
                <a:close/>
                <a:moveTo>
                  <a:pt x="8931" y="8864"/>
                </a:moveTo>
                <a:lnTo>
                  <a:pt x="8931" y="10721"/>
                </a:lnTo>
                <a:lnTo>
                  <a:pt x="7406" y="10721"/>
                </a:lnTo>
                <a:lnTo>
                  <a:pt x="7406" y="8864"/>
                </a:lnTo>
                <a:close/>
                <a:moveTo>
                  <a:pt x="939" y="1"/>
                </a:moveTo>
                <a:cubicBezTo>
                  <a:pt x="834" y="1"/>
                  <a:pt x="738" y="88"/>
                  <a:pt x="738" y="195"/>
                </a:cubicBezTo>
                <a:lnTo>
                  <a:pt x="738" y="1005"/>
                </a:lnTo>
                <a:lnTo>
                  <a:pt x="476" y="1005"/>
                </a:lnTo>
                <a:cubicBezTo>
                  <a:pt x="381" y="1005"/>
                  <a:pt x="334" y="1052"/>
                  <a:pt x="310" y="1124"/>
                </a:cubicBezTo>
                <a:cubicBezTo>
                  <a:pt x="262" y="1243"/>
                  <a:pt x="357" y="1362"/>
                  <a:pt x="476" y="1362"/>
                </a:cubicBezTo>
                <a:lnTo>
                  <a:pt x="715" y="1362"/>
                </a:lnTo>
                <a:lnTo>
                  <a:pt x="715" y="2243"/>
                </a:lnTo>
                <a:lnTo>
                  <a:pt x="500" y="2243"/>
                </a:lnTo>
                <a:cubicBezTo>
                  <a:pt x="429" y="2243"/>
                  <a:pt x="334" y="2315"/>
                  <a:pt x="334" y="2386"/>
                </a:cubicBezTo>
                <a:cubicBezTo>
                  <a:pt x="334" y="2505"/>
                  <a:pt x="381" y="2600"/>
                  <a:pt x="500" y="2600"/>
                </a:cubicBezTo>
                <a:lnTo>
                  <a:pt x="715" y="2600"/>
                </a:lnTo>
                <a:lnTo>
                  <a:pt x="715" y="3505"/>
                </a:lnTo>
                <a:lnTo>
                  <a:pt x="500" y="3505"/>
                </a:lnTo>
                <a:cubicBezTo>
                  <a:pt x="429" y="3505"/>
                  <a:pt x="334" y="3553"/>
                  <a:pt x="334" y="3648"/>
                </a:cubicBezTo>
                <a:cubicBezTo>
                  <a:pt x="334" y="3767"/>
                  <a:pt x="381" y="3863"/>
                  <a:pt x="500" y="3863"/>
                </a:cubicBezTo>
                <a:lnTo>
                  <a:pt x="715" y="3863"/>
                </a:lnTo>
                <a:lnTo>
                  <a:pt x="715" y="4744"/>
                </a:lnTo>
                <a:lnTo>
                  <a:pt x="500" y="4744"/>
                </a:lnTo>
                <a:cubicBezTo>
                  <a:pt x="429" y="4744"/>
                  <a:pt x="334" y="4815"/>
                  <a:pt x="334" y="4887"/>
                </a:cubicBezTo>
                <a:cubicBezTo>
                  <a:pt x="334" y="5006"/>
                  <a:pt x="381" y="5101"/>
                  <a:pt x="500" y="5101"/>
                </a:cubicBezTo>
                <a:lnTo>
                  <a:pt x="715" y="5101"/>
                </a:lnTo>
                <a:lnTo>
                  <a:pt x="715" y="6006"/>
                </a:lnTo>
                <a:lnTo>
                  <a:pt x="500" y="6006"/>
                </a:lnTo>
                <a:cubicBezTo>
                  <a:pt x="429" y="6006"/>
                  <a:pt x="334" y="6053"/>
                  <a:pt x="334" y="6149"/>
                </a:cubicBezTo>
                <a:cubicBezTo>
                  <a:pt x="334" y="6268"/>
                  <a:pt x="381" y="6363"/>
                  <a:pt x="500" y="6363"/>
                </a:cubicBezTo>
                <a:lnTo>
                  <a:pt x="715" y="6363"/>
                </a:lnTo>
                <a:lnTo>
                  <a:pt x="715" y="7244"/>
                </a:lnTo>
                <a:lnTo>
                  <a:pt x="500" y="7244"/>
                </a:lnTo>
                <a:cubicBezTo>
                  <a:pt x="429" y="7244"/>
                  <a:pt x="334" y="7316"/>
                  <a:pt x="334" y="7387"/>
                </a:cubicBezTo>
                <a:cubicBezTo>
                  <a:pt x="334" y="7506"/>
                  <a:pt x="381" y="7601"/>
                  <a:pt x="500" y="7601"/>
                </a:cubicBezTo>
                <a:lnTo>
                  <a:pt x="715" y="7601"/>
                </a:lnTo>
                <a:lnTo>
                  <a:pt x="715" y="8506"/>
                </a:lnTo>
                <a:lnTo>
                  <a:pt x="500" y="8506"/>
                </a:lnTo>
                <a:cubicBezTo>
                  <a:pt x="429" y="8506"/>
                  <a:pt x="334" y="8554"/>
                  <a:pt x="334" y="8649"/>
                </a:cubicBezTo>
                <a:cubicBezTo>
                  <a:pt x="334" y="8768"/>
                  <a:pt x="381" y="8864"/>
                  <a:pt x="500" y="8864"/>
                </a:cubicBezTo>
                <a:lnTo>
                  <a:pt x="715" y="8864"/>
                </a:lnTo>
                <a:lnTo>
                  <a:pt x="715" y="9745"/>
                </a:lnTo>
                <a:lnTo>
                  <a:pt x="500" y="9745"/>
                </a:lnTo>
                <a:cubicBezTo>
                  <a:pt x="429" y="9745"/>
                  <a:pt x="334" y="9816"/>
                  <a:pt x="334" y="9888"/>
                </a:cubicBezTo>
                <a:cubicBezTo>
                  <a:pt x="334" y="10007"/>
                  <a:pt x="381" y="10102"/>
                  <a:pt x="500" y="10102"/>
                </a:cubicBezTo>
                <a:lnTo>
                  <a:pt x="715" y="10102"/>
                </a:lnTo>
                <a:lnTo>
                  <a:pt x="715" y="10721"/>
                </a:lnTo>
                <a:lnTo>
                  <a:pt x="310" y="10721"/>
                </a:lnTo>
                <a:cubicBezTo>
                  <a:pt x="143" y="10721"/>
                  <a:pt x="0" y="10840"/>
                  <a:pt x="0" y="11031"/>
                </a:cubicBezTo>
                <a:lnTo>
                  <a:pt x="0" y="11721"/>
                </a:lnTo>
                <a:cubicBezTo>
                  <a:pt x="0" y="11793"/>
                  <a:pt x="95" y="11888"/>
                  <a:pt x="191" y="11888"/>
                </a:cubicBezTo>
                <a:lnTo>
                  <a:pt x="2691" y="11888"/>
                </a:lnTo>
                <a:cubicBezTo>
                  <a:pt x="2715" y="11888"/>
                  <a:pt x="2739" y="11888"/>
                  <a:pt x="2763" y="11864"/>
                </a:cubicBezTo>
                <a:cubicBezTo>
                  <a:pt x="2882" y="11721"/>
                  <a:pt x="2810" y="11555"/>
                  <a:pt x="2644" y="11555"/>
                </a:cubicBezTo>
                <a:lnTo>
                  <a:pt x="357" y="11555"/>
                </a:lnTo>
                <a:lnTo>
                  <a:pt x="357" y="11078"/>
                </a:lnTo>
                <a:lnTo>
                  <a:pt x="11550" y="11078"/>
                </a:lnTo>
                <a:lnTo>
                  <a:pt x="11550" y="11555"/>
                </a:lnTo>
                <a:lnTo>
                  <a:pt x="3477" y="11555"/>
                </a:lnTo>
                <a:cubicBezTo>
                  <a:pt x="3406" y="11555"/>
                  <a:pt x="3310" y="11626"/>
                  <a:pt x="3310" y="11721"/>
                </a:cubicBezTo>
                <a:cubicBezTo>
                  <a:pt x="3310" y="11840"/>
                  <a:pt x="3358" y="11912"/>
                  <a:pt x="3477" y="11912"/>
                </a:cubicBezTo>
                <a:lnTo>
                  <a:pt x="11622" y="11912"/>
                </a:lnTo>
                <a:cubicBezTo>
                  <a:pt x="11765" y="11912"/>
                  <a:pt x="11907" y="11793"/>
                  <a:pt x="11907" y="11626"/>
                </a:cubicBezTo>
                <a:lnTo>
                  <a:pt x="11907" y="11054"/>
                </a:lnTo>
                <a:cubicBezTo>
                  <a:pt x="11907" y="10840"/>
                  <a:pt x="11788" y="10721"/>
                  <a:pt x="11622" y="10721"/>
                </a:cubicBezTo>
                <a:lnTo>
                  <a:pt x="11122" y="10721"/>
                </a:lnTo>
                <a:lnTo>
                  <a:pt x="11122" y="3743"/>
                </a:lnTo>
                <a:cubicBezTo>
                  <a:pt x="11122" y="3577"/>
                  <a:pt x="11026" y="3505"/>
                  <a:pt x="10883" y="3505"/>
                </a:cubicBezTo>
                <a:lnTo>
                  <a:pt x="9097" y="3505"/>
                </a:lnTo>
                <a:cubicBezTo>
                  <a:pt x="9026" y="3505"/>
                  <a:pt x="8931" y="3577"/>
                  <a:pt x="8931" y="3672"/>
                </a:cubicBezTo>
                <a:lnTo>
                  <a:pt x="8931" y="4958"/>
                </a:lnTo>
                <a:cubicBezTo>
                  <a:pt x="8931" y="4982"/>
                  <a:pt x="8954" y="5053"/>
                  <a:pt x="8978" y="5077"/>
                </a:cubicBezTo>
                <a:cubicBezTo>
                  <a:pt x="9025" y="5104"/>
                  <a:pt x="9069" y="5115"/>
                  <a:pt x="9110" y="5115"/>
                </a:cubicBezTo>
                <a:cubicBezTo>
                  <a:pt x="9214" y="5115"/>
                  <a:pt x="9288" y="5037"/>
                  <a:pt x="9288" y="4934"/>
                </a:cubicBezTo>
                <a:lnTo>
                  <a:pt x="9288" y="3815"/>
                </a:lnTo>
                <a:lnTo>
                  <a:pt x="10812" y="3815"/>
                </a:lnTo>
                <a:lnTo>
                  <a:pt x="10812" y="10721"/>
                </a:lnTo>
                <a:lnTo>
                  <a:pt x="9288" y="10721"/>
                </a:lnTo>
                <a:lnTo>
                  <a:pt x="9288" y="5768"/>
                </a:lnTo>
                <a:cubicBezTo>
                  <a:pt x="9288" y="5672"/>
                  <a:pt x="9216" y="5577"/>
                  <a:pt x="9145" y="5577"/>
                </a:cubicBezTo>
                <a:cubicBezTo>
                  <a:pt x="9026" y="5577"/>
                  <a:pt x="8931" y="5649"/>
                  <a:pt x="8931" y="5768"/>
                </a:cubicBezTo>
                <a:lnTo>
                  <a:pt x="8931" y="8506"/>
                </a:lnTo>
                <a:lnTo>
                  <a:pt x="7406" y="8506"/>
                </a:lnTo>
                <a:lnTo>
                  <a:pt x="7406" y="2481"/>
                </a:lnTo>
                <a:cubicBezTo>
                  <a:pt x="7406" y="2338"/>
                  <a:pt x="7287" y="2243"/>
                  <a:pt x="7168" y="2243"/>
                </a:cubicBezTo>
                <a:lnTo>
                  <a:pt x="5573" y="2243"/>
                </a:lnTo>
                <a:lnTo>
                  <a:pt x="5573" y="1243"/>
                </a:lnTo>
                <a:cubicBezTo>
                  <a:pt x="5573" y="1076"/>
                  <a:pt x="5454" y="1005"/>
                  <a:pt x="5335" y="1005"/>
                </a:cubicBezTo>
                <a:lnTo>
                  <a:pt x="3596" y="1005"/>
                </a:lnTo>
                <a:cubicBezTo>
                  <a:pt x="3453" y="1005"/>
                  <a:pt x="3358" y="1124"/>
                  <a:pt x="3358" y="1243"/>
                </a:cubicBezTo>
                <a:lnTo>
                  <a:pt x="3358" y="6006"/>
                </a:lnTo>
                <a:lnTo>
                  <a:pt x="1762" y="6006"/>
                </a:lnTo>
                <a:cubicBezTo>
                  <a:pt x="1596" y="6006"/>
                  <a:pt x="1524" y="6125"/>
                  <a:pt x="1524" y="6244"/>
                </a:cubicBezTo>
                <a:lnTo>
                  <a:pt x="1524" y="10721"/>
                </a:lnTo>
                <a:lnTo>
                  <a:pt x="1096" y="10721"/>
                </a:lnTo>
                <a:lnTo>
                  <a:pt x="1096" y="195"/>
                </a:lnTo>
                <a:cubicBezTo>
                  <a:pt x="1096" y="100"/>
                  <a:pt x="1048" y="52"/>
                  <a:pt x="977" y="5"/>
                </a:cubicBezTo>
                <a:cubicBezTo>
                  <a:pt x="964" y="2"/>
                  <a:pt x="952" y="1"/>
                  <a:pt x="9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30" name="Google Shape;14330;p90"/>
          <p:cNvGrpSpPr/>
          <p:nvPr/>
        </p:nvGrpSpPr>
        <p:grpSpPr>
          <a:xfrm>
            <a:off x="2543093" y="3421058"/>
            <a:ext cx="354584" cy="354614"/>
            <a:chOff x="3194038" y="3313708"/>
            <a:chExt cx="296500" cy="296525"/>
          </a:xfrm>
        </p:grpSpPr>
        <p:sp>
          <p:nvSpPr>
            <p:cNvPr id="14331" name="Google Shape;14331;p90"/>
            <p:cNvSpPr/>
            <p:nvPr/>
          </p:nvSpPr>
          <p:spPr>
            <a:xfrm>
              <a:off x="3213088" y="3332633"/>
              <a:ext cx="124450" cy="122800"/>
            </a:xfrm>
            <a:custGeom>
              <a:rect b="b" l="l" r="r" t="t"/>
              <a:pathLst>
                <a:path extrusionOk="0" h="4912" w="4978">
                  <a:moveTo>
                    <a:pt x="2569" y="1"/>
                  </a:moveTo>
                  <a:cubicBezTo>
                    <a:pt x="2523" y="1"/>
                    <a:pt x="2476" y="2"/>
                    <a:pt x="2429" y="6"/>
                  </a:cubicBezTo>
                  <a:cubicBezTo>
                    <a:pt x="1762" y="6"/>
                    <a:pt x="1167" y="268"/>
                    <a:pt x="715" y="720"/>
                  </a:cubicBezTo>
                  <a:cubicBezTo>
                    <a:pt x="286" y="1149"/>
                    <a:pt x="0" y="1792"/>
                    <a:pt x="0" y="2411"/>
                  </a:cubicBezTo>
                  <a:cubicBezTo>
                    <a:pt x="0" y="3006"/>
                    <a:pt x="215" y="3602"/>
                    <a:pt x="596" y="4054"/>
                  </a:cubicBezTo>
                  <a:cubicBezTo>
                    <a:pt x="631" y="4090"/>
                    <a:pt x="685" y="4108"/>
                    <a:pt x="738" y="4108"/>
                  </a:cubicBezTo>
                  <a:cubicBezTo>
                    <a:pt x="792" y="4108"/>
                    <a:pt x="846" y="4090"/>
                    <a:pt x="881" y="4054"/>
                  </a:cubicBezTo>
                  <a:cubicBezTo>
                    <a:pt x="929" y="3983"/>
                    <a:pt x="905" y="3887"/>
                    <a:pt x="881" y="3840"/>
                  </a:cubicBezTo>
                  <a:cubicBezTo>
                    <a:pt x="548" y="3459"/>
                    <a:pt x="357" y="2935"/>
                    <a:pt x="357" y="2435"/>
                  </a:cubicBezTo>
                  <a:cubicBezTo>
                    <a:pt x="357" y="1863"/>
                    <a:pt x="596" y="1363"/>
                    <a:pt x="1000" y="982"/>
                  </a:cubicBezTo>
                  <a:cubicBezTo>
                    <a:pt x="1381" y="601"/>
                    <a:pt x="1905" y="363"/>
                    <a:pt x="2453" y="363"/>
                  </a:cubicBezTo>
                  <a:cubicBezTo>
                    <a:pt x="3025" y="363"/>
                    <a:pt x="3549" y="553"/>
                    <a:pt x="3977" y="958"/>
                  </a:cubicBezTo>
                  <a:cubicBezTo>
                    <a:pt x="4382" y="1339"/>
                    <a:pt x="4596" y="1863"/>
                    <a:pt x="4596" y="2459"/>
                  </a:cubicBezTo>
                  <a:lnTo>
                    <a:pt x="4596" y="4578"/>
                  </a:lnTo>
                  <a:lnTo>
                    <a:pt x="2477" y="4578"/>
                  </a:lnTo>
                  <a:cubicBezTo>
                    <a:pt x="2120" y="4578"/>
                    <a:pt x="1762" y="4483"/>
                    <a:pt x="1477" y="4316"/>
                  </a:cubicBezTo>
                  <a:cubicBezTo>
                    <a:pt x="1450" y="4296"/>
                    <a:pt x="1421" y="4287"/>
                    <a:pt x="1393" y="4287"/>
                  </a:cubicBezTo>
                  <a:cubicBezTo>
                    <a:pt x="1322" y="4287"/>
                    <a:pt x="1256" y="4343"/>
                    <a:pt x="1239" y="4411"/>
                  </a:cubicBezTo>
                  <a:cubicBezTo>
                    <a:pt x="1191" y="4483"/>
                    <a:pt x="1262" y="4578"/>
                    <a:pt x="1310" y="4602"/>
                  </a:cubicBezTo>
                  <a:cubicBezTo>
                    <a:pt x="1667" y="4816"/>
                    <a:pt x="2096" y="4911"/>
                    <a:pt x="2501" y="4911"/>
                  </a:cubicBezTo>
                  <a:lnTo>
                    <a:pt x="4739" y="4911"/>
                  </a:lnTo>
                  <a:cubicBezTo>
                    <a:pt x="4882" y="4911"/>
                    <a:pt x="4977" y="4792"/>
                    <a:pt x="4977" y="4673"/>
                  </a:cubicBezTo>
                  <a:lnTo>
                    <a:pt x="4977" y="2459"/>
                  </a:lnTo>
                  <a:cubicBezTo>
                    <a:pt x="4977" y="1839"/>
                    <a:pt x="4763" y="1244"/>
                    <a:pt x="4358" y="792"/>
                  </a:cubicBezTo>
                  <a:cubicBezTo>
                    <a:pt x="3825" y="303"/>
                    <a:pt x="3210" y="1"/>
                    <a:pt x="25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2" name="Google Shape;14332;p90"/>
            <p:cNvSpPr/>
            <p:nvPr/>
          </p:nvSpPr>
          <p:spPr>
            <a:xfrm>
              <a:off x="3349413" y="3468508"/>
              <a:ext cx="122675" cy="123850"/>
            </a:xfrm>
            <a:custGeom>
              <a:rect b="b" l="l" r="r" t="t"/>
              <a:pathLst>
                <a:path extrusionOk="0" h="4954" w="4907">
                  <a:moveTo>
                    <a:pt x="144" y="0"/>
                  </a:moveTo>
                  <a:cubicBezTo>
                    <a:pt x="48" y="0"/>
                    <a:pt x="1" y="72"/>
                    <a:pt x="1" y="167"/>
                  </a:cubicBezTo>
                  <a:lnTo>
                    <a:pt x="1" y="1834"/>
                  </a:lnTo>
                  <a:cubicBezTo>
                    <a:pt x="1" y="1858"/>
                    <a:pt x="25" y="1882"/>
                    <a:pt x="25" y="1905"/>
                  </a:cubicBezTo>
                  <a:cubicBezTo>
                    <a:pt x="73" y="1940"/>
                    <a:pt x="120" y="1955"/>
                    <a:pt x="162" y="1955"/>
                  </a:cubicBezTo>
                  <a:cubicBezTo>
                    <a:pt x="263" y="1955"/>
                    <a:pt x="334" y="1871"/>
                    <a:pt x="334" y="1786"/>
                  </a:cubicBezTo>
                  <a:lnTo>
                    <a:pt x="334" y="358"/>
                  </a:lnTo>
                  <a:lnTo>
                    <a:pt x="2620" y="358"/>
                  </a:lnTo>
                  <a:cubicBezTo>
                    <a:pt x="2811" y="358"/>
                    <a:pt x="2954" y="405"/>
                    <a:pt x="3120" y="453"/>
                  </a:cubicBezTo>
                  <a:cubicBezTo>
                    <a:pt x="4049" y="810"/>
                    <a:pt x="4597" y="1620"/>
                    <a:pt x="4597" y="2501"/>
                  </a:cubicBezTo>
                  <a:cubicBezTo>
                    <a:pt x="4597" y="3072"/>
                    <a:pt x="4335" y="3572"/>
                    <a:pt x="3954" y="3977"/>
                  </a:cubicBezTo>
                  <a:cubicBezTo>
                    <a:pt x="3573" y="4358"/>
                    <a:pt x="3025" y="4596"/>
                    <a:pt x="2501" y="4596"/>
                  </a:cubicBezTo>
                  <a:cubicBezTo>
                    <a:pt x="1930" y="4596"/>
                    <a:pt x="1430" y="4382"/>
                    <a:pt x="1001" y="4025"/>
                  </a:cubicBezTo>
                  <a:cubicBezTo>
                    <a:pt x="620" y="3644"/>
                    <a:pt x="382" y="3144"/>
                    <a:pt x="358" y="2596"/>
                  </a:cubicBezTo>
                  <a:cubicBezTo>
                    <a:pt x="358" y="2501"/>
                    <a:pt x="263" y="2429"/>
                    <a:pt x="167" y="2429"/>
                  </a:cubicBezTo>
                  <a:cubicBezTo>
                    <a:pt x="96" y="2429"/>
                    <a:pt x="1" y="2501"/>
                    <a:pt x="1" y="2596"/>
                  </a:cubicBezTo>
                  <a:cubicBezTo>
                    <a:pt x="25" y="3215"/>
                    <a:pt x="286" y="3811"/>
                    <a:pt x="763" y="4263"/>
                  </a:cubicBezTo>
                  <a:cubicBezTo>
                    <a:pt x="1215" y="4716"/>
                    <a:pt x="1834" y="4954"/>
                    <a:pt x="2477" y="4954"/>
                  </a:cubicBezTo>
                  <a:lnTo>
                    <a:pt x="2501" y="4954"/>
                  </a:lnTo>
                  <a:cubicBezTo>
                    <a:pt x="3144" y="4954"/>
                    <a:pt x="3740" y="4692"/>
                    <a:pt x="4192" y="4239"/>
                  </a:cubicBezTo>
                  <a:cubicBezTo>
                    <a:pt x="4645" y="3787"/>
                    <a:pt x="4906" y="3168"/>
                    <a:pt x="4906" y="2548"/>
                  </a:cubicBezTo>
                  <a:cubicBezTo>
                    <a:pt x="4906" y="1882"/>
                    <a:pt x="4668" y="1262"/>
                    <a:pt x="4192" y="786"/>
                  </a:cubicBezTo>
                  <a:cubicBezTo>
                    <a:pt x="3716" y="286"/>
                    <a:pt x="3097"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3" name="Google Shape;14333;p90"/>
            <p:cNvSpPr/>
            <p:nvPr/>
          </p:nvSpPr>
          <p:spPr>
            <a:xfrm>
              <a:off x="3349413" y="3313708"/>
              <a:ext cx="141125" cy="142325"/>
            </a:xfrm>
            <a:custGeom>
              <a:rect b="b" l="l" r="r" t="t"/>
              <a:pathLst>
                <a:path extrusionOk="0" h="5693" w="5645">
                  <a:moveTo>
                    <a:pt x="2858" y="334"/>
                  </a:moveTo>
                  <a:cubicBezTo>
                    <a:pt x="3525" y="334"/>
                    <a:pt x="4121" y="596"/>
                    <a:pt x="4597" y="1072"/>
                  </a:cubicBezTo>
                  <a:cubicBezTo>
                    <a:pt x="5073" y="1549"/>
                    <a:pt x="5311" y="2144"/>
                    <a:pt x="5335" y="2811"/>
                  </a:cubicBezTo>
                  <a:cubicBezTo>
                    <a:pt x="5335" y="3501"/>
                    <a:pt x="5097" y="4120"/>
                    <a:pt x="4621" y="4597"/>
                  </a:cubicBezTo>
                  <a:cubicBezTo>
                    <a:pt x="4144" y="5073"/>
                    <a:pt x="3525" y="5335"/>
                    <a:pt x="2835" y="5335"/>
                  </a:cubicBezTo>
                  <a:lnTo>
                    <a:pt x="334" y="5335"/>
                  </a:lnTo>
                  <a:lnTo>
                    <a:pt x="334" y="2834"/>
                  </a:lnTo>
                  <a:cubicBezTo>
                    <a:pt x="334" y="2144"/>
                    <a:pt x="596" y="1525"/>
                    <a:pt x="1072" y="1048"/>
                  </a:cubicBezTo>
                  <a:cubicBezTo>
                    <a:pt x="1549" y="572"/>
                    <a:pt x="2168" y="334"/>
                    <a:pt x="2858" y="334"/>
                  </a:cubicBezTo>
                  <a:close/>
                  <a:moveTo>
                    <a:pt x="2805" y="0"/>
                  </a:moveTo>
                  <a:cubicBezTo>
                    <a:pt x="1517" y="0"/>
                    <a:pt x="377" y="854"/>
                    <a:pt x="1" y="2287"/>
                  </a:cubicBezTo>
                  <a:lnTo>
                    <a:pt x="1" y="2358"/>
                  </a:lnTo>
                  <a:lnTo>
                    <a:pt x="1" y="5668"/>
                  </a:lnTo>
                  <a:cubicBezTo>
                    <a:pt x="1" y="5668"/>
                    <a:pt x="1" y="5692"/>
                    <a:pt x="25" y="5692"/>
                  </a:cubicBezTo>
                  <a:lnTo>
                    <a:pt x="215" y="5692"/>
                  </a:lnTo>
                  <a:lnTo>
                    <a:pt x="215" y="5668"/>
                  </a:lnTo>
                  <a:lnTo>
                    <a:pt x="3359" y="5668"/>
                  </a:lnTo>
                  <a:cubicBezTo>
                    <a:pt x="4811" y="5287"/>
                    <a:pt x="5645" y="4097"/>
                    <a:pt x="5645" y="2811"/>
                  </a:cubicBezTo>
                  <a:cubicBezTo>
                    <a:pt x="5645" y="2072"/>
                    <a:pt x="5359" y="1382"/>
                    <a:pt x="4811" y="834"/>
                  </a:cubicBezTo>
                  <a:cubicBezTo>
                    <a:pt x="4287" y="310"/>
                    <a:pt x="3597" y="1"/>
                    <a:pt x="2858" y="1"/>
                  </a:cubicBezTo>
                  <a:cubicBezTo>
                    <a:pt x="2841" y="0"/>
                    <a:pt x="2823" y="0"/>
                    <a:pt x="2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4" name="Google Shape;14334;p90"/>
            <p:cNvSpPr/>
            <p:nvPr/>
          </p:nvSpPr>
          <p:spPr>
            <a:xfrm>
              <a:off x="3194038" y="3468508"/>
              <a:ext cx="142300" cy="141725"/>
            </a:xfrm>
            <a:custGeom>
              <a:rect b="b" l="l" r="r" t="t"/>
              <a:pathLst>
                <a:path extrusionOk="0" h="5669" w="5692">
                  <a:moveTo>
                    <a:pt x="5311" y="358"/>
                  </a:moveTo>
                  <a:lnTo>
                    <a:pt x="5311" y="2858"/>
                  </a:lnTo>
                  <a:lnTo>
                    <a:pt x="5335" y="2858"/>
                  </a:lnTo>
                  <a:cubicBezTo>
                    <a:pt x="5335" y="3549"/>
                    <a:pt x="5049" y="4168"/>
                    <a:pt x="4573" y="4644"/>
                  </a:cubicBezTo>
                  <a:cubicBezTo>
                    <a:pt x="4096" y="5120"/>
                    <a:pt x="3477" y="5359"/>
                    <a:pt x="2834" y="5359"/>
                  </a:cubicBezTo>
                  <a:lnTo>
                    <a:pt x="2786" y="5359"/>
                  </a:lnTo>
                  <a:cubicBezTo>
                    <a:pt x="2143" y="5359"/>
                    <a:pt x="1548" y="5097"/>
                    <a:pt x="1072" y="4620"/>
                  </a:cubicBezTo>
                  <a:cubicBezTo>
                    <a:pt x="595" y="4144"/>
                    <a:pt x="357" y="3549"/>
                    <a:pt x="310" y="2882"/>
                  </a:cubicBezTo>
                  <a:cubicBezTo>
                    <a:pt x="310" y="2215"/>
                    <a:pt x="572" y="1596"/>
                    <a:pt x="1024" y="1096"/>
                  </a:cubicBezTo>
                  <a:cubicBezTo>
                    <a:pt x="1500" y="619"/>
                    <a:pt x="2143" y="358"/>
                    <a:pt x="2810" y="358"/>
                  </a:cubicBezTo>
                  <a:close/>
                  <a:moveTo>
                    <a:pt x="2858" y="0"/>
                  </a:moveTo>
                  <a:cubicBezTo>
                    <a:pt x="2072" y="0"/>
                    <a:pt x="1358" y="310"/>
                    <a:pt x="834" y="834"/>
                  </a:cubicBezTo>
                  <a:cubicBezTo>
                    <a:pt x="286" y="1382"/>
                    <a:pt x="0" y="2120"/>
                    <a:pt x="24" y="2858"/>
                  </a:cubicBezTo>
                  <a:cubicBezTo>
                    <a:pt x="24" y="3620"/>
                    <a:pt x="334" y="4287"/>
                    <a:pt x="857" y="4835"/>
                  </a:cubicBezTo>
                  <a:cubicBezTo>
                    <a:pt x="1405" y="5359"/>
                    <a:pt x="2072" y="5668"/>
                    <a:pt x="2834" y="5668"/>
                  </a:cubicBezTo>
                  <a:lnTo>
                    <a:pt x="2858" y="5668"/>
                  </a:lnTo>
                  <a:cubicBezTo>
                    <a:pt x="3596" y="5668"/>
                    <a:pt x="4311" y="5359"/>
                    <a:pt x="4858" y="4858"/>
                  </a:cubicBezTo>
                  <a:cubicBezTo>
                    <a:pt x="5382" y="4335"/>
                    <a:pt x="5692" y="3620"/>
                    <a:pt x="5692" y="2834"/>
                  </a:cubicBezTo>
                  <a:lnTo>
                    <a:pt x="5692" y="238"/>
                  </a:lnTo>
                  <a:cubicBezTo>
                    <a:pt x="5668" y="119"/>
                    <a:pt x="5573" y="0"/>
                    <a:pt x="5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5" name="Google Shape;14335;p90"/>
            <p:cNvSpPr/>
            <p:nvPr/>
          </p:nvSpPr>
          <p:spPr>
            <a:xfrm>
              <a:off x="3386938" y="3362533"/>
              <a:ext cx="66100" cy="8950"/>
            </a:xfrm>
            <a:custGeom>
              <a:rect b="b" l="l" r="r" t="t"/>
              <a:pathLst>
                <a:path extrusionOk="0" h="358" w="2644">
                  <a:moveTo>
                    <a:pt x="167" y="0"/>
                  </a:moveTo>
                  <a:cubicBezTo>
                    <a:pt x="71" y="0"/>
                    <a:pt x="24" y="48"/>
                    <a:pt x="0" y="143"/>
                  </a:cubicBezTo>
                  <a:cubicBezTo>
                    <a:pt x="0" y="239"/>
                    <a:pt x="71" y="358"/>
                    <a:pt x="167" y="358"/>
                  </a:cubicBezTo>
                  <a:lnTo>
                    <a:pt x="2429" y="358"/>
                  </a:lnTo>
                  <a:cubicBezTo>
                    <a:pt x="2524" y="358"/>
                    <a:pt x="2572" y="286"/>
                    <a:pt x="2620" y="191"/>
                  </a:cubicBezTo>
                  <a:cubicBezTo>
                    <a:pt x="2643" y="72"/>
                    <a:pt x="2548" y="0"/>
                    <a:pt x="2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6" name="Google Shape;14336;p90"/>
            <p:cNvSpPr/>
            <p:nvPr/>
          </p:nvSpPr>
          <p:spPr>
            <a:xfrm>
              <a:off x="3386338" y="3380383"/>
              <a:ext cx="67300" cy="8950"/>
            </a:xfrm>
            <a:custGeom>
              <a:rect b="b" l="l" r="r" t="t"/>
              <a:pathLst>
                <a:path extrusionOk="0" h="358" w="2692">
                  <a:moveTo>
                    <a:pt x="215" y="1"/>
                  </a:moveTo>
                  <a:cubicBezTo>
                    <a:pt x="119" y="1"/>
                    <a:pt x="72" y="48"/>
                    <a:pt x="48" y="144"/>
                  </a:cubicBezTo>
                  <a:cubicBezTo>
                    <a:pt x="0" y="263"/>
                    <a:pt x="95" y="358"/>
                    <a:pt x="215" y="358"/>
                  </a:cubicBezTo>
                  <a:lnTo>
                    <a:pt x="2477" y="358"/>
                  </a:lnTo>
                  <a:cubicBezTo>
                    <a:pt x="2596" y="358"/>
                    <a:pt x="2691" y="263"/>
                    <a:pt x="2667" y="144"/>
                  </a:cubicBezTo>
                  <a:cubicBezTo>
                    <a:pt x="2644" y="48"/>
                    <a:pt x="2548"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7" name="Google Shape;14337;p90"/>
            <p:cNvSpPr/>
            <p:nvPr/>
          </p:nvSpPr>
          <p:spPr>
            <a:xfrm>
              <a:off x="3400613" y="3398858"/>
              <a:ext cx="38725" cy="8950"/>
            </a:xfrm>
            <a:custGeom>
              <a:rect b="b" l="l" r="r" t="t"/>
              <a:pathLst>
                <a:path extrusionOk="0" h="358" w="1549">
                  <a:moveTo>
                    <a:pt x="215" y="0"/>
                  </a:moveTo>
                  <a:cubicBezTo>
                    <a:pt x="120" y="0"/>
                    <a:pt x="72" y="48"/>
                    <a:pt x="48" y="143"/>
                  </a:cubicBezTo>
                  <a:cubicBezTo>
                    <a:pt x="1" y="262"/>
                    <a:pt x="96" y="357"/>
                    <a:pt x="215" y="357"/>
                  </a:cubicBezTo>
                  <a:lnTo>
                    <a:pt x="1358" y="357"/>
                  </a:lnTo>
                  <a:cubicBezTo>
                    <a:pt x="1477" y="357"/>
                    <a:pt x="1549" y="262"/>
                    <a:pt x="1525" y="143"/>
                  </a:cubicBezTo>
                  <a:cubicBezTo>
                    <a:pt x="1501" y="48"/>
                    <a:pt x="1406" y="0"/>
                    <a:pt x="1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8" name="Google Shape;14338;p90"/>
            <p:cNvSpPr/>
            <p:nvPr/>
          </p:nvSpPr>
          <p:spPr>
            <a:xfrm>
              <a:off x="3232138" y="3517333"/>
              <a:ext cx="66700" cy="8950"/>
            </a:xfrm>
            <a:custGeom>
              <a:rect b="b" l="l" r="r" t="t"/>
              <a:pathLst>
                <a:path extrusionOk="0" h="358" w="2668">
                  <a:moveTo>
                    <a:pt x="191" y="0"/>
                  </a:moveTo>
                  <a:cubicBezTo>
                    <a:pt x="72" y="0"/>
                    <a:pt x="0" y="72"/>
                    <a:pt x="24" y="191"/>
                  </a:cubicBezTo>
                  <a:cubicBezTo>
                    <a:pt x="48" y="286"/>
                    <a:pt x="119" y="357"/>
                    <a:pt x="191" y="357"/>
                  </a:cubicBezTo>
                  <a:lnTo>
                    <a:pt x="2453" y="357"/>
                  </a:lnTo>
                  <a:cubicBezTo>
                    <a:pt x="2548" y="357"/>
                    <a:pt x="2620" y="286"/>
                    <a:pt x="2644" y="191"/>
                  </a:cubicBezTo>
                  <a:cubicBezTo>
                    <a:pt x="2667" y="72"/>
                    <a:pt x="2572" y="0"/>
                    <a:pt x="2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9" name="Google Shape;14339;p90"/>
            <p:cNvSpPr/>
            <p:nvPr/>
          </p:nvSpPr>
          <p:spPr>
            <a:xfrm>
              <a:off x="3231538" y="3535783"/>
              <a:ext cx="67300" cy="8950"/>
            </a:xfrm>
            <a:custGeom>
              <a:rect b="b" l="l" r="r" t="t"/>
              <a:pathLst>
                <a:path extrusionOk="0" h="358" w="2692">
                  <a:moveTo>
                    <a:pt x="215" y="0"/>
                  </a:moveTo>
                  <a:cubicBezTo>
                    <a:pt x="120" y="0"/>
                    <a:pt x="72" y="48"/>
                    <a:pt x="48" y="143"/>
                  </a:cubicBezTo>
                  <a:cubicBezTo>
                    <a:pt x="0" y="262"/>
                    <a:pt x="96" y="358"/>
                    <a:pt x="215" y="358"/>
                  </a:cubicBezTo>
                  <a:lnTo>
                    <a:pt x="2477" y="358"/>
                  </a:lnTo>
                  <a:cubicBezTo>
                    <a:pt x="2572" y="358"/>
                    <a:pt x="2644" y="286"/>
                    <a:pt x="2668" y="215"/>
                  </a:cubicBezTo>
                  <a:cubicBezTo>
                    <a:pt x="2691" y="96"/>
                    <a:pt x="2596"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0" name="Google Shape;14340;p90"/>
            <p:cNvSpPr/>
            <p:nvPr/>
          </p:nvSpPr>
          <p:spPr>
            <a:xfrm>
              <a:off x="3245813" y="3553633"/>
              <a:ext cx="38725" cy="8950"/>
            </a:xfrm>
            <a:custGeom>
              <a:rect b="b" l="l" r="r" t="t"/>
              <a:pathLst>
                <a:path extrusionOk="0" h="358" w="1549">
                  <a:moveTo>
                    <a:pt x="215" y="1"/>
                  </a:moveTo>
                  <a:cubicBezTo>
                    <a:pt x="120" y="1"/>
                    <a:pt x="72" y="48"/>
                    <a:pt x="25" y="144"/>
                  </a:cubicBezTo>
                  <a:cubicBezTo>
                    <a:pt x="1" y="263"/>
                    <a:pt x="96" y="358"/>
                    <a:pt x="215" y="358"/>
                  </a:cubicBezTo>
                  <a:lnTo>
                    <a:pt x="1358" y="358"/>
                  </a:lnTo>
                  <a:cubicBezTo>
                    <a:pt x="1430" y="358"/>
                    <a:pt x="1501" y="287"/>
                    <a:pt x="1525" y="215"/>
                  </a:cubicBezTo>
                  <a:cubicBezTo>
                    <a:pt x="1549" y="96"/>
                    <a:pt x="1477" y="1"/>
                    <a:pt x="1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41" name="Google Shape;14341;p90"/>
          <p:cNvGrpSpPr/>
          <p:nvPr/>
        </p:nvGrpSpPr>
        <p:grpSpPr>
          <a:xfrm>
            <a:off x="1778362" y="3430745"/>
            <a:ext cx="359577" cy="338051"/>
            <a:chOff x="2682013" y="3321808"/>
            <a:chExt cx="300675" cy="282675"/>
          </a:xfrm>
        </p:grpSpPr>
        <p:sp>
          <p:nvSpPr>
            <p:cNvPr id="14342" name="Google Shape;14342;p90"/>
            <p:cNvSpPr/>
            <p:nvPr/>
          </p:nvSpPr>
          <p:spPr>
            <a:xfrm>
              <a:off x="2682613" y="3321808"/>
              <a:ext cx="202450" cy="86000"/>
            </a:xfrm>
            <a:custGeom>
              <a:rect b="b" l="l" r="r" t="t"/>
              <a:pathLst>
                <a:path extrusionOk="0" h="3440" w="8098">
                  <a:moveTo>
                    <a:pt x="6407" y="724"/>
                  </a:moveTo>
                  <a:cubicBezTo>
                    <a:pt x="6430" y="724"/>
                    <a:pt x="6454" y="724"/>
                    <a:pt x="6454" y="748"/>
                  </a:cubicBezTo>
                  <a:lnTo>
                    <a:pt x="7716" y="2534"/>
                  </a:lnTo>
                  <a:cubicBezTo>
                    <a:pt x="7740" y="2582"/>
                    <a:pt x="7716" y="2606"/>
                    <a:pt x="7716" y="2630"/>
                  </a:cubicBezTo>
                  <a:cubicBezTo>
                    <a:pt x="7716" y="2653"/>
                    <a:pt x="7669" y="2653"/>
                    <a:pt x="7645" y="2653"/>
                  </a:cubicBezTo>
                  <a:lnTo>
                    <a:pt x="3239" y="2653"/>
                  </a:lnTo>
                  <a:cubicBezTo>
                    <a:pt x="3430" y="2391"/>
                    <a:pt x="3549" y="2034"/>
                    <a:pt x="3549" y="1677"/>
                  </a:cubicBezTo>
                  <a:cubicBezTo>
                    <a:pt x="3549" y="1320"/>
                    <a:pt x="3406" y="1034"/>
                    <a:pt x="3215" y="724"/>
                  </a:cubicBezTo>
                  <a:close/>
                  <a:moveTo>
                    <a:pt x="1787" y="343"/>
                  </a:moveTo>
                  <a:cubicBezTo>
                    <a:pt x="2525" y="343"/>
                    <a:pt x="3168" y="963"/>
                    <a:pt x="3168" y="1701"/>
                  </a:cubicBezTo>
                  <a:cubicBezTo>
                    <a:pt x="3168" y="2463"/>
                    <a:pt x="2525" y="3082"/>
                    <a:pt x="1787" y="3082"/>
                  </a:cubicBezTo>
                  <a:cubicBezTo>
                    <a:pt x="1048" y="3082"/>
                    <a:pt x="429" y="2463"/>
                    <a:pt x="429" y="1701"/>
                  </a:cubicBezTo>
                  <a:cubicBezTo>
                    <a:pt x="429" y="939"/>
                    <a:pt x="1048" y="343"/>
                    <a:pt x="1787" y="343"/>
                  </a:cubicBezTo>
                  <a:close/>
                  <a:moveTo>
                    <a:pt x="1801" y="1"/>
                  </a:moveTo>
                  <a:cubicBezTo>
                    <a:pt x="1741" y="1"/>
                    <a:pt x="1680" y="4"/>
                    <a:pt x="1620" y="10"/>
                  </a:cubicBezTo>
                  <a:cubicBezTo>
                    <a:pt x="810" y="105"/>
                    <a:pt x="143" y="748"/>
                    <a:pt x="96" y="1582"/>
                  </a:cubicBezTo>
                  <a:cubicBezTo>
                    <a:pt x="0" y="2582"/>
                    <a:pt x="810" y="3439"/>
                    <a:pt x="1787" y="3439"/>
                  </a:cubicBezTo>
                  <a:cubicBezTo>
                    <a:pt x="2215" y="3439"/>
                    <a:pt x="2596" y="3296"/>
                    <a:pt x="2882" y="3058"/>
                  </a:cubicBezTo>
                  <a:lnTo>
                    <a:pt x="7621" y="3058"/>
                  </a:lnTo>
                  <a:cubicBezTo>
                    <a:pt x="7764" y="3058"/>
                    <a:pt x="7883" y="2987"/>
                    <a:pt x="7978" y="2868"/>
                  </a:cubicBezTo>
                  <a:cubicBezTo>
                    <a:pt x="8097" y="2725"/>
                    <a:pt x="8097" y="2510"/>
                    <a:pt x="7978" y="2368"/>
                  </a:cubicBezTo>
                  <a:lnTo>
                    <a:pt x="6740" y="582"/>
                  </a:lnTo>
                  <a:cubicBezTo>
                    <a:pt x="6645" y="462"/>
                    <a:pt x="6526" y="391"/>
                    <a:pt x="6383" y="391"/>
                  </a:cubicBezTo>
                  <a:lnTo>
                    <a:pt x="2882" y="391"/>
                  </a:lnTo>
                  <a:cubicBezTo>
                    <a:pt x="2612" y="142"/>
                    <a:pt x="2214" y="1"/>
                    <a:pt x="18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3" name="Google Shape;14343;p90"/>
            <p:cNvSpPr/>
            <p:nvPr/>
          </p:nvSpPr>
          <p:spPr>
            <a:xfrm>
              <a:off x="2682613" y="3419283"/>
              <a:ext cx="252450" cy="86750"/>
            </a:xfrm>
            <a:custGeom>
              <a:rect b="b" l="l" r="r" t="t"/>
              <a:pathLst>
                <a:path extrusionOk="0" h="3470" w="10098">
                  <a:moveTo>
                    <a:pt x="1787" y="350"/>
                  </a:moveTo>
                  <a:cubicBezTo>
                    <a:pt x="2525" y="350"/>
                    <a:pt x="3168" y="969"/>
                    <a:pt x="3168" y="1707"/>
                  </a:cubicBezTo>
                  <a:cubicBezTo>
                    <a:pt x="3168" y="2446"/>
                    <a:pt x="2525" y="3089"/>
                    <a:pt x="1787" y="3089"/>
                  </a:cubicBezTo>
                  <a:cubicBezTo>
                    <a:pt x="1048" y="3089"/>
                    <a:pt x="429" y="2446"/>
                    <a:pt x="429" y="1707"/>
                  </a:cubicBezTo>
                  <a:cubicBezTo>
                    <a:pt x="429" y="969"/>
                    <a:pt x="1048" y="350"/>
                    <a:pt x="1787" y="350"/>
                  </a:cubicBezTo>
                  <a:close/>
                  <a:moveTo>
                    <a:pt x="1866" y="0"/>
                  </a:moveTo>
                  <a:cubicBezTo>
                    <a:pt x="1792" y="0"/>
                    <a:pt x="1718" y="5"/>
                    <a:pt x="1644" y="17"/>
                  </a:cubicBezTo>
                  <a:cubicBezTo>
                    <a:pt x="834" y="112"/>
                    <a:pt x="167" y="755"/>
                    <a:pt x="120" y="1588"/>
                  </a:cubicBezTo>
                  <a:cubicBezTo>
                    <a:pt x="0" y="2612"/>
                    <a:pt x="810" y="3470"/>
                    <a:pt x="1787" y="3470"/>
                  </a:cubicBezTo>
                  <a:cubicBezTo>
                    <a:pt x="2215" y="3470"/>
                    <a:pt x="2596" y="3327"/>
                    <a:pt x="2882" y="3089"/>
                  </a:cubicBezTo>
                  <a:lnTo>
                    <a:pt x="9622" y="3089"/>
                  </a:lnTo>
                  <a:cubicBezTo>
                    <a:pt x="9764" y="3089"/>
                    <a:pt x="9883" y="3017"/>
                    <a:pt x="9979" y="2898"/>
                  </a:cubicBezTo>
                  <a:cubicBezTo>
                    <a:pt x="10098" y="2755"/>
                    <a:pt x="10098" y="2541"/>
                    <a:pt x="9979" y="2398"/>
                  </a:cubicBezTo>
                  <a:lnTo>
                    <a:pt x="8717" y="612"/>
                  </a:lnTo>
                  <a:cubicBezTo>
                    <a:pt x="8621" y="493"/>
                    <a:pt x="8526" y="421"/>
                    <a:pt x="8359" y="421"/>
                  </a:cubicBezTo>
                  <a:lnTo>
                    <a:pt x="7073" y="421"/>
                  </a:lnTo>
                  <a:cubicBezTo>
                    <a:pt x="7002" y="421"/>
                    <a:pt x="6931" y="493"/>
                    <a:pt x="6907" y="588"/>
                  </a:cubicBezTo>
                  <a:cubicBezTo>
                    <a:pt x="6883" y="683"/>
                    <a:pt x="6954" y="779"/>
                    <a:pt x="7073" y="779"/>
                  </a:cubicBezTo>
                  <a:lnTo>
                    <a:pt x="8407" y="779"/>
                  </a:lnTo>
                  <a:cubicBezTo>
                    <a:pt x="8431" y="779"/>
                    <a:pt x="8455" y="779"/>
                    <a:pt x="8455" y="826"/>
                  </a:cubicBezTo>
                  <a:lnTo>
                    <a:pt x="9717" y="2612"/>
                  </a:lnTo>
                  <a:cubicBezTo>
                    <a:pt x="9741" y="2636"/>
                    <a:pt x="9717" y="2660"/>
                    <a:pt x="9717" y="2684"/>
                  </a:cubicBezTo>
                  <a:cubicBezTo>
                    <a:pt x="9717" y="2731"/>
                    <a:pt x="9669" y="2731"/>
                    <a:pt x="9645" y="2731"/>
                  </a:cubicBezTo>
                  <a:lnTo>
                    <a:pt x="3239" y="2731"/>
                  </a:lnTo>
                  <a:cubicBezTo>
                    <a:pt x="3430" y="2446"/>
                    <a:pt x="3549" y="2088"/>
                    <a:pt x="3549" y="1731"/>
                  </a:cubicBezTo>
                  <a:cubicBezTo>
                    <a:pt x="3549" y="1374"/>
                    <a:pt x="3430" y="1064"/>
                    <a:pt x="3239" y="755"/>
                  </a:cubicBezTo>
                  <a:lnTo>
                    <a:pt x="6288" y="755"/>
                  </a:lnTo>
                  <a:cubicBezTo>
                    <a:pt x="6383" y="755"/>
                    <a:pt x="6430" y="707"/>
                    <a:pt x="6454" y="612"/>
                  </a:cubicBezTo>
                  <a:cubicBezTo>
                    <a:pt x="6478" y="493"/>
                    <a:pt x="6407" y="398"/>
                    <a:pt x="6288" y="398"/>
                  </a:cubicBezTo>
                  <a:lnTo>
                    <a:pt x="2906" y="398"/>
                  </a:lnTo>
                  <a:cubicBezTo>
                    <a:pt x="2645" y="156"/>
                    <a:pt x="2265" y="0"/>
                    <a:pt x="18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4" name="Google Shape;14344;p90"/>
            <p:cNvSpPr/>
            <p:nvPr/>
          </p:nvSpPr>
          <p:spPr>
            <a:xfrm>
              <a:off x="2682013" y="3517908"/>
              <a:ext cx="300675" cy="86575"/>
            </a:xfrm>
            <a:custGeom>
              <a:rect b="b" l="l" r="r" t="t"/>
              <a:pathLst>
                <a:path extrusionOk="0" h="3463" w="12027">
                  <a:moveTo>
                    <a:pt x="1811" y="311"/>
                  </a:moveTo>
                  <a:cubicBezTo>
                    <a:pt x="2549" y="311"/>
                    <a:pt x="3192" y="953"/>
                    <a:pt x="3192" y="1692"/>
                  </a:cubicBezTo>
                  <a:cubicBezTo>
                    <a:pt x="3192" y="2430"/>
                    <a:pt x="2596" y="3073"/>
                    <a:pt x="1811" y="3073"/>
                  </a:cubicBezTo>
                  <a:cubicBezTo>
                    <a:pt x="1072" y="3073"/>
                    <a:pt x="453" y="2430"/>
                    <a:pt x="453" y="1692"/>
                  </a:cubicBezTo>
                  <a:cubicBezTo>
                    <a:pt x="453" y="953"/>
                    <a:pt x="1072" y="311"/>
                    <a:pt x="1811" y="311"/>
                  </a:cubicBezTo>
                  <a:close/>
                  <a:moveTo>
                    <a:pt x="1787" y="1"/>
                  </a:moveTo>
                  <a:cubicBezTo>
                    <a:pt x="763" y="1"/>
                    <a:pt x="1" y="858"/>
                    <a:pt x="48" y="1882"/>
                  </a:cubicBezTo>
                  <a:cubicBezTo>
                    <a:pt x="120" y="2668"/>
                    <a:pt x="763" y="3359"/>
                    <a:pt x="1572" y="3454"/>
                  </a:cubicBezTo>
                  <a:cubicBezTo>
                    <a:pt x="1627" y="3459"/>
                    <a:pt x="1682" y="3462"/>
                    <a:pt x="1736" y="3462"/>
                  </a:cubicBezTo>
                  <a:cubicBezTo>
                    <a:pt x="2156" y="3462"/>
                    <a:pt x="2563" y="3305"/>
                    <a:pt x="2858" y="3073"/>
                  </a:cubicBezTo>
                  <a:lnTo>
                    <a:pt x="3906" y="3073"/>
                  </a:lnTo>
                  <a:cubicBezTo>
                    <a:pt x="3978" y="3073"/>
                    <a:pt x="4049" y="3002"/>
                    <a:pt x="4073" y="2906"/>
                  </a:cubicBezTo>
                  <a:cubicBezTo>
                    <a:pt x="4097" y="2787"/>
                    <a:pt x="4025" y="2716"/>
                    <a:pt x="3906" y="2716"/>
                  </a:cubicBezTo>
                  <a:lnTo>
                    <a:pt x="3192" y="2716"/>
                  </a:lnTo>
                  <a:cubicBezTo>
                    <a:pt x="3359" y="2430"/>
                    <a:pt x="3478" y="2073"/>
                    <a:pt x="3478" y="1716"/>
                  </a:cubicBezTo>
                  <a:cubicBezTo>
                    <a:pt x="3478" y="1358"/>
                    <a:pt x="3359" y="1049"/>
                    <a:pt x="3192" y="739"/>
                  </a:cubicBezTo>
                  <a:lnTo>
                    <a:pt x="10265" y="739"/>
                  </a:lnTo>
                  <a:cubicBezTo>
                    <a:pt x="10289" y="739"/>
                    <a:pt x="10336" y="739"/>
                    <a:pt x="10336" y="763"/>
                  </a:cubicBezTo>
                  <a:lnTo>
                    <a:pt x="11575" y="2549"/>
                  </a:lnTo>
                  <a:cubicBezTo>
                    <a:pt x="11598" y="2597"/>
                    <a:pt x="11575" y="2620"/>
                    <a:pt x="11575" y="2644"/>
                  </a:cubicBezTo>
                  <a:cubicBezTo>
                    <a:pt x="11575" y="2668"/>
                    <a:pt x="11551" y="2668"/>
                    <a:pt x="11527" y="2668"/>
                  </a:cubicBezTo>
                  <a:lnTo>
                    <a:pt x="4716" y="2668"/>
                  </a:lnTo>
                  <a:cubicBezTo>
                    <a:pt x="4644" y="2668"/>
                    <a:pt x="4573" y="2740"/>
                    <a:pt x="4549" y="2835"/>
                  </a:cubicBezTo>
                  <a:cubicBezTo>
                    <a:pt x="4525" y="2954"/>
                    <a:pt x="4597" y="3025"/>
                    <a:pt x="4716" y="3025"/>
                  </a:cubicBezTo>
                  <a:lnTo>
                    <a:pt x="11527" y="3025"/>
                  </a:lnTo>
                  <a:cubicBezTo>
                    <a:pt x="11670" y="3025"/>
                    <a:pt x="11789" y="2978"/>
                    <a:pt x="11860" y="2859"/>
                  </a:cubicBezTo>
                  <a:cubicBezTo>
                    <a:pt x="12027" y="2716"/>
                    <a:pt x="12027" y="2501"/>
                    <a:pt x="11908" y="2359"/>
                  </a:cubicBezTo>
                  <a:lnTo>
                    <a:pt x="10646" y="572"/>
                  </a:lnTo>
                  <a:cubicBezTo>
                    <a:pt x="10574" y="453"/>
                    <a:pt x="10455" y="382"/>
                    <a:pt x="10289" y="382"/>
                  </a:cubicBezTo>
                  <a:lnTo>
                    <a:pt x="2882" y="382"/>
                  </a:lnTo>
                  <a:cubicBezTo>
                    <a:pt x="2596" y="144"/>
                    <a:pt x="2192"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45" name="Google Shape;14345;p90"/>
          <p:cNvGrpSpPr/>
          <p:nvPr/>
        </p:nvGrpSpPr>
        <p:grpSpPr>
          <a:xfrm>
            <a:off x="1091246" y="3420341"/>
            <a:ext cx="291261" cy="356737"/>
            <a:chOff x="2234888" y="3313108"/>
            <a:chExt cx="243550" cy="298300"/>
          </a:xfrm>
        </p:grpSpPr>
        <p:sp>
          <p:nvSpPr>
            <p:cNvPr id="14346" name="Google Shape;14346;p90"/>
            <p:cNvSpPr/>
            <p:nvPr/>
          </p:nvSpPr>
          <p:spPr>
            <a:xfrm>
              <a:off x="2373013" y="3497083"/>
              <a:ext cx="104825" cy="114325"/>
            </a:xfrm>
            <a:custGeom>
              <a:rect b="b" l="l" r="r" t="t"/>
              <a:pathLst>
                <a:path extrusionOk="0" h="4573" w="4193">
                  <a:moveTo>
                    <a:pt x="239" y="0"/>
                  </a:moveTo>
                  <a:cubicBezTo>
                    <a:pt x="120" y="0"/>
                    <a:pt x="1" y="119"/>
                    <a:pt x="1" y="239"/>
                  </a:cubicBezTo>
                  <a:lnTo>
                    <a:pt x="1" y="4406"/>
                  </a:lnTo>
                  <a:cubicBezTo>
                    <a:pt x="1" y="4501"/>
                    <a:pt x="96" y="4573"/>
                    <a:pt x="168" y="4573"/>
                  </a:cubicBezTo>
                  <a:lnTo>
                    <a:pt x="763" y="4573"/>
                  </a:lnTo>
                  <a:cubicBezTo>
                    <a:pt x="858" y="4573"/>
                    <a:pt x="930" y="4525"/>
                    <a:pt x="954" y="4430"/>
                  </a:cubicBezTo>
                  <a:cubicBezTo>
                    <a:pt x="977" y="4311"/>
                    <a:pt x="882" y="4216"/>
                    <a:pt x="763" y="4216"/>
                  </a:cubicBezTo>
                  <a:lnTo>
                    <a:pt x="358" y="4216"/>
                  </a:lnTo>
                  <a:lnTo>
                    <a:pt x="358" y="358"/>
                  </a:lnTo>
                  <a:lnTo>
                    <a:pt x="3835" y="358"/>
                  </a:lnTo>
                  <a:lnTo>
                    <a:pt x="3835" y="4216"/>
                  </a:lnTo>
                  <a:lnTo>
                    <a:pt x="1573" y="4216"/>
                  </a:lnTo>
                  <a:cubicBezTo>
                    <a:pt x="1477" y="4216"/>
                    <a:pt x="1430" y="4287"/>
                    <a:pt x="1406" y="4382"/>
                  </a:cubicBezTo>
                  <a:cubicBezTo>
                    <a:pt x="1358" y="4501"/>
                    <a:pt x="1454" y="4573"/>
                    <a:pt x="1573" y="4573"/>
                  </a:cubicBezTo>
                  <a:lnTo>
                    <a:pt x="4026" y="4573"/>
                  </a:lnTo>
                  <a:cubicBezTo>
                    <a:pt x="4097" y="4573"/>
                    <a:pt x="4192" y="4501"/>
                    <a:pt x="4192" y="4406"/>
                  </a:cubicBezTo>
                  <a:lnTo>
                    <a:pt x="4192" y="239"/>
                  </a:lnTo>
                  <a:cubicBezTo>
                    <a:pt x="4168" y="96"/>
                    <a:pt x="4049" y="0"/>
                    <a:pt x="3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7" name="Google Shape;14347;p90"/>
            <p:cNvSpPr/>
            <p:nvPr/>
          </p:nvSpPr>
          <p:spPr>
            <a:xfrm>
              <a:off x="2403388" y="3432158"/>
              <a:ext cx="29800" cy="46500"/>
            </a:xfrm>
            <a:custGeom>
              <a:rect b="b" l="l" r="r" t="t"/>
              <a:pathLst>
                <a:path extrusionOk="0" h="1860" w="1192">
                  <a:moveTo>
                    <a:pt x="601" y="332"/>
                  </a:moveTo>
                  <a:cubicBezTo>
                    <a:pt x="615" y="332"/>
                    <a:pt x="629" y="333"/>
                    <a:pt x="643" y="335"/>
                  </a:cubicBezTo>
                  <a:cubicBezTo>
                    <a:pt x="763" y="335"/>
                    <a:pt x="834" y="454"/>
                    <a:pt x="834" y="573"/>
                  </a:cubicBezTo>
                  <a:lnTo>
                    <a:pt x="834" y="1216"/>
                  </a:lnTo>
                  <a:cubicBezTo>
                    <a:pt x="834" y="1335"/>
                    <a:pt x="763" y="1454"/>
                    <a:pt x="643" y="1454"/>
                  </a:cubicBezTo>
                  <a:cubicBezTo>
                    <a:pt x="477" y="1454"/>
                    <a:pt x="358" y="1383"/>
                    <a:pt x="358" y="1216"/>
                  </a:cubicBezTo>
                  <a:lnTo>
                    <a:pt x="358" y="573"/>
                  </a:lnTo>
                  <a:cubicBezTo>
                    <a:pt x="358" y="443"/>
                    <a:pt x="457" y="332"/>
                    <a:pt x="601" y="332"/>
                  </a:cubicBezTo>
                  <a:close/>
                  <a:moveTo>
                    <a:pt x="614" y="0"/>
                  </a:moveTo>
                  <a:cubicBezTo>
                    <a:pt x="600" y="0"/>
                    <a:pt x="586" y="1"/>
                    <a:pt x="572" y="2"/>
                  </a:cubicBezTo>
                  <a:cubicBezTo>
                    <a:pt x="286" y="25"/>
                    <a:pt x="0" y="264"/>
                    <a:pt x="0" y="597"/>
                  </a:cubicBezTo>
                  <a:lnTo>
                    <a:pt x="0" y="1264"/>
                  </a:lnTo>
                  <a:cubicBezTo>
                    <a:pt x="0" y="1550"/>
                    <a:pt x="239" y="1812"/>
                    <a:pt x="572" y="1859"/>
                  </a:cubicBezTo>
                  <a:cubicBezTo>
                    <a:pt x="905" y="1859"/>
                    <a:pt x="1191" y="1573"/>
                    <a:pt x="1191" y="1216"/>
                  </a:cubicBezTo>
                  <a:lnTo>
                    <a:pt x="1191" y="597"/>
                  </a:lnTo>
                  <a:cubicBezTo>
                    <a:pt x="1191" y="255"/>
                    <a:pt x="929" y="0"/>
                    <a:pt x="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8" name="Google Shape;14348;p90"/>
            <p:cNvSpPr/>
            <p:nvPr/>
          </p:nvSpPr>
          <p:spPr>
            <a:xfrm>
              <a:off x="2367063" y="3431983"/>
              <a:ext cx="32175" cy="44275"/>
            </a:xfrm>
            <a:custGeom>
              <a:rect b="b" l="l" r="r" t="t"/>
              <a:pathLst>
                <a:path extrusionOk="0" h="1771" w="1287">
                  <a:moveTo>
                    <a:pt x="691" y="556"/>
                  </a:moveTo>
                  <a:lnTo>
                    <a:pt x="691" y="985"/>
                  </a:lnTo>
                  <a:lnTo>
                    <a:pt x="453" y="985"/>
                  </a:lnTo>
                  <a:cubicBezTo>
                    <a:pt x="549" y="842"/>
                    <a:pt x="620" y="675"/>
                    <a:pt x="691" y="556"/>
                  </a:cubicBezTo>
                  <a:close/>
                  <a:moveTo>
                    <a:pt x="835" y="0"/>
                  </a:moveTo>
                  <a:cubicBezTo>
                    <a:pt x="756" y="0"/>
                    <a:pt x="669" y="31"/>
                    <a:pt x="596" y="104"/>
                  </a:cubicBezTo>
                  <a:cubicBezTo>
                    <a:pt x="501" y="199"/>
                    <a:pt x="144" y="866"/>
                    <a:pt x="25" y="1080"/>
                  </a:cubicBezTo>
                  <a:cubicBezTo>
                    <a:pt x="1" y="1104"/>
                    <a:pt x="1" y="1152"/>
                    <a:pt x="1" y="1199"/>
                  </a:cubicBezTo>
                  <a:cubicBezTo>
                    <a:pt x="1" y="1295"/>
                    <a:pt x="96" y="1342"/>
                    <a:pt x="191" y="1342"/>
                  </a:cubicBezTo>
                  <a:lnTo>
                    <a:pt x="715" y="1342"/>
                  </a:lnTo>
                  <a:lnTo>
                    <a:pt x="715" y="1580"/>
                  </a:lnTo>
                  <a:cubicBezTo>
                    <a:pt x="715" y="1676"/>
                    <a:pt x="811" y="1771"/>
                    <a:pt x="906" y="1771"/>
                  </a:cubicBezTo>
                  <a:cubicBezTo>
                    <a:pt x="977" y="1771"/>
                    <a:pt x="1072" y="1676"/>
                    <a:pt x="1072" y="1580"/>
                  </a:cubicBezTo>
                  <a:lnTo>
                    <a:pt x="1072" y="1342"/>
                  </a:lnTo>
                  <a:cubicBezTo>
                    <a:pt x="1168" y="1342"/>
                    <a:pt x="1215" y="1295"/>
                    <a:pt x="1239" y="1199"/>
                  </a:cubicBezTo>
                  <a:cubicBezTo>
                    <a:pt x="1287" y="1080"/>
                    <a:pt x="1192" y="985"/>
                    <a:pt x="1072" y="985"/>
                  </a:cubicBezTo>
                  <a:lnTo>
                    <a:pt x="1072" y="247"/>
                  </a:lnTo>
                  <a:cubicBezTo>
                    <a:pt x="1072" y="128"/>
                    <a:pt x="977" y="32"/>
                    <a:pt x="906" y="9"/>
                  </a:cubicBezTo>
                  <a:cubicBezTo>
                    <a:pt x="883" y="3"/>
                    <a:pt x="859" y="0"/>
                    <a:pt x="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9" name="Google Shape;14349;p90"/>
            <p:cNvSpPr/>
            <p:nvPr/>
          </p:nvSpPr>
          <p:spPr>
            <a:xfrm>
              <a:off x="2448638" y="3430508"/>
              <a:ext cx="25025" cy="46350"/>
            </a:xfrm>
            <a:custGeom>
              <a:rect b="b" l="l" r="r" t="t"/>
              <a:pathLst>
                <a:path extrusionOk="0" h="1854" w="1001">
                  <a:moveTo>
                    <a:pt x="803" y="1"/>
                  </a:moveTo>
                  <a:cubicBezTo>
                    <a:pt x="737" y="1"/>
                    <a:pt x="678" y="40"/>
                    <a:pt x="643" y="91"/>
                  </a:cubicBezTo>
                  <a:lnTo>
                    <a:pt x="0" y="1592"/>
                  </a:lnTo>
                  <a:cubicBezTo>
                    <a:pt x="24" y="1735"/>
                    <a:pt x="48" y="1830"/>
                    <a:pt x="143" y="1854"/>
                  </a:cubicBezTo>
                  <a:lnTo>
                    <a:pt x="191" y="1854"/>
                  </a:lnTo>
                  <a:cubicBezTo>
                    <a:pt x="239" y="1854"/>
                    <a:pt x="310" y="1830"/>
                    <a:pt x="334" y="1735"/>
                  </a:cubicBezTo>
                  <a:lnTo>
                    <a:pt x="953" y="258"/>
                  </a:lnTo>
                  <a:cubicBezTo>
                    <a:pt x="1001" y="163"/>
                    <a:pt x="953" y="68"/>
                    <a:pt x="882" y="20"/>
                  </a:cubicBezTo>
                  <a:cubicBezTo>
                    <a:pt x="855" y="7"/>
                    <a:pt x="828" y="1"/>
                    <a:pt x="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0" name="Google Shape;14350;p90"/>
            <p:cNvSpPr/>
            <p:nvPr/>
          </p:nvSpPr>
          <p:spPr>
            <a:xfrm>
              <a:off x="2443863" y="3435158"/>
              <a:ext cx="10150" cy="10150"/>
            </a:xfrm>
            <a:custGeom>
              <a:rect b="b" l="l" r="r" t="t"/>
              <a:pathLst>
                <a:path extrusionOk="0" h="406" w="406">
                  <a:moveTo>
                    <a:pt x="191" y="1"/>
                  </a:moveTo>
                  <a:cubicBezTo>
                    <a:pt x="96" y="1"/>
                    <a:pt x="1" y="96"/>
                    <a:pt x="1" y="215"/>
                  </a:cubicBezTo>
                  <a:cubicBezTo>
                    <a:pt x="1" y="334"/>
                    <a:pt x="96" y="406"/>
                    <a:pt x="191" y="406"/>
                  </a:cubicBezTo>
                  <a:cubicBezTo>
                    <a:pt x="310" y="406"/>
                    <a:pt x="406" y="334"/>
                    <a:pt x="406" y="215"/>
                  </a:cubicBezTo>
                  <a:cubicBezTo>
                    <a:pt x="406" y="96"/>
                    <a:pt x="310"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1" name="Google Shape;14351;p90"/>
            <p:cNvSpPr/>
            <p:nvPr/>
          </p:nvSpPr>
          <p:spPr>
            <a:xfrm>
              <a:off x="2468288" y="3464333"/>
              <a:ext cx="10150" cy="10150"/>
            </a:xfrm>
            <a:custGeom>
              <a:rect b="b" l="l" r="r" t="t"/>
              <a:pathLst>
                <a:path extrusionOk="0" h="406" w="406">
                  <a:moveTo>
                    <a:pt x="215" y="1"/>
                  </a:moveTo>
                  <a:cubicBezTo>
                    <a:pt x="96" y="1"/>
                    <a:pt x="0" y="96"/>
                    <a:pt x="0" y="191"/>
                  </a:cubicBezTo>
                  <a:cubicBezTo>
                    <a:pt x="0" y="310"/>
                    <a:pt x="96" y="405"/>
                    <a:pt x="215" y="405"/>
                  </a:cubicBezTo>
                  <a:cubicBezTo>
                    <a:pt x="334" y="405"/>
                    <a:pt x="405" y="310"/>
                    <a:pt x="405" y="191"/>
                  </a:cubicBezTo>
                  <a:cubicBezTo>
                    <a:pt x="405"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2" name="Google Shape;14352;p90"/>
            <p:cNvSpPr/>
            <p:nvPr/>
          </p:nvSpPr>
          <p:spPr>
            <a:xfrm>
              <a:off x="2234888" y="3380983"/>
              <a:ext cx="107800" cy="230350"/>
            </a:xfrm>
            <a:custGeom>
              <a:rect b="b" l="l" r="r" t="t"/>
              <a:pathLst>
                <a:path extrusionOk="0" h="9214" w="4312">
                  <a:moveTo>
                    <a:pt x="2073" y="1"/>
                  </a:moveTo>
                  <a:cubicBezTo>
                    <a:pt x="1358" y="1"/>
                    <a:pt x="25" y="453"/>
                    <a:pt x="25" y="2049"/>
                  </a:cubicBezTo>
                  <a:lnTo>
                    <a:pt x="25" y="3025"/>
                  </a:lnTo>
                  <a:lnTo>
                    <a:pt x="25" y="3501"/>
                  </a:lnTo>
                  <a:cubicBezTo>
                    <a:pt x="25" y="3620"/>
                    <a:pt x="1" y="3739"/>
                    <a:pt x="25" y="3859"/>
                  </a:cubicBezTo>
                  <a:cubicBezTo>
                    <a:pt x="44" y="4139"/>
                    <a:pt x="313" y="4332"/>
                    <a:pt x="577" y="4332"/>
                  </a:cubicBezTo>
                  <a:cubicBezTo>
                    <a:pt x="649" y="4332"/>
                    <a:pt x="721" y="4318"/>
                    <a:pt x="787" y="4287"/>
                  </a:cubicBezTo>
                  <a:lnTo>
                    <a:pt x="787" y="8407"/>
                  </a:lnTo>
                  <a:cubicBezTo>
                    <a:pt x="787" y="8812"/>
                    <a:pt x="1073" y="9122"/>
                    <a:pt x="1430" y="9193"/>
                  </a:cubicBezTo>
                  <a:cubicBezTo>
                    <a:pt x="1486" y="9207"/>
                    <a:pt x="1542" y="9214"/>
                    <a:pt x="1596" y="9214"/>
                  </a:cubicBezTo>
                  <a:cubicBezTo>
                    <a:pt x="1816" y="9214"/>
                    <a:pt x="2015" y="9103"/>
                    <a:pt x="2168" y="8931"/>
                  </a:cubicBezTo>
                  <a:cubicBezTo>
                    <a:pt x="2302" y="9103"/>
                    <a:pt x="2512" y="9214"/>
                    <a:pt x="2738" y="9214"/>
                  </a:cubicBezTo>
                  <a:cubicBezTo>
                    <a:pt x="2794" y="9214"/>
                    <a:pt x="2850" y="9207"/>
                    <a:pt x="2906" y="9193"/>
                  </a:cubicBezTo>
                  <a:cubicBezTo>
                    <a:pt x="3264" y="9145"/>
                    <a:pt x="3526" y="8812"/>
                    <a:pt x="3526" y="8407"/>
                  </a:cubicBezTo>
                  <a:lnTo>
                    <a:pt x="3526" y="5549"/>
                  </a:lnTo>
                  <a:cubicBezTo>
                    <a:pt x="3526" y="5478"/>
                    <a:pt x="3478" y="5406"/>
                    <a:pt x="3383" y="5383"/>
                  </a:cubicBezTo>
                  <a:cubicBezTo>
                    <a:pt x="3367" y="5380"/>
                    <a:pt x="3352" y="5378"/>
                    <a:pt x="3338" y="5378"/>
                  </a:cubicBezTo>
                  <a:cubicBezTo>
                    <a:pt x="3241" y="5378"/>
                    <a:pt x="3168" y="5446"/>
                    <a:pt x="3168" y="5549"/>
                  </a:cubicBezTo>
                  <a:lnTo>
                    <a:pt x="3168" y="8407"/>
                  </a:lnTo>
                  <a:cubicBezTo>
                    <a:pt x="3168" y="8669"/>
                    <a:pt x="3002" y="8836"/>
                    <a:pt x="2763" y="8836"/>
                  </a:cubicBezTo>
                  <a:cubicBezTo>
                    <a:pt x="2525" y="8836"/>
                    <a:pt x="2311" y="8645"/>
                    <a:pt x="2311" y="8407"/>
                  </a:cubicBezTo>
                  <a:lnTo>
                    <a:pt x="2311" y="3358"/>
                  </a:lnTo>
                  <a:cubicBezTo>
                    <a:pt x="2311" y="3263"/>
                    <a:pt x="2216" y="3168"/>
                    <a:pt x="2144" y="3168"/>
                  </a:cubicBezTo>
                  <a:cubicBezTo>
                    <a:pt x="2049" y="3168"/>
                    <a:pt x="1954" y="3263"/>
                    <a:pt x="1954" y="3358"/>
                  </a:cubicBezTo>
                  <a:lnTo>
                    <a:pt x="1954" y="8407"/>
                  </a:lnTo>
                  <a:cubicBezTo>
                    <a:pt x="1954" y="8669"/>
                    <a:pt x="1739" y="8836"/>
                    <a:pt x="1549" y="8836"/>
                  </a:cubicBezTo>
                  <a:cubicBezTo>
                    <a:pt x="1311" y="8836"/>
                    <a:pt x="1144" y="8621"/>
                    <a:pt x="1144" y="8407"/>
                  </a:cubicBezTo>
                  <a:lnTo>
                    <a:pt x="1144" y="2025"/>
                  </a:lnTo>
                  <a:cubicBezTo>
                    <a:pt x="1144" y="1930"/>
                    <a:pt x="1096" y="1858"/>
                    <a:pt x="1001" y="1834"/>
                  </a:cubicBezTo>
                  <a:cubicBezTo>
                    <a:pt x="989" y="1832"/>
                    <a:pt x="977" y="1831"/>
                    <a:pt x="965" y="1831"/>
                  </a:cubicBezTo>
                  <a:cubicBezTo>
                    <a:pt x="863" y="1831"/>
                    <a:pt x="787" y="1918"/>
                    <a:pt x="787" y="2025"/>
                  </a:cubicBezTo>
                  <a:lnTo>
                    <a:pt x="787" y="3739"/>
                  </a:lnTo>
                  <a:cubicBezTo>
                    <a:pt x="787" y="3835"/>
                    <a:pt x="739" y="3954"/>
                    <a:pt x="620" y="3954"/>
                  </a:cubicBezTo>
                  <a:cubicBezTo>
                    <a:pt x="602" y="3957"/>
                    <a:pt x="585" y="3958"/>
                    <a:pt x="568" y="3958"/>
                  </a:cubicBezTo>
                  <a:cubicBezTo>
                    <a:pt x="449" y="3958"/>
                    <a:pt x="358" y="3885"/>
                    <a:pt x="358" y="3739"/>
                  </a:cubicBezTo>
                  <a:lnTo>
                    <a:pt x="358" y="2144"/>
                  </a:lnTo>
                  <a:cubicBezTo>
                    <a:pt x="358" y="1168"/>
                    <a:pt x="1144" y="358"/>
                    <a:pt x="2144" y="358"/>
                  </a:cubicBezTo>
                  <a:lnTo>
                    <a:pt x="2216" y="358"/>
                  </a:lnTo>
                  <a:cubicBezTo>
                    <a:pt x="3716" y="358"/>
                    <a:pt x="3954" y="1668"/>
                    <a:pt x="3954" y="2072"/>
                  </a:cubicBezTo>
                  <a:lnTo>
                    <a:pt x="3954" y="3859"/>
                  </a:lnTo>
                  <a:lnTo>
                    <a:pt x="3954" y="3906"/>
                  </a:lnTo>
                  <a:cubicBezTo>
                    <a:pt x="3886" y="3974"/>
                    <a:pt x="3809" y="4003"/>
                    <a:pt x="3738" y="4003"/>
                  </a:cubicBezTo>
                  <a:cubicBezTo>
                    <a:pt x="3610" y="4003"/>
                    <a:pt x="3502" y="3910"/>
                    <a:pt x="3502" y="3787"/>
                  </a:cubicBezTo>
                  <a:lnTo>
                    <a:pt x="3502" y="2072"/>
                  </a:lnTo>
                  <a:cubicBezTo>
                    <a:pt x="3502" y="2001"/>
                    <a:pt x="3454" y="1906"/>
                    <a:pt x="3359" y="1906"/>
                  </a:cubicBezTo>
                  <a:cubicBezTo>
                    <a:pt x="3240" y="1906"/>
                    <a:pt x="3145" y="1953"/>
                    <a:pt x="3145" y="2072"/>
                  </a:cubicBezTo>
                  <a:lnTo>
                    <a:pt x="3145" y="4787"/>
                  </a:lnTo>
                  <a:cubicBezTo>
                    <a:pt x="3145" y="4883"/>
                    <a:pt x="3216" y="4978"/>
                    <a:pt x="3287" y="4978"/>
                  </a:cubicBezTo>
                  <a:cubicBezTo>
                    <a:pt x="3406" y="4978"/>
                    <a:pt x="3502" y="4906"/>
                    <a:pt x="3502" y="4787"/>
                  </a:cubicBezTo>
                  <a:lnTo>
                    <a:pt x="3502" y="4287"/>
                  </a:lnTo>
                  <a:cubicBezTo>
                    <a:pt x="3569" y="4304"/>
                    <a:pt x="3648" y="4321"/>
                    <a:pt x="3731" y="4321"/>
                  </a:cubicBezTo>
                  <a:cubicBezTo>
                    <a:pt x="3765" y="4321"/>
                    <a:pt x="3800" y="4318"/>
                    <a:pt x="3835" y="4311"/>
                  </a:cubicBezTo>
                  <a:cubicBezTo>
                    <a:pt x="4097" y="4263"/>
                    <a:pt x="4311" y="4025"/>
                    <a:pt x="4311" y="3739"/>
                  </a:cubicBezTo>
                  <a:lnTo>
                    <a:pt x="4311" y="2144"/>
                  </a:lnTo>
                  <a:cubicBezTo>
                    <a:pt x="4311" y="453"/>
                    <a:pt x="3359"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3" name="Google Shape;14353;p90"/>
            <p:cNvSpPr/>
            <p:nvPr/>
          </p:nvSpPr>
          <p:spPr>
            <a:xfrm>
              <a:off x="2259913" y="3313108"/>
              <a:ext cx="58375" cy="58375"/>
            </a:xfrm>
            <a:custGeom>
              <a:rect b="b" l="l" r="r" t="t"/>
              <a:pathLst>
                <a:path extrusionOk="0" h="2335" w="2335">
                  <a:moveTo>
                    <a:pt x="1167" y="358"/>
                  </a:moveTo>
                  <a:cubicBezTo>
                    <a:pt x="1620" y="358"/>
                    <a:pt x="1953" y="715"/>
                    <a:pt x="1953" y="1168"/>
                  </a:cubicBezTo>
                  <a:cubicBezTo>
                    <a:pt x="1953" y="1620"/>
                    <a:pt x="1620" y="1977"/>
                    <a:pt x="1167" y="1977"/>
                  </a:cubicBezTo>
                  <a:cubicBezTo>
                    <a:pt x="715" y="1977"/>
                    <a:pt x="357" y="1620"/>
                    <a:pt x="357" y="1168"/>
                  </a:cubicBezTo>
                  <a:cubicBezTo>
                    <a:pt x="357" y="715"/>
                    <a:pt x="715" y="358"/>
                    <a:pt x="1167" y="358"/>
                  </a:cubicBezTo>
                  <a:close/>
                  <a:moveTo>
                    <a:pt x="1167" y="1"/>
                  </a:moveTo>
                  <a:cubicBezTo>
                    <a:pt x="500" y="1"/>
                    <a:pt x="0" y="501"/>
                    <a:pt x="0" y="1168"/>
                  </a:cubicBezTo>
                  <a:cubicBezTo>
                    <a:pt x="0" y="1811"/>
                    <a:pt x="548" y="2335"/>
                    <a:pt x="1167" y="2335"/>
                  </a:cubicBezTo>
                  <a:cubicBezTo>
                    <a:pt x="1786" y="2335"/>
                    <a:pt x="2334" y="1811"/>
                    <a:pt x="2334" y="1168"/>
                  </a:cubicBezTo>
                  <a:cubicBezTo>
                    <a:pt x="2334" y="549"/>
                    <a:pt x="1810"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54" name="Google Shape;14354;p90"/>
          <p:cNvGrpSpPr/>
          <p:nvPr/>
        </p:nvGrpSpPr>
        <p:grpSpPr>
          <a:xfrm>
            <a:off x="1058508" y="3989230"/>
            <a:ext cx="357455" cy="356019"/>
            <a:chOff x="2207513" y="3788808"/>
            <a:chExt cx="298900" cy="297700"/>
          </a:xfrm>
        </p:grpSpPr>
        <p:sp>
          <p:nvSpPr>
            <p:cNvPr id="14355" name="Google Shape;14355;p90"/>
            <p:cNvSpPr/>
            <p:nvPr/>
          </p:nvSpPr>
          <p:spPr>
            <a:xfrm>
              <a:off x="2208113" y="3788808"/>
              <a:ext cx="298300" cy="297700"/>
            </a:xfrm>
            <a:custGeom>
              <a:rect b="b" l="l" r="r" t="t"/>
              <a:pathLst>
                <a:path extrusionOk="0" h="11908" w="11932">
                  <a:moveTo>
                    <a:pt x="5954" y="0"/>
                  </a:moveTo>
                  <a:cubicBezTo>
                    <a:pt x="4454" y="0"/>
                    <a:pt x="3001" y="572"/>
                    <a:pt x="1906" y="1572"/>
                  </a:cubicBezTo>
                  <a:cubicBezTo>
                    <a:pt x="786" y="2596"/>
                    <a:pt x="143" y="3954"/>
                    <a:pt x="0" y="5454"/>
                  </a:cubicBezTo>
                  <a:cubicBezTo>
                    <a:pt x="0" y="5573"/>
                    <a:pt x="48" y="5692"/>
                    <a:pt x="167" y="5716"/>
                  </a:cubicBezTo>
                  <a:lnTo>
                    <a:pt x="1715" y="5716"/>
                  </a:lnTo>
                  <a:cubicBezTo>
                    <a:pt x="1834" y="5716"/>
                    <a:pt x="1953" y="5621"/>
                    <a:pt x="1953" y="5502"/>
                  </a:cubicBezTo>
                  <a:cubicBezTo>
                    <a:pt x="2191" y="3501"/>
                    <a:pt x="3882" y="2001"/>
                    <a:pt x="5906" y="2001"/>
                  </a:cubicBezTo>
                  <a:cubicBezTo>
                    <a:pt x="6573" y="2001"/>
                    <a:pt x="7216" y="2168"/>
                    <a:pt x="7788" y="2477"/>
                  </a:cubicBezTo>
                  <a:cubicBezTo>
                    <a:pt x="7812" y="2489"/>
                    <a:pt x="7838" y="2495"/>
                    <a:pt x="7864" y="2495"/>
                  </a:cubicBezTo>
                  <a:cubicBezTo>
                    <a:pt x="7938" y="2495"/>
                    <a:pt x="8008" y="2446"/>
                    <a:pt x="8026" y="2358"/>
                  </a:cubicBezTo>
                  <a:cubicBezTo>
                    <a:pt x="8050" y="2263"/>
                    <a:pt x="8002" y="2168"/>
                    <a:pt x="7931" y="2144"/>
                  </a:cubicBezTo>
                  <a:cubicBezTo>
                    <a:pt x="7311" y="1810"/>
                    <a:pt x="6597" y="1644"/>
                    <a:pt x="5883" y="1644"/>
                  </a:cubicBezTo>
                  <a:cubicBezTo>
                    <a:pt x="3715" y="1644"/>
                    <a:pt x="1906" y="3239"/>
                    <a:pt x="1596" y="5359"/>
                  </a:cubicBezTo>
                  <a:lnTo>
                    <a:pt x="310" y="5359"/>
                  </a:lnTo>
                  <a:cubicBezTo>
                    <a:pt x="477" y="4025"/>
                    <a:pt x="1096" y="2763"/>
                    <a:pt x="2096" y="1834"/>
                  </a:cubicBezTo>
                  <a:cubicBezTo>
                    <a:pt x="3144" y="882"/>
                    <a:pt x="4477" y="358"/>
                    <a:pt x="5906" y="358"/>
                  </a:cubicBezTo>
                  <a:cubicBezTo>
                    <a:pt x="7407" y="358"/>
                    <a:pt x="8836" y="953"/>
                    <a:pt x="9883" y="2001"/>
                  </a:cubicBezTo>
                  <a:cubicBezTo>
                    <a:pt x="10955" y="3073"/>
                    <a:pt x="11503" y="4454"/>
                    <a:pt x="11503" y="5954"/>
                  </a:cubicBezTo>
                  <a:cubicBezTo>
                    <a:pt x="11503" y="7359"/>
                    <a:pt x="10979" y="8717"/>
                    <a:pt x="10026" y="9764"/>
                  </a:cubicBezTo>
                  <a:cubicBezTo>
                    <a:pt x="9097" y="10765"/>
                    <a:pt x="7859" y="11408"/>
                    <a:pt x="6502" y="11550"/>
                  </a:cubicBezTo>
                  <a:lnTo>
                    <a:pt x="6502" y="10264"/>
                  </a:lnTo>
                  <a:cubicBezTo>
                    <a:pt x="8621" y="9979"/>
                    <a:pt x="10241" y="8145"/>
                    <a:pt x="10241" y="5978"/>
                  </a:cubicBezTo>
                  <a:cubicBezTo>
                    <a:pt x="10241" y="4692"/>
                    <a:pt x="9669" y="3477"/>
                    <a:pt x="8645" y="2644"/>
                  </a:cubicBezTo>
                  <a:cubicBezTo>
                    <a:pt x="8621" y="2620"/>
                    <a:pt x="8585" y="2608"/>
                    <a:pt x="8550" y="2608"/>
                  </a:cubicBezTo>
                  <a:cubicBezTo>
                    <a:pt x="8514" y="2608"/>
                    <a:pt x="8478" y="2620"/>
                    <a:pt x="8454" y="2644"/>
                  </a:cubicBezTo>
                  <a:cubicBezTo>
                    <a:pt x="8359" y="2715"/>
                    <a:pt x="8359" y="2858"/>
                    <a:pt x="8454" y="2906"/>
                  </a:cubicBezTo>
                  <a:cubicBezTo>
                    <a:pt x="9359" y="3692"/>
                    <a:pt x="9907" y="4787"/>
                    <a:pt x="9907" y="5978"/>
                  </a:cubicBezTo>
                  <a:cubicBezTo>
                    <a:pt x="9907" y="8002"/>
                    <a:pt x="8383" y="9693"/>
                    <a:pt x="6383" y="9931"/>
                  </a:cubicBezTo>
                  <a:cubicBezTo>
                    <a:pt x="6264" y="9931"/>
                    <a:pt x="6192" y="10050"/>
                    <a:pt x="6192" y="10169"/>
                  </a:cubicBezTo>
                  <a:lnTo>
                    <a:pt x="6192" y="11669"/>
                  </a:lnTo>
                  <a:lnTo>
                    <a:pt x="6192" y="11693"/>
                  </a:lnTo>
                  <a:cubicBezTo>
                    <a:pt x="6216" y="11812"/>
                    <a:pt x="6311" y="11908"/>
                    <a:pt x="6430" y="11908"/>
                  </a:cubicBezTo>
                  <a:lnTo>
                    <a:pt x="6454" y="11908"/>
                  </a:lnTo>
                  <a:cubicBezTo>
                    <a:pt x="7931" y="11789"/>
                    <a:pt x="9312" y="11098"/>
                    <a:pt x="10312" y="10002"/>
                  </a:cubicBezTo>
                  <a:cubicBezTo>
                    <a:pt x="11336" y="8907"/>
                    <a:pt x="11908" y="7478"/>
                    <a:pt x="11908" y="5954"/>
                  </a:cubicBezTo>
                  <a:cubicBezTo>
                    <a:pt x="11931" y="4382"/>
                    <a:pt x="11312" y="2882"/>
                    <a:pt x="10169" y="1763"/>
                  </a:cubicBezTo>
                  <a:cubicBezTo>
                    <a:pt x="9050" y="620"/>
                    <a:pt x="7550" y="0"/>
                    <a:pt x="5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6" name="Google Shape;14356;p90"/>
            <p:cNvSpPr/>
            <p:nvPr/>
          </p:nvSpPr>
          <p:spPr>
            <a:xfrm>
              <a:off x="2207513" y="3944183"/>
              <a:ext cx="142325" cy="142325"/>
            </a:xfrm>
            <a:custGeom>
              <a:rect b="b" l="l" r="r" t="t"/>
              <a:pathLst>
                <a:path extrusionOk="0" h="5693" w="5693">
                  <a:moveTo>
                    <a:pt x="215" y="1"/>
                  </a:moveTo>
                  <a:cubicBezTo>
                    <a:pt x="72" y="25"/>
                    <a:pt x="1" y="144"/>
                    <a:pt x="1" y="263"/>
                  </a:cubicBezTo>
                  <a:cubicBezTo>
                    <a:pt x="191" y="2454"/>
                    <a:pt x="1548" y="4311"/>
                    <a:pt x="3549" y="5216"/>
                  </a:cubicBezTo>
                  <a:cubicBezTo>
                    <a:pt x="3571" y="5222"/>
                    <a:pt x="3594" y="5225"/>
                    <a:pt x="3616" y="5225"/>
                  </a:cubicBezTo>
                  <a:cubicBezTo>
                    <a:pt x="3686" y="5225"/>
                    <a:pt x="3751" y="5194"/>
                    <a:pt x="3787" y="5121"/>
                  </a:cubicBezTo>
                  <a:cubicBezTo>
                    <a:pt x="3835" y="5026"/>
                    <a:pt x="3787" y="4954"/>
                    <a:pt x="3716" y="4883"/>
                  </a:cubicBezTo>
                  <a:cubicBezTo>
                    <a:pt x="1858" y="4073"/>
                    <a:pt x="572" y="2359"/>
                    <a:pt x="382" y="358"/>
                  </a:cubicBezTo>
                  <a:lnTo>
                    <a:pt x="1644" y="358"/>
                  </a:lnTo>
                  <a:cubicBezTo>
                    <a:pt x="1763" y="1287"/>
                    <a:pt x="2215" y="2144"/>
                    <a:pt x="2882" y="2811"/>
                  </a:cubicBezTo>
                  <a:cubicBezTo>
                    <a:pt x="3525" y="3454"/>
                    <a:pt x="4382" y="3907"/>
                    <a:pt x="5311" y="4026"/>
                  </a:cubicBezTo>
                  <a:lnTo>
                    <a:pt x="5311" y="5312"/>
                  </a:lnTo>
                  <a:cubicBezTo>
                    <a:pt x="5025" y="5264"/>
                    <a:pt x="4692" y="5216"/>
                    <a:pt x="4382" y="5121"/>
                  </a:cubicBezTo>
                  <a:cubicBezTo>
                    <a:pt x="4359" y="5121"/>
                    <a:pt x="4311" y="5121"/>
                    <a:pt x="4263" y="5145"/>
                  </a:cubicBezTo>
                  <a:cubicBezTo>
                    <a:pt x="4120" y="5264"/>
                    <a:pt x="4192" y="5454"/>
                    <a:pt x="4335" y="5478"/>
                  </a:cubicBezTo>
                  <a:cubicBezTo>
                    <a:pt x="4692" y="5574"/>
                    <a:pt x="5049" y="5621"/>
                    <a:pt x="5406" y="5693"/>
                  </a:cubicBezTo>
                  <a:lnTo>
                    <a:pt x="5430" y="5693"/>
                  </a:lnTo>
                  <a:cubicBezTo>
                    <a:pt x="5549" y="5693"/>
                    <a:pt x="5645" y="5597"/>
                    <a:pt x="5668" y="5478"/>
                  </a:cubicBezTo>
                  <a:lnTo>
                    <a:pt x="5668" y="5454"/>
                  </a:lnTo>
                  <a:lnTo>
                    <a:pt x="5668" y="3930"/>
                  </a:lnTo>
                  <a:cubicBezTo>
                    <a:pt x="5692" y="3811"/>
                    <a:pt x="5621" y="3716"/>
                    <a:pt x="5502" y="3692"/>
                  </a:cubicBezTo>
                  <a:cubicBezTo>
                    <a:pt x="4597" y="3573"/>
                    <a:pt x="3787" y="3192"/>
                    <a:pt x="3144" y="2573"/>
                  </a:cubicBezTo>
                  <a:cubicBezTo>
                    <a:pt x="2477" y="1930"/>
                    <a:pt x="2096" y="1096"/>
                    <a:pt x="2001" y="215"/>
                  </a:cubicBezTo>
                  <a:cubicBezTo>
                    <a:pt x="2001" y="96"/>
                    <a:pt x="1882" y="1"/>
                    <a:pt x="1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7" name="Google Shape;14357;p90"/>
            <p:cNvSpPr/>
            <p:nvPr/>
          </p:nvSpPr>
          <p:spPr>
            <a:xfrm>
              <a:off x="2280138" y="3861433"/>
              <a:ext cx="153050" cy="153625"/>
            </a:xfrm>
            <a:custGeom>
              <a:rect b="b" l="l" r="r" t="t"/>
              <a:pathLst>
                <a:path extrusionOk="0" h="6145" w="6122">
                  <a:moveTo>
                    <a:pt x="3073" y="358"/>
                  </a:moveTo>
                  <a:cubicBezTo>
                    <a:pt x="4549" y="358"/>
                    <a:pt x="5764" y="1596"/>
                    <a:pt x="5764" y="3073"/>
                  </a:cubicBezTo>
                  <a:cubicBezTo>
                    <a:pt x="5764" y="4573"/>
                    <a:pt x="4549" y="5788"/>
                    <a:pt x="3073" y="5788"/>
                  </a:cubicBezTo>
                  <a:cubicBezTo>
                    <a:pt x="1573" y="5788"/>
                    <a:pt x="358" y="4573"/>
                    <a:pt x="358" y="3073"/>
                  </a:cubicBezTo>
                  <a:cubicBezTo>
                    <a:pt x="358" y="1596"/>
                    <a:pt x="1573" y="358"/>
                    <a:pt x="3073" y="358"/>
                  </a:cubicBezTo>
                  <a:close/>
                  <a:moveTo>
                    <a:pt x="3073" y="1"/>
                  </a:moveTo>
                  <a:cubicBezTo>
                    <a:pt x="1358" y="1"/>
                    <a:pt x="1" y="1382"/>
                    <a:pt x="1" y="3073"/>
                  </a:cubicBezTo>
                  <a:cubicBezTo>
                    <a:pt x="1" y="4764"/>
                    <a:pt x="1358" y="6145"/>
                    <a:pt x="3073" y="6145"/>
                  </a:cubicBezTo>
                  <a:cubicBezTo>
                    <a:pt x="4764" y="6145"/>
                    <a:pt x="6121" y="4740"/>
                    <a:pt x="6121" y="3073"/>
                  </a:cubicBezTo>
                  <a:cubicBezTo>
                    <a:pt x="6121" y="1382"/>
                    <a:pt x="4764" y="1"/>
                    <a:pt x="30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8" name="Google Shape;14358;p90"/>
            <p:cNvSpPr/>
            <p:nvPr/>
          </p:nvSpPr>
          <p:spPr>
            <a:xfrm>
              <a:off x="2323013" y="3915033"/>
              <a:ext cx="67300" cy="8950"/>
            </a:xfrm>
            <a:custGeom>
              <a:rect b="b" l="l" r="r" t="t"/>
              <a:pathLst>
                <a:path extrusionOk="0" h="358" w="2692">
                  <a:moveTo>
                    <a:pt x="215" y="0"/>
                  </a:moveTo>
                  <a:cubicBezTo>
                    <a:pt x="120" y="0"/>
                    <a:pt x="72" y="72"/>
                    <a:pt x="48" y="167"/>
                  </a:cubicBezTo>
                  <a:cubicBezTo>
                    <a:pt x="1" y="286"/>
                    <a:pt x="96" y="357"/>
                    <a:pt x="215" y="357"/>
                  </a:cubicBezTo>
                  <a:lnTo>
                    <a:pt x="2501" y="357"/>
                  </a:lnTo>
                  <a:cubicBezTo>
                    <a:pt x="2596" y="357"/>
                    <a:pt x="2668" y="310"/>
                    <a:pt x="2692" y="214"/>
                  </a:cubicBezTo>
                  <a:cubicBezTo>
                    <a:pt x="2692" y="95"/>
                    <a:pt x="2596"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9" name="Google Shape;14359;p90"/>
            <p:cNvSpPr/>
            <p:nvPr/>
          </p:nvSpPr>
          <p:spPr>
            <a:xfrm>
              <a:off x="2323013" y="3934083"/>
              <a:ext cx="67300" cy="8950"/>
            </a:xfrm>
            <a:custGeom>
              <a:rect b="b" l="l" r="r" t="t"/>
              <a:pathLst>
                <a:path extrusionOk="0" h="358" w="2692">
                  <a:moveTo>
                    <a:pt x="215" y="0"/>
                  </a:moveTo>
                  <a:cubicBezTo>
                    <a:pt x="120" y="0"/>
                    <a:pt x="72" y="48"/>
                    <a:pt x="48" y="143"/>
                  </a:cubicBezTo>
                  <a:cubicBezTo>
                    <a:pt x="1" y="262"/>
                    <a:pt x="96" y="357"/>
                    <a:pt x="215" y="357"/>
                  </a:cubicBezTo>
                  <a:lnTo>
                    <a:pt x="2501" y="357"/>
                  </a:lnTo>
                  <a:cubicBezTo>
                    <a:pt x="2596" y="357"/>
                    <a:pt x="2668" y="286"/>
                    <a:pt x="2692" y="191"/>
                  </a:cubicBezTo>
                  <a:cubicBezTo>
                    <a:pt x="2692" y="72"/>
                    <a:pt x="2596"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0" name="Google Shape;14360;p90"/>
            <p:cNvSpPr/>
            <p:nvPr/>
          </p:nvSpPr>
          <p:spPr>
            <a:xfrm>
              <a:off x="2337313" y="3951933"/>
              <a:ext cx="38725" cy="8950"/>
            </a:xfrm>
            <a:custGeom>
              <a:rect b="b" l="l" r="r" t="t"/>
              <a:pathLst>
                <a:path extrusionOk="0" h="358" w="1549">
                  <a:moveTo>
                    <a:pt x="214" y="1"/>
                  </a:moveTo>
                  <a:cubicBezTo>
                    <a:pt x="119" y="1"/>
                    <a:pt x="48" y="48"/>
                    <a:pt x="24" y="143"/>
                  </a:cubicBezTo>
                  <a:cubicBezTo>
                    <a:pt x="0" y="263"/>
                    <a:pt x="95" y="358"/>
                    <a:pt x="214" y="358"/>
                  </a:cubicBezTo>
                  <a:lnTo>
                    <a:pt x="1334" y="358"/>
                  </a:lnTo>
                  <a:cubicBezTo>
                    <a:pt x="1429" y="358"/>
                    <a:pt x="1500" y="286"/>
                    <a:pt x="1524" y="191"/>
                  </a:cubicBezTo>
                  <a:cubicBezTo>
                    <a:pt x="1548" y="120"/>
                    <a:pt x="1453"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61" name="Google Shape;14361;p90"/>
          <p:cNvGrpSpPr/>
          <p:nvPr/>
        </p:nvGrpSpPr>
        <p:grpSpPr>
          <a:xfrm>
            <a:off x="1781920" y="3990486"/>
            <a:ext cx="353897" cy="354046"/>
            <a:chOff x="2684988" y="3789858"/>
            <a:chExt cx="295925" cy="296050"/>
          </a:xfrm>
        </p:grpSpPr>
        <p:sp>
          <p:nvSpPr>
            <p:cNvPr id="14362" name="Google Shape;14362;p90"/>
            <p:cNvSpPr/>
            <p:nvPr/>
          </p:nvSpPr>
          <p:spPr>
            <a:xfrm>
              <a:off x="2760613" y="3789858"/>
              <a:ext cx="144700" cy="162700"/>
            </a:xfrm>
            <a:custGeom>
              <a:rect b="b" l="l" r="r" t="t"/>
              <a:pathLst>
                <a:path extrusionOk="0" h="6508" w="5788">
                  <a:moveTo>
                    <a:pt x="2906" y="339"/>
                  </a:moveTo>
                  <a:lnTo>
                    <a:pt x="5430" y="1792"/>
                  </a:lnTo>
                  <a:lnTo>
                    <a:pt x="5430" y="4721"/>
                  </a:lnTo>
                  <a:lnTo>
                    <a:pt x="2906" y="6174"/>
                  </a:lnTo>
                  <a:lnTo>
                    <a:pt x="357" y="4721"/>
                  </a:lnTo>
                  <a:lnTo>
                    <a:pt x="357" y="1792"/>
                  </a:lnTo>
                  <a:lnTo>
                    <a:pt x="2906" y="339"/>
                  </a:lnTo>
                  <a:close/>
                  <a:moveTo>
                    <a:pt x="2894" y="0"/>
                  </a:moveTo>
                  <a:cubicBezTo>
                    <a:pt x="2840" y="0"/>
                    <a:pt x="2786" y="18"/>
                    <a:pt x="2739" y="54"/>
                  </a:cubicBezTo>
                  <a:lnTo>
                    <a:pt x="167" y="1530"/>
                  </a:lnTo>
                  <a:cubicBezTo>
                    <a:pt x="72" y="1578"/>
                    <a:pt x="0" y="1673"/>
                    <a:pt x="0" y="1768"/>
                  </a:cubicBezTo>
                  <a:lnTo>
                    <a:pt x="0" y="4745"/>
                  </a:lnTo>
                  <a:cubicBezTo>
                    <a:pt x="0" y="4840"/>
                    <a:pt x="72" y="4959"/>
                    <a:pt x="167" y="4983"/>
                  </a:cubicBezTo>
                  <a:lnTo>
                    <a:pt x="2739" y="6484"/>
                  </a:lnTo>
                  <a:cubicBezTo>
                    <a:pt x="2810" y="6507"/>
                    <a:pt x="2834" y="6507"/>
                    <a:pt x="2906" y="6507"/>
                  </a:cubicBezTo>
                  <a:cubicBezTo>
                    <a:pt x="2953" y="6507"/>
                    <a:pt x="2977" y="6507"/>
                    <a:pt x="3048" y="6484"/>
                  </a:cubicBezTo>
                  <a:lnTo>
                    <a:pt x="5644" y="4983"/>
                  </a:lnTo>
                  <a:cubicBezTo>
                    <a:pt x="5716" y="4959"/>
                    <a:pt x="5787" y="4840"/>
                    <a:pt x="5787" y="4745"/>
                  </a:cubicBezTo>
                  <a:lnTo>
                    <a:pt x="5787" y="1768"/>
                  </a:lnTo>
                  <a:cubicBezTo>
                    <a:pt x="5787" y="1673"/>
                    <a:pt x="5716" y="1554"/>
                    <a:pt x="5644" y="1530"/>
                  </a:cubicBezTo>
                  <a:lnTo>
                    <a:pt x="3048" y="54"/>
                  </a:lnTo>
                  <a:cubicBezTo>
                    <a:pt x="3001" y="18"/>
                    <a:pt x="2947"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3" name="Google Shape;14363;p90"/>
            <p:cNvSpPr/>
            <p:nvPr/>
          </p:nvSpPr>
          <p:spPr>
            <a:xfrm>
              <a:off x="2684988" y="3923058"/>
              <a:ext cx="144100" cy="162850"/>
            </a:xfrm>
            <a:custGeom>
              <a:rect b="b" l="l" r="r" t="t"/>
              <a:pathLst>
                <a:path extrusionOk="0" h="6514" w="5764">
                  <a:moveTo>
                    <a:pt x="2891" y="1"/>
                  </a:moveTo>
                  <a:cubicBezTo>
                    <a:pt x="2841" y="1"/>
                    <a:pt x="2787" y="12"/>
                    <a:pt x="2739" y="36"/>
                  </a:cubicBezTo>
                  <a:lnTo>
                    <a:pt x="144" y="1537"/>
                  </a:lnTo>
                  <a:cubicBezTo>
                    <a:pt x="48" y="1584"/>
                    <a:pt x="1" y="1679"/>
                    <a:pt x="1" y="1775"/>
                  </a:cubicBezTo>
                  <a:lnTo>
                    <a:pt x="1" y="4752"/>
                  </a:lnTo>
                  <a:cubicBezTo>
                    <a:pt x="1" y="4847"/>
                    <a:pt x="48" y="4966"/>
                    <a:pt x="144" y="4990"/>
                  </a:cubicBezTo>
                  <a:lnTo>
                    <a:pt x="2739" y="6466"/>
                  </a:lnTo>
                  <a:cubicBezTo>
                    <a:pt x="2787" y="6514"/>
                    <a:pt x="2835" y="6514"/>
                    <a:pt x="2882" y="6514"/>
                  </a:cubicBezTo>
                  <a:cubicBezTo>
                    <a:pt x="2954" y="6514"/>
                    <a:pt x="2978" y="6514"/>
                    <a:pt x="3025" y="6466"/>
                  </a:cubicBezTo>
                  <a:lnTo>
                    <a:pt x="5621" y="4990"/>
                  </a:lnTo>
                  <a:cubicBezTo>
                    <a:pt x="5716" y="4918"/>
                    <a:pt x="5764" y="4847"/>
                    <a:pt x="5764" y="4752"/>
                  </a:cubicBezTo>
                  <a:lnTo>
                    <a:pt x="5764" y="1775"/>
                  </a:lnTo>
                  <a:cubicBezTo>
                    <a:pt x="5740" y="1656"/>
                    <a:pt x="5692" y="1560"/>
                    <a:pt x="5597" y="1513"/>
                  </a:cubicBezTo>
                  <a:lnTo>
                    <a:pt x="4645" y="965"/>
                  </a:lnTo>
                  <a:cubicBezTo>
                    <a:pt x="4615" y="955"/>
                    <a:pt x="4577" y="949"/>
                    <a:pt x="4541" y="949"/>
                  </a:cubicBezTo>
                  <a:cubicBezTo>
                    <a:pt x="4491" y="949"/>
                    <a:pt x="4444" y="961"/>
                    <a:pt x="4430" y="989"/>
                  </a:cubicBezTo>
                  <a:cubicBezTo>
                    <a:pt x="4335" y="1084"/>
                    <a:pt x="4383" y="1203"/>
                    <a:pt x="4454" y="1275"/>
                  </a:cubicBezTo>
                  <a:lnTo>
                    <a:pt x="5383" y="1799"/>
                  </a:lnTo>
                  <a:lnTo>
                    <a:pt x="5383" y="4728"/>
                  </a:lnTo>
                  <a:lnTo>
                    <a:pt x="2858" y="6180"/>
                  </a:lnTo>
                  <a:lnTo>
                    <a:pt x="334" y="4728"/>
                  </a:lnTo>
                  <a:lnTo>
                    <a:pt x="334" y="1799"/>
                  </a:lnTo>
                  <a:lnTo>
                    <a:pt x="2858" y="346"/>
                  </a:lnTo>
                  <a:lnTo>
                    <a:pt x="3787" y="870"/>
                  </a:lnTo>
                  <a:cubicBezTo>
                    <a:pt x="3808" y="891"/>
                    <a:pt x="3833" y="899"/>
                    <a:pt x="3860" y="899"/>
                  </a:cubicBezTo>
                  <a:cubicBezTo>
                    <a:pt x="3924" y="899"/>
                    <a:pt x="3999" y="849"/>
                    <a:pt x="4049" y="798"/>
                  </a:cubicBezTo>
                  <a:cubicBezTo>
                    <a:pt x="4073" y="703"/>
                    <a:pt x="4049" y="608"/>
                    <a:pt x="3954" y="584"/>
                  </a:cubicBezTo>
                  <a:lnTo>
                    <a:pt x="3025" y="36"/>
                  </a:lnTo>
                  <a:cubicBezTo>
                    <a:pt x="2989" y="12"/>
                    <a:pt x="2942" y="1"/>
                    <a:pt x="28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4" name="Google Shape;14364;p90"/>
            <p:cNvSpPr/>
            <p:nvPr/>
          </p:nvSpPr>
          <p:spPr>
            <a:xfrm>
              <a:off x="2836813" y="3922458"/>
              <a:ext cx="144100" cy="162275"/>
            </a:xfrm>
            <a:custGeom>
              <a:rect b="b" l="l" r="r" t="t"/>
              <a:pathLst>
                <a:path extrusionOk="0" h="6491" w="5764">
                  <a:moveTo>
                    <a:pt x="2891" y="1"/>
                  </a:moveTo>
                  <a:cubicBezTo>
                    <a:pt x="2840" y="1"/>
                    <a:pt x="2787" y="13"/>
                    <a:pt x="2739" y="36"/>
                  </a:cubicBezTo>
                  <a:lnTo>
                    <a:pt x="143" y="1537"/>
                  </a:lnTo>
                  <a:cubicBezTo>
                    <a:pt x="48" y="1584"/>
                    <a:pt x="0" y="1680"/>
                    <a:pt x="0" y="1775"/>
                  </a:cubicBezTo>
                  <a:lnTo>
                    <a:pt x="0" y="4752"/>
                  </a:lnTo>
                  <a:cubicBezTo>
                    <a:pt x="0" y="4823"/>
                    <a:pt x="48" y="4942"/>
                    <a:pt x="143" y="4990"/>
                  </a:cubicBezTo>
                  <a:lnTo>
                    <a:pt x="2739" y="6466"/>
                  </a:lnTo>
                  <a:cubicBezTo>
                    <a:pt x="2787" y="6490"/>
                    <a:pt x="2834" y="6490"/>
                    <a:pt x="2882" y="6490"/>
                  </a:cubicBezTo>
                  <a:cubicBezTo>
                    <a:pt x="2953" y="6490"/>
                    <a:pt x="2977" y="6490"/>
                    <a:pt x="3025" y="6466"/>
                  </a:cubicBezTo>
                  <a:lnTo>
                    <a:pt x="5621" y="4990"/>
                  </a:lnTo>
                  <a:cubicBezTo>
                    <a:pt x="5716" y="4918"/>
                    <a:pt x="5764" y="4823"/>
                    <a:pt x="5764" y="4752"/>
                  </a:cubicBezTo>
                  <a:lnTo>
                    <a:pt x="5764" y="4323"/>
                  </a:lnTo>
                  <a:cubicBezTo>
                    <a:pt x="5764" y="4228"/>
                    <a:pt x="5716" y="4156"/>
                    <a:pt x="5621" y="4156"/>
                  </a:cubicBezTo>
                  <a:cubicBezTo>
                    <a:pt x="5502" y="4156"/>
                    <a:pt x="5406" y="4204"/>
                    <a:pt x="5406" y="4323"/>
                  </a:cubicBezTo>
                  <a:lnTo>
                    <a:pt x="5406" y="4704"/>
                  </a:lnTo>
                  <a:lnTo>
                    <a:pt x="2882" y="6181"/>
                  </a:lnTo>
                  <a:lnTo>
                    <a:pt x="358" y="4704"/>
                  </a:lnTo>
                  <a:lnTo>
                    <a:pt x="358" y="1799"/>
                  </a:lnTo>
                  <a:lnTo>
                    <a:pt x="2882" y="346"/>
                  </a:lnTo>
                  <a:lnTo>
                    <a:pt x="5406" y="1799"/>
                  </a:lnTo>
                  <a:lnTo>
                    <a:pt x="5406" y="3513"/>
                  </a:lnTo>
                  <a:cubicBezTo>
                    <a:pt x="5449" y="3620"/>
                    <a:pt x="5511" y="3708"/>
                    <a:pt x="5592" y="3708"/>
                  </a:cubicBezTo>
                  <a:cubicBezTo>
                    <a:pt x="5601" y="3708"/>
                    <a:pt x="5611" y="3706"/>
                    <a:pt x="5621" y="3704"/>
                  </a:cubicBezTo>
                  <a:cubicBezTo>
                    <a:pt x="5716" y="3704"/>
                    <a:pt x="5764" y="3609"/>
                    <a:pt x="5764" y="3513"/>
                  </a:cubicBezTo>
                  <a:lnTo>
                    <a:pt x="5764" y="1775"/>
                  </a:lnTo>
                  <a:cubicBezTo>
                    <a:pt x="5764" y="1680"/>
                    <a:pt x="5716" y="1561"/>
                    <a:pt x="5621" y="1537"/>
                  </a:cubicBezTo>
                  <a:lnTo>
                    <a:pt x="3025" y="36"/>
                  </a:lnTo>
                  <a:cubicBezTo>
                    <a:pt x="2989" y="13"/>
                    <a:pt x="2942" y="1"/>
                    <a:pt x="28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5" name="Google Shape;14365;p90"/>
            <p:cNvSpPr/>
            <p:nvPr/>
          </p:nvSpPr>
          <p:spPr>
            <a:xfrm>
              <a:off x="2796338" y="3848333"/>
              <a:ext cx="73850" cy="8975"/>
            </a:xfrm>
            <a:custGeom>
              <a:rect b="b" l="l" r="r" t="t"/>
              <a:pathLst>
                <a:path extrusionOk="0" h="359" w="2954">
                  <a:moveTo>
                    <a:pt x="143" y="1"/>
                  </a:moveTo>
                  <a:cubicBezTo>
                    <a:pt x="71" y="1"/>
                    <a:pt x="0" y="96"/>
                    <a:pt x="0" y="168"/>
                  </a:cubicBezTo>
                  <a:cubicBezTo>
                    <a:pt x="0" y="263"/>
                    <a:pt x="95" y="358"/>
                    <a:pt x="191" y="358"/>
                  </a:cubicBezTo>
                  <a:lnTo>
                    <a:pt x="2786" y="358"/>
                  </a:lnTo>
                  <a:cubicBezTo>
                    <a:pt x="2858" y="358"/>
                    <a:pt x="2953" y="287"/>
                    <a:pt x="2953" y="215"/>
                  </a:cubicBezTo>
                  <a:cubicBezTo>
                    <a:pt x="2953" y="96"/>
                    <a:pt x="2905" y="1"/>
                    <a:pt x="2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6" name="Google Shape;14366;p90"/>
            <p:cNvSpPr/>
            <p:nvPr/>
          </p:nvSpPr>
          <p:spPr>
            <a:xfrm>
              <a:off x="2796338" y="3866808"/>
              <a:ext cx="73850" cy="8950"/>
            </a:xfrm>
            <a:custGeom>
              <a:rect b="b" l="l" r="r" t="t"/>
              <a:pathLst>
                <a:path extrusionOk="0" h="358" w="2954">
                  <a:moveTo>
                    <a:pt x="191" y="0"/>
                  </a:moveTo>
                  <a:cubicBezTo>
                    <a:pt x="95" y="0"/>
                    <a:pt x="0" y="72"/>
                    <a:pt x="0" y="143"/>
                  </a:cubicBezTo>
                  <a:cubicBezTo>
                    <a:pt x="0" y="262"/>
                    <a:pt x="71" y="357"/>
                    <a:pt x="191" y="357"/>
                  </a:cubicBezTo>
                  <a:lnTo>
                    <a:pt x="2786" y="357"/>
                  </a:lnTo>
                  <a:cubicBezTo>
                    <a:pt x="2858" y="357"/>
                    <a:pt x="2953" y="310"/>
                    <a:pt x="2953" y="214"/>
                  </a:cubicBezTo>
                  <a:cubicBezTo>
                    <a:pt x="2953" y="95"/>
                    <a:pt x="2858" y="0"/>
                    <a:pt x="2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7" name="Google Shape;14367;p90"/>
            <p:cNvSpPr/>
            <p:nvPr/>
          </p:nvSpPr>
          <p:spPr>
            <a:xfrm>
              <a:off x="2812413" y="3885258"/>
              <a:ext cx="41700" cy="8950"/>
            </a:xfrm>
            <a:custGeom>
              <a:rect b="b" l="l" r="r" t="t"/>
              <a:pathLst>
                <a:path extrusionOk="0" h="358" w="1668">
                  <a:moveTo>
                    <a:pt x="167" y="0"/>
                  </a:moveTo>
                  <a:cubicBezTo>
                    <a:pt x="71" y="0"/>
                    <a:pt x="0" y="72"/>
                    <a:pt x="0" y="167"/>
                  </a:cubicBezTo>
                  <a:cubicBezTo>
                    <a:pt x="0" y="286"/>
                    <a:pt x="48" y="358"/>
                    <a:pt x="167" y="358"/>
                  </a:cubicBezTo>
                  <a:lnTo>
                    <a:pt x="1477" y="358"/>
                  </a:lnTo>
                  <a:cubicBezTo>
                    <a:pt x="1572" y="358"/>
                    <a:pt x="1667" y="310"/>
                    <a:pt x="1667" y="215"/>
                  </a:cubicBezTo>
                  <a:cubicBezTo>
                    <a:pt x="1667" y="96"/>
                    <a:pt x="1596"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8" name="Google Shape;14368;p90"/>
            <p:cNvSpPr/>
            <p:nvPr/>
          </p:nvSpPr>
          <p:spPr>
            <a:xfrm>
              <a:off x="2873138" y="3981708"/>
              <a:ext cx="73850" cy="8950"/>
            </a:xfrm>
            <a:custGeom>
              <a:rect b="b" l="l" r="r" t="t"/>
              <a:pathLst>
                <a:path extrusionOk="0" h="358" w="2954">
                  <a:moveTo>
                    <a:pt x="191" y="0"/>
                  </a:moveTo>
                  <a:cubicBezTo>
                    <a:pt x="95" y="0"/>
                    <a:pt x="0" y="48"/>
                    <a:pt x="0" y="143"/>
                  </a:cubicBezTo>
                  <a:cubicBezTo>
                    <a:pt x="0" y="262"/>
                    <a:pt x="72" y="358"/>
                    <a:pt x="191" y="358"/>
                  </a:cubicBezTo>
                  <a:lnTo>
                    <a:pt x="2763" y="358"/>
                  </a:lnTo>
                  <a:cubicBezTo>
                    <a:pt x="2858" y="358"/>
                    <a:pt x="2953" y="286"/>
                    <a:pt x="2953" y="191"/>
                  </a:cubicBezTo>
                  <a:cubicBezTo>
                    <a:pt x="2953" y="72"/>
                    <a:pt x="2882"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9" name="Google Shape;14369;p90"/>
            <p:cNvSpPr/>
            <p:nvPr/>
          </p:nvSpPr>
          <p:spPr>
            <a:xfrm>
              <a:off x="2873138" y="4000158"/>
              <a:ext cx="74425" cy="8950"/>
            </a:xfrm>
            <a:custGeom>
              <a:rect b="b" l="l" r="r" t="t"/>
              <a:pathLst>
                <a:path extrusionOk="0" h="358" w="2977">
                  <a:moveTo>
                    <a:pt x="191" y="1"/>
                  </a:moveTo>
                  <a:cubicBezTo>
                    <a:pt x="95" y="1"/>
                    <a:pt x="0" y="48"/>
                    <a:pt x="0" y="143"/>
                  </a:cubicBezTo>
                  <a:cubicBezTo>
                    <a:pt x="0" y="263"/>
                    <a:pt x="72" y="358"/>
                    <a:pt x="191" y="358"/>
                  </a:cubicBezTo>
                  <a:lnTo>
                    <a:pt x="2810" y="358"/>
                  </a:lnTo>
                  <a:cubicBezTo>
                    <a:pt x="2882" y="358"/>
                    <a:pt x="2977" y="263"/>
                    <a:pt x="2977" y="143"/>
                  </a:cubicBezTo>
                  <a:cubicBezTo>
                    <a:pt x="2953" y="48"/>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0" name="Google Shape;14370;p90"/>
            <p:cNvSpPr/>
            <p:nvPr/>
          </p:nvSpPr>
          <p:spPr>
            <a:xfrm>
              <a:off x="2888613" y="4018608"/>
              <a:ext cx="41100" cy="8950"/>
            </a:xfrm>
            <a:custGeom>
              <a:rect b="b" l="l" r="r" t="t"/>
              <a:pathLst>
                <a:path extrusionOk="0" h="358" w="1644">
                  <a:moveTo>
                    <a:pt x="191" y="1"/>
                  </a:moveTo>
                  <a:cubicBezTo>
                    <a:pt x="96" y="1"/>
                    <a:pt x="0" y="96"/>
                    <a:pt x="0" y="215"/>
                  </a:cubicBezTo>
                  <a:cubicBezTo>
                    <a:pt x="0" y="310"/>
                    <a:pt x="96" y="358"/>
                    <a:pt x="191" y="358"/>
                  </a:cubicBezTo>
                  <a:lnTo>
                    <a:pt x="1477" y="358"/>
                  </a:lnTo>
                  <a:cubicBezTo>
                    <a:pt x="1548" y="358"/>
                    <a:pt x="1643" y="310"/>
                    <a:pt x="1643" y="215"/>
                  </a:cubicBezTo>
                  <a:cubicBezTo>
                    <a:pt x="1643" y="96"/>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1" name="Google Shape;14371;p90"/>
            <p:cNvSpPr/>
            <p:nvPr/>
          </p:nvSpPr>
          <p:spPr>
            <a:xfrm>
              <a:off x="2720113" y="3981708"/>
              <a:ext cx="73250" cy="8950"/>
            </a:xfrm>
            <a:custGeom>
              <a:rect b="b" l="l" r="r" t="t"/>
              <a:pathLst>
                <a:path extrusionOk="0" h="358" w="2930">
                  <a:moveTo>
                    <a:pt x="168" y="0"/>
                  </a:moveTo>
                  <a:cubicBezTo>
                    <a:pt x="72" y="0"/>
                    <a:pt x="1" y="48"/>
                    <a:pt x="1" y="143"/>
                  </a:cubicBezTo>
                  <a:cubicBezTo>
                    <a:pt x="1" y="262"/>
                    <a:pt x="48" y="358"/>
                    <a:pt x="168" y="358"/>
                  </a:cubicBezTo>
                  <a:lnTo>
                    <a:pt x="2763" y="358"/>
                  </a:lnTo>
                  <a:cubicBezTo>
                    <a:pt x="2859" y="358"/>
                    <a:pt x="2906" y="286"/>
                    <a:pt x="2930" y="191"/>
                  </a:cubicBezTo>
                  <a:cubicBezTo>
                    <a:pt x="2930" y="119"/>
                    <a:pt x="2859"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2" name="Google Shape;14372;p90"/>
            <p:cNvSpPr/>
            <p:nvPr/>
          </p:nvSpPr>
          <p:spPr>
            <a:xfrm>
              <a:off x="2720113" y="4000158"/>
              <a:ext cx="74450" cy="8950"/>
            </a:xfrm>
            <a:custGeom>
              <a:rect b="b" l="l" r="r" t="t"/>
              <a:pathLst>
                <a:path extrusionOk="0" h="358" w="2978">
                  <a:moveTo>
                    <a:pt x="168" y="1"/>
                  </a:moveTo>
                  <a:cubicBezTo>
                    <a:pt x="72" y="1"/>
                    <a:pt x="1" y="48"/>
                    <a:pt x="1" y="143"/>
                  </a:cubicBezTo>
                  <a:cubicBezTo>
                    <a:pt x="1" y="263"/>
                    <a:pt x="48" y="358"/>
                    <a:pt x="168" y="358"/>
                  </a:cubicBezTo>
                  <a:lnTo>
                    <a:pt x="2787" y="358"/>
                  </a:lnTo>
                  <a:cubicBezTo>
                    <a:pt x="2882" y="358"/>
                    <a:pt x="2978" y="263"/>
                    <a:pt x="2978" y="143"/>
                  </a:cubicBezTo>
                  <a:cubicBezTo>
                    <a:pt x="2906" y="48"/>
                    <a:pt x="2859"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3" name="Google Shape;14373;p90"/>
            <p:cNvSpPr/>
            <p:nvPr/>
          </p:nvSpPr>
          <p:spPr>
            <a:xfrm>
              <a:off x="2735588" y="4018608"/>
              <a:ext cx="41125" cy="8950"/>
            </a:xfrm>
            <a:custGeom>
              <a:rect b="b" l="l" r="r" t="t"/>
              <a:pathLst>
                <a:path extrusionOk="0" h="358" w="1645">
                  <a:moveTo>
                    <a:pt x="168" y="1"/>
                  </a:moveTo>
                  <a:cubicBezTo>
                    <a:pt x="96" y="1"/>
                    <a:pt x="1" y="96"/>
                    <a:pt x="1" y="215"/>
                  </a:cubicBezTo>
                  <a:cubicBezTo>
                    <a:pt x="1" y="310"/>
                    <a:pt x="96" y="358"/>
                    <a:pt x="168" y="358"/>
                  </a:cubicBezTo>
                  <a:lnTo>
                    <a:pt x="1454" y="358"/>
                  </a:lnTo>
                  <a:cubicBezTo>
                    <a:pt x="1549" y="358"/>
                    <a:pt x="1644" y="310"/>
                    <a:pt x="1644" y="215"/>
                  </a:cubicBezTo>
                  <a:cubicBezTo>
                    <a:pt x="1644" y="96"/>
                    <a:pt x="1573" y="1"/>
                    <a:pt x="1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74" name="Google Shape;14374;p90"/>
          <p:cNvGrpSpPr/>
          <p:nvPr/>
        </p:nvGrpSpPr>
        <p:grpSpPr>
          <a:xfrm>
            <a:off x="2544498" y="4004837"/>
            <a:ext cx="356019" cy="326899"/>
            <a:chOff x="3195213" y="3801858"/>
            <a:chExt cx="297700" cy="273350"/>
          </a:xfrm>
        </p:grpSpPr>
        <p:sp>
          <p:nvSpPr>
            <p:cNvPr id="14375" name="Google Shape;14375;p90"/>
            <p:cNvSpPr/>
            <p:nvPr/>
          </p:nvSpPr>
          <p:spPr>
            <a:xfrm>
              <a:off x="3195213" y="3801858"/>
              <a:ext cx="297700" cy="273350"/>
            </a:xfrm>
            <a:custGeom>
              <a:rect b="b" l="l" r="r" t="t"/>
              <a:pathLst>
                <a:path extrusionOk="0" h="10934" w="11908">
                  <a:moveTo>
                    <a:pt x="5883" y="336"/>
                  </a:moveTo>
                  <a:cubicBezTo>
                    <a:pt x="6764" y="336"/>
                    <a:pt x="7479" y="1050"/>
                    <a:pt x="7479" y="1955"/>
                  </a:cubicBezTo>
                  <a:cubicBezTo>
                    <a:pt x="7479" y="2836"/>
                    <a:pt x="6764" y="3551"/>
                    <a:pt x="5883" y="3551"/>
                  </a:cubicBezTo>
                  <a:cubicBezTo>
                    <a:pt x="5002" y="3551"/>
                    <a:pt x="4264" y="2836"/>
                    <a:pt x="4264" y="1955"/>
                  </a:cubicBezTo>
                  <a:cubicBezTo>
                    <a:pt x="4264" y="1050"/>
                    <a:pt x="4978" y="336"/>
                    <a:pt x="5883" y="336"/>
                  </a:cubicBezTo>
                  <a:close/>
                  <a:moveTo>
                    <a:pt x="4526" y="3336"/>
                  </a:moveTo>
                  <a:cubicBezTo>
                    <a:pt x="4692" y="3503"/>
                    <a:pt x="4883" y="3646"/>
                    <a:pt x="5097" y="3741"/>
                  </a:cubicBezTo>
                  <a:lnTo>
                    <a:pt x="3073" y="7337"/>
                  </a:lnTo>
                  <a:cubicBezTo>
                    <a:pt x="2858" y="7218"/>
                    <a:pt x="2644" y="7099"/>
                    <a:pt x="2454" y="7028"/>
                  </a:cubicBezTo>
                  <a:lnTo>
                    <a:pt x="4526" y="3336"/>
                  </a:lnTo>
                  <a:close/>
                  <a:moveTo>
                    <a:pt x="7240" y="3313"/>
                  </a:moveTo>
                  <a:lnTo>
                    <a:pt x="9336" y="7004"/>
                  </a:lnTo>
                  <a:cubicBezTo>
                    <a:pt x="9122" y="7051"/>
                    <a:pt x="8907" y="7170"/>
                    <a:pt x="8741" y="7290"/>
                  </a:cubicBezTo>
                  <a:lnTo>
                    <a:pt x="7598" y="5313"/>
                  </a:lnTo>
                  <a:cubicBezTo>
                    <a:pt x="7566" y="5249"/>
                    <a:pt x="7513" y="5218"/>
                    <a:pt x="7453" y="5218"/>
                  </a:cubicBezTo>
                  <a:cubicBezTo>
                    <a:pt x="7423" y="5218"/>
                    <a:pt x="7391" y="5226"/>
                    <a:pt x="7359" y="5242"/>
                  </a:cubicBezTo>
                  <a:cubicBezTo>
                    <a:pt x="7264" y="5313"/>
                    <a:pt x="7240" y="5384"/>
                    <a:pt x="7312" y="5480"/>
                  </a:cubicBezTo>
                  <a:lnTo>
                    <a:pt x="8455" y="7575"/>
                  </a:lnTo>
                  <a:cubicBezTo>
                    <a:pt x="8312" y="7742"/>
                    <a:pt x="8169" y="7933"/>
                    <a:pt x="8074" y="8171"/>
                  </a:cubicBezTo>
                  <a:lnTo>
                    <a:pt x="3692" y="8147"/>
                  </a:lnTo>
                  <a:cubicBezTo>
                    <a:pt x="3597" y="7933"/>
                    <a:pt x="3454" y="7718"/>
                    <a:pt x="3311" y="7552"/>
                  </a:cubicBezTo>
                  <a:lnTo>
                    <a:pt x="5383" y="3813"/>
                  </a:lnTo>
                  <a:cubicBezTo>
                    <a:pt x="5550" y="3860"/>
                    <a:pt x="5692" y="3884"/>
                    <a:pt x="5883" y="3884"/>
                  </a:cubicBezTo>
                  <a:cubicBezTo>
                    <a:pt x="6050" y="3884"/>
                    <a:pt x="6193" y="3836"/>
                    <a:pt x="6359" y="3813"/>
                  </a:cubicBezTo>
                  <a:lnTo>
                    <a:pt x="6883" y="4765"/>
                  </a:lnTo>
                  <a:cubicBezTo>
                    <a:pt x="6931" y="4829"/>
                    <a:pt x="6978" y="4860"/>
                    <a:pt x="7033" y="4860"/>
                  </a:cubicBezTo>
                  <a:cubicBezTo>
                    <a:pt x="7060" y="4860"/>
                    <a:pt x="7090" y="4853"/>
                    <a:pt x="7121" y="4837"/>
                  </a:cubicBezTo>
                  <a:cubicBezTo>
                    <a:pt x="7217" y="4765"/>
                    <a:pt x="7240" y="4670"/>
                    <a:pt x="7193" y="4599"/>
                  </a:cubicBezTo>
                  <a:lnTo>
                    <a:pt x="6669" y="3694"/>
                  </a:lnTo>
                  <a:cubicBezTo>
                    <a:pt x="6883" y="3598"/>
                    <a:pt x="7074" y="3455"/>
                    <a:pt x="7240" y="3313"/>
                  </a:cubicBezTo>
                  <a:close/>
                  <a:moveTo>
                    <a:pt x="8026" y="8504"/>
                  </a:moveTo>
                  <a:cubicBezTo>
                    <a:pt x="7979" y="8623"/>
                    <a:pt x="7979" y="8766"/>
                    <a:pt x="7979" y="8909"/>
                  </a:cubicBezTo>
                  <a:cubicBezTo>
                    <a:pt x="7955" y="9028"/>
                    <a:pt x="7955" y="9123"/>
                    <a:pt x="7979" y="9242"/>
                  </a:cubicBezTo>
                  <a:lnTo>
                    <a:pt x="3811" y="9242"/>
                  </a:lnTo>
                  <a:cubicBezTo>
                    <a:pt x="3859" y="9123"/>
                    <a:pt x="3859" y="9028"/>
                    <a:pt x="3859" y="8909"/>
                  </a:cubicBezTo>
                  <a:cubicBezTo>
                    <a:pt x="3859" y="8766"/>
                    <a:pt x="3811" y="8647"/>
                    <a:pt x="3811" y="8504"/>
                  </a:cubicBezTo>
                  <a:close/>
                  <a:moveTo>
                    <a:pt x="9884" y="7313"/>
                  </a:moveTo>
                  <a:cubicBezTo>
                    <a:pt x="10789" y="7313"/>
                    <a:pt x="11503" y="8028"/>
                    <a:pt x="11503" y="8909"/>
                  </a:cubicBezTo>
                  <a:cubicBezTo>
                    <a:pt x="11503" y="9814"/>
                    <a:pt x="10765" y="10528"/>
                    <a:pt x="9884" y="10528"/>
                  </a:cubicBezTo>
                  <a:cubicBezTo>
                    <a:pt x="9003" y="10528"/>
                    <a:pt x="8288" y="9814"/>
                    <a:pt x="8288" y="8909"/>
                  </a:cubicBezTo>
                  <a:cubicBezTo>
                    <a:pt x="8288" y="8028"/>
                    <a:pt x="9003" y="7313"/>
                    <a:pt x="9884" y="7313"/>
                  </a:cubicBezTo>
                  <a:close/>
                  <a:moveTo>
                    <a:pt x="5938" y="1"/>
                  </a:moveTo>
                  <a:cubicBezTo>
                    <a:pt x="4836" y="1"/>
                    <a:pt x="3978" y="865"/>
                    <a:pt x="3978" y="1979"/>
                  </a:cubicBezTo>
                  <a:cubicBezTo>
                    <a:pt x="3978" y="2384"/>
                    <a:pt x="4097" y="2789"/>
                    <a:pt x="4335" y="3098"/>
                  </a:cubicBezTo>
                  <a:lnTo>
                    <a:pt x="2120" y="7004"/>
                  </a:lnTo>
                  <a:lnTo>
                    <a:pt x="1954" y="7004"/>
                  </a:lnTo>
                  <a:cubicBezTo>
                    <a:pt x="1596" y="7004"/>
                    <a:pt x="1191" y="7123"/>
                    <a:pt x="906" y="7313"/>
                  </a:cubicBezTo>
                  <a:cubicBezTo>
                    <a:pt x="810" y="7361"/>
                    <a:pt x="787" y="7480"/>
                    <a:pt x="858" y="7575"/>
                  </a:cubicBezTo>
                  <a:cubicBezTo>
                    <a:pt x="903" y="7605"/>
                    <a:pt x="958" y="7636"/>
                    <a:pt x="1016" y="7636"/>
                  </a:cubicBezTo>
                  <a:cubicBezTo>
                    <a:pt x="1050" y="7636"/>
                    <a:pt x="1085" y="7625"/>
                    <a:pt x="1120" y="7599"/>
                  </a:cubicBezTo>
                  <a:cubicBezTo>
                    <a:pt x="1382" y="7456"/>
                    <a:pt x="1644" y="7361"/>
                    <a:pt x="1977" y="7361"/>
                  </a:cubicBezTo>
                  <a:cubicBezTo>
                    <a:pt x="2906" y="7361"/>
                    <a:pt x="3644" y="8147"/>
                    <a:pt x="3573" y="9052"/>
                  </a:cubicBezTo>
                  <a:cubicBezTo>
                    <a:pt x="3549" y="9862"/>
                    <a:pt x="2858" y="10552"/>
                    <a:pt x="2049" y="10576"/>
                  </a:cubicBezTo>
                  <a:cubicBezTo>
                    <a:pt x="2009" y="10579"/>
                    <a:pt x="1970" y="10581"/>
                    <a:pt x="1931" y="10581"/>
                  </a:cubicBezTo>
                  <a:cubicBezTo>
                    <a:pt x="1077" y="10581"/>
                    <a:pt x="358" y="9846"/>
                    <a:pt x="358" y="8980"/>
                  </a:cubicBezTo>
                  <a:cubicBezTo>
                    <a:pt x="358" y="8671"/>
                    <a:pt x="453" y="8385"/>
                    <a:pt x="596" y="8147"/>
                  </a:cubicBezTo>
                  <a:cubicBezTo>
                    <a:pt x="668" y="8052"/>
                    <a:pt x="620" y="7956"/>
                    <a:pt x="572" y="7909"/>
                  </a:cubicBezTo>
                  <a:cubicBezTo>
                    <a:pt x="528" y="7876"/>
                    <a:pt x="479" y="7858"/>
                    <a:pt x="434" y="7858"/>
                  </a:cubicBezTo>
                  <a:cubicBezTo>
                    <a:pt x="382" y="7858"/>
                    <a:pt x="336" y="7881"/>
                    <a:pt x="310" y="7933"/>
                  </a:cubicBezTo>
                  <a:cubicBezTo>
                    <a:pt x="120" y="8218"/>
                    <a:pt x="1" y="8576"/>
                    <a:pt x="1" y="8980"/>
                  </a:cubicBezTo>
                  <a:cubicBezTo>
                    <a:pt x="1" y="10052"/>
                    <a:pt x="858" y="10933"/>
                    <a:pt x="1977" y="10933"/>
                  </a:cubicBezTo>
                  <a:cubicBezTo>
                    <a:pt x="2811" y="10933"/>
                    <a:pt x="3525" y="10409"/>
                    <a:pt x="3811" y="9647"/>
                  </a:cubicBezTo>
                  <a:lnTo>
                    <a:pt x="8121" y="9647"/>
                  </a:lnTo>
                  <a:cubicBezTo>
                    <a:pt x="8407" y="10409"/>
                    <a:pt x="9146" y="10933"/>
                    <a:pt x="9979" y="10933"/>
                  </a:cubicBezTo>
                  <a:cubicBezTo>
                    <a:pt x="10979" y="10933"/>
                    <a:pt x="11860" y="10100"/>
                    <a:pt x="11908" y="9099"/>
                  </a:cubicBezTo>
                  <a:cubicBezTo>
                    <a:pt x="11884" y="7909"/>
                    <a:pt x="11003" y="6980"/>
                    <a:pt x="9884" y="6980"/>
                  </a:cubicBezTo>
                  <a:lnTo>
                    <a:pt x="9717" y="6980"/>
                  </a:lnTo>
                  <a:lnTo>
                    <a:pt x="7502" y="3074"/>
                  </a:lnTo>
                  <a:cubicBezTo>
                    <a:pt x="7740" y="2741"/>
                    <a:pt x="7860" y="2336"/>
                    <a:pt x="7860" y="1884"/>
                  </a:cubicBezTo>
                  <a:cubicBezTo>
                    <a:pt x="7836" y="883"/>
                    <a:pt x="7026" y="50"/>
                    <a:pt x="6026" y="2"/>
                  </a:cubicBezTo>
                  <a:cubicBezTo>
                    <a:pt x="5996" y="1"/>
                    <a:pt x="5967" y="1"/>
                    <a:pt x="59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6" name="Google Shape;14376;p90"/>
            <p:cNvSpPr/>
            <p:nvPr/>
          </p:nvSpPr>
          <p:spPr>
            <a:xfrm>
              <a:off x="3445263" y="4003733"/>
              <a:ext cx="26225" cy="44075"/>
            </a:xfrm>
            <a:custGeom>
              <a:rect b="b" l="l" r="r" t="t"/>
              <a:pathLst>
                <a:path extrusionOk="0" h="1763" w="1049">
                  <a:moveTo>
                    <a:pt x="549" y="0"/>
                  </a:moveTo>
                  <a:cubicBezTo>
                    <a:pt x="310" y="0"/>
                    <a:pt x="96" y="191"/>
                    <a:pt x="48" y="429"/>
                  </a:cubicBezTo>
                  <a:cubicBezTo>
                    <a:pt x="1" y="501"/>
                    <a:pt x="72" y="596"/>
                    <a:pt x="191" y="620"/>
                  </a:cubicBezTo>
                  <a:cubicBezTo>
                    <a:pt x="212" y="630"/>
                    <a:pt x="231" y="635"/>
                    <a:pt x="249" y="635"/>
                  </a:cubicBezTo>
                  <a:cubicBezTo>
                    <a:pt x="316" y="635"/>
                    <a:pt x="368" y="570"/>
                    <a:pt x="406" y="477"/>
                  </a:cubicBezTo>
                  <a:cubicBezTo>
                    <a:pt x="430" y="381"/>
                    <a:pt x="477" y="358"/>
                    <a:pt x="549" y="358"/>
                  </a:cubicBezTo>
                  <a:cubicBezTo>
                    <a:pt x="644" y="358"/>
                    <a:pt x="715" y="429"/>
                    <a:pt x="715" y="548"/>
                  </a:cubicBezTo>
                  <a:cubicBezTo>
                    <a:pt x="715" y="620"/>
                    <a:pt x="668" y="715"/>
                    <a:pt x="549" y="715"/>
                  </a:cubicBezTo>
                  <a:cubicBezTo>
                    <a:pt x="453" y="715"/>
                    <a:pt x="358" y="810"/>
                    <a:pt x="358" y="905"/>
                  </a:cubicBezTo>
                  <a:cubicBezTo>
                    <a:pt x="358" y="977"/>
                    <a:pt x="453" y="1072"/>
                    <a:pt x="549" y="1072"/>
                  </a:cubicBezTo>
                  <a:cubicBezTo>
                    <a:pt x="644" y="1072"/>
                    <a:pt x="715" y="1144"/>
                    <a:pt x="715" y="1263"/>
                  </a:cubicBezTo>
                  <a:cubicBezTo>
                    <a:pt x="715" y="1334"/>
                    <a:pt x="668" y="1429"/>
                    <a:pt x="549" y="1429"/>
                  </a:cubicBezTo>
                  <a:cubicBezTo>
                    <a:pt x="453" y="1429"/>
                    <a:pt x="406" y="1382"/>
                    <a:pt x="406" y="1286"/>
                  </a:cubicBezTo>
                  <a:lnTo>
                    <a:pt x="406" y="1263"/>
                  </a:lnTo>
                  <a:cubicBezTo>
                    <a:pt x="406" y="1167"/>
                    <a:pt x="310" y="1072"/>
                    <a:pt x="215" y="1072"/>
                  </a:cubicBezTo>
                  <a:cubicBezTo>
                    <a:pt x="120" y="1072"/>
                    <a:pt x="48" y="1167"/>
                    <a:pt x="48" y="1263"/>
                  </a:cubicBezTo>
                  <a:lnTo>
                    <a:pt x="48" y="1310"/>
                  </a:lnTo>
                  <a:cubicBezTo>
                    <a:pt x="72" y="1548"/>
                    <a:pt x="287" y="1763"/>
                    <a:pt x="549" y="1763"/>
                  </a:cubicBezTo>
                  <a:cubicBezTo>
                    <a:pt x="811" y="1763"/>
                    <a:pt x="1049" y="1525"/>
                    <a:pt x="1049" y="1263"/>
                  </a:cubicBezTo>
                  <a:cubicBezTo>
                    <a:pt x="1049" y="1144"/>
                    <a:pt x="1001" y="1024"/>
                    <a:pt x="930" y="929"/>
                  </a:cubicBezTo>
                  <a:cubicBezTo>
                    <a:pt x="1001" y="786"/>
                    <a:pt x="1049" y="667"/>
                    <a:pt x="1049" y="501"/>
                  </a:cubicBezTo>
                  <a:cubicBezTo>
                    <a:pt x="1049" y="239"/>
                    <a:pt x="811"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7" name="Google Shape;14377;p90"/>
            <p:cNvSpPr/>
            <p:nvPr/>
          </p:nvSpPr>
          <p:spPr>
            <a:xfrm>
              <a:off x="3412538" y="4003583"/>
              <a:ext cx="27400" cy="42750"/>
            </a:xfrm>
            <a:custGeom>
              <a:rect b="b" l="l" r="r" t="t"/>
              <a:pathLst>
                <a:path extrusionOk="0" h="1710" w="1096">
                  <a:moveTo>
                    <a:pt x="579" y="337"/>
                  </a:moveTo>
                  <a:cubicBezTo>
                    <a:pt x="687" y="337"/>
                    <a:pt x="786" y="445"/>
                    <a:pt x="786" y="554"/>
                  </a:cubicBezTo>
                  <a:lnTo>
                    <a:pt x="786" y="1150"/>
                  </a:lnTo>
                  <a:cubicBezTo>
                    <a:pt x="786" y="1250"/>
                    <a:pt x="701" y="1351"/>
                    <a:pt x="603" y="1351"/>
                  </a:cubicBezTo>
                  <a:cubicBezTo>
                    <a:pt x="585" y="1351"/>
                    <a:pt x="566" y="1347"/>
                    <a:pt x="548" y="1340"/>
                  </a:cubicBezTo>
                  <a:cubicBezTo>
                    <a:pt x="453" y="1316"/>
                    <a:pt x="357" y="1221"/>
                    <a:pt x="357" y="1150"/>
                  </a:cubicBezTo>
                  <a:lnTo>
                    <a:pt x="357" y="554"/>
                  </a:lnTo>
                  <a:cubicBezTo>
                    <a:pt x="357" y="435"/>
                    <a:pt x="429" y="340"/>
                    <a:pt x="548" y="340"/>
                  </a:cubicBezTo>
                  <a:cubicBezTo>
                    <a:pt x="558" y="338"/>
                    <a:pt x="569" y="337"/>
                    <a:pt x="579" y="337"/>
                  </a:cubicBezTo>
                  <a:close/>
                  <a:moveTo>
                    <a:pt x="536" y="1"/>
                  </a:moveTo>
                  <a:cubicBezTo>
                    <a:pt x="509" y="1"/>
                    <a:pt x="481" y="3"/>
                    <a:pt x="453" y="6"/>
                  </a:cubicBezTo>
                  <a:cubicBezTo>
                    <a:pt x="214" y="30"/>
                    <a:pt x="0" y="268"/>
                    <a:pt x="0" y="554"/>
                  </a:cubicBezTo>
                  <a:lnTo>
                    <a:pt x="0" y="1150"/>
                  </a:lnTo>
                  <a:cubicBezTo>
                    <a:pt x="0" y="1411"/>
                    <a:pt x="214" y="1650"/>
                    <a:pt x="453" y="1697"/>
                  </a:cubicBezTo>
                  <a:cubicBezTo>
                    <a:pt x="493" y="1705"/>
                    <a:pt x="532" y="1709"/>
                    <a:pt x="570" y="1709"/>
                  </a:cubicBezTo>
                  <a:cubicBezTo>
                    <a:pt x="870" y="1709"/>
                    <a:pt x="1096" y="1469"/>
                    <a:pt x="1096" y="1173"/>
                  </a:cubicBezTo>
                  <a:lnTo>
                    <a:pt x="1096" y="554"/>
                  </a:lnTo>
                  <a:cubicBezTo>
                    <a:pt x="1096" y="247"/>
                    <a:pt x="853"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8" name="Google Shape;14378;p90"/>
            <p:cNvSpPr/>
            <p:nvPr/>
          </p:nvSpPr>
          <p:spPr>
            <a:xfrm>
              <a:off x="3244638" y="4003733"/>
              <a:ext cx="27400" cy="41700"/>
            </a:xfrm>
            <a:custGeom>
              <a:rect b="b" l="l" r="r" t="t"/>
              <a:pathLst>
                <a:path extrusionOk="0" h="1668" w="1096">
                  <a:moveTo>
                    <a:pt x="524" y="0"/>
                  </a:moveTo>
                  <a:cubicBezTo>
                    <a:pt x="286" y="0"/>
                    <a:pt x="96" y="191"/>
                    <a:pt x="24" y="429"/>
                  </a:cubicBezTo>
                  <a:cubicBezTo>
                    <a:pt x="0" y="501"/>
                    <a:pt x="48" y="572"/>
                    <a:pt x="119" y="596"/>
                  </a:cubicBezTo>
                  <a:cubicBezTo>
                    <a:pt x="152" y="615"/>
                    <a:pt x="185" y="624"/>
                    <a:pt x="215" y="624"/>
                  </a:cubicBezTo>
                  <a:cubicBezTo>
                    <a:pt x="295" y="624"/>
                    <a:pt x="358" y="563"/>
                    <a:pt x="358" y="477"/>
                  </a:cubicBezTo>
                  <a:cubicBezTo>
                    <a:pt x="381" y="381"/>
                    <a:pt x="453" y="358"/>
                    <a:pt x="500" y="358"/>
                  </a:cubicBezTo>
                  <a:cubicBezTo>
                    <a:pt x="596" y="358"/>
                    <a:pt x="643" y="429"/>
                    <a:pt x="691" y="501"/>
                  </a:cubicBezTo>
                  <a:lnTo>
                    <a:pt x="691" y="548"/>
                  </a:lnTo>
                  <a:cubicBezTo>
                    <a:pt x="643" y="596"/>
                    <a:pt x="620" y="691"/>
                    <a:pt x="572" y="739"/>
                  </a:cubicBezTo>
                  <a:cubicBezTo>
                    <a:pt x="358" y="1048"/>
                    <a:pt x="239" y="1191"/>
                    <a:pt x="167" y="1286"/>
                  </a:cubicBezTo>
                  <a:cubicBezTo>
                    <a:pt x="96" y="1405"/>
                    <a:pt x="48" y="1453"/>
                    <a:pt x="96" y="1548"/>
                  </a:cubicBezTo>
                  <a:cubicBezTo>
                    <a:pt x="119" y="1620"/>
                    <a:pt x="143" y="1644"/>
                    <a:pt x="215" y="1667"/>
                  </a:cubicBezTo>
                  <a:lnTo>
                    <a:pt x="929" y="1667"/>
                  </a:lnTo>
                  <a:cubicBezTo>
                    <a:pt x="1001" y="1667"/>
                    <a:pt x="1096" y="1620"/>
                    <a:pt x="1096" y="1525"/>
                  </a:cubicBezTo>
                  <a:cubicBezTo>
                    <a:pt x="1096" y="1405"/>
                    <a:pt x="1048" y="1334"/>
                    <a:pt x="929" y="1334"/>
                  </a:cubicBezTo>
                  <a:lnTo>
                    <a:pt x="572" y="1334"/>
                  </a:lnTo>
                  <a:cubicBezTo>
                    <a:pt x="620" y="1263"/>
                    <a:pt x="739" y="1096"/>
                    <a:pt x="858" y="953"/>
                  </a:cubicBezTo>
                  <a:cubicBezTo>
                    <a:pt x="953" y="810"/>
                    <a:pt x="1001" y="691"/>
                    <a:pt x="1048" y="596"/>
                  </a:cubicBezTo>
                  <a:lnTo>
                    <a:pt x="1048" y="548"/>
                  </a:lnTo>
                  <a:lnTo>
                    <a:pt x="1048" y="501"/>
                  </a:lnTo>
                  <a:cubicBezTo>
                    <a:pt x="1048" y="239"/>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9" name="Google Shape;14379;p90"/>
            <p:cNvSpPr/>
            <p:nvPr/>
          </p:nvSpPr>
          <p:spPr>
            <a:xfrm>
              <a:off x="3214263" y="4002858"/>
              <a:ext cx="27425" cy="42850"/>
            </a:xfrm>
            <a:custGeom>
              <a:rect b="b" l="l" r="r" t="t"/>
              <a:pathLst>
                <a:path extrusionOk="0" h="1714" w="1097">
                  <a:moveTo>
                    <a:pt x="518" y="366"/>
                  </a:moveTo>
                  <a:cubicBezTo>
                    <a:pt x="528" y="366"/>
                    <a:pt x="538" y="367"/>
                    <a:pt x="549" y="369"/>
                  </a:cubicBezTo>
                  <a:cubicBezTo>
                    <a:pt x="644" y="393"/>
                    <a:pt x="739" y="488"/>
                    <a:pt x="739" y="583"/>
                  </a:cubicBezTo>
                  <a:lnTo>
                    <a:pt x="739" y="1179"/>
                  </a:lnTo>
                  <a:cubicBezTo>
                    <a:pt x="739" y="1298"/>
                    <a:pt x="668" y="1369"/>
                    <a:pt x="549" y="1369"/>
                  </a:cubicBezTo>
                  <a:cubicBezTo>
                    <a:pt x="530" y="1376"/>
                    <a:pt x="512" y="1380"/>
                    <a:pt x="494" y="1380"/>
                  </a:cubicBezTo>
                  <a:cubicBezTo>
                    <a:pt x="395" y="1380"/>
                    <a:pt x="310" y="1279"/>
                    <a:pt x="310" y="1179"/>
                  </a:cubicBezTo>
                  <a:lnTo>
                    <a:pt x="310" y="583"/>
                  </a:lnTo>
                  <a:cubicBezTo>
                    <a:pt x="310" y="474"/>
                    <a:pt x="410" y="366"/>
                    <a:pt x="518" y="366"/>
                  </a:cubicBezTo>
                  <a:close/>
                  <a:moveTo>
                    <a:pt x="534" y="1"/>
                  </a:moveTo>
                  <a:cubicBezTo>
                    <a:pt x="230" y="1"/>
                    <a:pt x="1" y="259"/>
                    <a:pt x="1" y="536"/>
                  </a:cubicBezTo>
                  <a:lnTo>
                    <a:pt x="1" y="1179"/>
                  </a:lnTo>
                  <a:cubicBezTo>
                    <a:pt x="1" y="1456"/>
                    <a:pt x="230" y="1714"/>
                    <a:pt x="534" y="1714"/>
                  </a:cubicBezTo>
                  <a:cubicBezTo>
                    <a:pt x="569" y="1714"/>
                    <a:pt x="606" y="1710"/>
                    <a:pt x="644" y="1702"/>
                  </a:cubicBezTo>
                  <a:cubicBezTo>
                    <a:pt x="882" y="1679"/>
                    <a:pt x="1096" y="1440"/>
                    <a:pt x="1096" y="1179"/>
                  </a:cubicBezTo>
                  <a:lnTo>
                    <a:pt x="1096" y="583"/>
                  </a:lnTo>
                  <a:cubicBezTo>
                    <a:pt x="1096" y="297"/>
                    <a:pt x="882" y="59"/>
                    <a:pt x="644" y="12"/>
                  </a:cubicBezTo>
                  <a:cubicBezTo>
                    <a:pt x="606" y="4"/>
                    <a:pt x="569"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0" name="Google Shape;14380;p90"/>
            <p:cNvSpPr/>
            <p:nvPr/>
          </p:nvSpPr>
          <p:spPr>
            <a:xfrm>
              <a:off x="3350613" y="3828708"/>
              <a:ext cx="17275" cy="44175"/>
            </a:xfrm>
            <a:custGeom>
              <a:rect b="b" l="l" r="r" t="t"/>
              <a:pathLst>
                <a:path extrusionOk="0" h="1767" w="691">
                  <a:moveTo>
                    <a:pt x="215" y="0"/>
                  </a:moveTo>
                  <a:cubicBezTo>
                    <a:pt x="96" y="0"/>
                    <a:pt x="0" y="95"/>
                    <a:pt x="48" y="214"/>
                  </a:cubicBezTo>
                  <a:cubicBezTo>
                    <a:pt x="72" y="310"/>
                    <a:pt x="167" y="357"/>
                    <a:pt x="215" y="357"/>
                  </a:cubicBezTo>
                  <a:lnTo>
                    <a:pt x="334" y="357"/>
                  </a:lnTo>
                  <a:lnTo>
                    <a:pt x="334" y="1596"/>
                  </a:lnTo>
                  <a:cubicBezTo>
                    <a:pt x="334" y="1667"/>
                    <a:pt x="405" y="1738"/>
                    <a:pt x="500" y="1762"/>
                  </a:cubicBezTo>
                  <a:cubicBezTo>
                    <a:pt x="513" y="1765"/>
                    <a:pt x="525" y="1767"/>
                    <a:pt x="537" y="1767"/>
                  </a:cubicBezTo>
                  <a:cubicBezTo>
                    <a:pt x="619" y="1767"/>
                    <a:pt x="691" y="1699"/>
                    <a:pt x="691" y="1596"/>
                  </a:cubicBezTo>
                  <a:lnTo>
                    <a:pt x="691" y="191"/>
                  </a:lnTo>
                  <a:cubicBezTo>
                    <a:pt x="691" y="95"/>
                    <a:pt x="596"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1" name="Google Shape;14381;p90"/>
            <p:cNvSpPr/>
            <p:nvPr/>
          </p:nvSpPr>
          <p:spPr>
            <a:xfrm>
              <a:off x="3316663" y="3827458"/>
              <a:ext cx="29200" cy="44875"/>
            </a:xfrm>
            <a:custGeom>
              <a:rect b="b" l="l" r="r" t="t"/>
              <a:pathLst>
                <a:path extrusionOk="0" h="1795" w="1168">
                  <a:moveTo>
                    <a:pt x="596" y="383"/>
                  </a:moveTo>
                  <a:cubicBezTo>
                    <a:pt x="715" y="383"/>
                    <a:pt x="811" y="502"/>
                    <a:pt x="811" y="622"/>
                  </a:cubicBezTo>
                  <a:lnTo>
                    <a:pt x="811" y="1241"/>
                  </a:lnTo>
                  <a:cubicBezTo>
                    <a:pt x="811" y="1360"/>
                    <a:pt x="715" y="1479"/>
                    <a:pt x="596" y="1479"/>
                  </a:cubicBezTo>
                  <a:cubicBezTo>
                    <a:pt x="453" y="1479"/>
                    <a:pt x="358" y="1407"/>
                    <a:pt x="358" y="1241"/>
                  </a:cubicBezTo>
                  <a:lnTo>
                    <a:pt x="358" y="622"/>
                  </a:lnTo>
                  <a:cubicBezTo>
                    <a:pt x="358" y="502"/>
                    <a:pt x="477" y="383"/>
                    <a:pt x="596" y="383"/>
                  </a:cubicBezTo>
                  <a:close/>
                  <a:moveTo>
                    <a:pt x="623" y="1"/>
                  </a:moveTo>
                  <a:cubicBezTo>
                    <a:pt x="285" y="1"/>
                    <a:pt x="1" y="255"/>
                    <a:pt x="1" y="574"/>
                  </a:cubicBezTo>
                  <a:lnTo>
                    <a:pt x="1" y="1217"/>
                  </a:lnTo>
                  <a:cubicBezTo>
                    <a:pt x="1" y="1550"/>
                    <a:pt x="263" y="1788"/>
                    <a:pt x="572" y="1788"/>
                  </a:cubicBezTo>
                  <a:cubicBezTo>
                    <a:pt x="599" y="1792"/>
                    <a:pt x="625" y="1794"/>
                    <a:pt x="650" y="1794"/>
                  </a:cubicBezTo>
                  <a:cubicBezTo>
                    <a:pt x="946" y="1794"/>
                    <a:pt x="1168" y="1548"/>
                    <a:pt x="1168" y="1241"/>
                  </a:cubicBezTo>
                  <a:lnTo>
                    <a:pt x="1168" y="598"/>
                  </a:lnTo>
                  <a:cubicBezTo>
                    <a:pt x="1168" y="336"/>
                    <a:pt x="930" y="26"/>
                    <a:pt x="668" y="2"/>
                  </a:cubicBezTo>
                  <a:cubicBezTo>
                    <a:pt x="653" y="1"/>
                    <a:pt x="638" y="1"/>
                    <a:pt x="6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82" name="Google Shape;14382;p90"/>
          <p:cNvGrpSpPr/>
          <p:nvPr/>
        </p:nvGrpSpPr>
        <p:grpSpPr>
          <a:xfrm>
            <a:off x="3247999" y="3991263"/>
            <a:ext cx="356019" cy="356139"/>
            <a:chOff x="3656038" y="3790508"/>
            <a:chExt cx="297700" cy="297800"/>
          </a:xfrm>
        </p:grpSpPr>
        <p:sp>
          <p:nvSpPr>
            <p:cNvPr id="14383" name="Google Shape;14383;p90"/>
            <p:cNvSpPr/>
            <p:nvPr/>
          </p:nvSpPr>
          <p:spPr>
            <a:xfrm>
              <a:off x="3871563" y="3876333"/>
              <a:ext cx="28600" cy="39900"/>
            </a:xfrm>
            <a:custGeom>
              <a:rect b="b" l="l" r="r" t="t"/>
              <a:pathLst>
                <a:path extrusionOk="0" h="1596" w="1144">
                  <a:moveTo>
                    <a:pt x="548" y="334"/>
                  </a:moveTo>
                  <a:cubicBezTo>
                    <a:pt x="619" y="334"/>
                    <a:pt x="667" y="357"/>
                    <a:pt x="667" y="429"/>
                  </a:cubicBezTo>
                  <a:cubicBezTo>
                    <a:pt x="691" y="524"/>
                    <a:pt x="643" y="572"/>
                    <a:pt x="548" y="572"/>
                  </a:cubicBezTo>
                  <a:lnTo>
                    <a:pt x="381" y="572"/>
                  </a:lnTo>
                  <a:lnTo>
                    <a:pt x="381" y="334"/>
                  </a:lnTo>
                  <a:close/>
                  <a:moveTo>
                    <a:pt x="619" y="929"/>
                  </a:moveTo>
                  <a:cubicBezTo>
                    <a:pt x="691" y="929"/>
                    <a:pt x="762" y="1000"/>
                    <a:pt x="786" y="1048"/>
                  </a:cubicBezTo>
                  <a:cubicBezTo>
                    <a:pt x="810" y="1167"/>
                    <a:pt x="738" y="1262"/>
                    <a:pt x="643" y="1262"/>
                  </a:cubicBezTo>
                  <a:lnTo>
                    <a:pt x="381" y="1262"/>
                  </a:lnTo>
                  <a:lnTo>
                    <a:pt x="381" y="929"/>
                  </a:lnTo>
                  <a:close/>
                  <a:moveTo>
                    <a:pt x="191" y="0"/>
                  </a:moveTo>
                  <a:cubicBezTo>
                    <a:pt x="95" y="0"/>
                    <a:pt x="0" y="95"/>
                    <a:pt x="0" y="191"/>
                  </a:cubicBezTo>
                  <a:lnTo>
                    <a:pt x="0" y="1429"/>
                  </a:lnTo>
                  <a:lnTo>
                    <a:pt x="0" y="1500"/>
                  </a:lnTo>
                  <a:cubicBezTo>
                    <a:pt x="71" y="1548"/>
                    <a:pt x="143" y="1596"/>
                    <a:pt x="214" y="1596"/>
                  </a:cubicBezTo>
                  <a:lnTo>
                    <a:pt x="643" y="1596"/>
                  </a:lnTo>
                  <a:cubicBezTo>
                    <a:pt x="905" y="1596"/>
                    <a:pt x="1143" y="1358"/>
                    <a:pt x="1143" y="1072"/>
                  </a:cubicBezTo>
                  <a:cubicBezTo>
                    <a:pt x="1143" y="929"/>
                    <a:pt x="1095" y="786"/>
                    <a:pt x="976" y="691"/>
                  </a:cubicBezTo>
                  <a:cubicBezTo>
                    <a:pt x="1024" y="596"/>
                    <a:pt x="1024" y="500"/>
                    <a:pt x="1024" y="429"/>
                  </a:cubicBezTo>
                  <a:cubicBezTo>
                    <a:pt x="1000" y="191"/>
                    <a:pt x="786"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4" name="Google Shape;14384;p90"/>
            <p:cNvSpPr/>
            <p:nvPr/>
          </p:nvSpPr>
          <p:spPr>
            <a:xfrm>
              <a:off x="3799513" y="3812033"/>
              <a:ext cx="35150" cy="40625"/>
            </a:xfrm>
            <a:custGeom>
              <a:rect b="b" l="l" r="r" t="t"/>
              <a:pathLst>
                <a:path extrusionOk="0" h="1625" w="1406">
                  <a:moveTo>
                    <a:pt x="715" y="643"/>
                  </a:moveTo>
                  <a:lnTo>
                    <a:pt x="834" y="977"/>
                  </a:lnTo>
                  <a:lnTo>
                    <a:pt x="572" y="977"/>
                  </a:lnTo>
                  <a:lnTo>
                    <a:pt x="715" y="643"/>
                  </a:lnTo>
                  <a:close/>
                  <a:moveTo>
                    <a:pt x="691" y="0"/>
                  </a:moveTo>
                  <a:cubicBezTo>
                    <a:pt x="596" y="0"/>
                    <a:pt x="548" y="48"/>
                    <a:pt x="501" y="119"/>
                  </a:cubicBezTo>
                  <a:lnTo>
                    <a:pt x="0" y="1381"/>
                  </a:lnTo>
                  <a:cubicBezTo>
                    <a:pt x="0" y="1548"/>
                    <a:pt x="72" y="1620"/>
                    <a:pt x="167" y="1620"/>
                  </a:cubicBezTo>
                  <a:lnTo>
                    <a:pt x="215" y="1620"/>
                  </a:lnTo>
                  <a:cubicBezTo>
                    <a:pt x="286" y="1620"/>
                    <a:pt x="358" y="1596"/>
                    <a:pt x="358" y="1501"/>
                  </a:cubicBezTo>
                  <a:lnTo>
                    <a:pt x="453" y="1310"/>
                  </a:lnTo>
                  <a:lnTo>
                    <a:pt x="953" y="1310"/>
                  </a:lnTo>
                  <a:lnTo>
                    <a:pt x="1024" y="1501"/>
                  </a:lnTo>
                  <a:cubicBezTo>
                    <a:pt x="1042" y="1569"/>
                    <a:pt x="1108" y="1625"/>
                    <a:pt x="1179" y="1625"/>
                  </a:cubicBezTo>
                  <a:cubicBezTo>
                    <a:pt x="1207" y="1625"/>
                    <a:pt x="1236" y="1616"/>
                    <a:pt x="1263" y="1596"/>
                  </a:cubicBezTo>
                  <a:cubicBezTo>
                    <a:pt x="1358" y="1572"/>
                    <a:pt x="1406" y="1453"/>
                    <a:pt x="1358" y="1358"/>
                  </a:cubicBezTo>
                  <a:lnTo>
                    <a:pt x="882" y="119"/>
                  </a:lnTo>
                  <a:cubicBezTo>
                    <a:pt x="834" y="24"/>
                    <a:pt x="763"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5" name="Google Shape;14385;p90"/>
            <p:cNvSpPr/>
            <p:nvPr/>
          </p:nvSpPr>
          <p:spPr>
            <a:xfrm>
              <a:off x="3916788" y="4003133"/>
              <a:ext cx="30400" cy="39325"/>
            </a:xfrm>
            <a:custGeom>
              <a:rect b="b" l="l" r="r" t="t"/>
              <a:pathLst>
                <a:path extrusionOk="0" h="1573" w="1216">
                  <a:moveTo>
                    <a:pt x="525" y="334"/>
                  </a:moveTo>
                  <a:cubicBezTo>
                    <a:pt x="834" y="334"/>
                    <a:pt x="858" y="644"/>
                    <a:pt x="858" y="763"/>
                  </a:cubicBezTo>
                  <a:cubicBezTo>
                    <a:pt x="858" y="1072"/>
                    <a:pt x="715" y="1215"/>
                    <a:pt x="525" y="1215"/>
                  </a:cubicBezTo>
                  <a:lnTo>
                    <a:pt x="358" y="1215"/>
                  </a:lnTo>
                  <a:lnTo>
                    <a:pt x="358" y="763"/>
                  </a:lnTo>
                  <a:lnTo>
                    <a:pt x="358" y="334"/>
                  </a:lnTo>
                  <a:close/>
                  <a:moveTo>
                    <a:pt x="96" y="1"/>
                  </a:moveTo>
                  <a:cubicBezTo>
                    <a:pt x="25" y="24"/>
                    <a:pt x="1" y="96"/>
                    <a:pt x="1" y="167"/>
                  </a:cubicBezTo>
                  <a:lnTo>
                    <a:pt x="1" y="810"/>
                  </a:lnTo>
                  <a:cubicBezTo>
                    <a:pt x="25" y="953"/>
                    <a:pt x="25" y="1406"/>
                    <a:pt x="25" y="1406"/>
                  </a:cubicBezTo>
                  <a:cubicBezTo>
                    <a:pt x="25" y="1453"/>
                    <a:pt x="72" y="1549"/>
                    <a:pt x="144" y="1572"/>
                  </a:cubicBezTo>
                  <a:lnTo>
                    <a:pt x="549" y="1572"/>
                  </a:lnTo>
                  <a:cubicBezTo>
                    <a:pt x="953" y="1572"/>
                    <a:pt x="1215" y="1239"/>
                    <a:pt x="1215" y="810"/>
                  </a:cubicBezTo>
                  <a:cubicBezTo>
                    <a:pt x="1215" y="334"/>
                    <a:pt x="953"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6" name="Google Shape;14386;p90"/>
            <p:cNvSpPr/>
            <p:nvPr/>
          </p:nvSpPr>
          <p:spPr>
            <a:xfrm>
              <a:off x="3833438" y="3939933"/>
              <a:ext cx="34575" cy="39425"/>
            </a:xfrm>
            <a:custGeom>
              <a:rect b="b" l="l" r="r" t="t"/>
              <a:pathLst>
                <a:path extrusionOk="0" h="1577" w="1383">
                  <a:moveTo>
                    <a:pt x="710" y="0"/>
                  </a:moveTo>
                  <a:cubicBezTo>
                    <a:pt x="316" y="0"/>
                    <a:pt x="1" y="341"/>
                    <a:pt x="1" y="766"/>
                  </a:cubicBezTo>
                  <a:cubicBezTo>
                    <a:pt x="1" y="1219"/>
                    <a:pt x="358" y="1576"/>
                    <a:pt x="787" y="1576"/>
                  </a:cubicBezTo>
                  <a:cubicBezTo>
                    <a:pt x="977" y="1576"/>
                    <a:pt x="1120" y="1505"/>
                    <a:pt x="1263" y="1386"/>
                  </a:cubicBezTo>
                  <a:lnTo>
                    <a:pt x="1334" y="1338"/>
                  </a:lnTo>
                  <a:cubicBezTo>
                    <a:pt x="1382" y="1266"/>
                    <a:pt x="1382" y="1147"/>
                    <a:pt x="1311" y="1100"/>
                  </a:cubicBezTo>
                  <a:cubicBezTo>
                    <a:pt x="1278" y="1067"/>
                    <a:pt x="1234" y="1049"/>
                    <a:pt x="1190" y="1049"/>
                  </a:cubicBezTo>
                  <a:cubicBezTo>
                    <a:pt x="1139" y="1049"/>
                    <a:pt x="1087" y="1073"/>
                    <a:pt x="1049" y="1124"/>
                  </a:cubicBezTo>
                  <a:lnTo>
                    <a:pt x="1025" y="1147"/>
                  </a:lnTo>
                  <a:cubicBezTo>
                    <a:pt x="977" y="1219"/>
                    <a:pt x="882" y="1243"/>
                    <a:pt x="787" y="1243"/>
                  </a:cubicBezTo>
                  <a:cubicBezTo>
                    <a:pt x="549" y="1243"/>
                    <a:pt x="334" y="1028"/>
                    <a:pt x="334" y="790"/>
                  </a:cubicBezTo>
                  <a:cubicBezTo>
                    <a:pt x="334" y="552"/>
                    <a:pt x="549" y="362"/>
                    <a:pt x="787" y="362"/>
                  </a:cubicBezTo>
                  <a:cubicBezTo>
                    <a:pt x="882" y="362"/>
                    <a:pt x="977" y="385"/>
                    <a:pt x="1049" y="433"/>
                  </a:cubicBezTo>
                  <a:cubicBezTo>
                    <a:pt x="1086" y="461"/>
                    <a:pt x="1124" y="474"/>
                    <a:pt x="1159" y="474"/>
                  </a:cubicBezTo>
                  <a:cubicBezTo>
                    <a:pt x="1212" y="474"/>
                    <a:pt x="1258" y="443"/>
                    <a:pt x="1287" y="385"/>
                  </a:cubicBezTo>
                  <a:cubicBezTo>
                    <a:pt x="1358" y="290"/>
                    <a:pt x="1334" y="195"/>
                    <a:pt x="1239" y="147"/>
                  </a:cubicBezTo>
                  <a:cubicBezTo>
                    <a:pt x="1120" y="52"/>
                    <a:pt x="930" y="4"/>
                    <a:pt x="787" y="4"/>
                  </a:cubicBezTo>
                  <a:cubicBezTo>
                    <a:pt x="761" y="1"/>
                    <a:pt x="735" y="0"/>
                    <a:pt x="7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7" name="Google Shape;14387;p90"/>
            <p:cNvSpPr/>
            <p:nvPr/>
          </p:nvSpPr>
          <p:spPr>
            <a:xfrm>
              <a:off x="3656038" y="3790508"/>
              <a:ext cx="297700" cy="297800"/>
            </a:xfrm>
            <a:custGeom>
              <a:rect b="b" l="l" r="r" t="t"/>
              <a:pathLst>
                <a:path extrusionOk="0" h="11912" w="11908">
                  <a:moveTo>
                    <a:pt x="3406" y="1099"/>
                  </a:moveTo>
                  <a:lnTo>
                    <a:pt x="3406" y="2314"/>
                  </a:lnTo>
                  <a:lnTo>
                    <a:pt x="1072" y="2314"/>
                  </a:lnTo>
                  <a:lnTo>
                    <a:pt x="1072" y="1099"/>
                  </a:lnTo>
                  <a:close/>
                  <a:moveTo>
                    <a:pt x="4739" y="1099"/>
                  </a:moveTo>
                  <a:lnTo>
                    <a:pt x="4739" y="2314"/>
                  </a:lnTo>
                  <a:lnTo>
                    <a:pt x="3715" y="2314"/>
                  </a:lnTo>
                  <a:lnTo>
                    <a:pt x="3715" y="1099"/>
                  </a:lnTo>
                  <a:close/>
                  <a:moveTo>
                    <a:pt x="5478" y="3624"/>
                  </a:moveTo>
                  <a:lnTo>
                    <a:pt x="5478" y="4838"/>
                  </a:lnTo>
                  <a:lnTo>
                    <a:pt x="1072" y="4838"/>
                  </a:lnTo>
                  <a:lnTo>
                    <a:pt x="1072" y="3624"/>
                  </a:lnTo>
                  <a:close/>
                  <a:moveTo>
                    <a:pt x="4168" y="6148"/>
                  </a:moveTo>
                  <a:lnTo>
                    <a:pt x="4168" y="7363"/>
                  </a:lnTo>
                  <a:lnTo>
                    <a:pt x="1072" y="7363"/>
                  </a:lnTo>
                  <a:lnTo>
                    <a:pt x="1072" y="6148"/>
                  </a:lnTo>
                  <a:close/>
                  <a:moveTo>
                    <a:pt x="6025" y="6148"/>
                  </a:moveTo>
                  <a:lnTo>
                    <a:pt x="6025" y="7363"/>
                  </a:lnTo>
                  <a:lnTo>
                    <a:pt x="4501" y="7363"/>
                  </a:lnTo>
                  <a:lnTo>
                    <a:pt x="4501" y="6148"/>
                  </a:lnTo>
                  <a:close/>
                  <a:moveTo>
                    <a:pt x="9383" y="8649"/>
                  </a:moveTo>
                  <a:lnTo>
                    <a:pt x="9383" y="9863"/>
                  </a:lnTo>
                  <a:lnTo>
                    <a:pt x="7454" y="9863"/>
                  </a:lnTo>
                  <a:lnTo>
                    <a:pt x="7454" y="8649"/>
                  </a:lnTo>
                  <a:close/>
                  <a:moveTo>
                    <a:pt x="11550" y="11006"/>
                  </a:moveTo>
                  <a:lnTo>
                    <a:pt x="11550" y="11482"/>
                  </a:lnTo>
                  <a:lnTo>
                    <a:pt x="357" y="11482"/>
                  </a:lnTo>
                  <a:lnTo>
                    <a:pt x="357" y="11006"/>
                  </a:lnTo>
                  <a:close/>
                  <a:moveTo>
                    <a:pt x="916" y="0"/>
                  </a:moveTo>
                  <a:cubicBezTo>
                    <a:pt x="810" y="0"/>
                    <a:pt x="715" y="88"/>
                    <a:pt x="715" y="194"/>
                  </a:cubicBezTo>
                  <a:lnTo>
                    <a:pt x="715" y="1599"/>
                  </a:lnTo>
                  <a:lnTo>
                    <a:pt x="476" y="1599"/>
                  </a:lnTo>
                  <a:cubicBezTo>
                    <a:pt x="381" y="1599"/>
                    <a:pt x="334" y="1647"/>
                    <a:pt x="310" y="1719"/>
                  </a:cubicBezTo>
                  <a:cubicBezTo>
                    <a:pt x="262" y="1838"/>
                    <a:pt x="357" y="1957"/>
                    <a:pt x="476" y="1957"/>
                  </a:cubicBezTo>
                  <a:lnTo>
                    <a:pt x="715" y="1957"/>
                  </a:lnTo>
                  <a:lnTo>
                    <a:pt x="715" y="4124"/>
                  </a:lnTo>
                  <a:lnTo>
                    <a:pt x="500" y="4124"/>
                  </a:lnTo>
                  <a:cubicBezTo>
                    <a:pt x="429" y="4124"/>
                    <a:pt x="334" y="4171"/>
                    <a:pt x="334" y="4267"/>
                  </a:cubicBezTo>
                  <a:cubicBezTo>
                    <a:pt x="334" y="4386"/>
                    <a:pt x="381" y="4481"/>
                    <a:pt x="500" y="4481"/>
                  </a:cubicBezTo>
                  <a:lnTo>
                    <a:pt x="715" y="4481"/>
                  </a:lnTo>
                  <a:lnTo>
                    <a:pt x="715" y="6648"/>
                  </a:lnTo>
                  <a:lnTo>
                    <a:pt x="500" y="6648"/>
                  </a:lnTo>
                  <a:cubicBezTo>
                    <a:pt x="429" y="6648"/>
                    <a:pt x="334" y="6720"/>
                    <a:pt x="334" y="6791"/>
                  </a:cubicBezTo>
                  <a:cubicBezTo>
                    <a:pt x="334" y="6910"/>
                    <a:pt x="381" y="7005"/>
                    <a:pt x="500" y="7005"/>
                  </a:cubicBezTo>
                  <a:lnTo>
                    <a:pt x="715" y="7005"/>
                  </a:lnTo>
                  <a:lnTo>
                    <a:pt x="715" y="9172"/>
                  </a:lnTo>
                  <a:lnTo>
                    <a:pt x="500" y="9172"/>
                  </a:lnTo>
                  <a:cubicBezTo>
                    <a:pt x="429" y="9172"/>
                    <a:pt x="334" y="9244"/>
                    <a:pt x="334" y="9339"/>
                  </a:cubicBezTo>
                  <a:cubicBezTo>
                    <a:pt x="334" y="9458"/>
                    <a:pt x="381" y="9530"/>
                    <a:pt x="500" y="9530"/>
                  </a:cubicBezTo>
                  <a:lnTo>
                    <a:pt x="715" y="9530"/>
                  </a:lnTo>
                  <a:lnTo>
                    <a:pt x="715" y="10768"/>
                  </a:lnTo>
                  <a:lnTo>
                    <a:pt x="310" y="10768"/>
                  </a:lnTo>
                  <a:cubicBezTo>
                    <a:pt x="143" y="10768"/>
                    <a:pt x="0" y="10887"/>
                    <a:pt x="0" y="11054"/>
                  </a:cubicBezTo>
                  <a:lnTo>
                    <a:pt x="0" y="11625"/>
                  </a:lnTo>
                  <a:cubicBezTo>
                    <a:pt x="0" y="11768"/>
                    <a:pt x="119" y="11911"/>
                    <a:pt x="310" y="11911"/>
                  </a:cubicBezTo>
                  <a:lnTo>
                    <a:pt x="11622" y="11911"/>
                  </a:lnTo>
                  <a:cubicBezTo>
                    <a:pt x="11765" y="11911"/>
                    <a:pt x="11907" y="11792"/>
                    <a:pt x="11907" y="11625"/>
                  </a:cubicBezTo>
                  <a:lnTo>
                    <a:pt x="11907" y="11030"/>
                  </a:lnTo>
                  <a:cubicBezTo>
                    <a:pt x="11907" y="10792"/>
                    <a:pt x="11788" y="10673"/>
                    <a:pt x="11622" y="10673"/>
                  </a:cubicBezTo>
                  <a:lnTo>
                    <a:pt x="1072" y="10673"/>
                  </a:lnTo>
                  <a:lnTo>
                    <a:pt x="1072" y="10220"/>
                  </a:lnTo>
                  <a:lnTo>
                    <a:pt x="9478" y="10220"/>
                  </a:lnTo>
                  <a:cubicBezTo>
                    <a:pt x="9621" y="10220"/>
                    <a:pt x="9716" y="10101"/>
                    <a:pt x="9716" y="9982"/>
                  </a:cubicBezTo>
                  <a:lnTo>
                    <a:pt x="9716" y="8506"/>
                  </a:lnTo>
                  <a:cubicBezTo>
                    <a:pt x="9716" y="8410"/>
                    <a:pt x="9621" y="8315"/>
                    <a:pt x="9526" y="8315"/>
                  </a:cubicBezTo>
                  <a:lnTo>
                    <a:pt x="3096" y="8315"/>
                  </a:lnTo>
                  <a:cubicBezTo>
                    <a:pt x="3072" y="8315"/>
                    <a:pt x="3001" y="8363"/>
                    <a:pt x="3001" y="8387"/>
                  </a:cubicBezTo>
                  <a:cubicBezTo>
                    <a:pt x="2906" y="8506"/>
                    <a:pt x="3001" y="8649"/>
                    <a:pt x="3120" y="8649"/>
                  </a:cubicBezTo>
                  <a:lnTo>
                    <a:pt x="7073" y="8649"/>
                  </a:lnTo>
                  <a:lnTo>
                    <a:pt x="7073" y="9863"/>
                  </a:lnTo>
                  <a:lnTo>
                    <a:pt x="1072" y="9863"/>
                  </a:lnTo>
                  <a:lnTo>
                    <a:pt x="1072" y="8649"/>
                  </a:lnTo>
                  <a:lnTo>
                    <a:pt x="2286" y="8649"/>
                  </a:lnTo>
                  <a:cubicBezTo>
                    <a:pt x="2382" y="8649"/>
                    <a:pt x="2477" y="8577"/>
                    <a:pt x="2477" y="8506"/>
                  </a:cubicBezTo>
                  <a:cubicBezTo>
                    <a:pt x="2477" y="8387"/>
                    <a:pt x="2405" y="8291"/>
                    <a:pt x="2286" y="8291"/>
                  </a:cubicBezTo>
                  <a:lnTo>
                    <a:pt x="1048" y="8291"/>
                  </a:lnTo>
                  <a:lnTo>
                    <a:pt x="1048" y="7696"/>
                  </a:lnTo>
                  <a:lnTo>
                    <a:pt x="6073" y="7696"/>
                  </a:lnTo>
                  <a:cubicBezTo>
                    <a:pt x="6216" y="7696"/>
                    <a:pt x="6311" y="7577"/>
                    <a:pt x="6311" y="7458"/>
                  </a:cubicBezTo>
                  <a:lnTo>
                    <a:pt x="6311" y="6029"/>
                  </a:lnTo>
                  <a:cubicBezTo>
                    <a:pt x="6311" y="5886"/>
                    <a:pt x="6192" y="5791"/>
                    <a:pt x="6073" y="5791"/>
                  </a:cubicBezTo>
                  <a:lnTo>
                    <a:pt x="1048" y="5791"/>
                  </a:lnTo>
                  <a:lnTo>
                    <a:pt x="1048" y="5195"/>
                  </a:lnTo>
                  <a:lnTo>
                    <a:pt x="6287" y="5195"/>
                  </a:lnTo>
                  <a:cubicBezTo>
                    <a:pt x="6382" y="5195"/>
                    <a:pt x="6454" y="5124"/>
                    <a:pt x="6454" y="5053"/>
                  </a:cubicBezTo>
                  <a:cubicBezTo>
                    <a:pt x="6454" y="4933"/>
                    <a:pt x="6406" y="4838"/>
                    <a:pt x="6287" y="4838"/>
                  </a:cubicBezTo>
                  <a:lnTo>
                    <a:pt x="5835" y="4838"/>
                  </a:lnTo>
                  <a:lnTo>
                    <a:pt x="5835" y="3624"/>
                  </a:lnTo>
                  <a:lnTo>
                    <a:pt x="7573" y="3624"/>
                  </a:lnTo>
                  <a:lnTo>
                    <a:pt x="7573" y="4838"/>
                  </a:lnTo>
                  <a:lnTo>
                    <a:pt x="7121" y="4838"/>
                  </a:lnTo>
                  <a:cubicBezTo>
                    <a:pt x="7025" y="4838"/>
                    <a:pt x="6930" y="4886"/>
                    <a:pt x="6930" y="4981"/>
                  </a:cubicBezTo>
                  <a:cubicBezTo>
                    <a:pt x="6930" y="5100"/>
                    <a:pt x="7002" y="5195"/>
                    <a:pt x="7121" y="5195"/>
                  </a:cubicBezTo>
                  <a:lnTo>
                    <a:pt x="7692" y="5195"/>
                  </a:lnTo>
                  <a:cubicBezTo>
                    <a:pt x="7835" y="5195"/>
                    <a:pt x="7930" y="5076"/>
                    <a:pt x="7930" y="4957"/>
                  </a:cubicBezTo>
                  <a:lnTo>
                    <a:pt x="7930" y="3528"/>
                  </a:lnTo>
                  <a:cubicBezTo>
                    <a:pt x="7930" y="3386"/>
                    <a:pt x="7811" y="3290"/>
                    <a:pt x="7692" y="3290"/>
                  </a:cubicBezTo>
                  <a:lnTo>
                    <a:pt x="1072" y="3290"/>
                  </a:lnTo>
                  <a:lnTo>
                    <a:pt x="1072" y="2695"/>
                  </a:lnTo>
                  <a:lnTo>
                    <a:pt x="4835" y="2695"/>
                  </a:lnTo>
                  <a:cubicBezTo>
                    <a:pt x="4977" y="2695"/>
                    <a:pt x="5073" y="2576"/>
                    <a:pt x="5073" y="2457"/>
                  </a:cubicBezTo>
                  <a:lnTo>
                    <a:pt x="5073" y="1028"/>
                  </a:lnTo>
                  <a:cubicBezTo>
                    <a:pt x="5073" y="885"/>
                    <a:pt x="4954" y="790"/>
                    <a:pt x="4835" y="790"/>
                  </a:cubicBezTo>
                  <a:lnTo>
                    <a:pt x="1072" y="790"/>
                  </a:lnTo>
                  <a:lnTo>
                    <a:pt x="1072" y="194"/>
                  </a:lnTo>
                  <a:cubicBezTo>
                    <a:pt x="1072" y="99"/>
                    <a:pt x="1024" y="52"/>
                    <a:pt x="953" y="4"/>
                  </a:cubicBezTo>
                  <a:cubicBezTo>
                    <a:pt x="940" y="1"/>
                    <a:pt x="928" y="0"/>
                    <a:pt x="9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88" name="Google Shape;14388;p90"/>
          <p:cNvGrpSpPr/>
          <p:nvPr/>
        </p:nvGrpSpPr>
        <p:grpSpPr>
          <a:xfrm>
            <a:off x="4031151" y="3989898"/>
            <a:ext cx="355330" cy="353179"/>
            <a:chOff x="3688251" y="4146473"/>
            <a:chExt cx="355330" cy="353179"/>
          </a:xfrm>
        </p:grpSpPr>
        <p:sp>
          <p:nvSpPr>
            <p:cNvPr id="14389" name="Google Shape;14389;p90"/>
            <p:cNvSpPr/>
            <p:nvPr/>
          </p:nvSpPr>
          <p:spPr>
            <a:xfrm>
              <a:off x="3688251" y="4152153"/>
              <a:ext cx="348216" cy="347499"/>
            </a:xfrm>
            <a:custGeom>
              <a:rect b="b" l="l" r="r" t="t"/>
              <a:pathLst>
                <a:path extrusionOk="0" h="11623" w="11647">
                  <a:moveTo>
                    <a:pt x="5788" y="1"/>
                  </a:moveTo>
                  <a:cubicBezTo>
                    <a:pt x="4240" y="25"/>
                    <a:pt x="2811" y="620"/>
                    <a:pt x="1715" y="1715"/>
                  </a:cubicBezTo>
                  <a:cubicBezTo>
                    <a:pt x="596" y="2811"/>
                    <a:pt x="1" y="4287"/>
                    <a:pt x="1" y="5835"/>
                  </a:cubicBezTo>
                  <a:cubicBezTo>
                    <a:pt x="1" y="6693"/>
                    <a:pt x="191" y="7550"/>
                    <a:pt x="572" y="8336"/>
                  </a:cubicBezTo>
                  <a:cubicBezTo>
                    <a:pt x="590" y="8387"/>
                    <a:pt x="656" y="8426"/>
                    <a:pt x="728" y="8426"/>
                  </a:cubicBezTo>
                  <a:cubicBezTo>
                    <a:pt x="755" y="8426"/>
                    <a:pt x="784" y="8421"/>
                    <a:pt x="811" y="8407"/>
                  </a:cubicBezTo>
                  <a:cubicBezTo>
                    <a:pt x="906" y="8383"/>
                    <a:pt x="930" y="8264"/>
                    <a:pt x="906" y="8169"/>
                  </a:cubicBezTo>
                  <a:cubicBezTo>
                    <a:pt x="549" y="7431"/>
                    <a:pt x="358" y="6669"/>
                    <a:pt x="358" y="5835"/>
                  </a:cubicBezTo>
                  <a:cubicBezTo>
                    <a:pt x="358" y="4359"/>
                    <a:pt x="930" y="3001"/>
                    <a:pt x="1954" y="1954"/>
                  </a:cubicBezTo>
                  <a:cubicBezTo>
                    <a:pt x="2930" y="953"/>
                    <a:pt x="4264" y="382"/>
                    <a:pt x="5669" y="310"/>
                  </a:cubicBezTo>
                  <a:lnTo>
                    <a:pt x="5669" y="5788"/>
                  </a:lnTo>
                  <a:cubicBezTo>
                    <a:pt x="5669" y="5883"/>
                    <a:pt x="5764" y="5978"/>
                    <a:pt x="5835" y="5978"/>
                  </a:cubicBezTo>
                  <a:lnTo>
                    <a:pt x="11313" y="5978"/>
                  </a:lnTo>
                  <a:cubicBezTo>
                    <a:pt x="11289" y="7383"/>
                    <a:pt x="10694" y="8717"/>
                    <a:pt x="9693" y="9693"/>
                  </a:cubicBezTo>
                  <a:cubicBezTo>
                    <a:pt x="8645" y="10717"/>
                    <a:pt x="7264" y="11265"/>
                    <a:pt x="5812" y="11265"/>
                  </a:cubicBezTo>
                  <a:cubicBezTo>
                    <a:pt x="3978" y="11265"/>
                    <a:pt x="2263" y="10360"/>
                    <a:pt x="1263" y="8836"/>
                  </a:cubicBezTo>
                  <a:cubicBezTo>
                    <a:pt x="1215" y="8772"/>
                    <a:pt x="1168" y="8751"/>
                    <a:pt x="1113" y="8751"/>
                  </a:cubicBezTo>
                  <a:cubicBezTo>
                    <a:pt x="1086" y="8751"/>
                    <a:pt x="1057" y="8757"/>
                    <a:pt x="1025" y="8764"/>
                  </a:cubicBezTo>
                  <a:cubicBezTo>
                    <a:pt x="930" y="8836"/>
                    <a:pt x="930" y="8931"/>
                    <a:pt x="953" y="9003"/>
                  </a:cubicBezTo>
                  <a:cubicBezTo>
                    <a:pt x="2073" y="10646"/>
                    <a:pt x="3883" y="11622"/>
                    <a:pt x="5812" y="11622"/>
                  </a:cubicBezTo>
                  <a:cubicBezTo>
                    <a:pt x="7359" y="11622"/>
                    <a:pt x="8812" y="11027"/>
                    <a:pt x="9931" y="9931"/>
                  </a:cubicBezTo>
                  <a:cubicBezTo>
                    <a:pt x="11027" y="8860"/>
                    <a:pt x="11646" y="7407"/>
                    <a:pt x="11646" y="5859"/>
                  </a:cubicBezTo>
                  <a:cubicBezTo>
                    <a:pt x="11646" y="5788"/>
                    <a:pt x="11622" y="5740"/>
                    <a:pt x="11598" y="5669"/>
                  </a:cubicBezTo>
                  <a:cubicBezTo>
                    <a:pt x="11598" y="5684"/>
                    <a:pt x="11588" y="5690"/>
                    <a:pt x="11571" y="5690"/>
                  </a:cubicBezTo>
                  <a:cubicBezTo>
                    <a:pt x="11538" y="5690"/>
                    <a:pt x="11479" y="5669"/>
                    <a:pt x="11432" y="5669"/>
                  </a:cubicBezTo>
                  <a:lnTo>
                    <a:pt x="6026" y="5669"/>
                  </a:lnTo>
                  <a:lnTo>
                    <a:pt x="6026" y="263"/>
                  </a:lnTo>
                  <a:cubicBezTo>
                    <a:pt x="6026" y="191"/>
                    <a:pt x="6026" y="167"/>
                    <a:pt x="6002" y="120"/>
                  </a:cubicBezTo>
                  <a:cubicBezTo>
                    <a:pt x="5931" y="48"/>
                    <a:pt x="5883" y="1"/>
                    <a:pt x="5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0" name="Google Shape;14390;p90"/>
            <p:cNvSpPr/>
            <p:nvPr/>
          </p:nvSpPr>
          <p:spPr>
            <a:xfrm>
              <a:off x="3886200" y="4146473"/>
              <a:ext cx="157380" cy="157380"/>
            </a:xfrm>
            <a:custGeom>
              <a:rect b="b" l="l" r="r" t="t"/>
              <a:pathLst>
                <a:path extrusionOk="0" h="5264" w="5264">
                  <a:moveTo>
                    <a:pt x="238" y="0"/>
                  </a:moveTo>
                  <a:cubicBezTo>
                    <a:pt x="143" y="0"/>
                    <a:pt x="24" y="72"/>
                    <a:pt x="0" y="191"/>
                  </a:cubicBezTo>
                  <a:lnTo>
                    <a:pt x="0" y="238"/>
                  </a:lnTo>
                  <a:lnTo>
                    <a:pt x="0" y="3406"/>
                  </a:lnTo>
                  <a:cubicBezTo>
                    <a:pt x="0" y="3430"/>
                    <a:pt x="24" y="3477"/>
                    <a:pt x="48" y="3477"/>
                  </a:cubicBezTo>
                  <a:cubicBezTo>
                    <a:pt x="95" y="3504"/>
                    <a:pt x="141" y="3516"/>
                    <a:pt x="182" y="3516"/>
                  </a:cubicBezTo>
                  <a:cubicBezTo>
                    <a:pt x="285" y="3516"/>
                    <a:pt x="357" y="3443"/>
                    <a:pt x="357" y="3358"/>
                  </a:cubicBezTo>
                  <a:lnTo>
                    <a:pt x="357" y="357"/>
                  </a:lnTo>
                  <a:cubicBezTo>
                    <a:pt x="1548" y="381"/>
                    <a:pt x="2667" y="905"/>
                    <a:pt x="3549" y="1763"/>
                  </a:cubicBezTo>
                  <a:cubicBezTo>
                    <a:pt x="4406" y="2620"/>
                    <a:pt x="4882" y="3763"/>
                    <a:pt x="4930" y="4954"/>
                  </a:cubicBezTo>
                  <a:lnTo>
                    <a:pt x="357" y="4954"/>
                  </a:lnTo>
                  <a:lnTo>
                    <a:pt x="357" y="4144"/>
                  </a:lnTo>
                  <a:cubicBezTo>
                    <a:pt x="357" y="4120"/>
                    <a:pt x="334" y="4049"/>
                    <a:pt x="286" y="4049"/>
                  </a:cubicBezTo>
                  <a:cubicBezTo>
                    <a:pt x="245" y="4021"/>
                    <a:pt x="204" y="4010"/>
                    <a:pt x="167" y="4010"/>
                  </a:cubicBezTo>
                  <a:cubicBezTo>
                    <a:pt x="73" y="4010"/>
                    <a:pt x="0" y="4083"/>
                    <a:pt x="0" y="4168"/>
                  </a:cubicBezTo>
                  <a:lnTo>
                    <a:pt x="0" y="5144"/>
                  </a:lnTo>
                  <a:cubicBezTo>
                    <a:pt x="0" y="5216"/>
                    <a:pt x="48" y="5263"/>
                    <a:pt x="119" y="5263"/>
                  </a:cubicBezTo>
                  <a:lnTo>
                    <a:pt x="5097" y="5263"/>
                  </a:lnTo>
                  <a:cubicBezTo>
                    <a:pt x="5192" y="5239"/>
                    <a:pt x="5263" y="5120"/>
                    <a:pt x="5239" y="5025"/>
                  </a:cubicBezTo>
                  <a:cubicBezTo>
                    <a:pt x="5263" y="3691"/>
                    <a:pt x="4739" y="2453"/>
                    <a:pt x="3787" y="1501"/>
                  </a:cubicBezTo>
                  <a:cubicBezTo>
                    <a:pt x="2834" y="548"/>
                    <a:pt x="1572" y="24"/>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91" name="Google Shape;14391;p90"/>
          <p:cNvGrpSpPr/>
          <p:nvPr/>
        </p:nvGrpSpPr>
        <p:grpSpPr>
          <a:xfrm>
            <a:off x="4769597" y="3989948"/>
            <a:ext cx="356019" cy="356019"/>
            <a:chOff x="4673513" y="3789408"/>
            <a:chExt cx="297700" cy="297700"/>
          </a:xfrm>
        </p:grpSpPr>
        <p:sp>
          <p:nvSpPr>
            <p:cNvPr id="14392" name="Google Shape;14392;p90"/>
            <p:cNvSpPr/>
            <p:nvPr/>
          </p:nvSpPr>
          <p:spPr>
            <a:xfrm>
              <a:off x="4709213" y="3803083"/>
              <a:ext cx="255450" cy="176850"/>
            </a:xfrm>
            <a:custGeom>
              <a:rect b="b" l="l" r="r" t="t"/>
              <a:pathLst>
                <a:path extrusionOk="0" h="7074" w="10218">
                  <a:moveTo>
                    <a:pt x="9574" y="311"/>
                  </a:moveTo>
                  <a:cubicBezTo>
                    <a:pt x="9741" y="311"/>
                    <a:pt x="9860" y="430"/>
                    <a:pt x="9860" y="596"/>
                  </a:cubicBezTo>
                  <a:cubicBezTo>
                    <a:pt x="9860" y="739"/>
                    <a:pt x="9741" y="858"/>
                    <a:pt x="9574" y="858"/>
                  </a:cubicBezTo>
                  <a:cubicBezTo>
                    <a:pt x="9432" y="858"/>
                    <a:pt x="9312" y="739"/>
                    <a:pt x="9312" y="596"/>
                  </a:cubicBezTo>
                  <a:cubicBezTo>
                    <a:pt x="9312" y="430"/>
                    <a:pt x="9432" y="311"/>
                    <a:pt x="9574" y="311"/>
                  </a:cubicBezTo>
                  <a:close/>
                  <a:moveTo>
                    <a:pt x="7407" y="1025"/>
                  </a:moveTo>
                  <a:cubicBezTo>
                    <a:pt x="7550" y="1025"/>
                    <a:pt x="7669" y="1144"/>
                    <a:pt x="7669" y="1311"/>
                  </a:cubicBezTo>
                  <a:cubicBezTo>
                    <a:pt x="7669" y="1454"/>
                    <a:pt x="7550" y="1573"/>
                    <a:pt x="7407" y="1573"/>
                  </a:cubicBezTo>
                  <a:cubicBezTo>
                    <a:pt x="7264" y="1573"/>
                    <a:pt x="7145" y="1454"/>
                    <a:pt x="7145" y="1311"/>
                  </a:cubicBezTo>
                  <a:cubicBezTo>
                    <a:pt x="7145" y="1144"/>
                    <a:pt x="7264" y="1025"/>
                    <a:pt x="7407" y="1025"/>
                  </a:cubicBezTo>
                  <a:close/>
                  <a:moveTo>
                    <a:pt x="6217" y="2692"/>
                  </a:moveTo>
                  <a:cubicBezTo>
                    <a:pt x="6359" y="2692"/>
                    <a:pt x="6479" y="2811"/>
                    <a:pt x="6479" y="2978"/>
                  </a:cubicBezTo>
                  <a:cubicBezTo>
                    <a:pt x="6479" y="3121"/>
                    <a:pt x="6359" y="3240"/>
                    <a:pt x="6217" y="3240"/>
                  </a:cubicBezTo>
                  <a:cubicBezTo>
                    <a:pt x="6074" y="3240"/>
                    <a:pt x="5955" y="3121"/>
                    <a:pt x="5955" y="2978"/>
                  </a:cubicBezTo>
                  <a:cubicBezTo>
                    <a:pt x="5955" y="2811"/>
                    <a:pt x="6074" y="2692"/>
                    <a:pt x="6217" y="2692"/>
                  </a:cubicBezTo>
                  <a:close/>
                  <a:moveTo>
                    <a:pt x="2120" y="4073"/>
                  </a:moveTo>
                  <a:cubicBezTo>
                    <a:pt x="2263" y="4073"/>
                    <a:pt x="2382" y="4192"/>
                    <a:pt x="2382" y="4335"/>
                  </a:cubicBezTo>
                  <a:cubicBezTo>
                    <a:pt x="2382" y="4478"/>
                    <a:pt x="2263" y="4597"/>
                    <a:pt x="2120" y="4597"/>
                  </a:cubicBezTo>
                  <a:cubicBezTo>
                    <a:pt x="1954" y="4597"/>
                    <a:pt x="1835" y="4478"/>
                    <a:pt x="1835" y="4335"/>
                  </a:cubicBezTo>
                  <a:cubicBezTo>
                    <a:pt x="1835" y="4192"/>
                    <a:pt x="1930" y="4073"/>
                    <a:pt x="2120" y="4073"/>
                  </a:cubicBezTo>
                  <a:close/>
                  <a:moveTo>
                    <a:pt x="4764" y="4645"/>
                  </a:moveTo>
                  <a:cubicBezTo>
                    <a:pt x="4907" y="4645"/>
                    <a:pt x="5026" y="4764"/>
                    <a:pt x="5026" y="4907"/>
                  </a:cubicBezTo>
                  <a:cubicBezTo>
                    <a:pt x="5026" y="5050"/>
                    <a:pt x="4907" y="5169"/>
                    <a:pt x="4764" y="5169"/>
                  </a:cubicBezTo>
                  <a:cubicBezTo>
                    <a:pt x="4621" y="5169"/>
                    <a:pt x="4502" y="5050"/>
                    <a:pt x="4502" y="4907"/>
                  </a:cubicBezTo>
                  <a:cubicBezTo>
                    <a:pt x="4502" y="4764"/>
                    <a:pt x="4621" y="4645"/>
                    <a:pt x="4764" y="4645"/>
                  </a:cubicBezTo>
                  <a:close/>
                  <a:moveTo>
                    <a:pt x="9551" y="1"/>
                  </a:moveTo>
                  <a:cubicBezTo>
                    <a:pt x="9193" y="1"/>
                    <a:pt x="8931" y="287"/>
                    <a:pt x="8931" y="620"/>
                  </a:cubicBezTo>
                  <a:lnTo>
                    <a:pt x="8931" y="668"/>
                  </a:lnTo>
                  <a:lnTo>
                    <a:pt x="7907" y="1001"/>
                  </a:lnTo>
                  <a:cubicBezTo>
                    <a:pt x="7788" y="834"/>
                    <a:pt x="7598" y="715"/>
                    <a:pt x="7360" y="715"/>
                  </a:cubicBezTo>
                  <a:cubicBezTo>
                    <a:pt x="7050" y="739"/>
                    <a:pt x="6788" y="977"/>
                    <a:pt x="6764" y="1263"/>
                  </a:cubicBezTo>
                  <a:cubicBezTo>
                    <a:pt x="6764" y="1454"/>
                    <a:pt x="6788" y="1597"/>
                    <a:pt x="6907" y="1716"/>
                  </a:cubicBezTo>
                  <a:lnTo>
                    <a:pt x="6431" y="2406"/>
                  </a:lnTo>
                  <a:cubicBezTo>
                    <a:pt x="6365" y="2390"/>
                    <a:pt x="6288" y="2362"/>
                    <a:pt x="6215" y="2362"/>
                  </a:cubicBezTo>
                  <a:cubicBezTo>
                    <a:pt x="6183" y="2362"/>
                    <a:pt x="6151" y="2368"/>
                    <a:pt x="6121" y="2382"/>
                  </a:cubicBezTo>
                  <a:cubicBezTo>
                    <a:pt x="5836" y="2406"/>
                    <a:pt x="5597" y="2644"/>
                    <a:pt x="5574" y="2930"/>
                  </a:cubicBezTo>
                  <a:cubicBezTo>
                    <a:pt x="5526" y="3121"/>
                    <a:pt x="5597" y="3287"/>
                    <a:pt x="5716" y="3406"/>
                  </a:cubicBezTo>
                  <a:lnTo>
                    <a:pt x="5026" y="4359"/>
                  </a:lnTo>
                  <a:cubicBezTo>
                    <a:pt x="4931" y="4311"/>
                    <a:pt x="4859" y="4311"/>
                    <a:pt x="4740" y="4311"/>
                  </a:cubicBezTo>
                  <a:cubicBezTo>
                    <a:pt x="4454" y="4311"/>
                    <a:pt x="4264" y="4454"/>
                    <a:pt x="4145" y="4692"/>
                  </a:cubicBezTo>
                  <a:lnTo>
                    <a:pt x="2668" y="4359"/>
                  </a:lnTo>
                  <a:cubicBezTo>
                    <a:pt x="2668" y="4028"/>
                    <a:pt x="2402" y="3758"/>
                    <a:pt x="2041" y="3758"/>
                  </a:cubicBezTo>
                  <a:cubicBezTo>
                    <a:pt x="2013" y="3758"/>
                    <a:pt x="1984" y="3760"/>
                    <a:pt x="1954" y="3764"/>
                  </a:cubicBezTo>
                  <a:cubicBezTo>
                    <a:pt x="1668" y="3811"/>
                    <a:pt x="1430" y="4049"/>
                    <a:pt x="1406" y="4335"/>
                  </a:cubicBezTo>
                  <a:cubicBezTo>
                    <a:pt x="1358" y="4478"/>
                    <a:pt x="1430" y="4645"/>
                    <a:pt x="1477" y="4764"/>
                  </a:cubicBezTo>
                  <a:lnTo>
                    <a:pt x="1" y="6860"/>
                  </a:lnTo>
                  <a:cubicBezTo>
                    <a:pt x="25" y="6860"/>
                    <a:pt x="49" y="6979"/>
                    <a:pt x="120" y="7050"/>
                  </a:cubicBezTo>
                  <a:cubicBezTo>
                    <a:pt x="144" y="7074"/>
                    <a:pt x="168" y="7074"/>
                    <a:pt x="215" y="7074"/>
                  </a:cubicBezTo>
                  <a:cubicBezTo>
                    <a:pt x="263" y="7074"/>
                    <a:pt x="334" y="7050"/>
                    <a:pt x="358" y="7026"/>
                  </a:cubicBezTo>
                  <a:lnTo>
                    <a:pt x="1811" y="4931"/>
                  </a:lnTo>
                  <a:cubicBezTo>
                    <a:pt x="1906" y="4954"/>
                    <a:pt x="2001" y="5002"/>
                    <a:pt x="2073" y="5002"/>
                  </a:cubicBezTo>
                  <a:cubicBezTo>
                    <a:pt x="2311" y="5002"/>
                    <a:pt x="2525" y="4883"/>
                    <a:pt x="2621" y="4692"/>
                  </a:cubicBezTo>
                  <a:lnTo>
                    <a:pt x="4097" y="5026"/>
                  </a:lnTo>
                  <a:cubicBezTo>
                    <a:pt x="4162" y="5331"/>
                    <a:pt x="4407" y="5556"/>
                    <a:pt x="4703" y="5556"/>
                  </a:cubicBezTo>
                  <a:cubicBezTo>
                    <a:pt x="4731" y="5556"/>
                    <a:pt x="4759" y="5554"/>
                    <a:pt x="4788" y="5550"/>
                  </a:cubicBezTo>
                  <a:cubicBezTo>
                    <a:pt x="5097" y="5526"/>
                    <a:pt x="5312" y="5288"/>
                    <a:pt x="5359" y="5026"/>
                  </a:cubicBezTo>
                  <a:cubicBezTo>
                    <a:pt x="5383" y="4883"/>
                    <a:pt x="5359" y="4764"/>
                    <a:pt x="5264" y="4645"/>
                  </a:cubicBezTo>
                  <a:lnTo>
                    <a:pt x="5978" y="3621"/>
                  </a:lnTo>
                  <a:cubicBezTo>
                    <a:pt x="6074" y="3645"/>
                    <a:pt x="6121" y="3645"/>
                    <a:pt x="6217" y="3645"/>
                  </a:cubicBezTo>
                  <a:cubicBezTo>
                    <a:pt x="6502" y="3621"/>
                    <a:pt x="6740" y="3383"/>
                    <a:pt x="6788" y="3097"/>
                  </a:cubicBezTo>
                  <a:cubicBezTo>
                    <a:pt x="6788" y="2930"/>
                    <a:pt x="6740" y="2787"/>
                    <a:pt x="6669" y="2668"/>
                  </a:cubicBezTo>
                  <a:lnTo>
                    <a:pt x="7169" y="1978"/>
                  </a:lnTo>
                  <a:cubicBezTo>
                    <a:pt x="7241" y="2025"/>
                    <a:pt x="7288" y="2025"/>
                    <a:pt x="7383" y="2025"/>
                  </a:cubicBezTo>
                  <a:cubicBezTo>
                    <a:pt x="7741" y="2025"/>
                    <a:pt x="8003" y="1716"/>
                    <a:pt x="8003" y="1382"/>
                  </a:cubicBezTo>
                  <a:lnTo>
                    <a:pt x="9051" y="1025"/>
                  </a:lnTo>
                  <a:cubicBezTo>
                    <a:pt x="9149" y="1183"/>
                    <a:pt x="9313" y="1275"/>
                    <a:pt x="9502" y="1275"/>
                  </a:cubicBezTo>
                  <a:cubicBezTo>
                    <a:pt x="9541" y="1275"/>
                    <a:pt x="9581" y="1271"/>
                    <a:pt x="9622" y="1263"/>
                  </a:cubicBezTo>
                  <a:cubicBezTo>
                    <a:pt x="9908" y="1239"/>
                    <a:pt x="10146" y="1001"/>
                    <a:pt x="10170" y="715"/>
                  </a:cubicBezTo>
                  <a:cubicBezTo>
                    <a:pt x="10217" y="311"/>
                    <a:pt x="9908" y="1"/>
                    <a:pt x="9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3" name="Google Shape;14393;p90"/>
            <p:cNvSpPr/>
            <p:nvPr/>
          </p:nvSpPr>
          <p:spPr>
            <a:xfrm>
              <a:off x="4710413" y="3887633"/>
              <a:ext cx="254850" cy="152450"/>
            </a:xfrm>
            <a:custGeom>
              <a:rect b="b" l="l" r="r" t="t"/>
              <a:pathLst>
                <a:path extrusionOk="0" h="6098" w="10194">
                  <a:moveTo>
                    <a:pt x="9526" y="358"/>
                  </a:moveTo>
                  <a:cubicBezTo>
                    <a:pt x="9693" y="358"/>
                    <a:pt x="9812" y="477"/>
                    <a:pt x="9812" y="620"/>
                  </a:cubicBezTo>
                  <a:cubicBezTo>
                    <a:pt x="9812" y="787"/>
                    <a:pt x="9693" y="906"/>
                    <a:pt x="9526" y="906"/>
                  </a:cubicBezTo>
                  <a:cubicBezTo>
                    <a:pt x="9384" y="906"/>
                    <a:pt x="9264" y="787"/>
                    <a:pt x="9264" y="620"/>
                  </a:cubicBezTo>
                  <a:cubicBezTo>
                    <a:pt x="9264" y="477"/>
                    <a:pt x="9384" y="358"/>
                    <a:pt x="9526" y="358"/>
                  </a:cubicBezTo>
                  <a:close/>
                  <a:moveTo>
                    <a:pt x="4478" y="3525"/>
                  </a:moveTo>
                  <a:cubicBezTo>
                    <a:pt x="4621" y="3525"/>
                    <a:pt x="4740" y="3644"/>
                    <a:pt x="4740" y="3787"/>
                  </a:cubicBezTo>
                  <a:cubicBezTo>
                    <a:pt x="4740" y="3930"/>
                    <a:pt x="4644" y="4049"/>
                    <a:pt x="4478" y="4049"/>
                  </a:cubicBezTo>
                  <a:cubicBezTo>
                    <a:pt x="4335" y="4049"/>
                    <a:pt x="4216" y="3930"/>
                    <a:pt x="4216" y="3787"/>
                  </a:cubicBezTo>
                  <a:cubicBezTo>
                    <a:pt x="4216" y="3644"/>
                    <a:pt x="4335" y="3525"/>
                    <a:pt x="4478" y="3525"/>
                  </a:cubicBezTo>
                  <a:close/>
                  <a:moveTo>
                    <a:pt x="1787" y="3882"/>
                  </a:moveTo>
                  <a:cubicBezTo>
                    <a:pt x="1953" y="3882"/>
                    <a:pt x="2072" y="4001"/>
                    <a:pt x="2072" y="4144"/>
                  </a:cubicBezTo>
                  <a:cubicBezTo>
                    <a:pt x="2072" y="4287"/>
                    <a:pt x="1953" y="4406"/>
                    <a:pt x="1787" y="4406"/>
                  </a:cubicBezTo>
                  <a:cubicBezTo>
                    <a:pt x="1644" y="4406"/>
                    <a:pt x="1525" y="4287"/>
                    <a:pt x="1525" y="4144"/>
                  </a:cubicBezTo>
                  <a:cubicBezTo>
                    <a:pt x="1525" y="4001"/>
                    <a:pt x="1644" y="3882"/>
                    <a:pt x="1787" y="3882"/>
                  </a:cubicBezTo>
                  <a:close/>
                  <a:moveTo>
                    <a:pt x="7335" y="4359"/>
                  </a:moveTo>
                  <a:cubicBezTo>
                    <a:pt x="7478" y="4359"/>
                    <a:pt x="7597" y="4478"/>
                    <a:pt x="7597" y="4621"/>
                  </a:cubicBezTo>
                  <a:cubicBezTo>
                    <a:pt x="7597" y="4764"/>
                    <a:pt x="7502" y="4883"/>
                    <a:pt x="7335" y="4883"/>
                  </a:cubicBezTo>
                  <a:cubicBezTo>
                    <a:pt x="7193" y="4883"/>
                    <a:pt x="7074" y="4764"/>
                    <a:pt x="7074" y="4621"/>
                  </a:cubicBezTo>
                  <a:cubicBezTo>
                    <a:pt x="7074" y="4478"/>
                    <a:pt x="7193" y="4359"/>
                    <a:pt x="7335" y="4359"/>
                  </a:cubicBezTo>
                  <a:close/>
                  <a:moveTo>
                    <a:pt x="9550" y="1"/>
                  </a:moveTo>
                  <a:cubicBezTo>
                    <a:pt x="9193" y="1"/>
                    <a:pt x="8931" y="263"/>
                    <a:pt x="8931" y="620"/>
                  </a:cubicBezTo>
                  <a:cubicBezTo>
                    <a:pt x="8931" y="858"/>
                    <a:pt x="9050" y="1072"/>
                    <a:pt x="9241" y="1168"/>
                  </a:cubicBezTo>
                  <a:lnTo>
                    <a:pt x="9003" y="1858"/>
                  </a:lnTo>
                  <a:lnTo>
                    <a:pt x="8907" y="1858"/>
                  </a:lnTo>
                  <a:cubicBezTo>
                    <a:pt x="8812" y="1858"/>
                    <a:pt x="8741" y="1930"/>
                    <a:pt x="8741" y="2025"/>
                  </a:cubicBezTo>
                  <a:cubicBezTo>
                    <a:pt x="8741" y="2120"/>
                    <a:pt x="8812" y="2215"/>
                    <a:pt x="8907" y="2215"/>
                  </a:cubicBezTo>
                  <a:cubicBezTo>
                    <a:pt x="9050" y="2215"/>
                    <a:pt x="9169" y="2334"/>
                    <a:pt x="9169" y="2477"/>
                  </a:cubicBezTo>
                  <a:cubicBezTo>
                    <a:pt x="9169" y="2620"/>
                    <a:pt x="9050" y="2739"/>
                    <a:pt x="8907" y="2739"/>
                  </a:cubicBezTo>
                  <a:cubicBezTo>
                    <a:pt x="8788" y="2739"/>
                    <a:pt x="8669" y="2644"/>
                    <a:pt x="8645" y="2525"/>
                  </a:cubicBezTo>
                  <a:cubicBezTo>
                    <a:pt x="8625" y="2463"/>
                    <a:pt x="8550" y="2401"/>
                    <a:pt x="8469" y="2401"/>
                  </a:cubicBezTo>
                  <a:cubicBezTo>
                    <a:pt x="8456" y="2401"/>
                    <a:pt x="8444" y="2403"/>
                    <a:pt x="8431" y="2406"/>
                  </a:cubicBezTo>
                  <a:cubicBezTo>
                    <a:pt x="8336" y="2454"/>
                    <a:pt x="8288" y="2525"/>
                    <a:pt x="8312" y="2620"/>
                  </a:cubicBezTo>
                  <a:cubicBezTo>
                    <a:pt x="8336" y="2739"/>
                    <a:pt x="8407" y="2835"/>
                    <a:pt x="8502" y="2930"/>
                  </a:cubicBezTo>
                  <a:lnTo>
                    <a:pt x="7669" y="4025"/>
                  </a:lnTo>
                  <a:cubicBezTo>
                    <a:pt x="7574" y="3954"/>
                    <a:pt x="7478" y="3930"/>
                    <a:pt x="7359" y="3930"/>
                  </a:cubicBezTo>
                  <a:cubicBezTo>
                    <a:pt x="7097" y="3930"/>
                    <a:pt x="6883" y="4073"/>
                    <a:pt x="6764" y="4311"/>
                  </a:cubicBezTo>
                  <a:lnTo>
                    <a:pt x="5121" y="3787"/>
                  </a:lnTo>
                  <a:lnTo>
                    <a:pt x="5121" y="3763"/>
                  </a:lnTo>
                  <a:cubicBezTo>
                    <a:pt x="5121" y="3406"/>
                    <a:pt x="4835" y="3120"/>
                    <a:pt x="4502" y="3120"/>
                  </a:cubicBezTo>
                  <a:cubicBezTo>
                    <a:pt x="4216" y="3120"/>
                    <a:pt x="3930" y="3358"/>
                    <a:pt x="3882" y="3620"/>
                  </a:cubicBezTo>
                  <a:lnTo>
                    <a:pt x="2358" y="3811"/>
                  </a:lnTo>
                  <a:cubicBezTo>
                    <a:pt x="2239" y="3597"/>
                    <a:pt x="2025" y="3478"/>
                    <a:pt x="1787" y="3478"/>
                  </a:cubicBezTo>
                  <a:cubicBezTo>
                    <a:pt x="1429" y="3478"/>
                    <a:pt x="1168" y="3739"/>
                    <a:pt x="1168" y="4121"/>
                  </a:cubicBezTo>
                  <a:cubicBezTo>
                    <a:pt x="1168" y="4216"/>
                    <a:pt x="1191" y="4359"/>
                    <a:pt x="1263" y="4430"/>
                  </a:cubicBezTo>
                  <a:lnTo>
                    <a:pt x="72" y="5835"/>
                  </a:lnTo>
                  <a:cubicBezTo>
                    <a:pt x="1" y="5907"/>
                    <a:pt x="1" y="6026"/>
                    <a:pt x="96" y="6073"/>
                  </a:cubicBezTo>
                  <a:cubicBezTo>
                    <a:pt x="120" y="6097"/>
                    <a:pt x="167" y="6097"/>
                    <a:pt x="215" y="6097"/>
                  </a:cubicBezTo>
                  <a:cubicBezTo>
                    <a:pt x="286" y="6097"/>
                    <a:pt x="310" y="6073"/>
                    <a:pt x="334" y="6049"/>
                  </a:cubicBezTo>
                  <a:lnTo>
                    <a:pt x="1525" y="4644"/>
                  </a:lnTo>
                  <a:cubicBezTo>
                    <a:pt x="1620" y="4668"/>
                    <a:pt x="1715" y="4716"/>
                    <a:pt x="1787" y="4716"/>
                  </a:cubicBezTo>
                  <a:cubicBezTo>
                    <a:pt x="2120" y="4716"/>
                    <a:pt x="2382" y="4430"/>
                    <a:pt x="2430" y="4121"/>
                  </a:cubicBezTo>
                  <a:lnTo>
                    <a:pt x="3906" y="3930"/>
                  </a:lnTo>
                  <a:cubicBezTo>
                    <a:pt x="4001" y="4168"/>
                    <a:pt x="4240" y="4311"/>
                    <a:pt x="4502" y="4311"/>
                  </a:cubicBezTo>
                  <a:cubicBezTo>
                    <a:pt x="4716" y="4311"/>
                    <a:pt x="4930" y="4192"/>
                    <a:pt x="5049" y="4049"/>
                  </a:cubicBezTo>
                  <a:lnTo>
                    <a:pt x="6764" y="4621"/>
                  </a:lnTo>
                  <a:cubicBezTo>
                    <a:pt x="6835" y="4906"/>
                    <a:pt x="7050" y="5121"/>
                    <a:pt x="7383" y="5121"/>
                  </a:cubicBezTo>
                  <a:cubicBezTo>
                    <a:pt x="7740" y="5121"/>
                    <a:pt x="8026" y="4859"/>
                    <a:pt x="8026" y="4502"/>
                  </a:cubicBezTo>
                  <a:cubicBezTo>
                    <a:pt x="8026" y="4382"/>
                    <a:pt x="7978" y="4287"/>
                    <a:pt x="7931" y="4192"/>
                  </a:cubicBezTo>
                  <a:lnTo>
                    <a:pt x="8812" y="3001"/>
                  </a:lnTo>
                  <a:lnTo>
                    <a:pt x="8931" y="3001"/>
                  </a:lnTo>
                  <a:cubicBezTo>
                    <a:pt x="9288" y="3001"/>
                    <a:pt x="9574" y="2739"/>
                    <a:pt x="9574" y="2382"/>
                  </a:cubicBezTo>
                  <a:cubicBezTo>
                    <a:pt x="9574" y="2168"/>
                    <a:pt x="9479" y="2025"/>
                    <a:pt x="9336" y="1906"/>
                  </a:cubicBezTo>
                  <a:lnTo>
                    <a:pt x="9598" y="1168"/>
                  </a:lnTo>
                  <a:cubicBezTo>
                    <a:pt x="9621" y="1171"/>
                    <a:pt x="9643" y="1173"/>
                    <a:pt x="9666" y="1173"/>
                  </a:cubicBezTo>
                  <a:cubicBezTo>
                    <a:pt x="9931" y="1173"/>
                    <a:pt x="10193" y="927"/>
                    <a:pt x="10193" y="620"/>
                  </a:cubicBezTo>
                  <a:cubicBezTo>
                    <a:pt x="10193" y="263"/>
                    <a:pt x="9931" y="1"/>
                    <a:pt x="95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4" name="Google Shape;14394;p90"/>
            <p:cNvSpPr/>
            <p:nvPr/>
          </p:nvSpPr>
          <p:spPr>
            <a:xfrm>
              <a:off x="4673513" y="3789408"/>
              <a:ext cx="297700" cy="297700"/>
            </a:xfrm>
            <a:custGeom>
              <a:rect b="b" l="l" r="r" t="t"/>
              <a:pathLst>
                <a:path extrusionOk="0" h="11908" w="11908">
                  <a:moveTo>
                    <a:pt x="929" y="0"/>
                  </a:moveTo>
                  <a:cubicBezTo>
                    <a:pt x="810" y="0"/>
                    <a:pt x="715" y="72"/>
                    <a:pt x="715" y="191"/>
                  </a:cubicBezTo>
                  <a:lnTo>
                    <a:pt x="715" y="977"/>
                  </a:lnTo>
                  <a:lnTo>
                    <a:pt x="500" y="977"/>
                  </a:lnTo>
                  <a:cubicBezTo>
                    <a:pt x="405" y="977"/>
                    <a:pt x="334" y="1048"/>
                    <a:pt x="334" y="1143"/>
                  </a:cubicBezTo>
                  <a:cubicBezTo>
                    <a:pt x="334" y="1262"/>
                    <a:pt x="381" y="1334"/>
                    <a:pt x="500" y="1334"/>
                  </a:cubicBezTo>
                  <a:lnTo>
                    <a:pt x="715" y="1334"/>
                  </a:lnTo>
                  <a:lnTo>
                    <a:pt x="715" y="2239"/>
                  </a:lnTo>
                  <a:lnTo>
                    <a:pt x="500" y="2239"/>
                  </a:lnTo>
                  <a:cubicBezTo>
                    <a:pt x="405" y="2239"/>
                    <a:pt x="334" y="2286"/>
                    <a:pt x="334" y="2382"/>
                  </a:cubicBezTo>
                  <a:cubicBezTo>
                    <a:pt x="334" y="2501"/>
                    <a:pt x="381" y="2596"/>
                    <a:pt x="500" y="2596"/>
                  </a:cubicBezTo>
                  <a:lnTo>
                    <a:pt x="715" y="2596"/>
                  </a:lnTo>
                  <a:lnTo>
                    <a:pt x="715" y="3477"/>
                  </a:lnTo>
                  <a:lnTo>
                    <a:pt x="500" y="3477"/>
                  </a:lnTo>
                  <a:cubicBezTo>
                    <a:pt x="405" y="3477"/>
                    <a:pt x="334" y="3549"/>
                    <a:pt x="334" y="3644"/>
                  </a:cubicBezTo>
                  <a:cubicBezTo>
                    <a:pt x="334" y="3739"/>
                    <a:pt x="381" y="3834"/>
                    <a:pt x="500" y="3834"/>
                  </a:cubicBezTo>
                  <a:lnTo>
                    <a:pt x="715" y="3834"/>
                  </a:lnTo>
                  <a:lnTo>
                    <a:pt x="715" y="4739"/>
                  </a:lnTo>
                  <a:lnTo>
                    <a:pt x="500" y="4739"/>
                  </a:lnTo>
                  <a:cubicBezTo>
                    <a:pt x="405" y="4739"/>
                    <a:pt x="334" y="4787"/>
                    <a:pt x="334" y="4882"/>
                  </a:cubicBezTo>
                  <a:cubicBezTo>
                    <a:pt x="334" y="5001"/>
                    <a:pt x="381" y="5097"/>
                    <a:pt x="500" y="5097"/>
                  </a:cubicBezTo>
                  <a:lnTo>
                    <a:pt x="715" y="5097"/>
                  </a:lnTo>
                  <a:lnTo>
                    <a:pt x="715" y="5978"/>
                  </a:lnTo>
                  <a:lnTo>
                    <a:pt x="500" y="5978"/>
                  </a:lnTo>
                  <a:cubicBezTo>
                    <a:pt x="405" y="5978"/>
                    <a:pt x="334" y="6049"/>
                    <a:pt x="334" y="6121"/>
                  </a:cubicBezTo>
                  <a:cubicBezTo>
                    <a:pt x="334" y="6240"/>
                    <a:pt x="381" y="6335"/>
                    <a:pt x="500" y="6335"/>
                  </a:cubicBezTo>
                  <a:lnTo>
                    <a:pt x="715" y="6335"/>
                  </a:lnTo>
                  <a:lnTo>
                    <a:pt x="715" y="7240"/>
                  </a:lnTo>
                  <a:lnTo>
                    <a:pt x="500" y="7240"/>
                  </a:lnTo>
                  <a:cubicBezTo>
                    <a:pt x="405" y="7240"/>
                    <a:pt x="334" y="7287"/>
                    <a:pt x="334" y="7383"/>
                  </a:cubicBezTo>
                  <a:cubicBezTo>
                    <a:pt x="334" y="7502"/>
                    <a:pt x="381" y="7597"/>
                    <a:pt x="500" y="7597"/>
                  </a:cubicBezTo>
                  <a:lnTo>
                    <a:pt x="715" y="7597"/>
                  </a:lnTo>
                  <a:lnTo>
                    <a:pt x="715" y="8478"/>
                  </a:lnTo>
                  <a:lnTo>
                    <a:pt x="500" y="8478"/>
                  </a:lnTo>
                  <a:cubicBezTo>
                    <a:pt x="405" y="8478"/>
                    <a:pt x="334" y="8550"/>
                    <a:pt x="334" y="8621"/>
                  </a:cubicBezTo>
                  <a:cubicBezTo>
                    <a:pt x="334" y="8740"/>
                    <a:pt x="381" y="8835"/>
                    <a:pt x="500" y="8835"/>
                  </a:cubicBezTo>
                  <a:lnTo>
                    <a:pt x="715" y="8835"/>
                  </a:lnTo>
                  <a:lnTo>
                    <a:pt x="715" y="9740"/>
                  </a:lnTo>
                  <a:lnTo>
                    <a:pt x="500" y="9740"/>
                  </a:lnTo>
                  <a:cubicBezTo>
                    <a:pt x="405" y="9740"/>
                    <a:pt x="334" y="9788"/>
                    <a:pt x="334" y="9883"/>
                  </a:cubicBezTo>
                  <a:cubicBezTo>
                    <a:pt x="334" y="10002"/>
                    <a:pt x="381" y="10098"/>
                    <a:pt x="500" y="10098"/>
                  </a:cubicBezTo>
                  <a:lnTo>
                    <a:pt x="715" y="10098"/>
                  </a:lnTo>
                  <a:lnTo>
                    <a:pt x="715" y="10717"/>
                  </a:lnTo>
                  <a:lnTo>
                    <a:pt x="286" y="10717"/>
                  </a:lnTo>
                  <a:cubicBezTo>
                    <a:pt x="143" y="10717"/>
                    <a:pt x="0" y="10836"/>
                    <a:pt x="0" y="11002"/>
                  </a:cubicBezTo>
                  <a:lnTo>
                    <a:pt x="0" y="11693"/>
                  </a:lnTo>
                  <a:cubicBezTo>
                    <a:pt x="0" y="11788"/>
                    <a:pt x="95" y="11884"/>
                    <a:pt x="167" y="11884"/>
                  </a:cubicBezTo>
                  <a:lnTo>
                    <a:pt x="1548" y="11884"/>
                  </a:lnTo>
                  <a:cubicBezTo>
                    <a:pt x="1572" y="11884"/>
                    <a:pt x="1596" y="11884"/>
                    <a:pt x="1643" y="11836"/>
                  </a:cubicBezTo>
                  <a:cubicBezTo>
                    <a:pt x="1762" y="11693"/>
                    <a:pt x="1667" y="11550"/>
                    <a:pt x="1524" y="11550"/>
                  </a:cubicBezTo>
                  <a:lnTo>
                    <a:pt x="334" y="11550"/>
                  </a:lnTo>
                  <a:lnTo>
                    <a:pt x="334" y="11074"/>
                  </a:lnTo>
                  <a:lnTo>
                    <a:pt x="11526" y="11074"/>
                  </a:lnTo>
                  <a:lnTo>
                    <a:pt x="11526" y="11550"/>
                  </a:lnTo>
                  <a:lnTo>
                    <a:pt x="2358" y="11550"/>
                  </a:lnTo>
                  <a:cubicBezTo>
                    <a:pt x="2263" y="11550"/>
                    <a:pt x="2167" y="11598"/>
                    <a:pt x="2167" y="11693"/>
                  </a:cubicBezTo>
                  <a:cubicBezTo>
                    <a:pt x="2167" y="11812"/>
                    <a:pt x="2239" y="11907"/>
                    <a:pt x="2358" y="11907"/>
                  </a:cubicBezTo>
                  <a:lnTo>
                    <a:pt x="11598" y="11907"/>
                  </a:lnTo>
                  <a:cubicBezTo>
                    <a:pt x="11764" y="11907"/>
                    <a:pt x="11907" y="11788"/>
                    <a:pt x="11907" y="11598"/>
                  </a:cubicBezTo>
                  <a:lnTo>
                    <a:pt x="11907" y="11002"/>
                  </a:lnTo>
                  <a:cubicBezTo>
                    <a:pt x="11907" y="10836"/>
                    <a:pt x="11788" y="10717"/>
                    <a:pt x="11598" y="10717"/>
                  </a:cubicBezTo>
                  <a:lnTo>
                    <a:pt x="1072" y="10717"/>
                  </a:lnTo>
                  <a:lnTo>
                    <a:pt x="1072" y="191"/>
                  </a:lnTo>
                  <a:cubicBezTo>
                    <a:pt x="1072" y="96"/>
                    <a:pt x="1000"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95" name="Google Shape;14395;p90"/>
          <p:cNvGrpSpPr/>
          <p:nvPr/>
        </p:nvGrpSpPr>
        <p:grpSpPr>
          <a:xfrm>
            <a:off x="5522189" y="3989948"/>
            <a:ext cx="356019" cy="353179"/>
            <a:chOff x="5175388" y="3789408"/>
            <a:chExt cx="297700" cy="295325"/>
          </a:xfrm>
        </p:grpSpPr>
        <p:sp>
          <p:nvSpPr>
            <p:cNvPr id="14396" name="Google Shape;14396;p90"/>
            <p:cNvSpPr/>
            <p:nvPr/>
          </p:nvSpPr>
          <p:spPr>
            <a:xfrm>
              <a:off x="5176588" y="3789408"/>
              <a:ext cx="296500" cy="91700"/>
            </a:xfrm>
            <a:custGeom>
              <a:rect b="b" l="l" r="r" t="t"/>
              <a:pathLst>
                <a:path extrusionOk="0" h="3668" w="11860">
                  <a:moveTo>
                    <a:pt x="2834" y="334"/>
                  </a:moveTo>
                  <a:lnTo>
                    <a:pt x="2834" y="1763"/>
                  </a:lnTo>
                  <a:lnTo>
                    <a:pt x="2072" y="2120"/>
                  </a:lnTo>
                  <a:lnTo>
                    <a:pt x="1334" y="1763"/>
                  </a:lnTo>
                  <a:lnTo>
                    <a:pt x="1334" y="334"/>
                  </a:lnTo>
                  <a:close/>
                  <a:moveTo>
                    <a:pt x="1334" y="0"/>
                  </a:moveTo>
                  <a:cubicBezTo>
                    <a:pt x="1120" y="0"/>
                    <a:pt x="977" y="143"/>
                    <a:pt x="977" y="357"/>
                  </a:cubicBezTo>
                  <a:lnTo>
                    <a:pt x="977" y="477"/>
                  </a:lnTo>
                  <a:lnTo>
                    <a:pt x="358" y="477"/>
                  </a:lnTo>
                  <a:cubicBezTo>
                    <a:pt x="143" y="477"/>
                    <a:pt x="0" y="619"/>
                    <a:pt x="0" y="834"/>
                  </a:cubicBezTo>
                  <a:lnTo>
                    <a:pt x="0" y="3310"/>
                  </a:lnTo>
                  <a:cubicBezTo>
                    <a:pt x="0" y="3525"/>
                    <a:pt x="143" y="3668"/>
                    <a:pt x="358" y="3668"/>
                  </a:cubicBezTo>
                  <a:lnTo>
                    <a:pt x="10598" y="3668"/>
                  </a:lnTo>
                  <a:cubicBezTo>
                    <a:pt x="10717" y="3668"/>
                    <a:pt x="10812" y="3596"/>
                    <a:pt x="10884" y="3525"/>
                  </a:cubicBezTo>
                  <a:lnTo>
                    <a:pt x="11789" y="2286"/>
                  </a:lnTo>
                  <a:cubicBezTo>
                    <a:pt x="11860" y="2167"/>
                    <a:pt x="11860" y="2001"/>
                    <a:pt x="11789" y="1882"/>
                  </a:cubicBezTo>
                  <a:lnTo>
                    <a:pt x="10884" y="667"/>
                  </a:lnTo>
                  <a:cubicBezTo>
                    <a:pt x="10836" y="572"/>
                    <a:pt x="10598" y="500"/>
                    <a:pt x="10598" y="500"/>
                  </a:cubicBezTo>
                  <a:lnTo>
                    <a:pt x="9074" y="500"/>
                  </a:lnTo>
                  <a:cubicBezTo>
                    <a:pt x="8978" y="500"/>
                    <a:pt x="8931" y="572"/>
                    <a:pt x="8883" y="667"/>
                  </a:cubicBezTo>
                  <a:cubicBezTo>
                    <a:pt x="8859" y="762"/>
                    <a:pt x="8955" y="858"/>
                    <a:pt x="9074" y="858"/>
                  </a:cubicBezTo>
                  <a:lnTo>
                    <a:pt x="10622" y="858"/>
                  </a:lnTo>
                  <a:lnTo>
                    <a:pt x="11527" y="2096"/>
                  </a:lnTo>
                  <a:lnTo>
                    <a:pt x="10622" y="3310"/>
                  </a:lnTo>
                  <a:lnTo>
                    <a:pt x="358" y="3310"/>
                  </a:lnTo>
                  <a:lnTo>
                    <a:pt x="358" y="834"/>
                  </a:lnTo>
                  <a:lnTo>
                    <a:pt x="977" y="834"/>
                  </a:lnTo>
                  <a:lnTo>
                    <a:pt x="977" y="1786"/>
                  </a:lnTo>
                  <a:cubicBezTo>
                    <a:pt x="977" y="1929"/>
                    <a:pt x="1072" y="2048"/>
                    <a:pt x="1191" y="2120"/>
                  </a:cubicBezTo>
                  <a:lnTo>
                    <a:pt x="1929" y="2477"/>
                  </a:lnTo>
                  <a:cubicBezTo>
                    <a:pt x="2001" y="2501"/>
                    <a:pt x="2048" y="2501"/>
                    <a:pt x="2072" y="2501"/>
                  </a:cubicBezTo>
                  <a:cubicBezTo>
                    <a:pt x="2120" y="2501"/>
                    <a:pt x="2191" y="2501"/>
                    <a:pt x="2239" y="2477"/>
                  </a:cubicBezTo>
                  <a:lnTo>
                    <a:pt x="2977" y="2120"/>
                  </a:lnTo>
                  <a:cubicBezTo>
                    <a:pt x="3096" y="2048"/>
                    <a:pt x="3192" y="1929"/>
                    <a:pt x="3192" y="1786"/>
                  </a:cubicBezTo>
                  <a:lnTo>
                    <a:pt x="3192" y="834"/>
                  </a:lnTo>
                  <a:lnTo>
                    <a:pt x="8264" y="834"/>
                  </a:lnTo>
                  <a:cubicBezTo>
                    <a:pt x="8359" y="834"/>
                    <a:pt x="8431" y="786"/>
                    <a:pt x="8455" y="691"/>
                  </a:cubicBezTo>
                  <a:cubicBezTo>
                    <a:pt x="8478" y="572"/>
                    <a:pt x="8383" y="477"/>
                    <a:pt x="8264" y="477"/>
                  </a:cubicBezTo>
                  <a:lnTo>
                    <a:pt x="3192" y="477"/>
                  </a:lnTo>
                  <a:lnTo>
                    <a:pt x="3192" y="357"/>
                  </a:lnTo>
                  <a:cubicBezTo>
                    <a:pt x="3192" y="143"/>
                    <a:pt x="3025" y="0"/>
                    <a:pt x="2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7" name="Google Shape;14397;p90"/>
            <p:cNvSpPr/>
            <p:nvPr/>
          </p:nvSpPr>
          <p:spPr>
            <a:xfrm>
              <a:off x="5175388" y="3892983"/>
              <a:ext cx="297700" cy="90525"/>
            </a:xfrm>
            <a:custGeom>
              <a:rect b="b" l="l" r="r" t="t"/>
              <a:pathLst>
                <a:path extrusionOk="0" h="3621" w="11908">
                  <a:moveTo>
                    <a:pt x="2835" y="287"/>
                  </a:moveTo>
                  <a:lnTo>
                    <a:pt x="2835" y="1716"/>
                  </a:lnTo>
                  <a:lnTo>
                    <a:pt x="2096" y="2073"/>
                  </a:lnTo>
                  <a:lnTo>
                    <a:pt x="1358" y="1716"/>
                  </a:lnTo>
                  <a:lnTo>
                    <a:pt x="1358" y="287"/>
                  </a:lnTo>
                  <a:close/>
                  <a:moveTo>
                    <a:pt x="358" y="763"/>
                  </a:moveTo>
                  <a:lnTo>
                    <a:pt x="1001" y="811"/>
                  </a:lnTo>
                  <a:lnTo>
                    <a:pt x="1001" y="1763"/>
                  </a:lnTo>
                  <a:cubicBezTo>
                    <a:pt x="1001" y="1906"/>
                    <a:pt x="1072" y="2025"/>
                    <a:pt x="1215" y="2073"/>
                  </a:cubicBezTo>
                  <a:lnTo>
                    <a:pt x="1954" y="2430"/>
                  </a:lnTo>
                  <a:cubicBezTo>
                    <a:pt x="2001" y="2478"/>
                    <a:pt x="2073" y="2478"/>
                    <a:pt x="2096" y="2478"/>
                  </a:cubicBezTo>
                  <a:cubicBezTo>
                    <a:pt x="2120" y="2478"/>
                    <a:pt x="2215" y="2478"/>
                    <a:pt x="2239" y="2430"/>
                  </a:cubicBezTo>
                  <a:lnTo>
                    <a:pt x="3001" y="2073"/>
                  </a:lnTo>
                  <a:cubicBezTo>
                    <a:pt x="3120" y="2025"/>
                    <a:pt x="3192" y="1906"/>
                    <a:pt x="3192" y="1763"/>
                  </a:cubicBezTo>
                  <a:lnTo>
                    <a:pt x="3192" y="811"/>
                  </a:lnTo>
                  <a:lnTo>
                    <a:pt x="10646" y="811"/>
                  </a:lnTo>
                  <a:lnTo>
                    <a:pt x="11527" y="2025"/>
                  </a:lnTo>
                  <a:lnTo>
                    <a:pt x="10646" y="3240"/>
                  </a:lnTo>
                  <a:lnTo>
                    <a:pt x="382" y="3240"/>
                  </a:lnTo>
                  <a:lnTo>
                    <a:pt x="358" y="764"/>
                  </a:lnTo>
                  <a:lnTo>
                    <a:pt x="358" y="764"/>
                  </a:lnTo>
                  <a:cubicBezTo>
                    <a:pt x="358" y="787"/>
                    <a:pt x="370" y="799"/>
                    <a:pt x="376" y="799"/>
                  </a:cubicBezTo>
                  <a:cubicBezTo>
                    <a:pt x="382" y="799"/>
                    <a:pt x="382" y="787"/>
                    <a:pt x="358" y="763"/>
                  </a:cubicBezTo>
                  <a:lnTo>
                    <a:pt x="358" y="763"/>
                  </a:lnTo>
                  <a:lnTo>
                    <a:pt x="358" y="763"/>
                  </a:lnTo>
                  <a:close/>
                  <a:moveTo>
                    <a:pt x="1358" y="1"/>
                  </a:moveTo>
                  <a:cubicBezTo>
                    <a:pt x="1144" y="1"/>
                    <a:pt x="1001" y="144"/>
                    <a:pt x="1001" y="358"/>
                  </a:cubicBezTo>
                  <a:lnTo>
                    <a:pt x="1001" y="477"/>
                  </a:lnTo>
                  <a:lnTo>
                    <a:pt x="358" y="477"/>
                  </a:lnTo>
                  <a:cubicBezTo>
                    <a:pt x="167" y="501"/>
                    <a:pt x="1" y="644"/>
                    <a:pt x="1" y="834"/>
                  </a:cubicBezTo>
                  <a:lnTo>
                    <a:pt x="1" y="3311"/>
                  </a:lnTo>
                  <a:cubicBezTo>
                    <a:pt x="48" y="3454"/>
                    <a:pt x="191" y="3621"/>
                    <a:pt x="406" y="3621"/>
                  </a:cubicBezTo>
                  <a:lnTo>
                    <a:pt x="10646" y="3621"/>
                  </a:lnTo>
                  <a:cubicBezTo>
                    <a:pt x="10765" y="3621"/>
                    <a:pt x="10860" y="3573"/>
                    <a:pt x="10932" y="3478"/>
                  </a:cubicBezTo>
                  <a:lnTo>
                    <a:pt x="11837" y="2263"/>
                  </a:lnTo>
                  <a:cubicBezTo>
                    <a:pt x="11908" y="2144"/>
                    <a:pt x="11908" y="1954"/>
                    <a:pt x="11837" y="1835"/>
                  </a:cubicBezTo>
                  <a:lnTo>
                    <a:pt x="10932" y="620"/>
                  </a:lnTo>
                  <a:cubicBezTo>
                    <a:pt x="10884" y="525"/>
                    <a:pt x="10646" y="477"/>
                    <a:pt x="10646" y="477"/>
                  </a:cubicBezTo>
                  <a:lnTo>
                    <a:pt x="3192" y="477"/>
                  </a:lnTo>
                  <a:lnTo>
                    <a:pt x="3192" y="358"/>
                  </a:lnTo>
                  <a:cubicBezTo>
                    <a:pt x="3192" y="144"/>
                    <a:pt x="3049" y="1"/>
                    <a:pt x="2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8" name="Google Shape;14398;p90"/>
            <p:cNvSpPr/>
            <p:nvPr/>
          </p:nvSpPr>
          <p:spPr>
            <a:xfrm>
              <a:off x="5175388" y="3994808"/>
              <a:ext cx="297700" cy="89925"/>
            </a:xfrm>
            <a:custGeom>
              <a:rect b="b" l="l" r="r" t="t"/>
              <a:pathLst>
                <a:path extrusionOk="0" h="3597" w="11908">
                  <a:moveTo>
                    <a:pt x="2882" y="381"/>
                  </a:moveTo>
                  <a:lnTo>
                    <a:pt x="2882" y="1786"/>
                  </a:lnTo>
                  <a:lnTo>
                    <a:pt x="2120" y="2167"/>
                  </a:lnTo>
                  <a:lnTo>
                    <a:pt x="1382" y="1810"/>
                  </a:lnTo>
                  <a:lnTo>
                    <a:pt x="1382" y="381"/>
                  </a:lnTo>
                  <a:close/>
                  <a:moveTo>
                    <a:pt x="1358" y="0"/>
                  </a:moveTo>
                  <a:cubicBezTo>
                    <a:pt x="1144" y="0"/>
                    <a:pt x="1001" y="143"/>
                    <a:pt x="1001" y="357"/>
                  </a:cubicBezTo>
                  <a:lnTo>
                    <a:pt x="1001" y="477"/>
                  </a:lnTo>
                  <a:lnTo>
                    <a:pt x="358" y="477"/>
                  </a:lnTo>
                  <a:cubicBezTo>
                    <a:pt x="358" y="477"/>
                    <a:pt x="1" y="667"/>
                    <a:pt x="1" y="834"/>
                  </a:cubicBezTo>
                  <a:lnTo>
                    <a:pt x="1" y="1405"/>
                  </a:lnTo>
                  <a:cubicBezTo>
                    <a:pt x="1" y="1501"/>
                    <a:pt x="96" y="1572"/>
                    <a:pt x="191" y="1572"/>
                  </a:cubicBezTo>
                  <a:cubicBezTo>
                    <a:pt x="287" y="1572"/>
                    <a:pt x="358" y="1501"/>
                    <a:pt x="358" y="1405"/>
                  </a:cubicBezTo>
                  <a:lnTo>
                    <a:pt x="358" y="834"/>
                  </a:lnTo>
                  <a:lnTo>
                    <a:pt x="1001" y="834"/>
                  </a:lnTo>
                  <a:lnTo>
                    <a:pt x="1001" y="1786"/>
                  </a:lnTo>
                  <a:cubicBezTo>
                    <a:pt x="1001" y="1929"/>
                    <a:pt x="1072" y="2048"/>
                    <a:pt x="1191" y="2120"/>
                  </a:cubicBezTo>
                  <a:lnTo>
                    <a:pt x="1954" y="2477"/>
                  </a:lnTo>
                  <a:cubicBezTo>
                    <a:pt x="2001" y="2501"/>
                    <a:pt x="2073" y="2501"/>
                    <a:pt x="2096" y="2501"/>
                  </a:cubicBezTo>
                  <a:cubicBezTo>
                    <a:pt x="2120" y="2501"/>
                    <a:pt x="2215" y="2501"/>
                    <a:pt x="2239" y="2477"/>
                  </a:cubicBezTo>
                  <a:lnTo>
                    <a:pt x="2978" y="2120"/>
                  </a:lnTo>
                  <a:cubicBezTo>
                    <a:pt x="3097" y="2048"/>
                    <a:pt x="3192" y="1929"/>
                    <a:pt x="3192" y="1786"/>
                  </a:cubicBezTo>
                  <a:lnTo>
                    <a:pt x="3192" y="810"/>
                  </a:lnTo>
                  <a:lnTo>
                    <a:pt x="10646" y="810"/>
                  </a:lnTo>
                  <a:lnTo>
                    <a:pt x="11527" y="2024"/>
                  </a:lnTo>
                  <a:lnTo>
                    <a:pt x="10646" y="3239"/>
                  </a:lnTo>
                  <a:lnTo>
                    <a:pt x="358" y="3239"/>
                  </a:lnTo>
                  <a:lnTo>
                    <a:pt x="358" y="2144"/>
                  </a:lnTo>
                  <a:cubicBezTo>
                    <a:pt x="358" y="2048"/>
                    <a:pt x="310" y="2001"/>
                    <a:pt x="215" y="1977"/>
                  </a:cubicBezTo>
                  <a:cubicBezTo>
                    <a:pt x="194" y="1968"/>
                    <a:pt x="173" y="1964"/>
                    <a:pt x="153" y="1964"/>
                  </a:cubicBezTo>
                  <a:cubicBezTo>
                    <a:pt x="65" y="1964"/>
                    <a:pt x="1" y="2046"/>
                    <a:pt x="1" y="2144"/>
                  </a:cubicBezTo>
                  <a:lnTo>
                    <a:pt x="1" y="3239"/>
                  </a:lnTo>
                  <a:cubicBezTo>
                    <a:pt x="1" y="3453"/>
                    <a:pt x="167" y="3596"/>
                    <a:pt x="358" y="3596"/>
                  </a:cubicBezTo>
                  <a:lnTo>
                    <a:pt x="10646" y="3596"/>
                  </a:lnTo>
                  <a:cubicBezTo>
                    <a:pt x="10765" y="3596"/>
                    <a:pt x="10860" y="3549"/>
                    <a:pt x="10932" y="3453"/>
                  </a:cubicBezTo>
                  <a:lnTo>
                    <a:pt x="11837" y="2239"/>
                  </a:lnTo>
                  <a:cubicBezTo>
                    <a:pt x="11908" y="2120"/>
                    <a:pt x="11908" y="1929"/>
                    <a:pt x="11837" y="1810"/>
                  </a:cubicBezTo>
                  <a:lnTo>
                    <a:pt x="10932" y="619"/>
                  </a:lnTo>
                  <a:cubicBezTo>
                    <a:pt x="10884" y="548"/>
                    <a:pt x="10765" y="477"/>
                    <a:pt x="10646" y="477"/>
                  </a:cubicBezTo>
                  <a:lnTo>
                    <a:pt x="3192" y="477"/>
                  </a:lnTo>
                  <a:lnTo>
                    <a:pt x="3192" y="357"/>
                  </a:lnTo>
                  <a:cubicBezTo>
                    <a:pt x="3192" y="143"/>
                    <a:pt x="3049" y="0"/>
                    <a:pt x="2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99" name="Google Shape;14399;p90"/>
          <p:cNvGrpSpPr/>
          <p:nvPr/>
        </p:nvGrpSpPr>
        <p:grpSpPr>
          <a:xfrm>
            <a:off x="6273377" y="3989230"/>
            <a:ext cx="364570" cy="355750"/>
            <a:chOff x="5676088" y="3788808"/>
            <a:chExt cx="304850" cy="297475"/>
          </a:xfrm>
        </p:grpSpPr>
        <p:sp>
          <p:nvSpPr>
            <p:cNvPr id="14400" name="Google Shape;14400;p90"/>
            <p:cNvSpPr/>
            <p:nvPr/>
          </p:nvSpPr>
          <p:spPr>
            <a:xfrm>
              <a:off x="5676088" y="3788808"/>
              <a:ext cx="304850" cy="297475"/>
            </a:xfrm>
            <a:custGeom>
              <a:rect b="b" l="l" r="r" t="t"/>
              <a:pathLst>
                <a:path extrusionOk="0" h="11899" w="12194">
                  <a:moveTo>
                    <a:pt x="5970" y="1982"/>
                  </a:moveTo>
                  <a:cubicBezTo>
                    <a:pt x="8165" y="1982"/>
                    <a:pt x="9931" y="3767"/>
                    <a:pt x="9931" y="5954"/>
                  </a:cubicBezTo>
                  <a:cubicBezTo>
                    <a:pt x="9931" y="7740"/>
                    <a:pt x="8717" y="9312"/>
                    <a:pt x="6978" y="9788"/>
                  </a:cubicBezTo>
                  <a:cubicBezTo>
                    <a:pt x="6907" y="9812"/>
                    <a:pt x="6835" y="9907"/>
                    <a:pt x="6859" y="10002"/>
                  </a:cubicBezTo>
                  <a:cubicBezTo>
                    <a:pt x="6901" y="10064"/>
                    <a:pt x="6960" y="10126"/>
                    <a:pt x="7037" y="10126"/>
                  </a:cubicBezTo>
                  <a:cubicBezTo>
                    <a:pt x="7049" y="10126"/>
                    <a:pt x="7061" y="10125"/>
                    <a:pt x="7074" y="10122"/>
                  </a:cubicBezTo>
                  <a:cubicBezTo>
                    <a:pt x="8931" y="9645"/>
                    <a:pt x="10193" y="8002"/>
                    <a:pt x="10289" y="6121"/>
                  </a:cubicBezTo>
                  <a:lnTo>
                    <a:pt x="11575" y="6121"/>
                  </a:lnTo>
                  <a:cubicBezTo>
                    <a:pt x="11503" y="7550"/>
                    <a:pt x="10955" y="8907"/>
                    <a:pt x="9931" y="9907"/>
                  </a:cubicBezTo>
                  <a:cubicBezTo>
                    <a:pt x="8884" y="10955"/>
                    <a:pt x="7455" y="11550"/>
                    <a:pt x="5978" y="11550"/>
                  </a:cubicBezTo>
                  <a:cubicBezTo>
                    <a:pt x="4478" y="11550"/>
                    <a:pt x="3097" y="10955"/>
                    <a:pt x="2025" y="9907"/>
                  </a:cubicBezTo>
                  <a:cubicBezTo>
                    <a:pt x="1001" y="8907"/>
                    <a:pt x="429" y="7550"/>
                    <a:pt x="382" y="6121"/>
                  </a:cubicBezTo>
                  <a:lnTo>
                    <a:pt x="1668" y="6121"/>
                  </a:lnTo>
                  <a:cubicBezTo>
                    <a:pt x="1739" y="8431"/>
                    <a:pt x="3644" y="10264"/>
                    <a:pt x="5978" y="10264"/>
                  </a:cubicBezTo>
                  <a:lnTo>
                    <a:pt x="6240" y="10264"/>
                  </a:lnTo>
                  <a:cubicBezTo>
                    <a:pt x="6335" y="10264"/>
                    <a:pt x="6431" y="10169"/>
                    <a:pt x="6431" y="10098"/>
                  </a:cubicBezTo>
                  <a:cubicBezTo>
                    <a:pt x="6431" y="9979"/>
                    <a:pt x="6335" y="9907"/>
                    <a:pt x="6240" y="9907"/>
                  </a:cubicBezTo>
                  <a:lnTo>
                    <a:pt x="5978" y="9907"/>
                  </a:lnTo>
                  <a:cubicBezTo>
                    <a:pt x="3478" y="9907"/>
                    <a:pt x="1477" y="7550"/>
                    <a:pt x="2144" y="4954"/>
                  </a:cubicBezTo>
                  <a:cubicBezTo>
                    <a:pt x="2430" y="3715"/>
                    <a:pt x="3740" y="2406"/>
                    <a:pt x="5002" y="2096"/>
                  </a:cubicBezTo>
                  <a:cubicBezTo>
                    <a:pt x="5331" y="2018"/>
                    <a:pt x="5655" y="1982"/>
                    <a:pt x="5970" y="1982"/>
                  </a:cubicBezTo>
                  <a:close/>
                  <a:moveTo>
                    <a:pt x="5931" y="0"/>
                  </a:moveTo>
                  <a:cubicBezTo>
                    <a:pt x="5026" y="0"/>
                    <a:pt x="4121" y="215"/>
                    <a:pt x="3335" y="620"/>
                  </a:cubicBezTo>
                  <a:cubicBezTo>
                    <a:pt x="3239" y="643"/>
                    <a:pt x="3216" y="763"/>
                    <a:pt x="3239" y="858"/>
                  </a:cubicBezTo>
                  <a:cubicBezTo>
                    <a:pt x="3258" y="931"/>
                    <a:pt x="3331" y="962"/>
                    <a:pt x="3408" y="962"/>
                  </a:cubicBezTo>
                  <a:cubicBezTo>
                    <a:pt x="3431" y="962"/>
                    <a:pt x="3455" y="959"/>
                    <a:pt x="3478" y="953"/>
                  </a:cubicBezTo>
                  <a:cubicBezTo>
                    <a:pt x="4240" y="572"/>
                    <a:pt x="5073" y="381"/>
                    <a:pt x="5931" y="381"/>
                  </a:cubicBezTo>
                  <a:cubicBezTo>
                    <a:pt x="7431" y="381"/>
                    <a:pt x="8836" y="977"/>
                    <a:pt x="9908" y="2025"/>
                  </a:cubicBezTo>
                  <a:cubicBezTo>
                    <a:pt x="10908" y="3025"/>
                    <a:pt x="11479" y="4382"/>
                    <a:pt x="11527" y="5811"/>
                  </a:cubicBezTo>
                  <a:lnTo>
                    <a:pt x="10265" y="5811"/>
                  </a:lnTo>
                  <a:cubicBezTo>
                    <a:pt x="10170" y="3501"/>
                    <a:pt x="8264" y="1667"/>
                    <a:pt x="5931" y="1667"/>
                  </a:cubicBezTo>
                  <a:cubicBezTo>
                    <a:pt x="3621" y="1667"/>
                    <a:pt x="1715" y="3501"/>
                    <a:pt x="1620" y="5811"/>
                  </a:cubicBezTo>
                  <a:lnTo>
                    <a:pt x="358" y="5811"/>
                  </a:lnTo>
                  <a:cubicBezTo>
                    <a:pt x="406" y="4025"/>
                    <a:pt x="1311" y="2382"/>
                    <a:pt x="2763" y="1358"/>
                  </a:cubicBezTo>
                  <a:lnTo>
                    <a:pt x="2787" y="1334"/>
                  </a:lnTo>
                  <a:cubicBezTo>
                    <a:pt x="2858" y="1286"/>
                    <a:pt x="2882" y="1191"/>
                    <a:pt x="2858" y="1096"/>
                  </a:cubicBezTo>
                  <a:cubicBezTo>
                    <a:pt x="2815" y="1038"/>
                    <a:pt x="2754" y="1007"/>
                    <a:pt x="2692" y="1007"/>
                  </a:cubicBezTo>
                  <a:cubicBezTo>
                    <a:pt x="2652" y="1007"/>
                    <a:pt x="2610" y="1020"/>
                    <a:pt x="2573" y="1048"/>
                  </a:cubicBezTo>
                  <a:lnTo>
                    <a:pt x="2549" y="1072"/>
                  </a:lnTo>
                  <a:cubicBezTo>
                    <a:pt x="953" y="2168"/>
                    <a:pt x="1" y="4025"/>
                    <a:pt x="1" y="5954"/>
                  </a:cubicBezTo>
                  <a:cubicBezTo>
                    <a:pt x="1" y="7954"/>
                    <a:pt x="953" y="9764"/>
                    <a:pt x="2668" y="10931"/>
                  </a:cubicBezTo>
                  <a:cubicBezTo>
                    <a:pt x="3287" y="11336"/>
                    <a:pt x="4002" y="11646"/>
                    <a:pt x="4764" y="11789"/>
                  </a:cubicBezTo>
                  <a:cubicBezTo>
                    <a:pt x="5157" y="11863"/>
                    <a:pt x="5548" y="11899"/>
                    <a:pt x="5933" y="11899"/>
                  </a:cubicBezTo>
                  <a:cubicBezTo>
                    <a:pt x="7527" y="11899"/>
                    <a:pt x="9014" y="11277"/>
                    <a:pt x="10146" y="10145"/>
                  </a:cubicBezTo>
                  <a:cubicBezTo>
                    <a:pt x="11575" y="8740"/>
                    <a:pt x="12194" y="6788"/>
                    <a:pt x="11789" y="4763"/>
                  </a:cubicBezTo>
                  <a:cubicBezTo>
                    <a:pt x="11622" y="4025"/>
                    <a:pt x="11336" y="3311"/>
                    <a:pt x="10908" y="2668"/>
                  </a:cubicBezTo>
                  <a:cubicBezTo>
                    <a:pt x="9765" y="977"/>
                    <a:pt x="7931" y="0"/>
                    <a:pt x="59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1" name="Google Shape;14401;p90"/>
            <p:cNvSpPr/>
            <p:nvPr/>
          </p:nvSpPr>
          <p:spPr>
            <a:xfrm>
              <a:off x="5861263" y="3905883"/>
              <a:ext cx="30975" cy="62750"/>
            </a:xfrm>
            <a:custGeom>
              <a:rect b="b" l="l" r="r" t="t"/>
              <a:pathLst>
                <a:path extrusionOk="0" h="2510" w="1239">
                  <a:moveTo>
                    <a:pt x="1065" y="0"/>
                  </a:moveTo>
                  <a:cubicBezTo>
                    <a:pt x="1004" y="0"/>
                    <a:pt x="936" y="31"/>
                    <a:pt x="881" y="104"/>
                  </a:cubicBezTo>
                  <a:lnTo>
                    <a:pt x="0" y="2247"/>
                  </a:lnTo>
                  <a:cubicBezTo>
                    <a:pt x="0" y="2366"/>
                    <a:pt x="24" y="2486"/>
                    <a:pt x="119" y="2509"/>
                  </a:cubicBezTo>
                  <a:lnTo>
                    <a:pt x="167" y="2509"/>
                  </a:lnTo>
                  <a:cubicBezTo>
                    <a:pt x="238" y="2509"/>
                    <a:pt x="286" y="2486"/>
                    <a:pt x="333" y="2390"/>
                  </a:cubicBezTo>
                  <a:lnTo>
                    <a:pt x="1215" y="247"/>
                  </a:lnTo>
                  <a:cubicBezTo>
                    <a:pt x="1238" y="176"/>
                    <a:pt x="1215" y="80"/>
                    <a:pt x="1119" y="9"/>
                  </a:cubicBezTo>
                  <a:cubicBezTo>
                    <a:pt x="1102" y="3"/>
                    <a:pt x="1084" y="0"/>
                    <a:pt x="10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2" name="Google Shape;14402;p90"/>
            <p:cNvSpPr/>
            <p:nvPr/>
          </p:nvSpPr>
          <p:spPr>
            <a:xfrm>
              <a:off x="5747538" y="3906083"/>
              <a:ext cx="42300" cy="66725"/>
            </a:xfrm>
            <a:custGeom>
              <a:rect b="b" l="l" r="r" t="t"/>
              <a:pathLst>
                <a:path extrusionOk="0" h="2669" w="1692">
                  <a:moveTo>
                    <a:pt x="596" y="1"/>
                  </a:moveTo>
                  <a:cubicBezTo>
                    <a:pt x="501" y="1"/>
                    <a:pt x="429" y="72"/>
                    <a:pt x="405" y="168"/>
                  </a:cubicBezTo>
                  <a:lnTo>
                    <a:pt x="215" y="1168"/>
                  </a:lnTo>
                  <a:cubicBezTo>
                    <a:pt x="215" y="1239"/>
                    <a:pt x="262" y="1287"/>
                    <a:pt x="286" y="1358"/>
                  </a:cubicBezTo>
                  <a:cubicBezTo>
                    <a:pt x="322" y="1370"/>
                    <a:pt x="352" y="1376"/>
                    <a:pt x="381" y="1376"/>
                  </a:cubicBezTo>
                  <a:cubicBezTo>
                    <a:pt x="411" y="1376"/>
                    <a:pt x="441" y="1370"/>
                    <a:pt x="477" y="1358"/>
                  </a:cubicBezTo>
                  <a:lnTo>
                    <a:pt x="501" y="1358"/>
                  </a:lnTo>
                  <a:cubicBezTo>
                    <a:pt x="596" y="1311"/>
                    <a:pt x="667" y="1287"/>
                    <a:pt x="858" y="1287"/>
                  </a:cubicBezTo>
                  <a:cubicBezTo>
                    <a:pt x="1001" y="1287"/>
                    <a:pt x="1120" y="1358"/>
                    <a:pt x="1215" y="1430"/>
                  </a:cubicBezTo>
                  <a:cubicBezTo>
                    <a:pt x="1310" y="1525"/>
                    <a:pt x="1358" y="1668"/>
                    <a:pt x="1358" y="1835"/>
                  </a:cubicBezTo>
                  <a:cubicBezTo>
                    <a:pt x="1358" y="2097"/>
                    <a:pt x="1120" y="2311"/>
                    <a:pt x="858" y="2311"/>
                  </a:cubicBezTo>
                  <a:cubicBezTo>
                    <a:pt x="596" y="2311"/>
                    <a:pt x="381" y="2120"/>
                    <a:pt x="358" y="1858"/>
                  </a:cubicBezTo>
                  <a:lnTo>
                    <a:pt x="358" y="1787"/>
                  </a:lnTo>
                  <a:cubicBezTo>
                    <a:pt x="358" y="1716"/>
                    <a:pt x="286" y="1644"/>
                    <a:pt x="191" y="1620"/>
                  </a:cubicBezTo>
                  <a:cubicBezTo>
                    <a:pt x="176" y="1617"/>
                    <a:pt x="161" y="1616"/>
                    <a:pt x="147" y="1616"/>
                  </a:cubicBezTo>
                  <a:cubicBezTo>
                    <a:pt x="55" y="1616"/>
                    <a:pt x="0" y="1683"/>
                    <a:pt x="0" y="1787"/>
                  </a:cubicBezTo>
                  <a:lnTo>
                    <a:pt x="0" y="1906"/>
                  </a:lnTo>
                  <a:cubicBezTo>
                    <a:pt x="48" y="2335"/>
                    <a:pt x="405" y="2668"/>
                    <a:pt x="810" y="2668"/>
                  </a:cubicBezTo>
                  <a:lnTo>
                    <a:pt x="858" y="2668"/>
                  </a:lnTo>
                  <a:cubicBezTo>
                    <a:pt x="1286" y="2668"/>
                    <a:pt x="1667" y="2311"/>
                    <a:pt x="1691" y="1858"/>
                  </a:cubicBezTo>
                  <a:cubicBezTo>
                    <a:pt x="1691" y="1620"/>
                    <a:pt x="1620" y="1382"/>
                    <a:pt x="1453" y="1239"/>
                  </a:cubicBezTo>
                  <a:cubicBezTo>
                    <a:pt x="1334" y="1001"/>
                    <a:pt x="1096" y="906"/>
                    <a:pt x="882" y="906"/>
                  </a:cubicBezTo>
                  <a:cubicBezTo>
                    <a:pt x="786" y="906"/>
                    <a:pt x="691" y="906"/>
                    <a:pt x="643" y="930"/>
                  </a:cubicBezTo>
                  <a:lnTo>
                    <a:pt x="739" y="358"/>
                  </a:lnTo>
                  <a:lnTo>
                    <a:pt x="1406" y="358"/>
                  </a:lnTo>
                  <a:cubicBezTo>
                    <a:pt x="1501" y="358"/>
                    <a:pt x="1596" y="310"/>
                    <a:pt x="1596" y="215"/>
                  </a:cubicBezTo>
                  <a:cubicBezTo>
                    <a:pt x="1596" y="96"/>
                    <a:pt x="1525" y="1"/>
                    <a:pt x="1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3" name="Google Shape;14403;p90"/>
            <p:cNvSpPr/>
            <p:nvPr/>
          </p:nvSpPr>
          <p:spPr>
            <a:xfrm>
              <a:off x="5798738" y="3904308"/>
              <a:ext cx="41100" cy="67075"/>
            </a:xfrm>
            <a:custGeom>
              <a:rect b="b" l="l" r="r" t="t"/>
              <a:pathLst>
                <a:path extrusionOk="0" h="2683" w="1644">
                  <a:moveTo>
                    <a:pt x="803" y="297"/>
                  </a:moveTo>
                  <a:cubicBezTo>
                    <a:pt x="1066" y="297"/>
                    <a:pt x="1286" y="511"/>
                    <a:pt x="1286" y="762"/>
                  </a:cubicBezTo>
                  <a:lnTo>
                    <a:pt x="1286" y="1858"/>
                  </a:lnTo>
                  <a:cubicBezTo>
                    <a:pt x="1286" y="2121"/>
                    <a:pt x="1064" y="2332"/>
                    <a:pt x="822" y="2332"/>
                  </a:cubicBezTo>
                  <a:cubicBezTo>
                    <a:pt x="779" y="2332"/>
                    <a:pt x="735" y="2325"/>
                    <a:pt x="691" y="2310"/>
                  </a:cubicBezTo>
                  <a:cubicBezTo>
                    <a:pt x="477" y="2263"/>
                    <a:pt x="334" y="2072"/>
                    <a:pt x="334" y="1834"/>
                  </a:cubicBezTo>
                  <a:lnTo>
                    <a:pt x="334" y="786"/>
                  </a:lnTo>
                  <a:cubicBezTo>
                    <a:pt x="334" y="596"/>
                    <a:pt x="477" y="381"/>
                    <a:pt x="691" y="310"/>
                  </a:cubicBezTo>
                  <a:cubicBezTo>
                    <a:pt x="729" y="301"/>
                    <a:pt x="766" y="297"/>
                    <a:pt x="803" y="297"/>
                  </a:cubicBezTo>
                  <a:close/>
                  <a:moveTo>
                    <a:pt x="834" y="0"/>
                  </a:moveTo>
                  <a:cubicBezTo>
                    <a:pt x="382" y="0"/>
                    <a:pt x="1" y="358"/>
                    <a:pt x="1" y="834"/>
                  </a:cubicBezTo>
                  <a:lnTo>
                    <a:pt x="1" y="1858"/>
                  </a:lnTo>
                  <a:cubicBezTo>
                    <a:pt x="1" y="2263"/>
                    <a:pt x="262" y="2620"/>
                    <a:pt x="643" y="2668"/>
                  </a:cubicBezTo>
                  <a:cubicBezTo>
                    <a:pt x="700" y="2678"/>
                    <a:pt x="756" y="2682"/>
                    <a:pt x="811" y="2682"/>
                  </a:cubicBezTo>
                  <a:cubicBezTo>
                    <a:pt x="1280" y="2682"/>
                    <a:pt x="1644" y="2328"/>
                    <a:pt x="1644" y="1858"/>
                  </a:cubicBezTo>
                  <a:lnTo>
                    <a:pt x="1644" y="834"/>
                  </a:lnTo>
                  <a:cubicBezTo>
                    <a:pt x="1620" y="381"/>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4" name="Google Shape;14404;p90"/>
            <p:cNvSpPr/>
            <p:nvPr/>
          </p:nvSpPr>
          <p:spPr>
            <a:xfrm>
              <a:off x="5851713" y="3909058"/>
              <a:ext cx="14925" cy="14925"/>
            </a:xfrm>
            <a:custGeom>
              <a:rect b="b" l="l" r="r" t="t"/>
              <a:pathLst>
                <a:path extrusionOk="0" h="597" w="597">
                  <a:moveTo>
                    <a:pt x="287" y="1"/>
                  </a:moveTo>
                  <a:cubicBezTo>
                    <a:pt x="120" y="1"/>
                    <a:pt x="1" y="144"/>
                    <a:pt x="1" y="311"/>
                  </a:cubicBezTo>
                  <a:cubicBezTo>
                    <a:pt x="1" y="477"/>
                    <a:pt x="120" y="596"/>
                    <a:pt x="287" y="596"/>
                  </a:cubicBezTo>
                  <a:cubicBezTo>
                    <a:pt x="453" y="596"/>
                    <a:pt x="596" y="477"/>
                    <a:pt x="596" y="311"/>
                  </a:cubicBezTo>
                  <a:cubicBezTo>
                    <a:pt x="596" y="144"/>
                    <a:pt x="453"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5" name="Google Shape;14405;p90"/>
            <p:cNvSpPr/>
            <p:nvPr/>
          </p:nvSpPr>
          <p:spPr>
            <a:xfrm>
              <a:off x="5888038" y="3951933"/>
              <a:ext cx="14925" cy="14900"/>
            </a:xfrm>
            <a:custGeom>
              <a:rect b="b" l="l" r="r" t="t"/>
              <a:pathLst>
                <a:path extrusionOk="0" h="596" w="597">
                  <a:moveTo>
                    <a:pt x="286" y="1"/>
                  </a:moveTo>
                  <a:cubicBezTo>
                    <a:pt x="120" y="1"/>
                    <a:pt x="1" y="120"/>
                    <a:pt x="1" y="286"/>
                  </a:cubicBezTo>
                  <a:cubicBezTo>
                    <a:pt x="1" y="429"/>
                    <a:pt x="120" y="596"/>
                    <a:pt x="286" y="596"/>
                  </a:cubicBezTo>
                  <a:cubicBezTo>
                    <a:pt x="477" y="596"/>
                    <a:pt x="596" y="477"/>
                    <a:pt x="596" y="286"/>
                  </a:cubicBezTo>
                  <a:cubicBezTo>
                    <a:pt x="596" y="120"/>
                    <a:pt x="477" y="1"/>
                    <a:pt x="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06" name="Google Shape;14406;p90"/>
          <p:cNvGrpSpPr/>
          <p:nvPr/>
        </p:nvGrpSpPr>
        <p:grpSpPr>
          <a:xfrm>
            <a:off x="6997507" y="3989948"/>
            <a:ext cx="356019" cy="356737"/>
            <a:chOff x="6154163" y="3789408"/>
            <a:chExt cx="297700" cy="298300"/>
          </a:xfrm>
        </p:grpSpPr>
        <p:sp>
          <p:nvSpPr>
            <p:cNvPr id="14407" name="Google Shape;14407;p90"/>
            <p:cNvSpPr/>
            <p:nvPr/>
          </p:nvSpPr>
          <p:spPr>
            <a:xfrm>
              <a:off x="6283363" y="3813208"/>
              <a:ext cx="15500" cy="8975"/>
            </a:xfrm>
            <a:custGeom>
              <a:rect b="b" l="l" r="r" t="t"/>
              <a:pathLst>
                <a:path extrusionOk="0" h="359" w="620">
                  <a:moveTo>
                    <a:pt x="191" y="1"/>
                  </a:moveTo>
                  <a:cubicBezTo>
                    <a:pt x="120" y="1"/>
                    <a:pt x="24" y="72"/>
                    <a:pt x="24" y="144"/>
                  </a:cubicBezTo>
                  <a:cubicBezTo>
                    <a:pt x="0" y="263"/>
                    <a:pt x="72" y="358"/>
                    <a:pt x="191" y="358"/>
                  </a:cubicBezTo>
                  <a:lnTo>
                    <a:pt x="429" y="358"/>
                  </a:lnTo>
                  <a:cubicBezTo>
                    <a:pt x="524" y="358"/>
                    <a:pt x="620" y="310"/>
                    <a:pt x="620" y="215"/>
                  </a:cubicBezTo>
                  <a:cubicBezTo>
                    <a:pt x="620" y="96"/>
                    <a:pt x="548"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8" name="Google Shape;14408;p90"/>
            <p:cNvSpPr/>
            <p:nvPr/>
          </p:nvSpPr>
          <p:spPr>
            <a:xfrm>
              <a:off x="6260138" y="3813208"/>
              <a:ext cx="14925" cy="8975"/>
            </a:xfrm>
            <a:custGeom>
              <a:rect b="b" l="l" r="r" t="t"/>
              <a:pathLst>
                <a:path extrusionOk="0" h="359" w="597">
                  <a:moveTo>
                    <a:pt x="215" y="1"/>
                  </a:moveTo>
                  <a:cubicBezTo>
                    <a:pt x="120" y="1"/>
                    <a:pt x="25" y="72"/>
                    <a:pt x="25" y="144"/>
                  </a:cubicBezTo>
                  <a:cubicBezTo>
                    <a:pt x="1" y="263"/>
                    <a:pt x="96" y="358"/>
                    <a:pt x="167" y="358"/>
                  </a:cubicBezTo>
                  <a:lnTo>
                    <a:pt x="406" y="358"/>
                  </a:lnTo>
                  <a:cubicBezTo>
                    <a:pt x="501" y="358"/>
                    <a:pt x="596" y="310"/>
                    <a:pt x="596" y="215"/>
                  </a:cubicBezTo>
                  <a:cubicBezTo>
                    <a:pt x="596" y="96"/>
                    <a:pt x="525" y="1"/>
                    <a:pt x="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9" name="Google Shape;14409;p90"/>
            <p:cNvSpPr/>
            <p:nvPr/>
          </p:nvSpPr>
          <p:spPr>
            <a:xfrm>
              <a:off x="6376238" y="3813208"/>
              <a:ext cx="14900" cy="8975"/>
            </a:xfrm>
            <a:custGeom>
              <a:rect b="b" l="l" r="r" t="t"/>
              <a:pathLst>
                <a:path extrusionOk="0" h="359" w="596">
                  <a:moveTo>
                    <a:pt x="167" y="1"/>
                  </a:moveTo>
                  <a:cubicBezTo>
                    <a:pt x="96" y="1"/>
                    <a:pt x="1" y="72"/>
                    <a:pt x="1" y="144"/>
                  </a:cubicBezTo>
                  <a:cubicBezTo>
                    <a:pt x="1" y="263"/>
                    <a:pt x="96" y="358"/>
                    <a:pt x="167" y="358"/>
                  </a:cubicBezTo>
                  <a:lnTo>
                    <a:pt x="405" y="358"/>
                  </a:lnTo>
                  <a:cubicBezTo>
                    <a:pt x="501" y="358"/>
                    <a:pt x="596" y="310"/>
                    <a:pt x="596" y="215"/>
                  </a:cubicBezTo>
                  <a:cubicBezTo>
                    <a:pt x="596" y="96"/>
                    <a:pt x="524" y="1"/>
                    <a:pt x="4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0" name="Google Shape;14410;p90"/>
            <p:cNvSpPr/>
            <p:nvPr/>
          </p:nvSpPr>
          <p:spPr>
            <a:xfrm>
              <a:off x="6329813" y="3813208"/>
              <a:ext cx="14900" cy="8975"/>
            </a:xfrm>
            <a:custGeom>
              <a:rect b="b" l="l" r="r" t="t"/>
              <a:pathLst>
                <a:path extrusionOk="0" h="359" w="596">
                  <a:moveTo>
                    <a:pt x="191" y="1"/>
                  </a:moveTo>
                  <a:cubicBezTo>
                    <a:pt x="95" y="1"/>
                    <a:pt x="0" y="72"/>
                    <a:pt x="0" y="144"/>
                  </a:cubicBezTo>
                  <a:cubicBezTo>
                    <a:pt x="0" y="263"/>
                    <a:pt x="71" y="358"/>
                    <a:pt x="191" y="358"/>
                  </a:cubicBezTo>
                  <a:lnTo>
                    <a:pt x="429" y="358"/>
                  </a:lnTo>
                  <a:cubicBezTo>
                    <a:pt x="500" y="358"/>
                    <a:pt x="595" y="310"/>
                    <a:pt x="595" y="215"/>
                  </a:cubicBezTo>
                  <a:cubicBezTo>
                    <a:pt x="595" y="96"/>
                    <a:pt x="548"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1" name="Google Shape;14411;p90"/>
            <p:cNvSpPr/>
            <p:nvPr/>
          </p:nvSpPr>
          <p:spPr>
            <a:xfrm>
              <a:off x="6353013" y="3813208"/>
              <a:ext cx="14925" cy="8975"/>
            </a:xfrm>
            <a:custGeom>
              <a:rect b="b" l="l" r="r" t="t"/>
              <a:pathLst>
                <a:path extrusionOk="0" h="359" w="597">
                  <a:moveTo>
                    <a:pt x="191" y="1"/>
                  </a:moveTo>
                  <a:cubicBezTo>
                    <a:pt x="96" y="1"/>
                    <a:pt x="1" y="72"/>
                    <a:pt x="1" y="144"/>
                  </a:cubicBezTo>
                  <a:cubicBezTo>
                    <a:pt x="1" y="263"/>
                    <a:pt x="96" y="358"/>
                    <a:pt x="191" y="358"/>
                  </a:cubicBezTo>
                  <a:lnTo>
                    <a:pt x="429" y="358"/>
                  </a:lnTo>
                  <a:cubicBezTo>
                    <a:pt x="501" y="358"/>
                    <a:pt x="596" y="310"/>
                    <a:pt x="596" y="215"/>
                  </a:cubicBezTo>
                  <a:cubicBezTo>
                    <a:pt x="596" y="96"/>
                    <a:pt x="525"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2" name="Google Shape;14412;p90"/>
            <p:cNvSpPr/>
            <p:nvPr/>
          </p:nvSpPr>
          <p:spPr>
            <a:xfrm>
              <a:off x="6305988" y="3813208"/>
              <a:ext cx="16100" cy="8975"/>
            </a:xfrm>
            <a:custGeom>
              <a:rect b="b" l="l" r="r" t="t"/>
              <a:pathLst>
                <a:path extrusionOk="0" h="359" w="644">
                  <a:moveTo>
                    <a:pt x="215" y="1"/>
                  </a:moveTo>
                  <a:cubicBezTo>
                    <a:pt x="120" y="1"/>
                    <a:pt x="48" y="72"/>
                    <a:pt x="48" y="144"/>
                  </a:cubicBezTo>
                  <a:cubicBezTo>
                    <a:pt x="0" y="263"/>
                    <a:pt x="96" y="358"/>
                    <a:pt x="215" y="358"/>
                  </a:cubicBezTo>
                  <a:lnTo>
                    <a:pt x="453" y="358"/>
                  </a:lnTo>
                  <a:cubicBezTo>
                    <a:pt x="548" y="358"/>
                    <a:pt x="643" y="310"/>
                    <a:pt x="643" y="215"/>
                  </a:cubicBezTo>
                  <a:cubicBezTo>
                    <a:pt x="643" y="96"/>
                    <a:pt x="572"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3" name="Google Shape;14413;p90"/>
            <p:cNvSpPr/>
            <p:nvPr/>
          </p:nvSpPr>
          <p:spPr>
            <a:xfrm>
              <a:off x="6191088" y="3813208"/>
              <a:ext cx="14900" cy="8975"/>
            </a:xfrm>
            <a:custGeom>
              <a:rect b="b" l="l" r="r" t="t"/>
              <a:pathLst>
                <a:path extrusionOk="0" h="359" w="596">
                  <a:moveTo>
                    <a:pt x="191" y="1"/>
                  </a:moveTo>
                  <a:cubicBezTo>
                    <a:pt x="119" y="1"/>
                    <a:pt x="24" y="72"/>
                    <a:pt x="24" y="144"/>
                  </a:cubicBezTo>
                  <a:cubicBezTo>
                    <a:pt x="0" y="263"/>
                    <a:pt x="72" y="358"/>
                    <a:pt x="191" y="358"/>
                  </a:cubicBezTo>
                  <a:lnTo>
                    <a:pt x="405" y="358"/>
                  </a:lnTo>
                  <a:cubicBezTo>
                    <a:pt x="500" y="358"/>
                    <a:pt x="596" y="310"/>
                    <a:pt x="596" y="215"/>
                  </a:cubicBezTo>
                  <a:cubicBezTo>
                    <a:pt x="596" y="96"/>
                    <a:pt x="524" y="1"/>
                    <a:pt x="4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4" name="Google Shape;14414;p90"/>
            <p:cNvSpPr/>
            <p:nvPr/>
          </p:nvSpPr>
          <p:spPr>
            <a:xfrm>
              <a:off x="6213713" y="3813208"/>
              <a:ext cx="14900" cy="8975"/>
            </a:xfrm>
            <a:custGeom>
              <a:rect b="b" l="l" r="r" t="t"/>
              <a:pathLst>
                <a:path extrusionOk="0" h="359" w="596">
                  <a:moveTo>
                    <a:pt x="191" y="1"/>
                  </a:moveTo>
                  <a:cubicBezTo>
                    <a:pt x="95" y="1"/>
                    <a:pt x="0" y="72"/>
                    <a:pt x="0" y="144"/>
                  </a:cubicBezTo>
                  <a:cubicBezTo>
                    <a:pt x="0" y="263"/>
                    <a:pt x="95" y="358"/>
                    <a:pt x="191" y="358"/>
                  </a:cubicBezTo>
                  <a:lnTo>
                    <a:pt x="429" y="358"/>
                  </a:lnTo>
                  <a:cubicBezTo>
                    <a:pt x="524" y="358"/>
                    <a:pt x="596" y="310"/>
                    <a:pt x="596" y="215"/>
                  </a:cubicBezTo>
                  <a:cubicBezTo>
                    <a:pt x="596" y="96"/>
                    <a:pt x="548"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5" name="Google Shape;14415;p90"/>
            <p:cNvSpPr/>
            <p:nvPr/>
          </p:nvSpPr>
          <p:spPr>
            <a:xfrm>
              <a:off x="6236913" y="3813208"/>
              <a:ext cx="14925" cy="8975"/>
            </a:xfrm>
            <a:custGeom>
              <a:rect b="b" l="l" r="r" t="t"/>
              <a:pathLst>
                <a:path extrusionOk="0" h="359" w="597">
                  <a:moveTo>
                    <a:pt x="191" y="1"/>
                  </a:moveTo>
                  <a:cubicBezTo>
                    <a:pt x="96" y="1"/>
                    <a:pt x="1" y="72"/>
                    <a:pt x="1" y="144"/>
                  </a:cubicBezTo>
                  <a:cubicBezTo>
                    <a:pt x="1" y="263"/>
                    <a:pt x="96" y="358"/>
                    <a:pt x="191" y="358"/>
                  </a:cubicBezTo>
                  <a:lnTo>
                    <a:pt x="406" y="358"/>
                  </a:lnTo>
                  <a:cubicBezTo>
                    <a:pt x="501" y="358"/>
                    <a:pt x="596" y="310"/>
                    <a:pt x="596" y="215"/>
                  </a:cubicBezTo>
                  <a:cubicBezTo>
                    <a:pt x="596" y="96"/>
                    <a:pt x="525" y="1"/>
                    <a:pt x="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6" name="Google Shape;14416;p90"/>
            <p:cNvSpPr/>
            <p:nvPr/>
          </p:nvSpPr>
          <p:spPr>
            <a:xfrm>
              <a:off x="6307188" y="3873358"/>
              <a:ext cx="14900" cy="8950"/>
            </a:xfrm>
            <a:custGeom>
              <a:rect b="b" l="l" r="r" t="t"/>
              <a:pathLst>
                <a:path extrusionOk="0" h="358" w="596">
                  <a:moveTo>
                    <a:pt x="167" y="0"/>
                  </a:moveTo>
                  <a:cubicBezTo>
                    <a:pt x="72" y="0"/>
                    <a:pt x="0" y="95"/>
                    <a:pt x="0" y="214"/>
                  </a:cubicBezTo>
                  <a:cubicBezTo>
                    <a:pt x="24" y="286"/>
                    <a:pt x="119" y="357"/>
                    <a:pt x="191" y="357"/>
                  </a:cubicBezTo>
                  <a:lnTo>
                    <a:pt x="405" y="357"/>
                  </a:lnTo>
                  <a:cubicBezTo>
                    <a:pt x="500" y="357"/>
                    <a:pt x="595" y="310"/>
                    <a:pt x="595" y="214"/>
                  </a:cubicBezTo>
                  <a:cubicBezTo>
                    <a:pt x="595" y="95"/>
                    <a:pt x="524" y="0"/>
                    <a:pt x="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7" name="Google Shape;14417;p90"/>
            <p:cNvSpPr/>
            <p:nvPr/>
          </p:nvSpPr>
          <p:spPr>
            <a:xfrm>
              <a:off x="6191088" y="3873358"/>
              <a:ext cx="14900" cy="8950"/>
            </a:xfrm>
            <a:custGeom>
              <a:rect b="b" l="l" r="r" t="t"/>
              <a:pathLst>
                <a:path extrusionOk="0" h="358" w="596">
                  <a:moveTo>
                    <a:pt x="167" y="0"/>
                  </a:moveTo>
                  <a:cubicBezTo>
                    <a:pt x="72" y="0"/>
                    <a:pt x="0" y="95"/>
                    <a:pt x="0" y="214"/>
                  </a:cubicBezTo>
                  <a:cubicBezTo>
                    <a:pt x="24" y="286"/>
                    <a:pt x="119" y="357"/>
                    <a:pt x="191" y="357"/>
                  </a:cubicBezTo>
                  <a:lnTo>
                    <a:pt x="405" y="357"/>
                  </a:lnTo>
                  <a:cubicBezTo>
                    <a:pt x="500" y="357"/>
                    <a:pt x="596" y="310"/>
                    <a:pt x="596" y="214"/>
                  </a:cubicBezTo>
                  <a:cubicBezTo>
                    <a:pt x="596" y="95"/>
                    <a:pt x="524" y="0"/>
                    <a:pt x="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8" name="Google Shape;14418;p90"/>
            <p:cNvSpPr/>
            <p:nvPr/>
          </p:nvSpPr>
          <p:spPr>
            <a:xfrm>
              <a:off x="6236913" y="3873358"/>
              <a:ext cx="14925" cy="8950"/>
            </a:xfrm>
            <a:custGeom>
              <a:rect b="b" l="l" r="r" t="t"/>
              <a:pathLst>
                <a:path extrusionOk="0" h="358" w="597">
                  <a:moveTo>
                    <a:pt x="191" y="0"/>
                  </a:moveTo>
                  <a:cubicBezTo>
                    <a:pt x="96" y="0"/>
                    <a:pt x="1" y="95"/>
                    <a:pt x="1" y="214"/>
                  </a:cubicBezTo>
                  <a:cubicBezTo>
                    <a:pt x="25" y="286"/>
                    <a:pt x="120" y="357"/>
                    <a:pt x="215" y="357"/>
                  </a:cubicBezTo>
                  <a:lnTo>
                    <a:pt x="430" y="357"/>
                  </a:lnTo>
                  <a:cubicBezTo>
                    <a:pt x="501" y="357"/>
                    <a:pt x="596" y="310"/>
                    <a:pt x="596" y="214"/>
                  </a:cubicBezTo>
                  <a:cubicBezTo>
                    <a:pt x="596" y="95"/>
                    <a:pt x="549" y="0"/>
                    <a:pt x="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9" name="Google Shape;14419;p90"/>
            <p:cNvSpPr/>
            <p:nvPr/>
          </p:nvSpPr>
          <p:spPr>
            <a:xfrm>
              <a:off x="6260738" y="3873358"/>
              <a:ext cx="14325" cy="8950"/>
            </a:xfrm>
            <a:custGeom>
              <a:rect b="b" l="l" r="r" t="t"/>
              <a:pathLst>
                <a:path extrusionOk="0" h="358" w="573">
                  <a:moveTo>
                    <a:pt x="191" y="0"/>
                  </a:moveTo>
                  <a:cubicBezTo>
                    <a:pt x="96" y="0"/>
                    <a:pt x="1" y="95"/>
                    <a:pt x="1" y="214"/>
                  </a:cubicBezTo>
                  <a:cubicBezTo>
                    <a:pt x="24" y="286"/>
                    <a:pt x="96" y="357"/>
                    <a:pt x="191" y="357"/>
                  </a:cubicBezTo>
                  <a:lnTo>
                    <a:pt x="382" y="357"/>
                  </a:lnTo>
                  <a:cubicBezTo>
                    <a:pt x="477" y="357"/>
                    <a:pt x="572" y="310"/>
                    <a:pt x="572" y="214"/>
                  </a:cubicBezTo>
                  <a:cubicBezTo>
                    <a:pt x="572" y="95"/>
                    <a:pt x="501" y="0"/>
                    <a:pt x="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0" name="Google Shape;14420;p90"/>
            <p:cNvSpPr/>
            <p:nvPr/>
          </p:nvSpPr>
          <p:spPr>
            <a:xfrm>
              <a:off x="6213713" y="3873358"/>
              <a:ext cx="14900" cy="8950"/>
            </a:xfrm>
            <a:custGeom>
              <a:rect b="b" l="l" r="r" t="t"/>
              <a:pathLst>
                <a:path extrusionOk="0" h="358" w="596">
                  <a:moveTo>
                    <a:pt x="191" y="0"/>
                  </a:moveTo>
                  <a:cubicBezTo>
                    <a:pt x="95" y="0"/>
                    <a:pt x="0" y="95"/>
                    <a:pt x="0" y="214"/>
                  </a:cubicBezTo>
                  <a:cubicBezTo>
                    <a:pt x="48" y="286"/>
                    <a:pt x="119" y="357"/>
                    <a:pt x="215" y="357"/>
                  </a:cubicBezTo>
                  <a:lnTo>
                    <a:pt x="429" y="357"/>
                  </a:lnTo>
                  <a:cubicBezTo>
                    <a:pt x="524" y="357"/>
                    <a:pt x="596" y="310"/>
                    <a:pt x="596" y="214"/>
                  </a:cubicBezTo>
                  <a:cubicBezTo>
                    <a:pt x="596" y="95"/>
                    <a:pt x="548"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1" name="Google Shape;14421;p90"/>
            <p:cNvSpPr/>
            <p:nvPr/>
          </p:nvSpPr>
          <p:spPr>
            <a:xfrm>
              <a:off x="6283963" y="3873358"/>
              <a:ext cx="14900" cy="8950"/>
            </a:xfrm>
            <a:custGeom>
              <a:rect b="b" l="l" r="r" t="t"/>
              <a:pathLst>
                <a:path extrusionOk="0" h="358" w="596">
                  <a:moveTo>
                    <a:pt x="167" y="0"/>
                  </a:moveTo>
                  <a:cubicBezTo>
                    <a:pt x="96" y="0"/>
                    <a:pt x="0" y="95"/>
                    <a:pt x="0" y="214"/>
                  </a:cubicBezTo>
                  <a:cubicBezTo>
                    <a:pt x="24" y="286"/>
                    <a:pt x="119" y="357"/>
                    <a:pt x="215" y="357"/>
                  </a:cubicBezTo>
                  <a:lnTo>
                    <a:pt x="405" y="357"/>
                  </a:lnTo>
                  <a:cubicBezTo>
                    <a:pt x="500" y="357"/>
                    <a:pt x="596" y="310"/>
                    <a:pt x="596" y="214"/>
                  </a:cubicBezTo>
                  <a:cubicBezTo>
                    <a:pt x="596" y="95"/>
                    <a:pt x="524" y="0"/>
                    <a:pt x="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2" name="Google Shape;14422;p90"/>
            <p:cNvSpPr/>
            <p:nvPr/>
          </p:nvSpPr>
          <p:spPr>
            <a:xfrm>
              <a:off x="6154163" y="3789408"/>
              <a:ext cx="297700" cy="298300"/>
            </a:xfrm>
            <a:custGeom>
              <a:rect b="b" l="l" r="r" t="t"/>
              <a:pathLst>
                <a:path extrusionOk="0" h="11932" w="11908">
                  <a:moveTo>
                    <a:pt x="10241" y="1524"/>
                  </a:moveTo>
                  <a:lnTo>
                    <a:pt x="10813" y="2691"/>
                  </a:lnTo>
                  <a:lnTo>
                    <a:pt x="10813" y="3763"/>
                  </a:lnTo>
                  <a:lnTo>
                    <a:pt x="10455" y="3049"/>
                  </a:lnTo>
                  <a:cubicBezTo>
                    <a:pt x="10431" y="2953"/>
                    <a:pt x="10336" y="2882"/>
                    <a:pt x="10241" y="2882"/>
                  </a:cubicBezTo>
                  <a:cubicBezTo>
                    <a:pt x="10170" y="2882"/>
                    <a:pt x="10074" y="2953"/>
                    <a:pt x="10050" y="3049"/>
                  </a:cubicBezTo>
                  <a:lnTo>
                    <a:pt x="9146" y="4787"/>
                  </a:lnTo>
                  <a:lnTo>
                    <a:pt x="8693" y="4025"/>
                  </a:lnTo>
                  <a:cubicBezTo>
                    <a:pt x="8645" y="3930"/>
                    <a:pt x="8574" y="3906"/>
                    <a:pt x="8479" y="3906"/>
                  </a:cubicBezTo>
                  <a:cubicBezTo>
                    <a:pt x="8407" y="3906"/>
                    <a:pt x="8312" y="3953"/>
                    <a:pt x="8288" y="4049"/>
                  </a:cubicBezTo>
                  <a:lnTo>
                    <a:pt x="7121" y="6430"/>
                  </a:lnTo>
                  <a:lnTo>
                    <a:pt x="6454" y="6168"/>
                  </a:lnTo>
                  <a:cubicBezTo>
                    <a:pt x="6422" y="6149"/>
                    <a:pt x="6387" y="6140"/>
                    <a:pt x="6353" y="6140"/>
                  </a:cubicBezTo>
                  <a:cubicBezTo>
                    <a:pt x="6264" y="6140"/>
                    <a:pt x="6179" y="6201"/>
                    <a:pt x="6145" y="6287"/>
                  </a:cubicBezTo>
                  <a:lnTo>
                    <a:pt x="5264" y="8121"/>
                  </a:lnTo>
                  <a:lnTo>
                    <a:pt x="4406" y="7692"/>
                  </a:lnTo>
                  <a:cubicBezTo>
                    <a:pt x="4362" y="7666"/>
                    <a:pt x="4317" y="7652"/>
                    <a:pt x="4276" y="7652"/>
                  </a:cubicBezTo>
                  <a:cubicBezTo>
                    <a:pt x="4208" y="7652"/>
                    <a:pt x="4150" y="7689"/>
                    <a:pt x="4121" y="7764"/>
                  </a:cubicBezTo>
                  <a:lnTo>
                    <a:pt x="3525" y="8597"/>
                  </a:lnTo>
                  <a:lnTo>
                    <a:pt x="2382" y="7573"/>
                  </a:lnTo>
                  <a:cubicBezTo>
                    <a:pt x="2335" y="7502"/>
                    <a:pt x="2239" y="7502"/>
                    <a:pt x="2168" y="7502"/>
                  </a:cubicBezTo>
                  <a:cubicBezTo>
                    <a:pt x="2096" y="7502"/>
                    <a:pt x="2025" y="7573"/>
                    <a:pt x="2001" y="7645"/>
                  </a:cubicBezTo>
                  <a:lnTo>
                    <a:pt x="1858" y="7978"/>
                  </a:lnTo>
                  <a:lnTo>
                    <a:pt x="1858" y="6906"/>
                  </a:lnTo>
                  <a:lnTo>
                    <a:pt x="2263" y="6049"/>
                  </a:lnTo>
                  <a:lnTo>
                    <a:pt x="3454" y="7121"/>
                  </a:lnTo>
                  <a:cubicBezTo>
                    <a:pt x="3501" y="7145"/>
                    <a:pt x="3501" y="7145"/>
                    <a:pt x="3525" y="7145"/>
                  </a:cubicBezTo>
                  <a:cubicBezTo>
                    <a:pt x="3551" y="7151"/>
                    <a:pt x="3573" y="7154"/>
                    <a:pt x="3593" y="7154"/>
                  </a:cubicBezTo>
                  <a:cubicBezTo>
                    <a:pt x="3648" y="7154"/>
                    <a:pt x="3687" y="7132"/>
                    <a:pt x="3740" y="7097"/>
                  </a:cubicBezTo>
                  <a:lnTo>
                    <a:pt x="4383" y="6168"/>
                  </a:lnTo>
                  <a:lnTo>
                    <a:pt x="5240" y="6621"/>
                  </a:lnTo>
                  <a:cubicBezTo>
                    <a:pt x="5276" y="6633"/>
                    <a:pt x="5305" y="6639"/>
                    <a:pt x="5335" y="6639"/>
                  </a:cubicBezTo>
                  <a:cubicBezTo>
                    <a:pt x="5365" y="6639"/>
                    <a:pt x="5395" y="6633"/>
                    <a:pt x="5430" y="6621"/>
                  </a:cubicBezTo>
                  <a:cubicBezTo>
                    <a:pt x="5478" y="6573"/>
                    <a:pt x="5550" y="6549"/>
                    <a:pt x="5573" y="6502"/>
                  </a:cubicBezTo>
                  <a:lnTo>
                    <a:pt x="6431" y="4644"/>
                  </a:lnTo>
                  <a:lnTo>
                    <a:pt x="7097" y="4906"/>
                  </a:lnTo>
                  <a:cubicBezTo>
                    <a:pt x="7130" y="4926"/>
                    <a:pt x="7165" y="4935"/>
                    <a:pt x="7198" y="4935"/>
                  </a:cubicBezTo>
                  <a:cubicBezTo>
                    <a:pt x="7286" y="4935"/>
                    <a:pt x="7366" y="4873"/>
                    <a:pt x="7383" y="4787"/>
                  </a:cubicBezTo>
                  <a:lnTo>
                    <a:pt x="8526" y="2501"/>
                  </a:lnTo>
                  <a:lnTo>
                    <a:pt x="8979" y="3239"/>
                  </a:lnTo>
                  <a:cubicBezTo>
                    <a:pt x="9026" y="3334"/>
                    <a:pt x="9098" y="3358"/>
                    <a:pt x="9169" y="3358"/>
                  </a:cubicBezTo>
                  <a:cubicBezTo>
                    <a:pt x="9265" y="3358"/>
                    <a:pt x="9360" y="3310"/>
                    <a:pt x="9384" y="3239"/>
                  </a:cubicBezTo>
                  <a:lnTo>
                    <a:pt x="10241" y="1524"/>
                  </a:lnTo>
                  <a:close/>
                  <a:moveTo>
                    <a:pt x="10217" y="3406"/>
                  </a:moveTo>
                  <a:lnTo>
                    <a:pt x="10789" y="4549"/>
                  </a:lnTo>
                  <a:lnTo>
                    <a:pt x="10789" y="10717"/>
                  </a:lnTo>
                  <a:lnTo>
                    <a:pt x="1787" y="10717"/>
                  </a:lnTo>
                  <a:lnTo>
                    <a:pt x="1787" y="8788"/>
                  </a:lnTo>
                  <a:lnTo>
                    <a:pt x="1858" y="8788"/>
                  </a:lnTo>
                  <a:lnTo>
                    <a:pt x="2263" y="7930"/>
                  </a:lnTo>
                  <a:lnTo>
                    <a:pt x="3406" y="8931"/>
                  </a:lnTo>
                  <a:cubicBezTo>
                    <a:pt x="3454" y="9002"/>
                    <a:pt x="3525" y="9002"/>
                    <a:pt x="3573" y="9002"/>
                  </a:cubicBezTo>
                  <a:cubicBezTo>
                    <a:pt x="3644" y="9002"/>
                    <a:pt x="3692" y="8931"/>
                    <a:pt x="3763" y="8907"/>
                  </a:cubicBezTo>
                  <a:lnTo>
                    <a:pt x="4359" y="8050"/>
                  </a:lnTo>
                  <a:lnTo>
                    <a:pt x="5216" y="8478"/>
                  </a:lnTo>
                  <a:cubicBezTo>
                    <a:pt x="5252" y="8502"/>
                    <a:pt x="5282" y="8514"/>
                    <a:pt x="5311" y="8514"/>
                  </a:cubicBezTo>
                  <a:cubicBezTo>
                    <a:pt x="5341" y="8514"/>
                    <a:pt x="5371" y="8502"/>
                    <a:pt x="5407" y="8478"/>
                  </a:cubicBezTo>
                  <a:cubicBezTo>
                    <a:pt x="5454" y="8454"/>
                    <a:pt x="5502" y="8431"/>
                    <a:pt x="5550" y="8359"/>
                  </a:cubicBezTo>
                  <a:lnTo>
                    <a:pt x="6407" y="6525"/>
                  </a:lnTo>
                  <a:lnTo>
                    <a:pt x="7074" y="6787"/>
                  </a:lnTo>
                  <a:cubicBezTo>
                    <a:pt x="7106" y="6807"/>
                    <a:pt x="7141" y="6816"/>
                    <a:pt x="7174" y="6816"/>
                  </a:cubicBezTo>
                  <a:cubicBezTo>
                    <a:pt x="7262" y="6816"/>
                    <a:pt x="7342" y="6755"/>
                    <a:pt x="7359" y="6668"/>
                  </a:cubicBezTo>
                  <a:lnTo>
                    <a:pt x="8479" y="4382"/>
                  </a:lnTo>
                  <a:lnTo>
                    <a:pt x="8931" y="5120"/>
                  </a:lnTo>
                  <a:cubicBezTo>
                    <a:pt x="9003" y="5216"/>
                    <a:pt x="9050" y="5239"/>
                    <a:pt x="9146" y="5239"/>
                  </a:cubicBezTo>
                  <a:cubicBezTo>
                    <a:pt x="9241" y="5239"/>
                    <a:pt x="9336" y="5192"/>
                    <a:pt x="9360" y="5120"/>
                  </a:cubicBezTo>
                  <a:lnTo>
                    <a:pt x="10217" y="3406"/>
                  </a:lnTo>
                  <a:close/>
                  <a:moveTo>
                    <a:pt x="11551" y="11050"/>
                  </a:moveTo>
                  <a:lnTo>
                    <a:pt x="11551" y="11526"/>
                  </a:lnTo>
                  <a:lnTo>
                    <a:pt x="358" y="11526"/>
                  </a:lnTo>
                  <a:lnTo>
                    <a:pt x="358" y="11050"/>
                  </a:lnTo>
                  <a:close/>
                  <a:moveTo>
                    <a:pt x="930" y="0"/>
                  </a:moveTo>
                  <a:cubicBezTo>
                    <a:pt x="810" y="0"/>
                    <a:pt x="715" y="72"/>
                    <a:pt x="715" y="191"/>
                  </a:cubicBezTo>
                  <a:lnTo>
                    <a:pt x="715" y="977"/>
                  </a:lnTo>
                  <a:lnTo>
                    <a:pt x="501" y="977"/>
                  </a:lnTo>
                  <a:cubicBezTo>
                    <a:pt x="429" y="977"/>
                    <a:pt x="334" y="1048"/>
                    <a:pt x="334" y="1143"/>
                  </a:cubicBezTo>
                  <a:cubicBezTo>
                    <a:pt x="334" y="1262"/>
                    <a:pt x="382" y="1334"/>
                    <a:pt x="501" y="1334"/>
                  </a:cubicBezTo>
                  <a:lnTo>
                    <a:pt x="715" y="1334"/>
                  </a:lnTo>
                  <a:lnTo>
                    <a:pt x="715" y="2239"/>
                  </a:lnTo>
                  <a:lnTo>
                    <a:pt x="501" y="2239"/>
                  </a:lnTo>
                  <a:cubicBezTo>
                    <a:pt x="429" y="2239"/>
                    <a:pt x="334" y="2286"/>
                    <a:pt x="334" y="2382"/>
                  </a:cubicBezTo>
                  <a:cubicBezTo>
                    <a:pt x="334" y="2501"/>
                    <a:pt x="382" y="2596"/>
                    <a:pt x="501" y="2596"/>
                  </a:cubicBezTo>
                  <a:lnTo>
                    <a:pt x="715" y="2596"/>
                  </a:lnTo>
                  <a:lnTo>
                    <a:pt x="715" y="3477"/>
                  </a:lnTo>
                  <a:lnTo>
                    <a:pt x="501" y="3477"/>
                  </a:lnTo>
                  <a:cubicBezTo>
                    <a:pt x="429" y="3477"/>
                    <a:pt x="334" y="3549"/>
                    <a:pt x="334" y="3644"/>
                  </a:cubicBezTo>
                  <a:cubicBezTo>
                    <a:pt x="334" y="3739"/>
                    <a:pt x="382" y="3834"/>
                    <a:pt x="501" y="3834"/>
                  </a:cubicBezTo>
                  <a:lnTo>
                    <a:pt x="715" y="3834"/>
                  </a:lnTo>
                  <a:lnTo>
                    <a:pt x="715" y="4739"/>
                  </a:lnTo>
                  <a:lnTo>
                    <a:pt x="501" y="4739"/>
                  </a:lnTo>
                  <a:cubicBezTo>
                    <a:pt x="429" y="4739"/>
                    <a:pt x="334" y="4787"/>
                    <a:pt x="334" y="4882"/>
                  </a:cubicBezTo>
                  <a:cubicBezTo>
                    <a:pt x="334" y="5001"/>
                    <a:pt x="382" y="5097"/>
                    <a:pt x="501" y="5097"/>
                  </a:cubicBezTo>
                  <a:lnTo>
                    <a:pt x="715" y="5097"/>
                  </a:lnTo>
                  <a:lnTo>
                    <a:pt x="715" y="5978"/>
                  </a:lnTo>
                  <a:lnTo>
                    <a:pt x="501" y="5978"/>
                  </a:lnTo>
                  <a:cubicBezTo>
                    <a:pt x="429" y="5978"/>
                    <a:pt x="334" y="6049"/>
                    <a:pt x="334" y="6121"/>
                  </a:cubicBezTo>
                  <a:cubicBezTo>
                    <a:pt x="334" y="6240"/>
                    <a:pt x="382" y="6335"/>
                    <a:pt x="501" y="6335"/>
                  </a:cubicBezTo>
                  <a:lnTo>
                    <a:pt x="715" y="6335"/>
                  </a:lnTo>
                  <a:lnTo>
                    <a:pt x="715" y="7240"/>
                  </a:lnTo>
                  <a:lnTo>
                    <a:pt x="501" y="7240"/>
                  </a:lnTo>
                  <a:cubicBezTo>
                    <a:pt x="429" y="7240"/>
                    <a:pt x="334" y="7287"/>
                    <a:pt x="334" y="7383"/>
                  </a:cubicBezTo>
                  <a:cubicBezTo>
                    <a:pt x="334" y="7502"/>
                    <a:pt x="382" y="7597"/>
                    <a:pt x="501" y="7597"/>
                  </a:cubicBezTo>
                  <a:lnTo>
                    <a:pt x="715" y="7597"/>
                  </a:lnTo>
                  <a:lnTo>
                    <a:pt x="715" y="8478"/>
                  </a:lnTo>
                  <a:lnTo>
                    <a:pt x="501" y="8478"/>
                  </a:lnTo>
                  <a:cubicBezTo>
                    <a:pt x="429" y="8478"/>
                    <a:pt x="334" y="8550"/>
                    <a:pt x="334" y="8621"/>
                  </a:cubicBezTo>
                  <a:cubicBezTo>
                    <a:pt x="334" y="8740"/>
                    <a:pt x="382" y="8835"/>
                    <a:pt x="501" y="8835"/>
                  </a:cubicBezTo>
                  <a:lnTo>
                    <a:pt x="715" y="8835"/>
                  </a:lnTo>
                  <a:lnTo>
                    <a:pt x="715" y="9740"/>
                  </a:lnTo>
                  <a:lnTo>
                    <a:pt x="477" y="9740"/>
                  </a:lnTo>
                  <a:cubicBezTo>
                    <a:pt x="429" y="9740"/>
                    <a:pt x="334" y="9764"/>
                    <a:pt x="310" y="9859"/>
                  </a:cubicBezTo>
                  <a:cubicBezTo>
                    <a:pt x="239" y="10002"/>
                    <a:pt x="334" y="10121"/>
                    <a:pt x="477" y="10121"/>
                  </a:cubicBezTo>
                  <a:lnTo>
                    <a:pt x="715" y="10121"/>
                  </a:lnTo>
                  <a:lnTo>
                    <a:pt x="715" y="10741"/>
                  </a:lnTo>
                  <a:lnTo>
                    <a:pt x="310" y="10741"/>
                  </a:lnTo>
                  <a:cubicBezTo>
                    <a:pt x="144" y="10741"/>
                    <a:pt x="1" y="10860"/>
                    <a:pt x="1" y="11050"/>
                  </a:cubicBezTo>
                  <a:lnTo>
                    <a:pt x="1" y="11645"/>
                  </a:lnTo>
                  <a:cubicBezTo>
                    <a:pt x="1" y="11788"/>
                    <a:pt x="120" y="11931"/>
                    <a:pt x="310" y="11931"/>
                  </a:cubicBezTo>
                  <a:lnTo>
                    <a:pt x="11622" y="11931"/>
                  </a:lnTo>
                  <a:cubicBezTo>
                    <a:pt x="11765" y="11931"/>
                    <a:pt x="11908" y="11812"/>
                    <a:pt x="11908" y="11645"/>
                  </a:cubicBezTo>
                  <a:lnTo>
                    <a:pt x="11908" y="11050"/>
                  </a:lnTo>
                  <a:cubicBezTo>
                    <a:pt x="11908" y="10836"/>
                    <a:pt x="11789" y="10717"/>
                    <a:pt x="11622" y="10717"/>
                  </a:cubicBezTo>
                  <a:lnTo>
                    <a:pt x="11146" y="10717"/>
                  </a:lnTo>
                  <a:lnTo>
                    <a:pt x="11146" y="2691"/>
                  </a:lnTo>
                  <a:cubicBezTo>
                    <a:pt x="11146" y="2644"/>
                    <a:pt x="11146" y="2620"/>
                    <a:pt x="11122" y="2572"/>
                  </a:cubicBezTo>
                  <a:lnTo>
                    <a:pt x="10431" y="1191"/>
                  </a:lnTo>
                  <a:cubicBezTo>
                    <a:pt x="10408" y="1096"/>
                    <a:pt x="10312" y="1048"/>
                    <a:pt x="10217" y="1048"/>
                  </a:cubicBezTo>
                  <a:cubicBezTo>
                    <a:pt x="10217" y="1048"/>
                    <a:pt x="10050" y="1072"/>
                    <a:pt x="10003" y="1167"/>
                  </a:cubicBezTo>
                  <a:lnTo>
                    <a:pt x="9122" y="2882"/>
                  </a:lnTo>
                  <a:lnTo>
                    <a:pt x="8669" y="2120"/>
                  </a:lnTo>
                  <a:cubicBezTo>
                    <a:pt x="8598" y="2024"/>
                    <a:pt x="8550" y="2001"/>
                    <a:pt x="8455" y="2001"/>
                  </a:cubicBezTo>
                  <a:cubicBezTo>
                    <a:pt x="8383" y="2001"/>
                    <a:pt x="8288" y="2048"/>
                    <a:pt x="8241" y="2144"/>
                  </a:cubicBezTo>
                  <a:lnTo>
                    <a:pt x="7097" y="4525"/>
                  </a:lnTo>
                  <a:lnTo>
                    <a:pt x="6431" y="4263"/>
                  </a:lnTo>
                  <a:cubicBezTo>
                    <a:pt x="6398" y="4243"/>
                    <a:pt x="6363" y="4235"/>
                    <a:pt x="6330" y="4235"/>
                  </a:cubicBezTo>
                  <a:cubicBezTo>
                    <a:pt x="6242" y="4235"/>
                    <a:pt x="6162" y="4296"/>
                    <a:pt x="6145" y="4382"/>
                  </a:cubicBezTo>
                  <a:lnTo>
                    <a:pt x="5264" y="6216"/>
                  </a:lnTo>
                  <a:lnTo>
                    <a:pt x="4406" y="5763"/>
                  </a:lnTo>
                  <a:cubicBezTo>
                    <a:pt x="4369" y="5748"/>
                    <a:pt x="4331" y="5740"/>
                    <a:pt x="4296" y="5740"/>
                  </a:cubicBezTo>
                  <a:cubicBezTo>
                    <a:pt x="4219" y="5740"/>
                    <a:pt x="4153" y="5777"/>
                    <a:pt x="4121" y="5859"/>
                  </a:cubicBezTo>
                  <a:lnTo>
                    <a:pt x="3525" y="6692"/>
                  </a:lnTo>
                  <a:lnTo>
                    <a:pt x="2382" y="5668"/>
                  </a:lnTo>
                  <a:cubicBezTo>
                    <a:pt x="2335" y="5597"/>
                    <a:pt x="2239" y="5597"/>
                    <a:pt x="2168" y="5597"/>
                  </a:cubicBezTo>
                  <a:cubicBezTo>
                    <a:pt x="2096" y="5597"/>
                    <a:pt x="2025" y="5668"/>
                    <a:pt x="2001" y="5740"/>
                  </a:cubicBezTo>
                  <a:lnTo>
                    <a:pt x="1525" y="6764"/>
                  </a:lnTo>
                  <a:cubicBezTo>
                    <a:pt x="1501" y="6787"/>
                    <a:pt x="1501" y="6811"/>
                    <a:pt x="1501" y="6883"/>
                  </a:cubicBezTo>
                  <a:lnTo>
                    <a:pt x="1501" y="10717"/>
                  </a:lnTo>
                  <a:lnTo>
                    <a:pt x="1072" y="10717"/>
                  </a:lnTo>
                  <a:lnTo>
                    <a:pt x="1072" y="191"/>
                  </a:lnTo>
                  <a:cubicBezTo>
                    <a:pt x="1072" y="96"/>
                    <a:pt x="1025" y="0"/>
                    <a:pt x="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23" name="Google Shape;14423;p90"/>
          <p:cNvGrpSpPr/>
          <p:nvPr/>
        </p:nvGrpSpPr>
        <p:grpSpPr>
          <a:xfrm>
            <a:off x="7740860" y="3992609"/>
            <a:ext cx="356049" cy="353359"/>
            <a:chOff x="6648313" y="3791633"/>
            <a:chExt cx="297725" cy="295475"/>
          </a:xfrm>
        </p:grpSpPr>
        <p:sp>
          <p:nvSpPr>
            <p:cNvPr id="14424" name="Google Shape;14424;p90"/>
            <p:cNvSpPr/>
            <p:nvPr/>
          </p:nvSpPr>
          <p:spPr>
            <a:xfrm>
              <a:off x="6763213" y="3914433"/>
              <a:ext cx="68500" cy="8950"/>
            </a:xfrm>
            <a:custGeom>
              <a:rect b="b" l="l" r="r" t="t"/>
              <a:pathLst>
                <a:path extrusionOk="0" h="358" w="2740">
                  <a:moveTo>
                    <a:pt x="168" y="0"/>
                  </a:moveTo>
                  <a:cubicBezTo>
                    <a:pt x="96" y="0"/>
                    <a:pt x="1" y="72"/>
                    <a:pt x="1" y="143"/>
                  </a:cubicBezTo>
                  <a:cubicBezTo>
                    <a:pt x="1" y="262"/>
                    <a:pt x="49" y="357"/>
                    <a:pt x="168" y="357"/>
                  </a:cubicBezTo>
                  <a:lnTo>
                    <a:pt x="2525" y="357"/>
                  </a:lnTo>
                  <a:cubicBezTo>
                    <a:pt x="2621" y="357"/>
                    <a:pt x="2716" y="310"/>
                    <a:pt x="2716" y="215"/>
                  </a:cubicBezTo>
                  <a:cubicBezTo>
                    <a:pt x="2740" y="96"/>
                    <a:pt x="2644" y="0"/>
                    <a:pt x="2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5" name="Google Shape;14425;p90"/>
            <p:cNvSpPr/>
            <p:nvPr/>
          </p:nvSpPr>
          <p:spPr>
            <a:xfrm>
              <a:off x="6763213" y="3934083"/>
              <a:ext cx="68500" cy="8950"/>
            </a:xfrm>
            <a:custGeom>
              <a:rect b="b" l="l" r="r" t="t"/>
              <a:pathLst>
                <a:path extrusionOk="0" h="358" w="2740">
                  <a:moveTo>
                    <a:pt x="168" y="0"/>
                  </a:moveTo>
                  <a:cubicBezTo>
                    <a:pt x="96" y="0"/>
                    <a:pt x="1" y="48"/>
                    <a:pt x="1" y="143"/>
                  </a:cubicBezTo>
                  <a:cubicBezTo>
                    <a:pt x="1" y="262"/>
                    <a:pt x="49" y="357"/>
                    <a:pt x="168" y="357"/>
                  </a:cubicBezTo>
                  <a:lnTo>
                    <a:pt x="2525" y="357"/>
                  </a:lnTo>
                  <a:cubicBezTo>
                    <a:pt x="2621" y="357"/>
                    <a:pt x="2716" y="286"/>
                    <a:pt x="2716" y="191"/>
                  </a:cubicBezTo>
                  <a:cubicBezTo>
                    <a:pt x="2740" y="72"/>
                    <a:pt x="2644" y="0"/>
                    <a:pt x="2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6" name="Google Shape;14426;p90"/>
            <p:cNvSpPr/>
            <p:nvPr/>
          </p:nvSpPr>
          <p:spPr>
            <a:xfrm>
              <a:off x="6778713" y="3952533"/>
              <a:ext cx="38125" cy="8950"/>
            </a:xfrm>
            <a:custGeom>
              <a:rect b="b" l="l" r="r" t="t"/>
              <a:pathLst>
                <a:path extrusionOk="0" h="358" w="1525">
                  <a:moveTo>
                    <a:pt x="191" y="0"/>
                  </a:moveTo>
                  <a:cubicBezTo>
                    <a:pt x="95" y="0"/>
                    <a:pt x="0" y="48"/>
                    <a:pt x="0" y="143"/>
                  </a:cubicBezTo>
                  <a:cubicBezTo>
                    <a:pt x="0" y="262"/>
                    <a:pt x="72" y="358"/>
                    <a:pt x="191" y="358"/>
                  </a:cubicBezTo>
                  <a:lnTo>
                    <a:pt x="1334" y="358"/>
                  </a:lnTo>
                  <a:cubicBezTo>
                    <a:pt x="1429" y="358"/>
                    <a:pt x="1524" y="286"/>
                    <a:pt x="1524" y="215"/>
                  </a:cubicBezTo>
                  <a:cubicBezTo>
                    <a:pt x="1524" y="96"/>
                    <a:pt x="1429"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7" name="Google Shape;14427;p90"/>
            <p:cNvSpPr/>
            <p:nvPr/>
          </p:nvSpPr>
          <p:spPr>
            <a:xfrm>
              <a:off x="6732863" y="3873358"/>
              <a:ext cx="129225" cy="129800"/>
            </a:xfrm>
            <a:custGeom>
              <a:rect b="b" l="l" r="r" t="t"/>
              <a:pathLst>
                <a:path extrusionOk="0" h="5192" w="5169">
                  <a:moveTo>
                    <a:pt x="2572" y="333"/>
                  </a:moveTo>
                  <a:cubicBezTo>
                    <a:pt x="3811" y="333"/>
                    <a:pt x="4811" y="1358"/>
                    <a:pt x="4811" y="2572"/>
                  </a:cubicBezTo>
                  <a:cubicBezTo>
                    <a:pt x="4811" y="3810"/>
                    <a:pt x="3811" y="4811"/>
                    <a:pt x="2572" y="4811"/>
                  </a:cubicBezTo>
                  <a:cubicBezTo>
                    <a:pt x="1358" y="4811"/>
                    <a:pt x="358" y="3787"/>
                    <a:pt x="358" y="2572"/>
                  </a:cubicBezTo>
                  <a:cubicBezTo>
                    <a:pt x="358" y="1358"/>
                    <a:pt x="1358" y="333"/>
                    <a:pt x="2572" y="333"/>
                  </a:cubicBezTo>
                  <a:close/>
                  <a:moveTo>
                    <a:pt x="2572" y="0"/>
                  </a:moveTo>
                  <a:cubicBezTo>
                    <a:pt x="1144" y="0"/>
                    <a:pt x="0" y="1167"/>
                    <a:pt x="0" y="2596"/>
                  </a:cubicBezTo>
                  <a:cubicBezTo>
                    <a:pt x="0" y="4025"/>
                    <a:pt x="1144" y="5192"/>
                    <a:pt x="2572" y="5192"/>
                  </a:cubicBezTo>
                  <a:cubicBezTo>
                    <a:pt x="4001" y="5192"/>
                    <a:pt x="5168" y="4025"/>
                    <a:pt x="5168" y="2596"/>
                  </a:cubicBezTo>
                  <a:cubicBezTo>
                    <a:pt x="5144" y="1143"/>
                    <a:pt x="4001" y="0"/>
                    <a:pt x="2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8" name="Google Shape;14428;p90"/>
            <p:cNvSpPr/>
            <p:nvPr/>
          </p:nvSpPr>
          <p:spPr>
            <a:xfrm>
              <a:off x="6648313" y="3791633"/>
              <a:ext cx="297725" cy="295475"/>
            </a:xfrm>
            <a:custGeom>
              <a:rect b="b" l="l" r="r" t="t"/>
              <a:pathLst>
                <a:path extrusionOk="0" h="11819" w="11909">
                  <a:moveTo>
                    <a:pt x="6240" y="364"/>
                  </a:moveTo>
                  <a:lnTo>
                    <a:pt x="6240" y="673"/>
                  </a:lnTo>
                  <a:cubicBezTo>
                    <a:pt x="6240" y="769"/>
                    <a:pt x="6288" y="864"/>
                    <a:pt x="6383" y="864"/>
                  </a:cubicBezTo>
                  <a:cubicBezTo>
                    <a:pt x="7669" y="959"/>
                    <a:pt x="8812" y="1507"/>
                    <a:pt x="9717" y="2436"/>
                  </a:cubicBezTo>
                  <a:cubicBezTo>
                    <a:pt x="10289" y="3079"/>
                    <a:pt x="10693" y="3817"/>
                    <a:pt x="10908" y="4627"/>
                  </a:cubicBezTo>
                  <a:lnTo>
                    <a:pt x="10693" y="4341"/>
                  </a:lnTo>
                  <a:cubicBezTo>
                    <a:pt x="10620" y="4248"/>
                    <a:pt x="10517" y="4213"/>
                    <a:pt x="10419" y="4213"/>
                  </a:cubicBezTo>
                  <a:cubicBezTo>
                    <a:pt x="10391" y="4213"/>
                    <a:pt x="10363" y="4216"/>
                    <a:pt x="10336" y="4222"/>
                  </a:cubicBezTo>
                  <a:cubicBezTo>
                    <a:pt x="10265" y="4269"/>
                    <a:pt x="10241" y="4293"/>
                    <a:pt x="10193" y="4341"/>
                  </a:cubicBezTo>
                  <a:lnTo>
                    <a:pt x="9812" y="4912"/>
                  </a:lnTo>
                  <a:cubicBezTo>
                    <a:pt x="9646" y="4293"/>
                    <a:pt x="9336" y="3722"/>
                    <a:pt x="8907" y="3245"/>
                  </a:cubicBezTo>
                  <a:cubicBezTo>
                    <a:pt x="8264" y="2531"/>
                    <a:pt x="7359" y="2078"/>
                    <a:pt x="6407" y="2007"/>
                  </a:cubicBezTo>
                  <a:cubicBezTo>
                    <a:pt x="6312" y="2007"/>
                    <a:pt x="6264" y="2031"/>
                    <a:pt x="6240" y="2102"/>
                  </a:cubicBezTo>
                  <a:lnTo>
                    <a:pt x="6240" y="2174"/>
                  </a:lnTo>
                  <a:lnTo>
                    <a:pt x="6240" y="2507"/>
                  </a:lnTo>
                  <a:lnTo>
                    <a:pt x="4716" y="1435"/>
                  </a:lnTo>
                  <a:lnTo>
                    <a:pt x="6240" y="364"/>
                  </a:lnTo>
                  <a:close/>
                  <a:moveTo>
                    <a:pt x="4859" y="769"/>
                  </a:moveTo>
                  <a:lnTo>
                    <a:pt x="4359" y="1126"/>
                  </a:lnTo>
                  <a:cubicBezTo>
                    <a:pt x="4335" y="1173"/>
                    <a:pt x="4264" y="1197"/>
                    <a:pt x="4264" y="1245"/>
                  </a:cubicBezTo>
                  <a:cubicBezTo>
                    <a:pt x="4216" y="1388"/>
                    <a:pt x="4240" y="1554"/>
                    <a:pt x="4359" y="1626"/>
                  </a:cubicBezTo>
                  <a:lnTo>
                    <a:pt x="4811" y="1935"/>
                  </a:lnTo>
                  <a:cubicBezTo>
                    <a:pt x="4335" y="2078"/>
                    <a:pt x="3883" y="2293"/>
                    <a:pt x="3502" y="2626"/>
                  </a:cubicBezTo>
                  <a:cubicBezTo>
                    <a:pt x="3406" y="2674"/>
                    <a:pt x="3406" y="2793"/>
                    <a:pt x="3454" y="2864"/>
                  </a:cubicBezTo>
                  <a:cubicBezTo>
                    <a:pt x="3492" y="2915"/>
                    <a:pt x="3544" y="2939"/>
                    <a:pt x="3591" y="2939"/>
                  </a:cubicBezTo>
                  <a:cubicBezTo>
                    <a:pt x="3632" y="2939"/>
                    <a:pt x="3670" y="2921"/>
                    <a:pt x="3692" y="2888"/>
                  </a:cubicBezTo>
                  <a:cubicBezTo>
                    <a:pt x="4144" y="2531"/>
                    <a:pt x="4645" y="2317"/>
                    <a:pt x="5192" y="2197"/>
                  </a:cubicBezTo>
                  <a:lnTo>
                    <a:pt x="6002" y="2769"/>
                  </a:lnTo>
                  <a:cubicBezTo>
                    <a:pt x="6053" y="2803"/>
                    <a:pt x="6115" y="2836"/>
                    <a:pt x="6181" y="2836"/>
                  </a:cubicBezTo>
                  <a:cubicBezTo>
                    <a:pt x="6208" y="2836"/>
                    <a:pt x="6236" y="2831"/>
                    <a:pt x="6264" y="2817"/>
                  </a:cubicBezTo>
                  <a:cubicBezTo>
                    <a:pt x="6383" y="2793"/>
                    <a:pt x="6478" y="2674"/>
                    <a:pt x="6478" y="2531"/>
                  </a:cubicBezTo>
                  <a:lnTo>
                    <a:pt x="6478" y="2317"/>
                  </a:lnTo>
                  <a:cubicBezTo>
                    <a:pt x="7264" y="2436"/>
                    <a:pt x="8026" y="2817"/>
                    <a:pt x="8550" y="3460"/>
                  </a:cubicBezTo>
                  <a:cubicBezTo>
                    <a:pt x="9026" y="3960"/>
                    <a:pt x="9336" y="4603"/>
                    <a:pt x="9455" y="5293"/>
                  </a:cubicBezTo>
                  <a:lnTo>
                    <a:pt x="9026" y="6008"/>
                  </a:lnTo>
                  <a:cubicBezTo>
                    <a:pt x="8931" y="6127"/>
                    <a:pt x="8931" y="6246"/>
                    <a:pt x="9026" y="6365"/>
                  </a:cubicBezTo>
                  <a:cubicBezTo>
                    <a:pt x="9098" y="6460"/>
                    <a:pt x="9169" y="6484"/>
                    <a:pt x="9288" y="6484"/>
                  </a:cubicBezTo>
                  <a:lnTo>
                    <a:pt x="9503" y="6484"/>
                  </a:lnTo>
                  <a:cubicBezTo>
                    <a:pt x="9384" y="7294"/>
                    <a:pt x="9003" y="8032"/>
                    <a:pt x="8383" y="8604"/>
                  </a:cubicBezTo>
                  <a:cubicBezTo>
                    <a:pt x="7907" y="9056"/>
                    <a:pt x="7312" y="9342"/>
                    <a:pt x="6669" y="9461"/>
                  </a:cubicBezTo>
                  <a:lnTo>
                    <a:pt x="5835" y="8865"/>
                  </a:lnTo>
                  <a:cubicBezTo>
                    <a:pt x="5782" y="8823"/>
                    <a:pt x="5723" y="8799"/>
                    <a:pt x="5665" y="8799"/>
                  </a:cubicBezTo>
                  <a:cubicBezTo>
                    <a:pt x="5593" y="8799"/>
                    <a:pt x="5520" y="8834"/>
                    <a:pt x="5454" y="8913"/>
                  </a:cubicBezTo>
                  <a:cubicBezTo>
                    <a:pt x="5407" y="8961"/>
                    <a:pt x="5335" y="9056"/>
                    <a:pt x="5335" y="9151"/>
                  </a:cubicBezTo>
                  <a:lnTo>
                    <a:pt x="5335" y="9318"/>
                  </a:lnTo>
                  <a:cubicBezTo>
                    <a:pt x="4526" y="9199"/>
                    <a:pt x="3787" y="8818"/>
                    <a:pt x="3263" y="8199"/>
                  </a:cubicBezTo>
                  <a:cubicBezTo>
                    <a:pt x="2787" y="7675"/>
                    <a:pt x="2477" y="7032"/>
                    <a:pt x="2358" y="6365"/>
                  </a:cubicBezTo>
                  <a:lnTo>
                    <a:pt x="2835" y="5674"/>
                  </a:lnTo>
                  <a:cubicBezTo>
                    <a:pt x="2906" y="5603"/>
                    <a:pt x="2930" y="5508"/>
                    <a:pt x="2906" y="5412"/>
                  </a:cubicBezTo>
                  <a:cubicBezTo>
                    <a:pt x="2859" y="5293"/>
                    <a:pt x="2739" y="5222"/>
                    <a:pt x="2597" y="5222"/>
                  </a:cubicBezTo>
                  <a:lnTo>
                    <a:pt x="2382" y="5222"/>
                  </a:lnTo>
                  <a:lnTo>
                    <a:pt x="2382" y="5150"/>
                  </a:lnTo>
                  <a:cubicBezTo>
                    <a:pt x="2477" y="4627"/>
                    <a:pt x="2716" y="4079"/>
                    <a:pt x="3049" y="3626"/>
                  </a:cubicBezTo>
                  <a:cubicBezTo>
                    <a:pt x="3073" y="3579"/>
                    <a:pt x="3144" y="3555"/>
                    <a:pt x="3168" y="3483"/>
                  </a:cubicBezTo>
                  <a:cubicBezTo>
                    <a:pt x="3216" y="3436"/>
                    <a:pt x="3216" y="3341"/>
                    <a:pt x="3168" y="3269"/>
                  </a:cubicBezTo>
                  <a:cubicBezTo>
                    <a:pt x="3132" y="3233"/>
                    <a:pt x="3079" y="3216"/>
                    <a:pt x="3028" y="3216"/>
                  </a:cubicBezTo>
                  <a:cubicBezTo>
                    <a:pt x="2978" y="3216"/>
                    <a:pt x="2930" y="3233"/>
                    <a:pt x="2906" y="3269"/>
                  </a:cubicBezTo>
                  <a:cubicBezTo>
                    <a:pt x="2477" y="3793"/>
                    <a:pt x="2216" y="4341"/>
                    <a:pt x="2073" y="4984"/>
                  </a:cubicBezTo>
                  <a:cubicBezTo>
                    <a:pt x="2025" y="5127"/>
                    <a:pt x="1954" y="5365"/>
                    <a:pt x="2025" y="5508"/>
                  </a:cubicBezTo>
                  <a:cubicBezTo>
                    <a:pt x="2073" y="5531"/>
                    <a:pt x="2120" y="5579"/>
                    <a:pt x="2144" y="5579"/>
                  </a:cubicBezTo>
                  <a:lnTo>
                    <a:pt x="2477" y="5579"/>
                  </a:lnTo>
                  <a:lnTo>
                    <a:pt x="1406" y="7079"/>
                  </a:lnTo>
                  <a:lnTo>
                    <a:pt x="334" y="5579"/>
                  </a:lnTo>
                  <a:lnTo>
                    <a:pt x="668" y="5579"/>
                  </a:lnTo>
                  <a:cubicBezTo>
                    <a:pt x="763" y="5579"/>
                    <a:pt x="834" y="5508"/>
                    <a:pt x="834" y="5412"/>
                  </a:cubicBezTo>
                  <a:lnTo>
                    <a:pt x="834" y="5293"/>
                  </a:lnTo>
                  <a:cubicBezTo>
                    <a:pt x="882" y="5055"/>
                    <a:pt x="906" y="4865"/>
                    <a:pt x="953" y="4627"/>
                  </a:cubicBezTo>
                  <a:cubicBezTo>
                    <a:pt x="1120" y="3960"/>
                    <a:pt x="1382" y="3341"/>
                    <a:pt x="1763" y="2793"/>
                  </a:cubicBezTo>
                  <a:cubicBezTo>
                    <a:pt x="1954" y="2531"/>
                    <a:pt x="2192" y="2293"/>
                    <a:pt x="2430" y="2055"/>
                  </a:cubicBezTo>
                  <a:cubicBezTo>
                    <a:pt x="3097" y="1412"/>
                    <a:pt x="3930" y="983"/>
                    <a:pt x="4859" y="769"/>
                  </a:cubicBezTo>
                  <a:close/>
                  <a:moveTo>
                    <a:pt x="2120" y="6770"/>
                  </a:moveTo>
                  <a:cubicBezTo>
                    <a:pt x="2263" y="7389"/>
                    <a:pt x="2597" y="7961"/>
                    <a:pt x="3001" y="8437"/>
                  </a:cubicBezTo>
                  <a:cubicBezTo>
                    <a:pt x="3668" y="9151"/>
                    <a:pt x="4573" y="9580"/>
                    <a:pt x="5502" y="9675"/>
                  </a:cubicBezTo>
                  <a:cubicBezTo>
                    <a:pt x="5573" y="9675"/>
                    <a:pt x="5669" y="9651"/>
                    <a:pt x="5692" y="9556"/>
                  </a:cubicBezTo>
                  <a:lnTo>
                    <a:pt x="5692" y="9508"/>
                  </a:lnTo>
                  <a:lnTo>
                    <a:pt x="5692" y="9175"/>
                  </a:lnTo>
                  <a:lnTo>
                    <a:pt x="7240" y="10271"/>
                  </a:lnTo>
                  <a:lnTo>
                    <a:pt x="5716" y="11342"/>
                  </a:lnTo>
                  <a:lnTo>
                    <a:pt x="5716" y="11009"/>
                  </a:lnTo>
                  <a:cubicBezTo>
                    <a:pt x="5716" y="10937"/>
                    <a:pt x="5669" y="10842"/>
                    <a:pt x="5573" y="10842"/>
                  </a:cubicBezTo>
                  <a:cubicBezTo>
                    <a:pt x="4287" y="10747"/>
                    <a:pt x="3120" y="10175"/>
                    <a:pt x="2239" y="9246"/>
                  </a:cubicBezTo>
                  <a:cubicBezTo>
                    <a:pt x="1668" y="8627"/>
                    <a:pt x="1263" y="7889"/>
                    <a:pt x="1049" y="7079"/>
                  </a:cubicBezTo>
                  <a:lnTo>
                    <a:pt x="1049" y="7079"/>
                  </a:lnTo>
                  <a:lnTo>
                    <a:pt x="1215" y="7318"/>
                  </a:lnTo>
                  <a:cubicBezTo>
                    <a:pt x="1263" y="7389"/>
                    <a:pt x="1311" y="7413"/>
                    <a:pt x="1382" y="7437"/>
                  </a:cubicBezTo>
                  <a:cubicBezTo>
                    <a:pt x="1421" y="7456"/>
                    <a:pt x="1461" y="7465"/>
                    <a:pt x="1499" y="7465"/>
                  </a:cubicBezTo>
                  <a:cubicBezTo>
                    <a:pt x="1598" y="7465"/>
                    <a:pt x="1687" y="7404"/>
                    <a:pt x="1739" y="7318"/>
                  </a:cubicBezTo>
                  <a:lnTo>
                    <a:pt x="2120" y="6770"/>
                  </a:lnTo>
                  <a:close/>
                  <a:moveTo>
                    <a:pt x="6228" y="1"/>
                  </a:moveTo>
                  <a:cubicBezTo>
                    <a:pt x="6169" y="1"/>
                    <a:pt x="6109" y="18"/>
                    <a:pt x="6050" y="54"/>
                  </a:cubicBezTo>
                  <a:lnTo>
                    <a:pt x="5550" y="411"/>
                  </a:lnTo>
                  <a:cubicBezTo>
                    <a:pt x="4311" y="507"/>
                    <a:pt x="3168" y="1007"/>
                    <a:pt x="2263" y="1840"/>
                  </a:cubicBezTo>
                  <a:cubicBezTo>
                    <a:pt x="1430" y="2626"/>
                    <a:pt x="906" y="3602"/>
                    <a:pt x="668" y="4698"/>
                  </a:cubicBezTo>
                  <a:cubicBezTo>
                    <a:pt x="620" y="4865"/>
                    <a:pt x="596" y="5008"/>
                    <a:pt x="596" y="5150"/>
                  </a:cubicBezTo>
                  <a:lnTo>
                    <a:pt x="596" y="5269"/>
                  </a:lnTo>
                  <a:lnTo>
                    <a:pt x="334" y="5269"/>
                  </a:lnTo>
                  <a:cubicBezTo>
                    <a:pt x="239" y="5269"/>
                    <a:pt x="144" y="5293"/>
                    <a:pt x="96" y="5389"/>
                  </a:cubicBezTo>
                  <a:cubicBezTo>
                    <a:pt x="1" y="5508"/>
                    <a:pt x="1" y="5651"/>
                    <a:pt x="72" y="5770"/>
                  </a:cubicBezTo>
                  <a:lnTo>
                    <a:pt x="572" y="6484"/>
                  </a:lnTo>
                  <a:cubicBezTo>
                    <a:pt x="691" y="7651"/>
                    <a:pt x="1191" y="8723"/>
                    <a:pt x="2001" y="9556"/>
                  </a:cubicBezTo>
                  <a:cubicBezTo>
                    <a:pt x="2906" y="10509"/>
                    <a:pt x="4097" y="11104"/>
                    <a:pt x="5383" y="11223"/>
                  </a:cubicBezTo>
                  <a:lnTo>
                    <a:pt x="5383" y="11485"/>
                  </a:lnTo>
                  <a:cubicBezTo>
                    <a:pt x="5383" y="11580"/>
                    <a:pt x="5454" y="11699"/>
                    <a:pt x="5502" y="11747"/>
                  </a:cubicBezTo>
                  <a:cubicBezTo>
                    <a:pt x="5573" y="11795"/>
                    <a:pt x="5621" y="11818"/>
                    <a:pt x="5692" y="11818"/>
                  </a:cubicBezTo>
                  <a:cubicBezTo>
                    <a:pt x="5764" y="11818"/>
                    <a:pt x="5812" y="11795"/>
                    <a:pt x="5883" y="11747"/>
                  </a:cubicBezTo>
                  <a:lnTo>
                    <a:pt x="6383" y="11390"/>
                  </a:lnTo>
                  <a:cubicBezTo>
                    <a:pt x="7264" y="11342"/>
                    <a:pt x="8169" y="11033"/>
                    <a:pt x="8907" y="10532"/>
                  </a:cubicBezTo>
                  <a:cubicBezTo>
                    <a:pt x="9765" y="9985"/>
                    <a:pt x="10432" y="9199"/>
                    <a:pt x="10884" y="8318"/>
                  </a:cubicBezTo>
                  <a:lnTo>
                    <a:pt x="10908" y="8270"/>
                  </a:lnTo>
                  <a:cubicBezTo>
                    <a:pt x="10932" y="8175"/>
                    <a:pt x="10932" y="8103"/>
                    <a:pt x="10836" y="8056"/>
                  </a:cubicBezTo>
                  <a:cubicBezTo>
                    <a:pt x="10813" y="8040"/>
                    <a:pt x="10783" y="8032"/>
                    <a:pt x="10753" y="8032"/>
                  </a:cubicBezTo>
                  <a:cubicBezTo>
                    <a:pt x="10691" y="8032"/>
                    <a:pt x="10622" y="8064"/>
                    <a:pt x="10574" y="8127"/>
                  </a:cubicBezTo>
                  <a:lnTo>
                    <a:pt x="10551" y="8175"/>
                  </a:lnTo>
                  <a:cubicBezTo>
                    <a:pt x="10170" y="9056"/>
                    <a:pt x="9503" y="9770"/>
                    <a:pt x="8741" y="10271"/>
                  </a:cubicBezTo>
                  <a:cubicBezTo>
                    <a:pt x="8193" y="10628"/>
                    <a:pt x="7621" y="10866"/>
                    <a:pt x="7002" y="10985"/>
                  </a:cubicBezTo>
                  <a:lnTo>
                    <a:pt x="7502" y="10628"/>
                  </a:lnTo>
                  <a:cubicBezTo>
                    <a:pt x="7574" y="10604"/>
                    <a:pt x="7598" y="10532"/>
                    <a:pt x="7621" y="10485"/>
                  </a:cubicBezTo>
                  <a:cubicBezTo>
                    <a:pt x="7693" y="10318"/>
                    <a:pt x="7621" y="10175"/>
                    <a:pt x="7502" y="10128"/>
                  </a:cubicBezTo>
                  <a:lnTo>
                    <a:pt x="7074" y="9818"/>
                  </a:lnTo>
                  <a:cubicBezTo>
                    <a:pt x="7621" y="9651"/>
                    <a:pt x="8169" y="9366"/>
                    <a:pt x="8622" y="8961"/>
                  </a:cubicBezTo>
                  <a:cubicBezTo>
                    <a:pt x="9336" y="8318"/>
                    <a:pt x="9765" y="7413"/>
                    <a:pt x="9860" y="6460"/>
                  </a:cubicBezTo>
                  <a:cubicBezTo>
                    <a:pt x="9860" y="6365"/>
                    <a:pt x="9836" y="6317"/>
                    <a:pt x="9741" y="6270"/>
                  </a:cubicBezTo>
                  <a:lnTo>
                    <a:pt x="9360" y="6270"/>
                  </a:lnTo>
                  <a:lnTo>
                    <a:pt x="10432" y="4769"/>
                  </a:lnTo>
                  <a:lnTo>
                    <a:pt x="11503" y="6270"/>
                  </a:lnTo>
                  <a:lnTo>
                    <a:pt x="11170" y="6270"/>
                  </a:lnTo>
                  <a:cubicBezTo>
                    <a:pt x="11075" y="6270"/>
                    <a:pt x="11003" y="6341"/>
                    <a:pt x="11003" y="6436"/>
                  </a:cubicBezTo>
                  <a:cubicBezTo>
                    <a:pt x="10955" y="6770"/>
                    <a:pt x="10908" y="7127"/>
                    <a:pt x="10813" y="7437"/>
                  </a:cubicBezTo>
                  <a:cubicBezTo>
                    <a:pt x="10789" y="7532"/>
                    <a:pt x="10836" y="7627"/>
                    <a:pt x="10932" y="7651"/>
                  </a:cubicBezTo>
                  <a:cubicBezTo>
                    <a:pt x="10948" y="7655"/>
                    <a:pt x="10964" y="7657"/>
                    <a:pt x="10980" y="7657"/>
                  </a:cubicBezTo>
                  <a:cubicBezTo>
                    <a:pt x="11057" y="7657"/>
                    <a:pt x="11126" y="7611"/>
                    <a:pt x="11146" y="7532"/>
                  </a:cubicBezTo>
                  <a:cubicBezTo>
                    <a:pt x="11241" y="7222"/>
                    <a:pt x="11289" y="6936"/>
                    <a:pt x="11313" y="6603"/>
                  </a:cubicBezTo>
                  <a:lnTo>
                    <a:pt x="11598" y="6603"/>
                  </a:lnTo>
                  <a:cubicBezTo>
                    <a:pt x="11718" y="6603"/>
                    <a:pt x="11789" y="6555"/>
                    <a:pt x="11860" y="6436"/>
                  </a:cubicBezTo>
                  <a:cubicBezTo>
                    <a:pt x="11908" y="6222"/>
                    <a:pt x="11908" y="6103"/>
                    <a:pt x="11860" y="6008"/>
                  </a:cubicBezTo>
                  <a:lnTo>
                    <a:pt x="11336" y="5293"/>
                  </a:lnTo>
                  <a:cubicBezTo>
                    <a:pt x="11241" y="4150"/>
                    <a:pt x="10717" y="3079"/>
                    <a:pt x="9931" y="2245"/>
                  </a:cubicBezTo>
                  <a:cubicBezTo>
                    <a:pt x="9026" y="1292"/>
                    <a:pt x="7836" y="697"/>
                    <a:pt x="6526" y="578"/>
                  </a:cubicBezTo>
                  <a:lnTo>
                    <a:pt x="6526" y="292"/>
                  </a:lnTo>
                  <a:cubicBezTo>
                    <a:pt x="6526" y="221"/>
                    <a:pt x="6502" y="102"/>
                    <a:pt x="6407" y="54"/>
                  </a:cubicBezTo>
                  <a:cubicBezTo>
                    <a:pt x="6347" y="18"/>
                    <a:pt x="6288" y="1"/>
                    <a:pt x="62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29" name="Google Shape;14429;p90"/>
          <p:cNvGrpSpPr/>
          <p:nvPr/>
        </p:nvGrpSpPr>
        <p:grpSpPr>
          <a:xfrm>
            <a:off x="4023373" y="1767816"/>
            <a:ext cx="358172" cy="355332"/>
            <a:chOff x="4176963" y="1931283"/>
            <a:chExt cx="299500" cy="297125"/>
          </a:xfrm>
        </p:grpSpPr>
        <p:sp>
          <p:nvSpPr>
            <p:cNvPr id="14430" name="Google Shape;14430;p90"/>
            <p:cNvSpPr/>
            <p:nvPr/>
          </p:nvSpPr>
          <p:spPr>
            <a:xfrm>
              <a:off x="4333563" y="1931283"/>
              <a:ext cx="142900" cy="294125"/>
            </a:xfrm>
            <a:custGeom>
              <a:rect b="b" l="l" r="r" t="t"/>
              <a:pathLst>
                <a:path extrusionOk="0" h="11765" w="5716">
                  <a:moveTo>
                    <a:pt x="357" y="1"/>
                  </a:moveTo>
                  <a:cubicBezTo>
                    <a:pt x="286" y="1"/>
                    <a:pt x="191" y="1"/>
                    <a:pt x="167" y="48"/>
                  </a:cubicBezTo>
                  <a:cubicBezTo>
                    <a:pt x="119" y="120"/>
                    <a:pt x="119" y="239"/>
                    <a:pt x="119" y="239"/>
                  </a:cubicBezTo>
                  <a:lnTo>
                    <a:pt x="119" y="1715"/>
                  </a:lnTo>
                  <a:cubicBezTo>
                    <a:pt x="119" y="1715"/>
                    <a:pt x="167" y="1930"/>
                    <a:pt x="310" y="1953"/>
                  </a:cubicBezTo>
                  <a:cubicBezTo>
                    <a:pt x="1238" y="2120"/>
                    <a:pt x="2096" y="2596"/>
                    <a:pt x="2691" y="3263"/>
                  </a:cubicBezTo>
                  <a:cubicBezTo>
                    <a:pt x="3334" y="3978"/>
                    <a:pt x="3691" y="4906"/>
                    <a:pt x="3691" y="5859"/>
                  </a:cubicBezTo>
                  <a:cubicBezTo>
                    <a:pt x="3691" y="7859"/>
                    <a:pt x="2191" y="9550"/>
                    <a:pt x="191" y="9788"/>
                  </a:cubicBezTo>
                  <a:cubicBezTo>
                    <a:pt x="72" y="9788"/>
                    <a:pt x="0" y="10026"/>
                    <a:pt x="0" y="10026"/>
                  </a:cubicBezTo>
                  <a:lnTo>
                    <a:pt x="0" y="11527"/>
                  </a:lnTo>
                  <a:cubicBezTo>
                    <a:pt x="0" y="11527"/>
                    <a:pt x="24" y="11646"/>
                    <a:pt x="48" y="11693"/>
                  </a:cubicBezTo>
                  <a:cubicBezTo>
                    <a:pt x="119" y="11717"/>
                    <a:pt x="143" y="11765"/>
                    <a:pt x="238" y="11765"/>
                  </a:cubicBezTo>
                  <a:lnTo>
                    <a:pt x="262" y="11765"/>
                  </a:lnTo>
                  <a:cubicBezTo>
                    <a:pt x="1334" y="11670"/>
                    <a:pt x="2382" y="11289"/>
                    <a:pt x="3263" y="10622"/>
                  </a:cubicBezTo>
                  <a:cubicBezTo>
                    <a:pt x="3358" y="10574"/>
                    <a:pt x="3358" y="10455"/>
                    <a:pt x="3286" y="10384"/>
                  </a:cubicBezTo>
                  <a:cubicBezTo>
                    <a:pt x="3261" y="10333"/>
                    <a:pt x="3215" y="10309"/>
                    <a:pt x="3167" y="10309"/>
                  </a:cubicBezTo>
                  <a:cubicBezTo>
                    <a:pt x="3125" y="10309"/>
                    <a:pt x="3081" y="10327"/>
                    <a:pt x="3048" y="10360"/>
                  </a:cubicBezTo>
                  <a:cubicBezTo>
                    <a:pt x="2262" y="10955"/>
                    <a:pt x="357" y="11384"/>
                    <a:pt x="357" y="11384"/>
                  </a:cubicBezTo>
                  <a:lnTo>
                    <a:pt x="357" y="10122"/>
                  </a:lnTo>
                  <a:cubicBezTo>
                    <a:pt x="357" y="10122"/>
                    <a:pt x="4120" y="9836"/>
                    <a:pt x="4072" y="5859"/>
                  </a:cubicBezTo>
                  <a:cubicBezTo>
                    <a:pt x="4049" y="4811"/>
                    <a:pt x="3691" y="3811"/>
                    <a:pt x="3024" y="3025"/>
                  </a:cubicBezTo>
                  <a:cubicBezTo>
                    <a:pt x="2382" y="2287"/>
                    <a:pt x="500" y="1596"/>
                    <a:pt x="500" y="1596"/>
                  </a:cubicBezTo>
                  <a:lnTo>
                    <a:pt x="500" y="310"/>
                  </a:lnTo>
                  <a:cubicBezTo>
                    <a:pt x="500" y="310"/>
                    <a:pt x="2334" y="358"/>
                    <a:pt x="3882" y="2144"/>
                  </a:cubicBezTo>
                  <a:cubicBezTo>
                    <a:pt x="4811" y="3168"/>
                    <a:pt x="5358" y="4478"/>
                    <a:pt x="5358" y="5835"/>
                  </a:cubicBezTo>
                  <a:cubicBezTo>
                    <a:pt x="5358" y="7335"/>
                    <a:pt x="4763" y="8764"/>
                    <a:pt x="3691" y="9812"/>
                  </a:cubicBezTo>
                  <a:cubicBezTo>
                    <a:pt x="3620" y="9884"/>
                    <a:pt x="3620" y="10003"/>
                    <a:pt x="3691" y="10050"/>
                  </a:cubicBezTo>
                  <a:cubicBezTo>
                    <a:pt x="3715" y="10086"/>
                    <a:pt x="3757" y="10104"/>
                    <a:pt x="3801" y="10104"/>
                  </a:cubicBezTo>
                  <a:cubicBezTo>
                    <a:pt x="3846" y="10104"/>
                    <a:pt x="3894" y="10086"/>
                    <a:pt x="3929" y="10050"/>
                  </a:cubicBezTo>
                  <a:cubicBezTo>
                    <a:pt x="5073" y="8931"/>
                    <a:pt x="5716" y="7431"/>
                    <a:pt x="5716" y="5788"/>
                  </a:cubicBezTo>
                  <a:cubicBezTo>
                    <a:pt x="5620" y="4454"/>
                    <a:pt x="5049" y="3073"/>
                    <a:pt x="4072" y="1953"/>
                  </a:cubicBezTo>
                  <a:cubicBezTo>
                    <a:pt x="3096" y="882"/>
                    <a:pt x="1786" y="215"/>
                    <a:pt x="3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1" name="Google Shape;14431;p90"/>
            <p:cNvSpPr/>
            <p:nvPr/>
          </p:nvSpPr>
          <p:spPr>
            <a:xfrm>
              <a:off x="4176963" y="1932483"/>
              <a:ext cx="142925" cy="295925"/>
            </a:xfrm>
            <a:custGeom>
              <a:rect b="b" l="l" r="r" t="t"/>
              <a:pathLst>
                <a:path extrusionOk="0" h="11837" w="5717">
                  <a:moveTo>
                    <a:pt x="5169" y="334"/>
                  </a:moveTo>
                  <a:lnTo>
                    <a:pt x="5169" y="1620"/>
                  </a:lnTo>
                  <a:cubicBezTo>
                    <a:pt x="4192" y="1786"/>
                    <a:pt x="3335" y="2310"/>
                    <a:pt x="2692" y="3049"/>
                  </a:cubicBezTo>
                  <a:cubicBezTo>
                    <a:pt x="2001" y="3811"/>
                    <a:pt x="1644" y="4835"/>
                    <a:pt x="1644" y="5882"/>
                  </a:cubicBezTo>
                  <a:cubicBezTo>
                    <a:pt x="1644" y="8026"/>
                    <a:pt x="3216" y="9836"/>
                    <a:pt x="5335" y="10121"/>
                  </a:cubicBezTo>
                  <a:lnTo>
                    <a:pt x="5335" y="11407"/>
                  </a:lnTo>
                  <a:cubicBezTo>
                    <a:pt x="4002" y="11264"/>
                    <a:pt x="2740" y="10645"/>
                    <a:pt x="1811" y="9621"/>
                  </a:cubicBezTo>
                  <a:cubicBezTo>
                    <a:pt x="858" y="8573"/>
                    <a:pt x="334" y="7240"/>
                    <a:pt x="334" y="5835"/>
                  </a:cubicBezTo>
                  <a:cubicBezTo>
                    <a:pt x="334" y="4477"/>
                    <a:pt x="834" y="3168"/>
                    <a:pt x="1787" y="2144"/>
                  </a:cubicBezTo>
                  <a:cubicBezTo>
                    <a:pt x="2692" y="1167"/>
                    <a:pt x="3883" y="524"/>
                    <a:pt x="5169" y="334"/>
                  </a:cubicBezTo>
                  <a:close/>
                  <a:moveTo>
                    <a:pt x="5264" y="0"/>
                  </a:moveTo>
                  <a:cubicBezTo>
                    <a:pt x="3835" y="191"/>
                    <a:pt x="2525" y="881"/>
                    <a:pt x="1549" y="1977"/>
                  </a:cubicBezTo>
                  <a:cubicBezTo>
                    <a:pt x="572" y="3072"/>
                    <a:pt x="1" y="4477"/>
                    <a:pt x="1" y="5906"/>
                  </a:cubicBezTo>
                  <a:cubicBezTo>
                    <a:pt x="1" y="7383"/>
                    <a:pt x="572" y="8812"/>
                    <a:pt x="1573" y="9931"/>
                  </a:cubicBezTo>
                  <a:cubicBezTo>
                    <a:pt x="2597" y="11026"/>
                    <a:pt x="3954" y="11669"/>
                    <a:pt x="5431" y="11836"/>
                  </a:cubicBezTo>
                  <a:lnTo>
                    <a:pt x="5454" y="11836"/>
                  </a:lnTo>
                  <a:cubicBezTo>
                    <a:pt x="5502" y="11836"/>
                    <a:pt x="5573" y="11788"/>
                    <a:pt x="5621" y="11765"/>
                  </a:cubicBezTo>
                  <a:cubicBezTo>
                    <a:pt x="5693" y="11717"/>
                    <a:pt x="5716" y="11645"/>
                    <a:pt x="5716" y="11598"/>
                  </a:cubicBezTo>
                  <a:lnTo>
                    <a:pt x="5716" y="10098"/>
                  </a:lnTo>
                  <a:cubicBezTo>
                    <a:pt x="5669" y="9931"/>
                    <a:pt x="5573" y="9812"/>
                    <a:pt x="5454" y="9812"/>
                  </a:cubicBezTo>
                  <a:cubicBezTo>
                    <a:pt x="3454" y="9574"/>
                    <a:pt x="1977" y="7859"/>
                    <a:pt x="1977" y="5882"/>
                  </a:cubicBezTo>
                  <a:cubicBezTo>
                    <a:pt x="1977" y="4930"/>
                    <a:pt x="2335" y="4001"/>
                    <a:pt x="2954" y="3287"/>
                  </a:cubicBezTo>
                  <a:cubicBezTo>
                    <a:pt x="3573" y="2572"/>
                    <a:pt x="4407" y="2096"/>
                    <a:pt x="5335" y="1977"/>
                  </a:cubicBezTo>
                  <a:cubicBezTo>
                    <a:pt x="5454" y="1953"/>
                    <a:pt x="5550" y="1858"/>
                    <a:pt x="5550" y="1739"/>
                  </a:cubicBezTo>
                  <a:lnTo>
                    <a:pt x="5550" y="238"/>
                  </a:lnTo>
                  <a:cubicBezTo>
                    <a:pt x="5550" y="191"/>
                    <a:pt x="5502" y="96"/>
                    <a:pt x="5454" y="72"/>
                  </a:cubicBezTo>
                  <a:cubicBezTo>
                    <a:pt x="5383" y="0"/>
                    <a:pt x="5335" y="0"/>
                    <a:pt x="52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2" name="Google Shape;14432;p90"/>
            <p:cNvSpPr/>
            <p:nvPr/>
          </p:nvSpPr>
          <p:spPr>
            <a:xfrm>
              <a:off x="4249013" y="2002733"/>
              <a:ext cx="153025" cy="153625"/>
            </a:xfrm>
            <a:custGeom>
              <a:rect b="b" l="l" r="r" t="t"/>
              <a:pathLst>
                <a:path extrusionOk="0" h="6145" w="6121">
                  <a:moveTo>
                    <a:pt x="3049" y="0"/>
                  </a:moveTo>
                  <a:cubicBezTo>
                    <a:pt x="2453" y="0"/>
                    <a:pt x="1882" y="167"/>
                    <a:pt x="1405" y="477"/>
                  </a:cubicBezTo>
                  <a:lnTo>
                    <a:pt x="1382" y="477"/>
                  </a:lnTo>
                  <a:cubicBezTo>
                    <a:pt x="1286" y="524"/>
                    <a:pt x="1263" y="620"/>
                    <a:pt x="1310" y="715"/>
                  </a:cubicBezTo>
                  <a:cubicBezTo>
                    <a:pt x="1353" y="772"/>
                    <a:pt x="1405" y="804"/>
                    <a:pt x="1456" y="804"/>
                  </a:cubicBezTo>
                  <a:cubicBezTo>
                    <a:pt x="1488" y="804"/>
                    <a:pt x="1520" y="791"/>
                    <a:pt x="1548" y="762"/>
                  </a:cubicBezTo>
                  <a:lnTo>
                    <a:pt x="1596" y="762"/>
                  </a:lnTo>
                  <a:cubicBezTo>
                    <a:pt x="2025" y="500"/>
                    <a:pt x="2501" y="358"/>
                    <a:pt x="3049" y="358"/>
                  </a:cubicBezTo>
                  <a:cubicBezTo>
                    <a:pt x="4525" y="358"/>
                    <a:pt x="5764" y="1572"/>
                    <a:pt x="5764" y="3049"/>
                  </a:cubicBezTo>
                  <a:cubicBezTo>
                    <a:pt x="5764" y="4549"/>
                    <a:pt x="4525" y="5763"/>
                    <a:pt x="3049" y="5763"/>
                  </a:cubicBezTo>
                  <a:cubicBezTo>
                    <a:pt x="1548" y="5763"/>
                    <a:pt x="334" y="4549"/>
                    <a:pt x="334" y="3049"/>
                  </a:cubicBezTo>
                  <a:cubicBezTo>
                    <a:pt x="334" y="2406"/>
                    <a:pt x="572" y="1786"/>
                    <a:pt x="1024" y="1263"/>
                  </a:cubicBezTo>
                  <a:cubicBezTo>
                    <a:pt x="1072" y="1215"/>
                    <a:pt x="1072" y="1096"/>
                    <a:pt x="1001" y="1024"/>
                  </a:cubicBezTo>
                  <a:cubicBezTo>
                    <a:pt x="971" y="1005"/>
                    <a:pt x="933" y="993"/>
                    <a:pt x="896" y="993"/>
                  </a:cubicBezTo>
                  <a:cubicBezTo>
                    <a:pt x="843" y="993"/>
                    <a:pt x="790" y="1016"/>
                    <a:pt x="762" y="1072"/>
                  </a:cubicBezTo>
                  <a:cubicBezTo>
                    <a:pt x="262" y="1620"/>
                    <a:pt x="0" y="2334"/>
                    <a:pt x="0" y="3096"/>
                  </a:cubicBezTo>
                  <a:cubicBezTo>
                    <a:pt x="0" y="4787"/>
                    <a:pt x="1382" y="6144"/>
                    <a:pt x="3072" y="6144"/>
                  </a:cubicBezTo>
                  <a:cubicBezTo>
                    <a:pt x="4739" y="6097"/>
                    <a:pt x="6121" y="4739"/>
                    <a:pt x="6121" y="3072"/>
                  </a:cubicBezTo>
                  <a:cubicBezTo>
                    <a:pt x="6121" y="1358"/>
                    <a:pt x="4739" y="0"/>
                    <a:pt x="3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3" name="Google Shape;14433;p90"/>
            <p:cNvSpPr/>
            <p:nvPr/>
          </p:nvSpPr>
          <p:spPr>
            <a:xfrm>
              <a:off x="4291888" y="2056308"/>
              <a:ext cx="66700" cy="8950"/>
            </a:xfrm>
            <a:custGeom>
              <a:rect b="b" l="l" r="r" t="t"/>
              <a:pathLst>
                <a:path extrusionOk="0" h="358" w="2668">
                  <a:moveTo>
                    <a:pt x="191" y="1"/>
                  </a:moveTo>
                  <a:cubicBezTo>
                    <a:pt x="119" y="1"/>
                    <a:pt x="48" y="48"/>
                    <a:pt x="24" y="144"/>
                  </a:cubicBezTo>
                  <a:cubicBezTo>
                    <a:pt x="0" y="239"/>
                    <a:pt x="71" y="358"/>
                    <a:pt x="191" y="358"/>
                  </a:cubicBezTo>
                  <a:lnTo>
                    <a:pt x="2453" y="358"/>
                  </a:lnTo>
                  <a:cubicBezTo>
                    <a:pt x="2548" y="358"/>
                    <a:pt x="2620" y="286"/>
                    <a:pt x="2643" y="215"/>
                  </a:cubicBezTo>
                  <a:cubicBezTo>
                    <a:pt x="2667" y="96"/>
                    <a:pt x="2572" y="1"/>
                    <a:pt x="2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4" name="Google Shape;14434;p90"/>
            <p:cNvSpPr/>
            <p:nvPr/>
          </p:nvSpPr>
          <p:spPr>
            <a:xfrm>
              <a:off x="4291888" y="2074758"/>
              <a:ext cx="66700" cy="8975"/>
            </a:xfrm>
            <a:custGeom>
              <a:rect b="b" l="l" r="r" t="t"/>
              <a:pathLst>
                <a:path extrusionOk="0" h="359" w="2668">
                  <a:moveTo>
                    <a:pt x="191" y="1"/>
                  </a:moveTo>
                  <a:cubicBezTo>
                    <a:pt x="119" y="1"/>
                    <a:pt x="48" y="72"/>
                    <a:pt x="24" y="144"/>
                  </a:cubicBezTo>
                  <a:cubicBezTo>
                    <a:pt x="0" y="239"/>
                    <a:pt x="71" y="358"/>
                    <a:pt x="191" y="358"/>
                  </a:cubicBezTo>
                  <a:lnTo>
                    <a:pt x="2453" y="358"/>
                  </a:lnTo>
                  <a:cubicBezTo>
                    <a:pt x="2548" y="358"/>
                    <a:pt x="2620" y="310"/>
                    <a:pt x="2643" y="215"/>
                  </a:cubicBezTo>
                  <a:cubicBezTo>
                    <a:pt x="2667" y="96"/>
                    <a:pt x="2572" y="1"/>
                    <a:pt x="2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5" name="Google Shape;14435;p90"/>
            <p:cNvSpPr/>
            <p:nvPr/>
          </p:nvSpPr>
          <p:spPr>
            <a:xfrm>
              <a:off x="4305563" y="2092633"/>
              <a:ext cx="38725" cy="8950"/>
            </a:xfrm>
            <a:custGeom>
              <a:rect b="b" l="l" r="r" t="t"/>
              <a:pathLst>
                <a:path extrusionOk="0" h="358" w="1549">
                  <a:moveTo>
                    <a:pt x="215" y="0"/>
                  </a:moveTo>
                  <a:cubicBezTo>
                    <a:pt x="96" y="0"/>
                    <a:pt x="1" y="96"/>
                    <a:pt x="25" y="215"/>
                  </a:cubicBezTo>
                  <a:cubicBezTo>
                    <a:pt x="72" y="310"/>
                    <a:pt x="120" y="358"/>
                    <a:pt x="215" y="358"/>
                  </a:cubicBezTo>
                  <a:lnTo>
                    <a:pt x="1358" y="358"/>
                  </a:lnTo>
                  <a:cubicBezTo>
                    <a:pt x="1430" y="358"/>
                    <a:pt x="1501" y="310"/>
                    <a:pt x="1525" y="215"/>
                  </a:cubicBezTo>
                  <a:cubicBezTo>
                    <a:pt x="1549" y="96"/>
                    <a:pt x="1477" y="0"/>
                    <a:pt x="1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36" name="Google Shape;14436;p90"/>
          <p:cNvSpPr txBox="1"/>
          <p:nvPr/>
        </p:nvSpPr>
        <p:spPr>
          <a:xfrm>
            <a:off x="1048350" y="1158650"/>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rgbClr val="FFFFFF"/>
                </a:solidFill>
              </a:rPr>
              <a:t>Infographic Elements</a:t>
            </a:r>
            <a:endParaRPr sz="1600">
              <a:solidFill>
                <a:srgbClr val="FFFFFF"/>
              </a:solidFill>
            </a:endParaRPr>
          </a:p>
        </p:txBody>
      </p:sp>
      <p:sp>
        <p:nvSpPr>
          <p:cNvPr id="14437" name="Google Shape;14437;p90"/>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Premium Icons</a:t>
            </a:r>
            <a:endParaRPr/>
          </a:p>
        </p:txBody>
      </p:sp>
    </p:spTree>
  </p:cSld>
  <p:clrMapOvr>
    <a:masterClrMapping/>
  </p:clrMapOvr>
</p:sld>
</file>

<file path=ppt/slides/slide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441" name="Shape 14441"/>
        <p:cNvGrpSpPr/>
        <p:nvPr/>
      </p:nvGrpSpPr>
      <p:grpSpPr>
        <a:xfrm>
          <a:off x="0" y="0"/>
          <a:ext cx="0" cy="0"/>
          <a:chOff x="0" y="0"/>
          <a:chExt cx="0" cy="0"/>
        </a:xfrm>
      </p:grpSpPr>
      <p:pic>
        <p:nvPicPr>
          <p:cNvPr id="14442" name="Google Shape;14442;p91">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Ovarian Torsion Clinical Case by Slidesgo">
  <a:themeElements>
    <a:clrScheme name="Simple Light">
      <a:dk1>
        <a:srgbClr val="191919"/>
      </a:dk1>
      <a:lt1>
        <a:srgbClr val="674EA7"/>
      </a:lt1>
      <a:dk2>
        <a:srgbClr val="DAB6C6"/>
      </a:dk2>
      <a:lt2>
        <a:srgbClr val="FFFFFF"/>
      </a:lt2>
      <a:accent1>
        <a:srgbClr val="FFFFFF"/>
      </a:accent1>
      <a:accent2>
        <a:srgbClr val="FFFFFF"/>
      </a:accent2>
      <a:accent3>
        <a:srgbClr val="FFFFFF"/>
      </a:accent3>
      <a:accent4>
        <a:srgbClr val="FFFFFF"/>
      </a:accent4>
      <a:accent5>
        <a:srgbClr val="FFFFFF"/>
      </a:accent5>
      <a:accent6>
        <a:srgbClr val="FFFFFF"/>
      </a:accent6>
      <a:hlink>
        <a:srgbClr val="191919"/>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